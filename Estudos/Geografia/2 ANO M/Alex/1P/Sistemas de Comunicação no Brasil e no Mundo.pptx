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4"/>
  </p:sldMasterIdLst>
  <p:notesMasterIdLst>
    <p:notesMasterId r:id="rId18"/>
  </p:notesMasterIdLst>
  <p:handoutMasterIdLst>
    <p:handoutMasterId r:id="rId19"/>
  </p:handoutMasterIdLst>
  <p:sldIdLst>
    <p:sldId id="256" r:id="rId5"/>
    <p:sldId id="276" r:id="rId6"/>
    <p:sldId id="274" r:id="rId7"/>
    <p:sldId id="273" r:id="rId8"/>
    <p:sldId id="275" r:id="rId9"/>
    <p:sldId id="277" r:id="rId10"/>
    <p:sldId id="278" r:id="rId11"/>
    <p:sldId id="264" r:id="rId12"/>
    <p:sldId id="265" r:id="rId13"/>
    <p:sldId id="259" r:id="rId14"/>
    <p:sldId id="266" r:id="rId15"/>
    <p:sldId id="267" r:id="rId16"/>
    <p:sldId id="268" r:id="rId17"/>
  </p:sldIdLst>
  <p:sldSz cx="12192000" cy="6858000"/>
  <p:notesSz cx="6858000" cy="9144000"/>
  <p:defaultTextStyle>
    <a:defPPr rtl="0">
      <a:defRPr lang="pt-b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0217BE-E00E-4686-AE9A-991D74CBE747}" v="16" dt="2026-01-26T14:51:10.2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48" autoAdjust="0"/>
  </p:normalViewPr>
  <p:slideViewPr>
    <p:cSldViewPr snapToGrid="0">
      <p:cViewPr varScale="1">
        <p:scale>
          <a:sx n="57" d="100"/>
          <a:sy n="57" d="100"/>
        </p:scale>
        <p:origin x="288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02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Rios" userId="69fc135ea1c70fd1" providerId="LiveId" clId="{EDAF6266-BA3D-4DCE-A57F-7AEA88DC3424}"/>
    <pc:docChg chg="undo custSel addSld delSld modSld sldOrd">
      <pc:chgData name="Alex Rios" userId="69fc135ea1c70fd1" providerId="LiveId" clId="{EDAF6266-BA3D-4DCE-A57F-7AEA88DC3424}" dt="2026-01-26T14:51:19.169" v="510"/>
      <pc:docMkLst>
        <pc:docMk/>
      </pc:docMkLst>
      <pc:sldChg chg="del">
        <pc:chgData name="Alex Rios" userId="69fc135ea1c70fd1" providerId="LiveId" clId="{EDAF6266-BA3D-4DCE-A57F-7AEA88DC3424}" dt="2026-01-26T14:17:13.029" v="0" actId="2696"/>
        <pc:sldMkLst>
          <pc:docMk/>
          <pc:sldMk cId="497607547" sldId="258"/>
        </pc:sldMkLst>
      </pc:sldChg>
      <pc:sldChg chg="del">
        <pc:chgData name="Alex Rios" userId="69fc135ea1c70fd1" providerId="LiveId" clId="{EDAF6266-BA3D-4DCE-A57F-7AEA88DC3424}" dt="2026-01-26T14:17:13.029" v="0" actId="2696"/>
        <pc:sldMkLst>
          <pc:docMk/>
          <pc:sldMk cId="3583008604" sldId="263"/>
        </pc:sldMkLst>
      </pc:sldChg>
      <pc:sldChg chg="addSp delSp modSp mod addAnim">
        <pc:chgData name="Alex Rios" userId="69fc135ea1c70fd1" providerId="LiveId" clId="{EDAF6266-BA3D-4DCE-A57F-7AEA88DC3424}" dt="2026-01-26T14:51:19.169" v="510"/>
        <pc:sldMkLst>
          <pc:docMk/>
          <pc:sldMk cId="3558849654" sldId="265"/>
        </pc:sldMkLst>
        <pc:spChg chg="mod ord">
          <ac:chgData name="Alex Rios" userId="69fc135ea1c70fd1" providerId="LiveId" clId="{EDAF6266-BA3D-4DCE-A57F-7AEA88DC3424}" dt="2026-01-26T14:51:19.141" v="509" actId="26606"/>
          <ac:spMkLst>
            <pc:docMk/>
            <pc:sldMk cId="3558849654" sldId="265"/>
            <ac:spMk id="2" creationId="{921633EB-7DCB-4DDC-80AF-C885A3EE1245}"/>
          </ac:spMkLst>
        </pc:spChg>
        <pc:spChg chg="add">
          <ac:chgData name="Alex Rios" userId="69fc135ea1c70fd1" providerId="LiveId" clId="{EDAF6266-BA3D-4DCE-A57F-7AEA88DC3424}" dt="2026-01-26T14:51:19.141" v="509" actId="26606"/>
          <ac:spMkLst>
            <pc:docMk/>
            <pc:sldMk cId="3558849654" sldId="265"/>
            <ac:spMk id="8" creationId="{A078A52F-85EA-4C0B-962B-D9D9DD4DD78C}"/>
          </ac:spMkLst>
        </pc:spChg>
        <pc:spChg chg="add">
          <ac:chgData name="Alex Rios" userId="69fc135ea1c70fd1" providerId="LiveId" clId="{EDAF6266-BA3D-4DCE-A57F-7AEA88DC3424}" dt="2026-01-26T14:51:19.141" v="509" actId="26606"/>
          <ac:spMkLst>
            <pc:docMk/>
            <pc:sldMk cId="3558849654" sldId="265"/>
            <ac:spMk id="10" creationId="{919797D5-5700-4683-B30A-5B4D56CB8270}"/>
          </ac:spMkLst>
        </pc:spChg>
        <pc:spChg chg="add">
          <ac:chgData name="Alex Rios" userId="69fc135ea1c70fd1" providerId="LiveId" clId="{EDAF6266-BA3D-4DCE-A57F-7AEA88DC3424}" dt="2026-01-26T14:51:19.141" v="509" actId="26606"/>
          <ac:spMkLst>
            <pc:docMk/>
            <pc:sldMk cId="3558849654" sldId="265"/>
            <ac:spMk id="12" creationId="{4856A7B9-9801-42EC-A4C9-7E22A56EF53D}"/>
          </ac:spMkLst>
        </pc:spChg>
        <pc:spChg chg="add">
          <ac:chgData name="Alex Rios" userId="69fc135ea1c70fd1" providerId="LiveId" clId="{EDAF6266-BA3D-4DCE-A57F-7AEA88DC3424}" dt="2026-01-26T14:51:19.141" v="509" actId="26606"/>
          <ac:spMkLst>
            <pc:docMk/>
            <pc:sldMk cId="3558849654" sldId="265"/>
            <ac:spMk id="14" creationId="{8AD54DB8-C150-4290-85D6-F5B0262BFEEF}"/>
          </ac:spMkLst>
        </pc:spChg>
        <pc:spChg chg="add">
          <ac:chgData name="Alex Rios" userId="69fc135ea1c70fd1" providerId="LiveId" clId="{EDAF6266-BA3D-4DCE-A57F-7AEA88DC3424}" dt="2026-01-26T14:51:19.141" v="509" actId="26606"/>
          <ac:spMkLst>
            <pc:docMk/>
            <pc:sldMk cId="3558849654" sldId="265"/>
            <ac:spMk id="16" creationId="{379F11E2-8BA5-4C5C-AE7C-361E5EA011FF}"/>
          </ac:spMkLst>
        </pc:spChg>
        <pc:spChg chg="add">
          <ac:chgData name="Alex Rios" userId="69fc135ea1c70fd1" providerId="LiveId" clId="{EDAF6266-BA3D-4DCE-A57F-7AEA88DC3424}" dt="2026-01-26T14:51:19.141" v="509" actId="26606"/>
          <ac:spMkLst>
            <pc:docMk/>
            <pc:sldMk cId="3558849654" sldId="265"/>
            <ac:spMk id="18" creationId="{7C00E1DA-EC7C-40FC-95E3-11FDCD2E4291}"/>
          </ac:spMkLst>
        </pc:spChg>
        <pc:grpChg chg="add">
          <ac:chgData name="Alex Rios" userId="69fc135ea1c70fd1" providerId="LiveId" clId="{EDAF6266-BA3D-4DCE-A57F-7AEA88DC3424}" dt="2026-01-26T14:51:19.141" v="509" actId="26606"/>
          <ac:grpSpMkLst>
            <pc:docMk/>
            <pc:sldMk cId="3558849654" sldId="265"/>
            <ac:grpSpMk id="20" creationId="{9A421166-2996-41A7-B094-AE5316F347DD}"/>
          </ac:grpSpMkLst>
        </pc:grpChg>
        <pc:picChg chg="add mod">
          <ac:chgData name="Alex Rios" userId="69fc135ea1c70fd1" providerId="LiveId" clId="{EDAF6266-BA3D-4DCE-A57F-7AEA88DC3424}" dt="2026-01-26T14:51:19.141" v="509" actId="26606"/>
          <ac:picMkLst>
            <pc:docMk/>
            <pc:sldMk cId="3558849654" sldId="265"/>
            <ac:picMk id="3" creationId="{97E64012-5AFD-018F-7E9D-DA7992E73089}"/>
          </ac:picMkLst>
        </pc:picChg>
        <pc:picChg chg="del">
          <ac:chgData name="Alex Rios" userId="69fc135ea1c70fd1" providerId="LiveId" clId="{EDAF6266-BA3D-4DCE-A57F-7AEA88DC3424}" dt="2026-01-26T14:51:04.614" v="507" actId="21"/>
          <ac:picMkLst>
            <pc:docMk/>
            <pc:sldMk cId="3558849654" sldId="265"/>
            <ac:picMk id="2050" creationId="{F0CC532E-34FF-8967-A239-65E7AA24B85B}"/>
          </ac:picMkLst>
        </pc:picChg>
      </pc:sldChg>
      <pc:sldChg chg="del">
        <pc:chgData name="Alex Rios" userId="69fc135ea1c70fd1" providerId="LiveId" clId="{EDAF6266-BA3D-4DCE-A57F-7AEA88DC3424}" dt="2026-01-26T14:17:13.029" v="0" actId="2696"/>
        <pc:sldMkLst>
          <pc:docMk/>
          <pc:sldMk cId="969471825" sldId="269"/>
        </pc:sldMkLst>
      </pc:sldChg>
      <pc:sldChg chg="del">
        <pc:chgData name="Alex Rios" userId="69fc135ea1c70fd1" providerId="LiveId" clId="{EDAF6266-BA3D-4DCE-A57F-7AEA88DC3424}" dt="2026-01-26T14:17:13.029" v="0" actId="2696"/>
        <pc:sldMkLst>
          <pc:docMk/>
          <pc:sldMk cId="3600343879" sldId="270"/>
        </pc:sldMkLst>
      </pc:sldChg>
      <pc:sldChg chg="del">
        <pc:chgData name="Alex Rios" userId="69fc135ea1c70fd1" providerId="LiveId" clId="{EDAF6266-BA3D-4DCE-A57F-7AEA88DC3424}" dt="2026-01-26T14:17:13.029" v="0" actId="2696"/>
        <pc:sldMkLst>
          <pc:docMk/>
          <pc:sldMk cId="306681266" sldId="271"/>
        </pc:sldMkLst>
      </pc:sldChg>
      <pc:sldChg chg="del">
        <pc:chgData name="Alex Rios" userId="69fc135ea1c70fd1" providerId="LiveId" clId="{EDAF6266-BA3D-4DCE-A57F-7AEA88DC3424}" dt="2026-01-26T14:17:13.029" v="0" actId="2696"/>
        <pc:sldMkLst>
          <pc:docMk/>
          <pc:sldMk cId="693446437" sldId="272"/>
        </pc:sldMkLst>
      </pc:sldChg>
      <pc:sldChg chg="ord">
        <pc:chgData name="Alex Rios" userId="69fc135ea1c70fd1" providerId="LiveId" clId="{EDAF6266-BA3D-4DCE-A57F-7AEA88DC3424}" dt="2026-01-26T14:18:18.409" v="7"/>
        <pc:sldMkLst>
          <pc:docMk/>
          <pc:sldMk cId="2256245217" sldId="273"/>
        </pc:sldMkLst>
      </pc:sldChg>
      <pc:sldChg chg="ord">
        <pc:chgData name="Alex Rios" userId="69fc135ea1c70fd1" providerId="LiveId" clId="{EDAF6266-BA3D-4DCE-A57F-7AEA88DC3424}" dt="2026-01-26T14:18:17.104" v="5"/>
        <pc:sldMkLst>
          <pc:docMk/>
          <pc:sldMk cId="3793669525" sldId="274"/>
        </pc:sldMkLst>
      </pc:sldChg>
      <pc:sldChg chg="modSp add mod ord">
        <pc:chgData name="Alex Rios" userId="69fc135ea1c70fd1" providerId="LiveId" clId="{EDAF6266-BA3D-4DCE-A57F-7AEA88DC3424}" dt="2026-01-26T14:30:24.393" v="141" actId="20577"/>
        <pc:sldMkLst>
          <pc:docMk/>
          <pc:sldMk cId="2985040369" sldId="276"/>
        </pc:sldMkLst>
        <pc:spChg chg="mod">
          <ac:chgData name="Alex Rios" userId="69fc135ea1c70fd1" providerId="LiveId" clId="{EDAF6266-BA3D-4DCE-A57F-7AEA88DC3424}" dt="2026-01-26T14:18:31.861" v="38" actId="20577"/>
          <ac:spMkLst>
            <pc:docMk/>
            <pc:sldMk cId="2985040369" sldId="276"/>
            <ac:spMk id="2" creationId="{52E1346E-4B1B-77FA-8A11-34E66186BA32}"/>
          </ac:spMkLst>
        </pc:spChg>
        <pc:spChg chg="mod">
          <ac:chgData name="Alex Rios" userId="69fc135ea1c70fd1" providerId="LiveId" clId="{EDAF6266-BA3D-4DCE-A57F-7AEA88DC3424}" dt="2026-01-26T14:30:24.393" v="141" actId="20577"/>
          <ac:spMkLst>
            <pc:docMk/>
            <pc:sldMk cId="2985040369" sldId="276"/>
            <ac:spMk id="7" creationId="{8F136100-8E85-17DB-C63B-BDBE551A2974}"/>
          </ac:spMkLst>
        </pc:spChg>
      </pc:sldChg>
      <pc:sldChg chg="modSp add mod">
        <pc:chgData name="Alex Rios" userId="69fc135ea1c70fd1" providerId="LiveId" clId="{EDAF6266-BA3D-4DCE-A57F-7AEA88DC3424}" dt="2026-01-26T14:42:44.269" v="492" actId="20577"/>
        <pc:sldMkLst>
          <pc:docMk/>
          <pc:sldMk cId="489527537" sldId="277"/>
        </pc:sldMkLst>
        <pc:spChg chg="mod">
          <ac:chgData name="Alex Rios" userId="69fc135ea1c70fd1" providerId="LiveId" clId="{EDAF6266-BA3D-4DCE-A57F-7AEA88DC3424}" dt="2026-01-26T14:35:11.019" v="159" actId="20577"/>
          <ac:spMkLst>
            <pc:docMk/>
            <pc:sldMk cId="489527537" sldId="277"/>
            <ac:spMk id="2" creationId="{393BF4C1-CA9B-A5B3-3980-9A30CAF9D8D0}"/>
          </ac:spMkLst>
        </pc:spChg>
        <pc:spChg chg="mod">
          <ac:chgData name="Alex Rios" userId="69fc135ea1c70fd1" providerId="LiveId" clId="{EDAF6266-BA3D-4DCE-A57F-7AEA88DC3424}" dt="2026-01-26T14:42:44.269" v="492" actId="20577"/>
          <ac:spMkLst>
            <pc:docMk/>
            <pc:sldMk cId="489527537" sldId="277"/>
            <ac:spMk id="7" creationId="{5D98402E-CCBE-D917-4D21-8A94E0EFFEFD}"/>
          </ac:spMkLst>
        </pc:spChg>
      </pc:sldChg>
      <pc:sldChg chg="addSp delSp modSp add mod ord">
        <pc:chgData name="Alex Rios" userId="69fc135ea1c70fd1" providerId="LiveId" clId="{EDAF6266-BA3D-4DCE-A57F-7AEA88DC3424}" dt="2026-01-26T14:44:39.577" v="506" actId="1076"/>
        <pc:sldMkLst>
          <pc:docMk/>
          <pc:sldMk cId="3586034353" sldId="278"/>
        </pc:sldMkLst>
        <pc:spChg chg="mod ord">
          <ac:chgData name="Alex Rios" userId="69fc135ea1c70fd1" providerId="LiveId" clId="{EDAF6266-BA3D-4DCE-A57F-7AEA88DC3424}" dt="2026-01-26T14:44:20.163" v="501" actId="26606"/>
          <ac:spMkLst>
            <pc:docMk/>
            <pc:sldMk cId="3586034353" sldId="278"/>
            <ac:spMk id="2" creationId="{2455BD73-B725-A492-E25A-05BF0E0C18D0}"/>
          </ac:spMkLst>
        </pc:spChg>
        <pc:spChg chg="add del">
          <ac:chgData name="Alex Rios" userId="69fc135ea1c70fd1" providerId="LiveId" clId="{EDAF6266-BA3D-4DCE-A57F-7AEA88DC3424}" dt="2026-01-26T14:44:14.810" v="499" actId="26606"/>
          <ac:spMkLst>
            <pc:docMk/>
            <pc:sldMk cId="3586034353" sldId="278"/>
            <ac:spMk id="1031" creationId="{A078A52F-85EA-4C0B-962B-D9D9DD4DD78C}"/>
          </ac:spMkLst>
        </pc:spChg>
        <pc:spChg chg="add del">
          <ac:chgData name="Alex Rios" userId="69fc135ea1c70fd1" providerId="LiveId" clId="{EDAF6266-BA3D-4DCE-A57F-7AEA88DC3424}" dt="2026-01-26T14:44:14.810" v="499" actId="26606"/>
          <ac:spMkLst>
            <pc:docMk/>
            <pc:sldMk cId="3586034353" sldId="278"/>
            <ac:spMk id="1033" creationId="{919797D5-5700-4683-B30A-5B4D56CB8270}"/>
          </ac:spMkLst>
        </pc:spChg>
        <pc:spChg chg="add del">
          <ac:chgData name="Alex Rios" userId="69fc135ea1c70fd1" providerId="LiveId" clId="{EDAF6266-BA3D-4DCE-A57F-7AEA88DC3424}" dt="2026-01-26T14:44:14.810" v="499" actId="26606"/>
          <ac:spMkLst>
            <pc:docMk/>
            <pc:sldMk cId="3586034353" sldId="278"/>
            <ac:spMk id="1035" creationId="{4856A7B9-9801-42EC-A4C9-7E22A56EF53D}"/>
          </ac:spMkLst>
        </pc:spChg>
        <pc:spChg chg="add del">
          <ac:chgData name="Alex Rios" userId="69fc135ea1c70fd1" providerId="LiveId" clId="{EDAF6266-BA3D-4DCE-A57F-7AEA88DC3424}" dt="2026-01-26T14:44:14.810" v="499" actId="26606"/>
          <ac:spMkLst>
            <pc:docMk/>
            <pc:sldMk cId="3586034353" sldId="278"/>
            <ac:spMk id="1037" creationId="{8AD54DB8-C150-4290-85D6-F5B0262BFEEF}"/>
          </ac:spMkLst>
        </pc:spChg>
        <pc:spChg chg="add del">
          <ac:chgData name="Alex Rios" userId="69fc135ea1c70fd1" providerId="LiveId" clId="{EDAF6266-BA3D-4DCE-A57F-7AEA88DC3424}" dt="2026-01-26T14:44:14.810" v="499" actId="26606"/>
          <ac:spMkLst>
            <pc:docMk/>
            <pc:sldMk cId="3586034353" sldId="278"/>
            <ac:spMk id="1039" creationId="{493D4EDA-58E0-40CC-B3CA-14CDEB349D24}"/>
          </ac:spMkLst>
        </pc:spChg>
        <pc:spChg chg="add del">
          <ac:chgData name="Alex Rios" userId="69fc135ea1c70fd1" providerId="LiveId" clId="{EDAF6266-BA3D-4DCE-A57F-7AEA88DC3424}" dt="2026-01-26T14:44:14.810" v="499" actId="26606"/>
          <ac:spMkLst>
            <pc:docMk/>
            <pc:sldMk cId="3586034353" sldId="278"/>
            <ac:spMk id="1046" creationId="{4A2E7EC3-E07C-46CE-9B25-41865A50681C}"/>
          </ac:spMkLst>
        </pc:spChg>
        <pc:spChg chg="add del">
          <ac:chgData name="Alex Rios" userId="69fc135ea1c70fd1" providerId="LiveId" clId="{EDAF6266-BA3D-4DCE-A57F-7AEA88DC3424}" dt="2026-01-26T14:44:20.163" v="501" actId="26606"/>
          <ac:spMkLst>
            <pc:docMk/>
            <pc:sldMk cId="3586034353" sldId="278"/>
            <ac:spMk id="1049" creationId="{A078A52F-85EA-4C0B-962B-D9D9DD4DD78C}"/>
          </ac:spMkLst>
        </pc:spChg>
        <pc:spChg chg="add del">
          <ac:chgData name="Alex Rios" userId="69fc135ea1c70fd1" providerId="LiveId" clId="{EDAF6266-BA3D-4DCE-A57F-7AEA88DC3424}" dt="2026-01-26T14:44:20.163" v="501" actId="26606"/>
          <ac:spMkLst>
            <pc:docMk/>
            <pc:sldMk cId="3586034353" sldId="278"/>
            <ac:spMk id="1050" creationId="{919797D5-5700-4683-B30A-5B4D56CB8270}"/>
          </ac:spMkLst>
        </pc:spChg>
        <pc:spChg chg="add del">
          <ac:chgData name="Alex Rios" userId="69fc135ea1c70fd1" providerId="LiveId" clId="{EDAF6266-BA3D-4DCE-A57F-7AEA88DC3424}" dt="2026-01-26T14:44:20.163" v="501" actId="26606"/>
          <ac:spMkLst>
            <pc:docMk/>
            <pc:sldMk cId="3586034353" sldId="278"/>
            <ac:spMk id="1051" creationId="{4856A7B9-9801-42EC-A4C9-7E22A56EF53D}"/>
          </ac:spMkLst>
        </pc:spChg>
        <pc:spChg chg="add del">
          <ac:chgData name="Alex Rios" userId="69fc135ea1c70fd1" providerId="LiveId" clId="{EDAF6266-BA3D-4DCE-A57F-7AEA88DC3424}" dt="2026-01-26T14:44:20.163" v="501" actId="26606"/>
          <ac:spMkLst>
            <pc:docMk/>
            <pc:sldMk cId="3586034353" sldId="278"/>
            <ac:spMk id="1052" creationId="{8AD54DB8-C150-4290-85D6-F5B0262BFEEF}"/>
          </ac:spMkLst>
        </pc:spChg>
        <pc:spChg chg="add del">
          <ac:chgData name="Alex Rios" userId="69fc135ea1c70fd1" providerId="LiveId" clId="{EDAF6266-BA3D-4DCE-A57F-7AEA88DC3424}" dt="2026-01-26T14:44:20.163" v="501" actId="26606"/>
          <ac:spMkLst>
            <pc:docMk/>
            <pc:sldMk cId="3586034353" sldId="278"/>
            <ac:spMk id="1053" creationId="{202E9D7B-AC8A-4860-BD41-E04FC6559EDF}"/>
          </ac:spMkLst>
        </pc:spChg>
        <pc:spChg chg="add del">
          <ac:chgData name="Alex Rios" userId="69fc135ea1c70fd1" providerId="LiveId" clId="{EDAF6266-BA3D-4DCE-A57F-7AEA88DC3424}" dt="2026-01-26T14:44:20.163" v="501" actId="26606"/>
          <ac:spMkLst>
            <pc:docMk/>
            <pc:sldMk cId="3586034353" sldId="278"/>
            <ac:spMk id="1054" creationId="{697B8C9C-91DF-4F8D-94A0-2C0C66030128}"/>
          </ac:spMkLst>
        </pc:spChg>
        <pc:spChg chg="add del">
          <ac:chgData name="Alex Rios" userId="69fc135ea1c70fd1" providerId="LiveId" clId="{EDAF6266-BA3D-4DCE-A57F-7AEA88DC3424}" dt="2026-01-26T14:44:20.163" v="501" actId="26606"/>
          <ac:spMkLst>
            <pc:docMk/>
            <pc:sldMk cId="3586034353" sldId="278"/>
            <ac:spMk id="1055" creationId="{54D43BDD-ED29-4BE9-AEA1-6D0AE5A061D1}"/>
          </ac:spMkLst>
        </pc:spChg>
        <pc:grpChg chg="add del">
          <ac:chgData name="Alex Rios" userId="69fc135ea1c70fd1" providerId="LiveId" clId="{EDAF6266-BA3D-4DCE-A57F-7AEA88DC3424}" dt="2026-01-26T14:44:14.810" v="499" actId="26606"/>
          <ac:grpSpMkLst>
            <pc:docMk/>
            <pc:sldMk cId="3586034353" sldId="278"/>
            <ac:grpSpMk id="1041" creationId="{AA9EB0BC-A85E-4C26-B355-5DFCEF6CCB49}"/>
          </ac:grpSpMkLst>
        </pc:grpChg>
        <pc:grpChg chg="add del">
          <ac:chgData name="Alex Rios" userId="69fc135ea1c70fd1" providerId="LiveId" clId="{EDAF6266-BA3D-4DCE-A57F-7AEA88DC3424}" dt="2026-01-26T14:44:20.163" v="501" actId="26606"/>
          <ac:grpSpMkLst>
            <pc:docMk/>
            <pc:sldMk cId="3586034353" sldId="278"/>
            <ac:grpSpMk id="1045" creationId="{D87A5CD2-E3CD-4870-957C-173AD2C8735C}"/>
          </ac:grpSpMkLst>
        </pc:grpChg>
        <pc:picChg chg="add mod">
          <ac:chgData name="Alex Rios" userId="69fc135ea1c70fd1" providerId="LiveId" clId="{EDAF6266-BA3D-4DCE-A57F-7AEA88DC3424}" dt="2026-01-26T14:44:39.577" v="506" actId="1076"/>
          <ac:picMkLst>
            <pc:docMk/>
            <pc:sldMk cId="3586034353" sldId="278"/>
            <ac:picMk id="1026" creationId="{FD1E7C99-F500-7EE1-F53C-4F704E4108B4}"/>
          </ac:picMkLst>
        </pc:picChg>
        <pc:picChg chg="del">
          <ac:chgData name="Alex Rios" userId="69fc135ea1c70fd1" providerId="LiveId" clId="{EDAF6266-BA3D-4DCE-A57F-7AEA88DC3424}" dt="2026-01-26T14:43:40.158" v="496" actId="21"/>
          <ac:picMkLst>
            <pc:docMk/>
            <pc:sldMk cId="3586034353" sldId="278"/>
            <ac:picMk id="2050" creationId="{9F38FA2E-8656-066A-CE52-45C3160DEFF4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5AA53B-3EEE-4DE4-BB81-9044890C2946}" type="doc">
      <dgm:prSet loTypeId="urn:microsoft.com/office/officeart/2008/layout/VerticalCurvedList" loCatId="list" qsTypeId="urn:microsoft.com/office/officeart/2005/8/quickstyle/simple4" qsCatId="simple" csTypeId="urn:microsoft.com/office/officeart/2005/8/colors/accent2_2" csCatId="accent2" phldr="1"/>
      <dgm:spPr/>
      <dgm:t>
        <a:bodyPr rtlCol="0"/>
        <a:lstStyle/>
        <a:p>
          <a:pPr rtl="0"/>
          <a:endParaRPr lang="en-US"/>
        </a:p>
      </dgm:t>
    </dgm:pt>
    <dgm:pt modelId="{6750AC01-D39D-4F3A-9DC8-2A211EE986A2}">
      <dgm:prSet phldrT="[Text]"/>
      <dgm:spPr/>
      <dgm:t>
        <a:bodyPr rtlCol="0"/>
        <a:lstStyle/>
        <a:p>
          <a:pPr rtl="0">
            <a:lnSpc>
              <a:spcPct val="100000"/>
            </a:lnSpc>
          </a:pPr>
          <a:r>
            <a:rPr lang="pt-BR" noProof="0" dirty="0"/>
            <a:t>Desigualdade socioeconômica	</a:t>
          </a:r>
        </a:p>
      </dgm:t>
    </dgm:pt>
    <dgm:pt modelId="{720680DC-AAA4-4434-A582-60EBCC5BA355}" type="parTrans" cxnId="{0B5DAE5F-BCDC-4BF7-A6E7-CF856886A64D}">
      <dgm:prSet/>
      <dgm:spPr/>
      <dgm:t>
        <a:bodyPr rtlCol="0"/>
        <a:lstStyle/>
        <a:p>
          <a:pPr rtl="0"/>
          <a:endParaRPr lang="pt-BR" noProof="0" dirty="0"/>
        </a:p>
      </dgm:t>
    </dgm:pt>
    <dgm:pt modelId="{CA077D98-8478-47EA-B6A9-99ACE60C64D4}" type="sibTrans" cxnId="{0B5DAE5F-BCDC-4BF7-A6E7-CF856886A64D}">
      <dgm:prSet/>
      <dgm:spPr/>
      <dgm:t>
        <a:bodyPr rtlCol="0"/>
        <a:lstStyle/>
        <a:p>
          <a:pPr rtl="0"/>
          <a:endParaRPr lang="pt-BR" noProof="0" dirty="0"/>
        </a:p>
      </dgm:t>
    </dgm:pt>
    <dgm:pt modelId="{0BEF68B8-1228-47BB-83B5-7B9CD1E3F84E}">
      <dgm:prSet phldrT="[Text]"/>
      <dgm:spPr/>
      <dgm:t>
        <a:bodyPr rtlCol="0"/>
        <a:lstStyle/>
        <a:p>
          <a:pPr rtl="0">
            <a:lnSpc>
              <a:spcPct val="100000"/>
            </a:lnSpc>
          </a:pPr>
          <a:r>
            <a:rPr lang="pt-BR" noProof="0" dirty="0"/>
            <a:t>Desigualdade regional de investimentos</a:t>
          </a:r>
        </a:p>
      </dgm:t>
    </dgm:pt>
    <dgm:pt modelId="{ED3A4BC2-B75A-4952-A38B-A42B5995DF05}" type="parTrans" cxnId="{EDEF4F82-1237-4639-A0F7-385C1897CE66}">
      <dgm:prSet/>
      <dgm:spPr/>
      <dgm:t>
        <a:bodyPr rtlCol="0"/>
        <a:lstStyle/>
        <a:p>
          <a:pPr rtl="0"/>
          <a:endParaRPr lang="pt-BR" noProof="0" dirty="0"/>
        </a:p>
      </dgm:t>
    </dgm:pt>
    <dgm:pt modelId="{FD949706-EDCC-4ADC-8EDF-8EDA49C92325}" type="sibTrans" cxnId="{EDEF4F82-1237-4639-A0F7-385C1897CE66}">
      <dgm:prSet/>
      <dgm:spPr/>
      <dgm:t>
        <a:bodyPr rtlCol="0"/>
        <a:lstStyle/>
        <a:p>
          <a:pPr rtl="0"/>
          <a:endParaRPr lang="pt-BR" noProof="0" dirty="0"/>
        </a:p>
      </dgm:t>
    </dgm:pt>
    <dgm:pt modelId="{5605D28D-2CE6-4513-8566-952984E21E14}">
      <dgm:prSet phldrT="[Text]"/>
      <dgm:spPr/>
      <dgm:t>
        <a:bodyPr rtlCol="0"/>
        <a:lstStyle/>
        <a:p>
          <a:pPr rtl="0">
            <a:lnSpc>
              <a:spcPct val="100000"/>
            </a:lnSpc>
          </a:pPr>
          <a:r>
            <a:rPr lang="pt-BR" noProof="0" dirty="0"/>
            <a:t>Melhorias na infraestrutura</a:t>
          </a:r>
        </a:p>
      </dgm:t>
    </dgm:pt>
    <dgm:pt modelId="{EB15AB98-362B-4E70-A3DA-995FC3E8BA79}" type="parTrans" cxnId="{FAF3F884-F0CF-440F-8CB1-B7648AB1B138}">
      <dgm:prSet/>
      <dgm:spPr/>
      <dgm:t>
        <a:bodyPr rtlCol="0"/>
        <a:lstStyle/>
        <a:p>
          <a:pPr rtl="0"/>
          <a:endParaRPr lang="pt-BR" noProof="0" dirty="0"/>
        </a:p>
      </dgm:t>
    </dgm:pt>
    <dgm:pt modelId="{823D1971-2C4D-4EC5-A874-2F463DE37109}" type="sibTrans" cxnId="{FAF3F884-F0CF-440F-8CB1-B7648AB1B138}">
      <dgm:prSet/>
      <dgm:spPr/>
      <dgm:t>
        <a:bodyPr rtlCol="0"/>
        <a:lstStyle/>
        <a:p>
          <a:pPr rtl="0"/>
          <a:endParaRPr lang="pt-BR" noProof="0" dirty="0"/>
        </a:p>
      </dgm:t>
    </dgm:pt>
    <dgm:pt modelId="{57806726-6E60-4ACC-9C1C-7DF9CC365A10}" type="pres">
      <dgm:prSet presAssocID="{7E5AA53B-3EEE-4DE4-BB81-9044890C2946}" presName="Name0" presStyleCnt="0">
        <dgm:presLayoutVars>
          <dgm:chMax val="7"/>
          <dgm:chPref val="7"/>
          <dgm:dir/>
        </dgm:presLayoutVars>
      </dgm:prSet>
      <dgm:spPr/>
    </dgm:pt>
    <dgm:pt modelId="{90561C55-3C6E-4D53-85E1-2C50BCDDA392}" type="pres">
      <dgm:prSet presAssocID="{7E5AA53B-3EEE-4DE4-BB81-9044890C2946}" presName="Name1" presStyleCnt="0"/>
      <dgm:spPr/>
    </dgm:pt>
    <dgm:pt modelId="{B6CD42EC-5AD4-4004-AE5B-47EDA668DAA8}" type="pres">
      <dgm:prSet presAssocID="{7E5AA53B-3EEE-4DE4-BB81-9044890C2946}" presName="cycle" presStyleCnt="0"/>
      <dgm:spPr/>
    </dgm:pt>
    <dgm:pt modelId="{963B8EE3-40CC-4A0A-B420-D0BF920973CE}" type="pres">
      <dgm:prSet presAssocID="{7E5AA53B-3EEE-4DE4-BB81-9044890C2946}" presName="srcNode" presStyleLbl="node1" presStyleIdx="0" presStyleCnt="3"/>
      <dgm:spPr/>
    </dgm:pt>
    <dgm:pt modelId="{D79B43FC-100B-4A0D-A4D5-0D2D04B99064}" type="pres">
      <dgm:prSet presAssocID="{7E5AA53B-3EEE-4DE4-BB81-9044890C2946}" presName="conn" presStyleLbl="parChTrans1D2" presStyleIdx="0" presStyleCnt="1"/>
      <dgm:spPr/>
    </dgm:pt>
    <dgm:pt modelId="{3CAD8DA1-8D53-445C-ACE8-D8449E4F0F55}" type="pres">
      <dgm:prSet presAssocID="{7E5AA53B-3EEE-4DE4-BB81-9044890C2946}" presName="extraNode" presStyleLbl="node1" presStyleIdx="0" presStyleCnt="3"/>
      <dgm:spPr/>
    </dgm:pt>
    <dgm:pt modelId="{429CABD1-4116-474B-81BF-735E2CA9DD00}" type="pres">
      <dgm:prSet presAssocID="{7E5AA53B-3EEE-4DE4-BB81-9044890C2946}" presName="dstNode" presStyleLbl="node1" presStyleIdx="0" presStyleCnt="3"/>
      <dgm:spPr/>
    </dgm:pt>
    <dgm:pt modelId="{58319267-C71E-43C9-94E1-827D0616C7A7}" type="pres">
      <dgm:prSet presAssocID="{6750AC01-D39D-4F3A-9DC8-2A211EE986A2}" presName="text_1" presStyleLbl="node1" presStyleIdx="0" presStyleCnt="3">
        <dgm:presLayoutVars>
          <dgm:bulletEnabled val="1"/>
        </dgm:presLayoutVars>
      </dgm:prSet>
      <dgm:spPr/>
    </dgm:pt>
    <dgm:pt modelId="{79F9B8A9-2412-4B74-84A9-69422DB81CDC}" type="pres">
      <dgm:prSet presAssocID="{6750AC01-D39D-4F3A-9DC8-2A211EE986A2}" presName="accent_1" presStyleCnt="0"/>
      <dgm:spPr/>
    </dgm:pt>
    <dgm:pt modelId="{07CB3071-D555-47DA-A36A-69EB91531FD8}" type="pres">
      <dgm:prSet presAssocID="{6750AC01-D39D-4F3A-9DC8-2A211EE986A2}" presName="accentRepeatNode" presStyleLbl="solidFgAcc1" presStyleIdx="0" presStyleCnt="3"/>
      <dgm:spPr/>
    </dgm:pt>
    <dgm:pt modelId="{95DE6538-27BD-44AF-A1A8-CA8F6B10FDD2}" type="pres">
      <dgm:prSet presAssocID="{0BEF68B8-1228-47BB-83B5-7B9CD1E3F84E}" presName="text_2" presStyleLbl="node1" presStyleIdx="1" presStyleCnt="3">
        <dgm:presLayoutVars>
          <dgm:bulletEnabled val="1"/>
        </dgm:presLayoutVars>
      </dgm:prSet>
      <dgm:spPr/>
    </dgm:pt>
    <dgm:pt modelId="{312BDEE8-85BD-4F02-B35B-2CC8E701C98B}" type="pres">
      <dgm:prSet presAssocID="{0BEF68B8-1228-47BB-83B5-7B9CD1E3F84E}" presName="accent_2" presStyleCnt="0"/>
      <dgm:spPr/>
    </dgm:pt>
    <dgm:pt modelId="{3F8116AC-FAC3-4E95-9865-93CCFEB191B9}" type="pres">
      <dgm:prSet presAssocID="{0BEF68B8-1228-47BB-83B5-7B9CD1E3F84E}" presName="accentRepeatNode" presStyleLbl="solidFgAcc1" presStyleIdx="1" presStyleCnt="3"/>
      <dgm:spPr/>
    </dgm:pt>
    <dgm:pt modelId="{E131CE4A-9776-44F4-BC03-867682E21374}" type="pres">
      <dgm:prSet presAssocID="{5605D28D-2CE6-4513-8566-952984E21E14}" presName="text_3" presStyleLbl="node1" presStyleIdx="2" presStyleCnt="3">
        <dgm:presLayoutVars>
          <dgm:bulletEnabled val="1"/>
        </dgm:presLayoutVars>
      </dgm:prSet>
      <dgm:spPr/>
    </dgm:pt>
    <dgm:pt modelId="{AC9A216A-8375-48F9-A4E6-8E0B64C0209B}" type="pres">
      <dgm:prSet presAssocID="{5605D28D-2CE6-4513-8566-952984E21E14}" presName="accent_3" presStyleCnt="0"/>
      <dgm:spPr/>
    </dgm:pt>
    <dgm:pt modelId="{A965097E-32F1-4AB8-8C4E-2814A7596B2F}" type="pres">
      <dgm:prSet presAssocID="{5605D28D-2CE6-4513-8566-952984E21E14}" presName="accentRepeatNode" presStyleLbl="solidFgAcc1" presStyleIdx="2" presStyleCnt="3"/>
      <dgm:spPr/>
    </dgm:pt>
  </dgm:ptLst>
  <dgm:cxnLst>
    <dgm:cxn modelId="{A11E3B12-1828-45A7-86C3-BB85832DF84D}" type="presOf" srcId="{CA077D98-8478-47EA-B6A9-99ACE60C64D4}" destId="{D79B43FC-100B-4A0D-A4D5-0D2D04B99064}" srcOrd="0" destOrd="0" presId="urn:microsoft.com/office/officeart/2008/layout/VerticalCurvedList"/>
    <dgm:cxn modelId="{0B5DAE5F-BCDC-4BF7-A6E7-CF856886A64D}" srcId="{7E5AA53B-3EEE-4DE4-BB81-9044890C2946}" destId="{6750AC01-D39D-4F3A-9DC8-2A211EE986A2}" srcOrd="0" destOrd="0" parTransId="{720680DC-AAA4-4434-A582-60EBCC5BA355}" sibTransId="{CA077D98-8478-47EA-B6A9-99ACE60C64D4}"/>
    <dgm:cxn modelId="{29DA474E-5DFA-4C66-882F-319C49ABBB19}" type="presOf" srcId="{6750AC01-D39D-4F3A-9DC8-2A211EE986A2}" destId="{58319267-C71E-43C9-94E1-827D0616C7A7}" srcOrd="0" destOrd="0" presId="urn:microsoft.com/office/officeart/2008/layout/VerticalCurvedList"/>
    <dgm:cxn modelId="{7084AA77-BACB-46CB-AE4A-77B62D3ED1AF}" type="presOf" srcId="{5605D28D-2CE6-4513-8566-952984E21E14}" destId="{E131CE4A-9776-44F4-BC03-867682E21374}" srcOrd="0" destOrd="0" presId="urn:microsoft.com/office/officeart/2008/layout/VerticalCurvedList"/>
    <dgm:cxn modelId="{EDEF4F82-1237-4639-A0F7-385C1897CE66}" srcId="{7E5AA53B-3EEE-4DE4-BB81-9044890C2946}" destId="{0BEF68B8-1228-47BB-83B5-7B9CD1E3F84E}" srcOrd="1" destOrd="0" parTransId="{ED3A4BC2-B75A-4952-A38B-A42B5995DF05}" sibTransId="{FD949706-EDCC-4ADC-8EDF-8EDA49C92325}"/>
    <dgm:cxn modelId="{FAF3F884-F0CF-440F-8CB1-B7648AB1B138}" srcId="{7E5AA53B-3EEE-4DE4-BB81-9044890C2946}" destId="{5605D28D-2CE6-4513-8566-952984E21E14}" srcOrd="2" destOrd="0" parTransId="{EB15AB98-362B-4E70-A3DA-995FC3E8BA79}" sibTransId="{823D1971-2C4D-4EC5-A874-2F463DE37109}"/>
    <dgm:cxn modelId="{4F65CC8F-B5A8-40BE-A32B-05862B543D6A}" type="presOf" srcId="{7E5AA53B-3EEE-4DE4-BB81-9044890C2946}" destId="{57806726-6E60-4ACC-9C1C-7DF9CC365A10}" srcOrd="0" destOrd="0" presId="urn:microsoft.com/office/officeart/2008/layout/VerticalCurvedList"/>
    <dgm:cxn modelId="{4A378892-5CCC-4F0D-8A38-4BEAECF30F24}" type="presOf" srcId="{0BEF68B8-1228-47BB-83B5-7B9CD1E3F84E}" destId="{95DE6538-27BD-44AF-A1A8-CA8F6B10FDD2}" srcOrd="0" destOrd="0" presId="urn:microsoft.com/office/officeart/2008/layout/VerticalCurvedList"/>
    <dgm:cxn modelId="{4E25B52E-70EF-4A0F-B410-0B49263AF380}" type="presParOf" srcId="{57806726-6E60-4ACC-9C1C-7DF9CC365A10}" destId="{90561C55-3C6E-4D53-85E1-2C50BCDDA392}" srcOrd="0" destOrd="0" presId="urn:microsoft.com/office/officeart/2008/layout/VerticalCurvedList"/>
    <dgm:cxn modelId="{2B3DD9E4-EC9C-4B92-B380-F89BF82E7CF3}" type="presParOf" srcId="{90561C55-3C6E-4D53-85E1-2C50BCDDA392}" destId="{B6CD42EC-5AD4-4004-AE5B-47EDA668DAA8}" srcOrd="0" destOrd="0" presId="urn:microsoft.com/office/officeart/2008/layout/VerticalCurvedList"/>
    <dgm:cxn modelId="{EA357085-80A4-4D1D-9BD2-56B1E9A721FB}" type="presParOf" srcId="{B6CD42EC-5AD4-4004-AE5B-47EDA668DAA8}" destId="{963B8EE3-40CC-4A0A-B420-D0BF920973CE}" srcOrd="0" destOrd="0" presId="urn:microsoft.com/office/officeart/2008/layout/VerticalCurvedList"/>
    <dgm:cxn modelId="{F175C6D0-411C-40FD-A19B-860D49F42061}" type="presParOf" srcId="{B6CD42EC-5AD4-4004-AE5B-47EDA668DAA8}" destId="{D79B43FC-100B-4A0D-A4D5-0D2D04B99064}" srcOrd="1" destOrd="0" presId="urn:microsoft.com/office/officeart/2008/layout/VerticalCurvedList"/>
    <dgm:cxn modelId="{794BB944-68C0-47A5-9792-652802EB36AC}" type="presParOf" srcId="{B6CD42EC-5AD4-4004-AE5B-47EDA668DAA8}" destId="{3CAD8DA1-8D53-445C-ACE8-D8449E4F0F55}" srcOrd="2" destOrd="0" presId="urn:microsoft.com/office/officeart/2008/layout/VerticalCurvedList"/>
    <dgm:cxn modelId="{B8CC75C4-3D1A-49E7-80D2-915668C1368C}" type="presParOf" srcId="{B6CD42EC-5AD4-4004-AE5B-47EDA668DAA8}" destId="{429CABD1-4116-474B-81BF-735E2CA9DD00}" srcOrd="3" destOrd="0" presId="urn:microsoft.com/office/officeart/2008/layout/VerticalCurvedList"/>
    <dgm:cxn modelId="{28110BB8-F33F-498C-9A75-98364B05EFA5}" type="presParOf" srcId="{90561C55-3C6E-4D53-85E1-2C50BCDDA392}" destId="{58319267-C71E-43C9-94E1-827D0616C7A7}" srcOrd="1" destOrd="0" presId="urn:microsoft.com/office/officeart/2008/layout/VerticalCurvedList"/>
    <dgm:cxn modelId="{3866F6C9-5521-48F2-B6C3-40C9896E1605}" type="presParOf" srcId="{90561C55-3C6E-4D53-85E1-2C50BCDDA392}" destId="{79F9B8A9-2412-4B74-84A9-69422DB81CDC}" srcOrd="2" destOrd="0" presId="urn:microsoft.com/office/officeart/2008/layout/VerticalCurvedList"/>
    <dgm:cxn modelId="{D2205A4F-BB7A-4399-BC2F-78E18EC6EAFE}" type="presParOf" srcId="{79F9B8A9-2412-4B74-84A9-69422DB81CDC}" destId="{07CB3071-D555-47DA-A36A-69EB91531FD8}" srcOrd="0" destOrd="0" presId="urn:microsoft.com/office/officeart/2008/layout/VerticalCurvedList"/>
    <dgm:cxn modelId="{602753E6-8A03-492B-861A-6B9532B5AA28}" type="presParOf" srcId="{90561C55-3C6E-4D53-85E1-2C50BCDDA392}" destId="{95DE6538-27BD-44AF-A1A8-CA8F6B10FDD2}" srcOrd="3" destOrd="0" presId="urn:microsoft.com/office/officeart/2008/layout/VerticalCurvedList"/>
    <dgm:cxn modelId="{AEC540A3-E86A-4075-8BE4-263F4AFF4EA1}" type="presParOf" srcId="{90561C55-3C6E-4D53-85E1-2C50BCDDA392}" destId="{312BDEE8-85BD-4F02-B35B-2CC8E701C98B}" srcOrd="4" destOrd="0" presId="urn:microsoft.com/office/officeart/2008/layout/VerticalCurvedList"/>
    <dgm:cxn modelId="{CD5D1014-B7CB-4B47-9A02-5FBF90928A73}" type="presParOf" srcId="{312BDEE8-85BD-4F02-B35B-2CC8E701C98B}" destId="{3F8116AC-FAC3-4E95-9865-93CCFEB191B9}" srcOrd="0" destOrd="0" presId="urn:microsoft.com/office/officeart/2008/layout/VerticalCurvedList"/>
    <dgm:cxn modelId="{987EB7C0-CA3E-4874-85E0-01E9060A2D35}" type="presParOf" srcId="{90561C55-3C6E-4D53-85E1-2C50BCDDA392}" destId="{E131CE4A-9776-44F4-BC03-867682E21374}" srcOrd="5" destOrd="0" presId="urn:microsoft.com/office/officeart/2008/layout/VerticalCurvedList"/>
    <dgm:cxn modelId="{91E55363-8DCA-455E-A203-06A9410994CB}" type="presParOf" srcId="{90561C55-3C6E-4D53-85E1-2C50BCDDA392}" destId="{AC9A216A-8375-48F9-A4E6-8E0B64C0209B}" srcOrd="6" destOrd="0" presId="urn:microsoft.com/office/officeart/2008/layout/VerticalCurvedList"/>
    <dgm:cxn modelId="{D866D586-1293-4049-B6E3-B467C1D5ED64}" type="presParOf" srcId="{AC9A216A-8375-48F9-A4E6-8E0B64C0209B}" destId="{A965097E-32F1-4AB8-8C4E-2814A7596B2F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9B43FC-100B-4A0D-A4D5-0D2D04B99064}">
      <dsp:nvSpPr>
        <dsp:cNvPr id="0" name=""/>
        <dsp:cNvSpPr/>
      </dsp:nvSpPr>
      <dsp:spPr>
        <a:xfrm>
          <a:off x="-4028574" y="-618397"/>
          <a:ext cx="4800732" cy="4800732"/>
        </a:xfrm>
        <a:prstGeom prst="blockArc">
          <a:avLst>
            <a:gd name="adj1" fmla="val 18900000"/>
            <a:gd name="adj2" fmla="val 2700000"/>
            <a:gd name="adj3" fmla="val 450"/>
          </a:avLst>
        </a:prstGeom>
        <a:noFill/>
        <a:ln w="12700" cap="rnd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319267-C71E-43C9-94E1-827D0616C7A7}">
      <dsp:nvSpPr>
        <dsp:cNvPr id="0" name=""/>
        <dsp:cNvSpPr/>
      </dsp:nvSpPr>
      <dsp:spPr>
        <a:xfrm>
          <a:off x="496568" y="356393"/>
          <a:ext cx="6310391" cy="7127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5775" tIns="66040" rIns="66040" bIns="66040" numCol="1" spcCol="1270" rtlCol="0" anchor="ctr" anchorCtr="0">
          <a:noAutofit/>
        </a:bodyPr>
        <a:lstStyle/>
        <a:p>
          <a:pPr marL="0" lvl="0" indent="0" algn="l" defTabSz="11557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600" kern="1200" noProof="0" dirty="0"/>
            <a:t>Desigualdade socioeconômica	</a:t>
          </a:r>
        </a:p>
      </dsp:txBody>
      <dsp:txXfrm>
        <a:off x="496568" y="356393"/>
        <a:ext cx="6310391" cy="712787"/>
      </dsp:txXfrm>
    </dsp:sp>
    <dsp:sp modelId="{07CB3071-D555-47DA-A36A-69EB91531FD8}">
      <dsp:nvSpPr>
        <dsp:cNvPr id="0" name=""/>
        <dsp:cNvSpPr/>
      </dsp:nvSpPr>
      <dsp:spPr>
        <a:xfrm>
          <a:off x="51076" y="267295"/>
          <a:ext cx="890984" cy="8909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DE6538-27BD-44AF-A1A8-CA8F6B10FDD2}">
      <dsp:nvSpPr>
        <dsp:cNvPr id="0" name=""/>
        <dsp:cNvSpPr/>
      </dsp:nvSpPr>
      <dsp:spPr>
        <a:xfrm>
          <a:off x="755666" y="1425575"/>
          <a:ext cx="6051292" cy="7127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5775" tIns="66040" rIns="66040" bIns="66040" numCol="1" spcCol="1270" rtlCol="0" anchor="ctr" anchorCtr="0">
          <a:noAutofit/>
        </a:bodyPr>
        <a:lstStyle/>
        <a:p>
          <a:pPr marL="0" lvl="0" indent="0" algn="l" defTabSz="11557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600" kern="1200" noProof="0" dirty="0"/>
            <a:t>Desigualdade regional de investimentos</a:t>
          </a:r>
        </a:p>
      </dsp:txBody>
      <dsp:txXfrm>
        <a:off x="755666" y="1425575"/>
        <a:ext cx="6051292" cy="712787"/>
      </dsp:txXfrm>
    </dsp:sp>
    <dsp:sp modelId="{3F8116AC-FAC3-4E95-9865-93CCFEB191B9}">
      <dsp:nvSpPr>
        <dsp:cNvPr id="0" name=""/>
        <dsp:cNvSpPr/>
      </dsp:nvSpPr>
      <dsp:spPr>
        <a:xfrm>
          <a:off x="310174" y="1336476"/>
          <a:ext cx="890984" cy="8909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31CE4A-9776-44F4-BC03-867682E21374}">
      <dsp:nvSpPr>
        <dsp:cNvPr id="0" name=""/>
        <dsp:cNvSpPr/>
      </dsp:nvSpPr>
      <dsp:spPr>
        <a:xfrm>
          <a:off x="496568" y="2494756"/>
          <a:ext cx="6310391" cy="7127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5775" tIns="66040" rIns="66040" bIns="66040" numCol="1" spcCol="1270" rtlCol="0" anchor="ctr" anchorCtr="0">
          <a:noAutofit/>
        </a:bodyPr>
        <a:lstStyle/>
        <a:p>
          <a:pPr marL="0" lvl="0" indent="0" algn="l" defTabSz="11557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600" kern="1200" noProof="0" dirty="0"/>
            <a:t>Melhorias na infraestrutura</a:t>
          </a:r>
        </a:p>
      </dsp:txBody>
      <dsp:txXfrm>
        <a:off x="496568" y="2494756"/>
        <a:ext cx="6310391" cy="712787"/>
      </dsp:txXfrm>
    </dsp:sp>
    <dsp:sp modelId="{A965097E-32F1-4AB8-8C4E-2814A7596B2F}">
      <dsp:nvSpPr>
        <dsp:cNvPr id="0" name=""/>
        <dsp:cNvSpPr/>
      </dsp:nvSpPr>
      <dsp:spPr>
        <a:xfrm>
          <a:off x="51076" y="2405658"/>
          <a:ext cx="890984" cy="8909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49F1BE22-BD3B-4BA8-95EA-7296A8AA5B8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1B770D1-9BE8-4AC6-9AD5-C0F8842DA9C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BDF94E-9595-4903-9DDC-FDADCBF39DEC}" type="datetimeFigureOut">
              <a:rPr lang="pt-BR" smtClean="0"/>
              <a:t>26/01/2026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3564C92-A1B1-4C40-AB8E-3EF83F2633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FAC9FD2-4C64-4A97-8ED4-C91CF8701F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C040FA-3B2C-4E13-BFFD-C11A22D11A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603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82EF54-A1F6-4E34-830B-86C7368B97CA}" type="datetimeFigureOut">
              <a:rPr lang="pt-BR" noProof="0" smtClean="0"/>
              <a:t>26/01/2026</a:t>
            </a:fld>
            <a:endParaRPr lang="pt-BR" noProof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noProof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noProof="0"/>
              <a:t>Editar estilos de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noProof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B4D1C2-4E59-41B0-9C33-711FA5262530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084557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B4D1C2-4E59-41B0-9C33-711FA5262530}" type="slidenum">
              <a:rPr lang="pt-BR" noProof="0" smtClean="0"/>
              <a:t>1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8322441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3B4DC-572B-B2B4-BB98-71F2B2274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66DAC5B-5A5C-25AA-8AC7-03551AFF38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A2A198D-705B-4B1E-1124-A48EA085C6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C3B2605-C327-7571-F75E-07BF448406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B4D1C2-4E59-41B0-9C33-711FA5262530}" type="slidenum">
              <a:rPr lang="pt-BR" noProof="0" smtClean="0"/>
              <a:t>2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097522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35487-1A34-7FA9-ED76-EF6FAADDE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A397D11-91B7-0BA1-3251-40E1EF85E4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D8AF994-EF8B-4651-FE33-9725C12B91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871266F-1F30-DAD4-6D8B-1C9924AEB3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B4D1C2-4E59-41B0-9C33-711FA5262530}" type="slidenum">
              <a:rPr lang="pt-BR" noProof="0" smtClean="0"/>
              <a:t>3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8171774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9E6AC-518C-EC8D-2BFC-0FD554C56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346D984-8CE8-CDE9-DC9E-617140D1B7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FEE7FCE-3097-B2E2-9EC0-8AA9AB13C9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F053524-4C52-B62A-18AC-C2C92FC131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B4D1C2-4E59-41B0-9C33-711FA5262530}" type="slidenum">
              <a:rPr lang="pt-BR" noProof="0" smtClean="0"/>
              <a:t>4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2782545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FB564-A4BB-AA6A-5543-CAEA88285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B1A36DA-7B79-A9B3-33A9-945B5AA7F2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8B9242F-57C8-3508-108D-7BD51F7D26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4409BCD-39B5-B002-9EC0-928F21B04A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B4D1C2-4E59-41B0-9C33-711FA5262530}" type="slidenum">
              <a:rPr lang="pt-BR" noProof="0" smtClean="0"/>
              <a:t>5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7299714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A8AEA-DED1-2999-DA33-5880D508D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433B3F2-E45E-8852-5E73-1752D333F1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1E476AA-725B-5FD5-93EE-DC186BBD13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4AF9A9F-5412-A680-FB2A-C2FCE3B576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B4D1C2-4E59-41B0-9C33-711FA5262530}" type="slidenum">
              <a:rPr lang="pt-BR" noProof="0" smtClean="0"/>
              <a:t>6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0372194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D9E11-C34B-6CC8-E5B7-A22981218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E9960C5-F421-D565-8AA7-9C240E23A7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E066873-67CF-6A4A-22AD-0F64ECBFF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CC1C7DF-3CD2-EF32-1AC9-1FE949FE6C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B4D1C2-4E59-41B0-9C33-711FA5262530}" type="slidenum">
              <a:rPr lang="pt-BR" noProof="0" smtClean="0"/>
              <a:t>7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3506782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B4D1C2-4E59-41B0-9C33-711FA5262530}" type="slidenum">
              <a:rPr lang="pt-BR" noProof="0" smtClean="0"/>
              <a:t>8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2048185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B4D1C2-4E59-41B0-9C33-711FA5262530}" type="slidenum">
              <a:rPr lang="pt-BR" noProof="0" smtClean="0"/>
              <a:t>9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8823494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B4D1C2-4E59-41B0-9C33-711FA5262530}" type="slidenum">
              <a:rPr lang="pt-BR" noProof="0" smtClean="0"/>
              <a:t>10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5540460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B4D1C2-4E59-41B0-9C33-711FA5262530}" type="slidenum">
              <a:rPr lang="pt-BR" noProof="0" smtClean="0"/>
              <a:t>11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2482463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B4D1C2-4E59-41B0-9C33-711FA5262530}" type="slidenum">
              <a:rPr lang="pt-BR" noProof="0" smtClean="0"/>
              <a:t>12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9544424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B4D1C2-4E59-41B0-9C33-711FA5262530}" type="slidenum">
              <a:rPr lang="pt-BR" noProof="0" smtClean="0"/>
              <a:t>13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862408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09234CA2-9F5E-48FA-843C-0B2031554A67}" type="datetime1">
              <a:rPr lang="pt-BR" noProof="0" smtClean="0"/>
              <a:t>26/01/2026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7B1F27E-7DAF-45D3-90B3-991C8DB57655}" type="datetime1">
              <a:rPr lang="pt-BR" noProof="0" smtClean="0"/>
              <a:t>26/01/2026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9C84BDBB-7383-475F-BEA4-6DEA016CA495}" type="datetime1">
              <a:rPr lang="pt-BR" noProof="0" smtClean="0"/>
              <a:t>26/01/2026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0F057F5-8FF5-4D8D-8D1D-AB2EA718C0A8}" type="datetime1">
              <a:rPr lang="pt-BR" noProof="0" smtClean="0"/>
              <a:t>26/01/2026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ítulo 1"/>
          <p:cNvSpPr>
            <a:spLocks noGrp="1"/>
          </p:cNvSpPr>
          <p:nvPr>
            <p:ph type="title" hasCustomPrompt="1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A6DEE47-7D13-43F4-ABED-3A5080F68646}" type="datetime1">
              <a:rPr lang="pt-BR" noProof="0" smtClean="0"/>
              <a:t>26/01/2026</a:t>
            </a:fld>
            <a:endParaRPr lang="pt-BR" noProof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E973E3D-DBBF-4A29-999A-7303C12DCD81}" type="datetime1">
              <a:rPr lang="pt-BR" noProof="0" smtClean="0"/>
              <a:t>26/01/2026</a:t>
            </a:fld>
            <a:endParaRPr lang="pt-BR" noProof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7" name="Retângulo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pt-BR" noProof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74E23CD-D9DA-4A76-9BB0-7BEF6E78EC36}" type="datetime1">
              <a:rPr lang="pt-BR" noProof="0" smtClean="0"/>
              <a:t>26/01/2026</a:t>
            </a:fld>
            <a:endParaRPr lang="pt-BR" noProof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E782A511-DCA3-4DB1-B232-6DE9BF3E093E}" type="datetime1">
              <a:rPr lang="pt-BR" noProof="0" smtClean="0"/>
              <a:t>26/01/2026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1A46BD8-7B90-4F0C-B77B-34482E71BE4B}" type="datetime1">
              <a:rPr lang="pt-BR" noProof="0" smtClean="0"/>
              <a:t>26/01/2026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ítulo 1"/>
          <p:cNvSpPr>
            <a:spLocks noGrp="1"/>
          </p:cNvSpPr>
          <p:nvPr>
            <p:ph type="title" hasCustomPrompt="1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31BE170-2D6A-4F23-959F-F3FDD7EE17C8}" type="datetime1">
              <a:rPr lang="pt-BR" noProof="0" smtClean="0"/>
              <a:t>26/01/2026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CCF2502B-DA48-44EE-974F-4401E37897C2}" type="datetime1">
              <a:rPr lang="pt-BR" noProof="0" smtClean="0"/>
              <a:t>26/01/2026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0D110607-227D-4A11-B3D0-0B2B6E648C32}" type="datetime1">
              <a:rPr lang="pt-BR" noProof="0" smtClean="0"/>
              <a:t>26/01/2026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9" name="Retângulo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0" name="Retângulo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1" name="Retângulo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7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tângulo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/>
          </a:p>
        </p:txBody>
      </p:sp>
      <p:pic>
        <p:nvPicPr>
          <p:cNvPr id="7" name="Imagem 6" descr="Conexões Digitai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upo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2" name="Retângulo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0034" y="4961693"/>
            <a:ext cx="11260666" cy="895244"/>
          </a:xfrm>
        </p:spPr>
        <p:txBody>
          <a:bodyPr rtlCol="0">
            <a:noAutofit/>
          </a:bodyPr>
          <a:lstStyle/>
          <a:p>
            <a:pPr rtl="0"/>
            <a:r>
              <a:rPr lang="pt-BR" sz="3800" dirty="0">
                <a:solidFill>
                  <a:schemeClr val="bg1"/>
                </a:solidFill>
              </a:rPr>
              <a:t>TELECOMUNICAÇÕES NO BRASIL e no mundo</a:t>
            </a: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57F67F-3429-4FB6-A3C6-DDEF2E8E2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E1346E-4B1B-77FA-8A11-34E66186B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FLUXOS MATERIAIS E IMATERIAIS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F136100-8E85-17DB-C63B-BDBE551A2974}"/>
              </a:ext>
            </a:extLst>
          </p:cNvPr>
          <p:cNvSpPr txBox="1"/>
          <p:nvPr/>
        </p:nvSpPr>
        <p:spPr>
          <a:xfrm>
            <a:off x="457200" y="2079523"/>
            <a:ext cx="1131201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pt-BR" sz="2400" dirty="0"/>
              <a:t> </a:t>
            </a:r>
            <a:r>
              <a:rPr lang="pt-BR" sz="2400" b="1" dirty="0"/>
              <a:t>Fluxos materiais</a:t>
            </a:r>
            <a:r>
              <a:rPr lang="pt-BR" sz="2400" dirty="0"/>
              <a:t>: referem-se à circulação de tudo o que possui existência física, massa e volume. Esses fluxos dependem diretamente de uma infraestrutura de transporte robusta (redes técnicas).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endParaRPr lang="pt-BR" sz="2400" dirty="0"/>
          </a:p>
          <a:p>
            <a:pPr marL="285750" indent="-285750" algn="just">
              <a:buFont typeface="Wingdings" panose="05000000000000000000" pitchFamily="2" charset="2"/>
              <a:buChar char="v"/>
            </a:pPr>
            <a:endParaRPr lang="pt-BR" sz="2400" dirty="0"/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pt-BR" sz="2400" b="1" dirty="0"/>
              <a:t>Fluxos Imateriais: </a:t>
            </a:r>
            <a:r>
              <a:rPr lang="pt-BR" sz="2400" dirty="0"/>
              <a:t>referem-se à circulação de elementos intangíveis, que não podem ser tocados fisicamente. Eles viajam quase instantaneamente através de redes de telecomunicações. </a:t>
            </a:r>
            <a:r>
              <a:rPr lang="pt-BR" sz="2400" b="1" dirty="0"/>
              <a:t>Meios de transmissão:</a:t>
            </a:r>
            <a:r>
              <a:rPr lang="pt-BR" sz="2400" dirty="0"/>
              <a:t> Cabos de fibra óptica (submarinos e terrestres), satélites, antenas de rádio e internet.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endParaRPr lang="pt-BR" sz="2400" dirty="0"/>
          </a:p>
          <a:p>
            <a:pPr marL="285750" indent="-285750" algn="just">
              <a:buFont typeface="Wingdings" panose="05000000000000000000" pitchFamily="2" charset="2"/>
              <a:buChar char="v"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985040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F7BA1E-C787-AD5F-1046-8041DE1F6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Rectangle 1043">
            <a:extLst>
              <a:ext uri="{FF2B5EF4-FFF2-40B4-BE49-F238E27FC236}">
                <a16:creationId xmlns:a16="http://schemas.microsoft.com/office/drawing/2014/main" id="{48E96387-12F1-45E4-9322-ABBF2EE04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A9F421DD-DE4E-4547-A904-3F80E25E3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048" name="Rectangle 1047">
            <a:extLst>
              <a:ext uri="{FF2B5EF4-FFF2-40B4-BE49-F238E27FC236}">
                <a16:creationId xmlns:a16="http://schemas.microsoft.com/office/drawing/2014/main" id="{09985DEC-1215-4209-9708-B45CC9774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A926A64B-3BCB-44CC-892E-C791C324B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27CEFA9-D325-05BA-7A75-F197F531B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A REVOLUÇÃO DA INTERNET</a:t>
            </a:r>
          </a:p>
        </p:txBody>
      </p:sp>
      <p:sp>
        <p:nvSpPr>
          <p:cNvPr id="1052" name="Rectangle 1051">
            <a:extLst>
              <a:ext uri="{FF2B5EF4-FFF2-40B4-BE49-F238E27FC236}">
                <a16:creationId xmlns:a16="http://schemas.microsoft.com/office/drawing/2014/main" id="{3FE9758B-E361-4084-8D9F-729FA6C4A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2180496"/>
            <a:ext cx="5404639" cy="4045683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Global Network Concept for Internet Globalization | Premium AI-generated  vector">
            <a:extLst>
              <a:ext uri="{FF2B5EF4-FFF2-40B4-BE49-F238E27FC236}">
                <a16:creationId xmlns:a16="http://schemas.microsoft.com/office/drawing/2014/main" id="{992C5197-5183-9F05-9333-7BD187105F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7225" y="2796158"/>
            <a:ext cx="4962525" cy="2779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2AD407D-B6D6-1CD3-165D-729AE6DFD987}"/>
              </a:ext>
            </a:extLst>
          </p:cNvPr>
          <p:cNvSpPr txBox="1"/>
          <p:nvPr/>
        </p:nvSpPr>
        <p:spPr>
          <a:xfrm>
            <a:off x="6335805" y="2573867"/>
            <a:ext cx="5275001" cy="4284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endParaRPr lang="en-US" dirty="0">
              <a:solidFill>
                <a:schemeClr val="tx2"/>
              </a:solidFill>
            </a:endParaRPr>
          </a:p>
          <a:p>
            <a:pPr marL="285750" indent="-285750" algn="just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" panose="05000000000000000000" pitchFamily="2" charset="2"/>
              <a:buChar char="v"/>
            </a:pPr>
            <a:r>
              <a:rPr lang="en-US" sz="2200" dirty="0"/>
              <a:t>A </a:t>
            </a:r>
            <a:r>
              <a:rPr lang="en-US" sz="2200" dirty="0" err="1"/>
              <a:t>expansão</a:t>
            </a:r>
            <a:r>
              <a:rPr lang="en-US" sz="2200" dirty="0"/>
              <a:t> da Internet </a:t>
            </a:r>
            <a:r>
              <a:rPr lang="en-US" sz="2200" dirty="0" err="1"/>
              <a:t>foi</a:t>
            </a:r>
            <a:r>
              <a:rPr lang="en-US" sz="2200" dirty="0"/>
              <a:t> um dos </a:t>
            </a:r>
            <a:r>
              <a:rPr lang="en-US" sz="2200" dirty="0" err="1"/>
              <a:t>principais</a:t>
            </a:r>
            <a:r>
              <a:rPr lang="en-US" sz="2200" dirty="0"/>
              <a:t> </a:t>
            </a:r>
            <a:r>
              <a:rPr lang="en-US" sz="2200" dirty="0" err="1"/>
              <a:t>fatores</a:t>
            </a:r>
            <a:r>
              <a:rPr lang="en-US" sz="2200" dirty="0"/>
              <a:t> para o </a:t>
            </a:r>
            <a:r>
              <a:rPr lang="en-US" sz="2200" dirty="0" err="1"/>
              <a:t>fenômeno</a:t>
            </a:r>
            <a:r>
              <a:rPr lang="en-US" sz="2200" dirty="0"/>
              <a:t> da </a:t>
            </a:r>
            <a:r>
              <a:rPr lang="en-US" sz="2200" b="1" dirty="0" err="1"/>
              <a:t>globalização</a:t>
            </a:r>
            <a:r>
              <a:rPr lang="en-US" sz="2200" dirty="0"/>
              <a:t>. A </a:t>
            </a:r>
            <a:r>
              <a:rPr lang="en-US" sz="2200" dirty="0" err="1"/>
              <a:t>conectividade</a:t>
            </a:r>
            <a:r>
              <a:rPr lang="en-US" sz="2200" dirty="0"/>
              <a:t> </a:t>
            </a:r>
            <a:r>
              <a:rPr lang="en-US" sz="2200" dirty="0" err="1"/>
              <a:t>instantânea</a:t>
            </a:r>
            <a:r>
              <a:rPr lang="en-US" sz="2200" dirty="0"/>
              <a:t> </a:t>
            </a:r>
            <a:r>
              <a:rPr lang="en-US" sz="2200" b="1" dirty="0" err="1"/>
              <a:t>eliminou</a:t>
            </a:r>
            <a:r>
              <a:rPr lang="en-US" sz="2200" b="1" dirty="0"/>
              <a:t> </a:t>
            </a:r>
            <a:r>
              <a:rPr lang="en-US" sz="2200" b="1" dirty="0" err="1"/>
              <a:t>barreiras</a:t>
            </a:r>
            <a:r>
              <a:rPr lang="en-US" sz="2200" b="1" dirty="0"/>
              <a:t> </a:t>
            </a:r>
            <a:r>
              <a:rPr lang="en-US" sz="2200" b="1" dirty="0" err="1"/>
              <a:t>geográficas</a:t>
            </a:r>
            <a:r>
              <a:rPr lang="en-US" sz="2200" dirty="0"/>
              <a:t>, </a:t>
            </a:r>
            <a:r>
              <a:rPr lang="en-US" sz="2200" dirty="0" err="1"/>
              <a:t>permitindo</a:t>
            </a:r>
            <a:r>
              <a:rPr lang="en-US" sz="2200" dirty="0"/>
              <a:t> que </a:t>
            </a:r>
            <a:r>
              <a:rPr lang="en-US" sz="2200" dirty="0" err="1"/>
              <a:t>informações</a:t>
            </a:r>
            <a:r>
              <a:rPr lang="en-US" sz="2200" dirty="0"/>
              <a:t>, </a:t>
            </a:r>
            <a:r>
              <a:rPr lang="en-US" sz="2200" dirty="0" err="1"/>
              <a:t>produtos</a:t>
            </a:r>
            <a:r>
              <a:rPr lang="en-US" sz="2200" dirty="0"/>
              <a:t> e </a:t>
            </a:r>
            <a:r>
              <a:rPr lang="en-US" sz="2200" dirty="0" err="1"/>
              <a:t>serviços</a:t>
            </a:r>
            <a:r>
              <a:rPr lang="en-US" sz="2200" dirty="0"/>
              <a:t> </a:t>
            </a:r>
            <a:r>
              <a:rPr lang="en-US" sz="2200" dirty="0" err="1"/>
              <a:t>circulem</a:t>
            </a:r>
            <a:r>
              <a:rPr lang="en-US" sz="2200" dirty="0"/>
              <a:t> </a:t>
            </a:r>
            <a:r>
              <a:rPr lang="en-US" sz="2200" dirty="0" err="1"/>
              <a:t>pelo</a:t>
            </a:r>
            <a:r>
              <a:rPr lang="en-US" sz="2200" dirty="0"/>
              <a:t> </a:t>
            </a:r>
            <a:r>
              <a:rPr lang="en-US" sz="2200" dirty="0" err="1"/>
              <a:t>mundo</a:t>
            </a:r>
            <a:r>
              <a:rPr lang="en-US" sz="2200" dirty="0"/>
              <a:t> </a:t>
            </a:r>
            <a:r>
              <a:rPr lang="en-US" sz="2200" dirty="0" err="1"/>
              <a:t>em</a:t>
            </a:r>
            <a:r>
              <a:rPr lang="en-US" sz="2200" dirty="0"/>
              <a:t> tempo real. O </a:t>
            </a:r>
            <a:r>
              <a:rPr lang="en-US" sz="2200" dirty="0" err="1"/>
              <a:t>comércio</a:t>
            </a:r>
            <a:r>
              <a:rPr lang="en-US" sz="2200" dirty="0"/>
              <a:t> </a:t>
            </a:r>
            <a:r>
              <a:rPr lang="en-US" sz="2200" dirty="0" err="1"/>
              <a:t>eletrônico</a:t>
            </a:r>
            <a:r>
              <a:rPr lang="en-US" sz="2200" dirty="0"/>
              <a:t>, o </a:t>
            </a:r>
            <a:r>
              <a:rPr lang="en-US" sz="2200" dirty="0" err="1"/>
              <a:t>trabalho</a:t>
            </a:r>
            <a:r>
              <a:rPr lang="en-US" sz="2200" dirty="0"/>
              <a:t> </a:t>
            </a:r>
            <a:r>
              <a:rPr lang="en-US" sz="2200" dirty="0" err="1"/>
              <a:t>remoto</a:t>
            </a:r>
            <a:r>
              <a:rPr lang="en-US" sz="2200" dirty="0"/>
              <a:t> e a </a:t>
            </a:r>
            <a:r>
              <a:rPr lang="en-US" sz="2200" dirty="0" err="1"/>
              <a:t>educação</a:t>
            </a:r>
            <a:r>
              <a:rPr lang="en-US" sz="2200" dirty="0"/>
              <a:t> a </a:t>
            </a:r>
            <a:r>
              <a:rPr lang="en-US" sz="2200" dirty="0" err="1"/>
              <a:t>distância</a:t>
            </a:r>
            <a:r>
              <a:rPr lang="en-US" sz="2200" dirty="0"/>
              <a:t> se </a:t>
            </a:r>
            <a:r>
              <a:rPr lang="en-US" sz="2200" dirty="0" err="1"/>
              <a:t>tornaram</a:t>
            </a:r>
            <a:r>
              <a:rPr lang="en-US" sz="2200" dirty="0"/>
              <a:t> </a:t>
            </a:r>
            <a:r>
              <a:rPr lang="en-US" sz="2200" dirty="0" err="1"/>
              <a:t>acessíveis</a:t>
            </a:r>
            <a:r>
              <a:rPr lang="en-US" sz="2200" dirty="0"/>
              <a:t> a </a:t>
            </a:r>
            <a:r>
              <a:rPr lang="en-US" sz="2200" dirty="0" err="1"/>
              <a:t>milhões</a:t>
            </a:r>
            <a:r>
              <a:rPr lang="en-US" sz="2200" dirty="0"/>
              <a:t> de </a:t>
            </a:r>
            <a:r>
              <a:rPr lang="en-US" sz="2200" dirty="0" err="1"/>
              <a:t>pessoas</a:t>
            </a:r>
            <a:r>
              <a:rPr lang="en-US" sz="2200" dirty="0"/>
              <a:t>, </a:t>
            </a:r>
            <a:r>
              <a:rPr lang="en-US" sz="2200" dirty="0" err="1"/>
              <a:t>promovendo</a:t>
            </a:r>
            <a:r>
              <a:rPr lang="en-US" sz="2200" dirty="0"/>
              <a:t> um </a:t>
            </a:r>
            <a:r>
              <a:rPr lang="en-US" sz="2200" dirty="0" err="1"/>
              <a:t>nível</a:t>
            </a:r>
            <a:r>
              <a:rPr lang="en-US" sz="2200" dirty="0"/>
              <a:t> de </a:t>
            </a:r>
            <a:r>
              <a:rPr lang="en-US" sz="2200" dirty="0" err="1"/>
              <a:t>integração</a:t>
            </a:r>
            <a:r>
              <a:rPr lang="en-US" sz="2200" dirty="0"/>
              <a:t> </a:t>
            </a:r>
            <a:r>
              <a:rPr lang="en-US" sz="2200" dirty="0" err="1"/>
              <a:t>econômica</a:t>
            </a:r>
            <a:r>
              <a:rPr lang="en-US" sz="2200" dirty="0"/>
              <a:t> e cultural </a:t>
            </a:r>
            <a:r>
              <a:rPr lang="en-US" sz="2200" dirty="0" err="1"/>
              <a:t>sem</a:t>
            </a:r>
            <a:r>
              <a:rPr lang="en-US" sz="2200" dirty="0"/>
              <a:t> </a:t>
            </a:r>
            <a:r>
              <a:rPr lang="en-US" sz="2200" dirty="0" err="1"/>
              <a:t>precedentes</a:t>
            </a:r>
            <a:r>
              <a:rPr lang="en-US" sz="2200" dirty="0"/>
              <a:t>.</a:t>
            </a: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endParaRPr lang="en-US" dirty="0">
              <a:solidFill>
                <a:schemeClr val="tx2"/>
              </a:solidFill>
            </a:endParaRP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endParaRPr lang="en-US" dirty="0">
              <a:solidFill>
                <a:schemeClr val="tx2"/>
              </a:solidFill>
            </a:endParaRP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endParaRPr lang="en-US" dirty="0">
              <a:solidFill>
                <a:schemeClr val="tx2"/>
              </a:solidFill>
            </a:endParaRP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endParaRPr lang="en-US" dirty="0">
              <a:solidFill>
                <a:schemeClr val="tx2"/>
              </a:solidFill>
            </a:endParaRP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3669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E612B5-1DFB-D364-98F3-3EAF7CC7B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676588-3355-A188-0074-D730A4B37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A REVOLUÇÃO DA INTERNET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FD3F275-3E8D-626C-CAB2-B9F13C05D93D}"/>
              </a:ext>
            </a:extLst>
          </p:cNvPr>
          <p:cNvSpPr txBox="1"/>
          <p:nvPr/>
        </p:nvSpPr>
        <p:spPr>
          <a:xfrm>
            <a:off x="457200" y="2079523"/>
            <a:ext cx="1131201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pt-BR" sz="2400" dirty="0"/>
              <a:t> A Internet possibilitou a criação de plataformas de comunicação global, como redes sociais, fóruns e serviços de streaming, que influenciam a cultura e a política de diversos países. No entanto, essa nova era também trouxe desafios, como a </a:t>
            </a:r>
            <a:r>
              <a:rPr lang="pt-BR" sz="2400" b="1" dirty="0"/>
              <a:t>disseminação de desinformação</a:t>
            </a:r>
            <a:r>
              <a:rPr lang="pt-BR" sz="2400" dirty="0"/>
              <a:t>, a </a:t>
            </a:r>
            <a:r>
              <a:rPr lang="pt-BR" sz="2400" b="1" dirty="0"/>
              <a:t>privacidade digital </a:t>
            </a:r>
            <a:r>
              <a:rPr lang="pt-BR" sz="2400" dirty="0"/>
              <a:t>e a </a:t>
            </a:r>
            <a:r>
              <a:rPr lang="pt-BR" sz="2400" b="1" dirty="0"/>
              <a:t>concentração de poder </a:t>
            </a:r>
            <a:r>
              <a:rPr lang="pt-BR" sz="2400" dirty="0"/>
              <a:t>em grandes corporações de tecnologia.</a:t>
            </a:r>
          </a:p>
          <a:p>
            <a:pPr algn="just"/>
            <a:endParaRPr lang="pt-BR" sz="2400" dirty="0"/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pt-BR" sz="2400" dirty="0"/>
              <a:t> Com a evolução da tecnologia digital, surgiram os primeiros celulares na década de 1980. A partir dos anos 2000, os smartphones revolucionaram a comunicação ao integrar telefonia, Internet e aplicativos em um único dispositivo. O avanço das redes móveis, como 3G, 4G e 5G, proporcionou maior velocidade e qualidade na transmissão de dados.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endParaRPr lang="pt-BR" sz="2400" dirty="0"/>
          </a:p>
          <a:p>
            <a:pPr marL="285750" indent="-285750" algn="just">
              <a:buFont typeface="Wingdings" panose="05000000000000000000" pitchFamily="2" charset="2"/>
              <a:buChar char="v"/>
            </a:pPr>
            <a:endParaRPr lang="pt-BR" sz="2400" dirty="0"/>
          </a:p>
          <a:p>
            <a:pPr marL="285750" indent="-285750" algn="just">
              <a:buFont typeface="Wingdings" panose="05000000000000000000" pitchFamily="2" charset="2"/>
              <a:buChar char="v"/>
            </a:pPr>
            <a:endParaRPr lang="pt-BR" sz="2400" dirty="0"/>
          </a:p>
          <a:p>
            <a:pPr marL="285750" indent="-285750" algn="just">
              <a:buFont typeface="Wingdings" panose="05000000000000000000" pitchFamily="2" charset="2"/>
              <a:buChar char="v"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256245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DB165B-8B8E-8307-9E32-5DE5934B0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5810A2-C0C5-F6E8-25B9-CF2BA92C9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A REVOLUÇÃO DA INTERNET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7A2186F-6F8D-7D35-69F2-43E9CB32C922}"/>
              </a:ext>
            </a:extLst>
          </p:cNvPr>
          <p:cNvSpPr txBox="1"/>
          <p:nvPr/>
        </p:nvSpPr>
        <p:spPr>
          <a:xfrm>
            <a:off x="457200" y="2079523"/>
            <a:ext cx="11312013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pt-BR" sz="2400" dirty="0"/>
              <a:t> As telecomunicações continuam a evoluir com novas tecnologias, como a </a:t>
            </a:r>
            <a:r>
              <a:rPr lang="pt-BR" sz="2400" b="1" dirty="0"/>
              <a:t>computação quântica</a:t>
            </a:r>
            <a:r>
              <a:rPr lang="pt-BR" sz="2400" dirty="0"/>
              <a:t>, a </a:t>
            </a:r>
            <a:r>
              <a:rPr lang="pt-BR" sz="2400" b="1" dirty="0"/>
              <a:t>inteligência artificial (IA) </a:t>
            </a:r>
            <a:r>
              <a:rPr lang="pt-BR" sz="2400" dirty="0"/>
              <a:t>e a </a:t>
            </a:r>
            <a:r>
              <a:rPr lang="pt-BR" sz="2400" b="1" dirty="0"/>
              <a:t>Internet das Coisas (IoT)</a:t>
            </a:r>
            <a:r>
              <a:rPr lang="pt-BR" sz="2400" dirty="0"/>
              <a:t>.</a:t>
            </a:r>
            <a:r>
              <a:rPr lang="pt-BR" sz="2400" b="1" dirty="0"/>
              <a:t> </a:t>
            </a:r>
            <a:r>
              <a:rPr lang="pt-BR" sz="2400" dirty="0"/>
              <a:t>Espera-se que essas inovações aumentem a conectividade e transformem ainda mais a forma como interagimos e compartilhamos informações.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endParaRPr lang="pt-BR" sz="2400" dirty="0"/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pt-BR" sz="2400" dirty="0"/>
              <a:t> A Internet das Coisas (IoT) é um conceito que se refere à interconexão de dispositivos físicos à Internet, permitindo que eles coletem, compartilhem e analisem dados de forma autônoma. Isso inclui desde eletrodomésticos inteligentes e sensores industriais até veículos conectados e cidades inteligentes. Também traz desafios, como questões de segurança cibernética, privacidade de dados e padronização de protocolos de comunicação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endParaRPr lang="pt-BR" sz="2400" dirty="0"/>
          </a:p>
          <a:p>
            <a:pPr marL="285750" indent="-285750" algn="just">
              <a:buFont typeface="Wingdings" panose="05000000000000000000" pitchFamily="2" charset="2"/>
              <a:buChar char="v"/>
            </a:pPr>
            <a:endParaRPr lang="pt-BR" sz="2400" dirty="0"/>
          </a:p>
          <a:p>
            <a:pPr marL="285750" indent="-285750" algn="just">
              <a:buFont typeface="Wingdings" panose="05000000000000000000" pitchFamily="2" charset="2"/>
              <a:buChar char="v"/>
            </a:pPr>
            <a:endParaRPr lang="pt-BR" sz="2400" dirty="0"/>
          </a:p>
          <a:p>
            <a:pPr marL="285750" indent="-285750" algn="just">
              <a:buFont typeface="Wingdings" panose="05000000000000000000" pitchFamily="2" charset="2"/>
              <a:buChar char="v"/>
            </a:pPr>
            <a:endParaRPr lang="pt-BR" sz="2400" dirty="0"/>
          </a:p>
          <a:p>
            <a:pPr marL="285750" indent="-285750" algn="just">
              <a:buFont typeface="Wingdings" panose="05000000000000000000" pitchFamily="2" charset="2"/>
              <a:buChar char="v"/>
            </a:pPr>
            <a:endParaRPr lang="pt-BR" sz="2400" dirty="0"/>
          </a:p>
          <a:p>
            <a:pPr marL="285750" indent="-285750" algn="just">
              <a:buFont typeface="Wingdings" panose="05000000000000000000" pitchFamily="2" charset="2"/>
              <a:buChar char="v"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461863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B16D3B-2E7D-D03D-A59B-D6F5E2E41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3BF4C1-CA9B-A5B3-3980-9A30CAF9D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Os data centers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D98402E-CCBE-D917-4D21-8A94E0EFFEFD}"/>
              </a:ext>
            </a:extLst>
          </p:cNvPr>
          <p:cNvSpPr txBox="1"/>
          <p:nvPr/>
        </p:nvSpPr>
        <p:spPr>
          <a:xfrm>
            <a:off x="457200" y="2079523"/>
            <a:ext cx="1131201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pt-BR" sz="2400" dirty="0"/>
              <a:t> São instalações físicas (edifícios ou salas) que abrigam a infraestrutura de TI de uma organização.</a:t>
            </a:r>
          </a:p>
          <a:p>
            <a:pPr algn="just"/>
            <a:r>
              <a:rPr lang="pt-BR" sz="2400" dirty="0"/>
              <a:t>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pt-BR" sz="2400" dirty="0"/>
              <a:t> Hospedam de redes sociais a serviços de streaming, permitem armazenamento remoto e é onde modelos de IA são treinados e executados.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endParaRPr lang="pt-BR" sz="2400" dirty="0"/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pt-BR" sz="2400" dirty="0"/>
              <a:t> Implicações ambientais: elevado consumo de energia e de água, elevada pegada de carbono e grande produção de lixo eletrônico.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endParaRPr lang="pt-BR" sz="2400" dirty="0"/>
          </a:p>
          <a:p>
            <a:pPr marL="285750" indent="-285750" algn="just">
              <a:buFont typeface="Wingdings" panose="05000000000000000000" pitchFamily="2" charset="2"/>
              <a:buChar char="v"/>
            </a:pPr>
            <a:endParaRPr lang="pt-BR" sz="2400" dirty="0"/>
          </a:p>
          <a:p>
            <a:pPr marL="285750" indent="-285750" algn="just">
              <a:buFont typeface="Wingdings" panose="05000000000000000000" pitchFamily="2" charset="2"/>
              <a:buChar char="v"/>
            </a:pPr>
            <a:endParaRPr lang="pt-BR" sz="2400" dirty="0"/>
          </a:p>
          <a:p>
            <a:pPr marL="285750" indent="-285750" algn="just">
              <a:buFont typeface="Wingdings" panose="05000000000000000000" pitchFamily="2" charset="2"/>
              <a:buChar char="v"/>
            </a:pPr>
            <a:endParaRPr lang="pt-BR" sz="2400" dirty="0"/>
          </a:p>
          <a:p>
            <a:pPr marL="285750" indent="-285750" algn="just">
              <a:buFont typeface="Wingdings" panose="05000000000000000000" pitchFamily="2" charset="2"/>
              <a:buChar char="v"/>
            </a:pPr>
            <a:endParaRPr lang="pt-BR" sz="2400" dirty="0"/>
          </a:p>
          <a:p>
            <a:pPr marL="285750" indent="-285750" algn="just">
              <a:buFont typeface="Wingdings" panose="05000000000000000000" pitchFamily="2" charset="2"/>
              <a:buChar char="v"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489527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85598E-2631-787B-3CBA-A9FEBC194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55BD73-B725-A492-E25A-05BF0E0C18D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730250"/>
            <a:ext cx="11029950" cy="987425"/>
          </a:xfrm>
        </p:spPr>
        <p:txBody>
          <a:bodyPr rtlCol="0"/>
          <a:lstStyle/>
          <a:p>
            <a:pPr rtl="0"/>
            <a:r>
              <a:rPr lang="pt-BR"/>
              <a:t>Exclusão digital</a:t>
            </a:r>
            <a:endParaRPr lang="pt-BR" dirty="0"/>
          </a:p>
        </p:txBody>
      </p:sp>
      <p:pic>
        <p:nvPicPr>
          <p:cNvPr id="1026" name="Picture 2" descr="Entenda por que empresas querem enviar data centers para o espaço | CNN  Brasil">
            <a:extLst>
              <a:ext uri="{FF2B5EF4-FFF2-40B4-BE49-F238E27FC236}">
                <a16:creationId xmlns:a16="http://schemas.microsoft.com/office/drawing/2014/main" id="{FD1E7C99-F500-7EE1-F53C-4F704E410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19" y="730250"/>
            <a:ext cx="10539761" cy="5911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6034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Exclusão digital</a:t>
            </a:r>
          </a:p>
        </p:txBody>
      </p:sp>
      <p:pic>
        <p:nvPicPr>
          <p:cNvPr id="1028" name="Picture 4" descr="Charges - Desigualdade tecnológica | Imago História">
            <a:extLst>
              <a:ext uri="{FF2B5EF4-FFF2-40B4-BE49-F238E27FC236}">
                <a16:creationId xmlns:a16="http://schemas.microsoft.com/office/drawing/2014/main" id="{87F61DE7-9E62-B6D3-E5CC-68ACD3B42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110" y="2270717"/>
            <a:ext cx="5839032" cy="4395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82495A62-AAFD-FD25-9151-87C01772D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9061" y="1961535"/>
            <a:ext cx="3148699" cy="4896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9324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078A52F-85EA-4C0B-962B-D9D9DD4DD7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9797D5-5700-4683-B30A-5B4D56CB8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856A7B9-9801-42EC-A4C9-7E22A56EF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D54DB8-C150-4290-85D6-F5B0262BFE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E64012-5AFD-018F-7E9D-DA7992E730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33"/>
          <a:stretch>
            <a:fillRect/>
          </a:stretch>
        </p:blipFill>
        <p:spPr bwMode="auto">
          <a:xfrm>
            <a:off x="446534" y="723899"/>
            <a:ext cx="7498616" cy="5676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296275" y="1419225"/>
            <a:ext cx="3081576" cy="20858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Exclusão digital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558849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tângulo 12">
            <a:extLst>
              <a:ext uri="{FF2B5EF4-FFF2-40B4-BE49-F238E27FC236}">
                <a16:creationId xmlns:a16="http://schemas.microsoft.com/office/drawing/2014/main" id="{4AE9D071-98CF-435C-BD2B-976514544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pic>
        <p:nvPicPr>
          <p:cNvPr id="8" name="Espaço Reservado para Conteúdo 4" descr="Números Digitais">
            <a:extLst>
              <a:ext uri="{FF2B5EF4-FFF2-40B4-BE49-F238E27FC236}">
                <a16:creationId xmlns:a16="http://schemas.microsoft.com/office/drawing/2014/main" id="{EA70616B-E344-4856-8DF9-707C2623661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681" r="9091" b="1271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5" name="Grupo 14">
            <a:extLst>
              <a:ext uri="{FF2B5EF4-FFF2-40B4-BE49-F238E27FC236}">
                <a16:creationId xmlns:a16="http://schemas.microsoft.com/office/drawing/2014/main" id="{D619FC33-16ED-4246-9596-BEFEB55E4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7" y="457200"/>
            <a:ext cx="7507083" cy="5935132"/>
            <a:chOff x="438067" y="457200"/>
            <a:chExt cx="7507083" cy="5935132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2EEA80E1-F99F-4009-837F-2F72F8A5D5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7" y="618067"/>
              <a:ext cx="7503665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0230AF9A-4641-4BD8-9F95-9607CD3040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8703D4EC-9389-41B6-B88B-B6FDC8CD33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7F2616EE-270D-4F4C-BA1F-2708D387B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006956"/>
            <a:ext cx="7213600" cy="1121871"/>
          </a:xfrm>
        </p:spPr>
        <p:txBody>
          <a:bodyPr rtlCol="0" anchor="ctr">
            <a:normAutofit/>
          </a:bodyPr>
          <a:lstStyle/>
          <a:p>
            <a:pPr algn="ctr" rtl="0"/>
            <a:r>
              <a:rPr lang="pt-BR" dirty="0"/>
              <a:t>Desafios </a:t>
            </a:r>
            <a:r>
              <a:rPr lang="pt-BR"/>
              <a:t>no brasil</a:t>
            </a:r>
            <a:endParaRPr lang="pt-BR" dirty="0"/>
          </a:p>
        </p:txBody>
      </p:sp>
      <p:graphicFrame>
        <p:nvGraphicFramePr>
          <p:cNvPr id="6" name="Espaço Reservado para Conteúdo 5" descr="SmartArt">
            <a:extLst>
              <a:ext uri="{FF2B5EF4-FFF2-40B4-BE49-F238E27FC236}">
                <a16:creationId xmlns:a16="http://schemas.microsoft.com/office/drawing/2014/main" id="{BF629521-FFD2-45DA-9D1D-A5F09BD5A2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2552827"/>
              </p:ext>
            </p:extLst>
          </p:nvPr>
        </p:nvGraphicFramePr>
        <p:xfrm>
          <a:off x="719571" y="2198254"/>
          <a:ext cx="6854248" cy="3563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209322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A078A52F-85EA-4C0B-962B-D9D9DD4DD7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19797D5-5700-4683-B30A-5B4D56CB8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856A7B9-9801-42EC-A4C9-7E22A56EF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AD54DB8-C150-4290-85D6-F5B0262BFE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202E9D7B-AC8A-4860-BD41-E04FC6559E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697B8C9C-91DF-4F8D-94A0-2C0C66030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8175"/>
            <a:ext cx="12191999" cy="6219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3BF9E06-9758-4B95-107C-B7004A3670A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-2" b="9328"/>
          <a:stretch/>
        </p:blipFill>
        <p:spPr>
          <a:xfrm>
            <a:off x="280219" y="723899"/>
            <a:ext cx="6369155" cy="5818604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54D43BDD-ED29-4BE9-AEA1-6D0AE5A061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6079" y="723899"/>
            <a:ext cx="5009388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261934" y="1419225"/>
            <a:ext cx="4115917" cy="20858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 err="1">
                <a:solidFill>
                  <a:srgbClr val="FFFFFF"/>
                </a:solidFill>
              </a:rPr>
              <a:t>Qualidade</a:t>
            </a:r>
            <a:r>
              <a:rPr lang="en-US" sz="3600" dirty="0">
                <a:solidFill>
                  <a:srgbClr val="FFFFFF"/>
                </a:solidFill>
              </a:rPr>
              <a:t> das </a:t>
            </a:r>
            <a:r>
              <a:rPr lang="en-US" sz="3600" dirty="0" err="1">
                <a:solidFill>
                  <a:srgbClr val="FFFFFF"/>
                </a:solidFill>
              </a:rPr>
              <a:t>conexões</a:t>
            </a:r>
            <a:endParaRPr lang="en-US" sz="3600" dirty="0">
              <a:solidFill>
                <a:srgbClr val="FFFFFF"/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87A5CD2-E3CD-4870-957C-173AD2C873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00BF2A26-F7CA-4E8B-BC24-1AF436CD5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5B21A4B9-14CF-4CA1-9ECF-0DE52B2910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56" name="Rectangle 47">
              <a:extLst>
                <a:ext uri="{FF2B5EF4-FFF2-40B4-BE49-F238E27FC236}">
                  <a16:creationId xmlns:a16="http://schemas.microsoft.com/office/drawing/2014/main" id="{C6DADA72-F9FE-48F9-9DAD-B379AE2BC6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0028818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>
            <a:extLst>
              <a:ext uri="{FF2B5EF4-FFF2-40B4-BE49-F238E27FC236}">
                <a16:creationId xmlns:a16="http://schemas.microsoft.com/office/drawing/2014/main" id="{48E96387-12F1-45E4-9322-ABBF2EE04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9F421DD-DE4E-4547-A904-3F80E25E3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9985DEC-1215-4209-9708-B45CC9774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0EB7086-616E-4D44-94BE-D0F7635617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 useBgFill="1">
        <p:nvSpPr>
          <p:cNvPr id="69" name="Rectangle 68">
            <a:extLst>
              <a:ext uri="{FF2B5EF4-FFF2-40B4-BE49-F238E27FC236}">
                <a16:creationId xmlns:a16="http://schemas.microsoft.com/office/drawing/2014/main" id="{A56981F2-287B-4FF9-ADF9-BA62CF2D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23900"/>
            <a:ext cx="12192000" cy="61341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5FBE285-214A-798E-86CA-C6F12F6F0E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4" y="1268362"/>
            <a:ext cx="10873158" cy="4865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7436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A078A52F-85EA-4C0B-962B-D9D9DD4DD7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19797D5-5700-4683-B30A-5B4D56CB8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856A7B9-9801-42EC-A4C9-7E22A56EF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AD54DB8-C150-4290-85D6-F5B0262BFE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202E9D7B-AC8A-4860-BD41-E04FC6559E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697B8C9C-91DF-4F8D-94A0-2C0C66030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8175"/>
            <a:ext cx="12191999" cy="6219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4D43BDD-ED29-4BE9-AEA1-6D0AE5A061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6079" y="723899"/>
            <a:ext cx="5009388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261934" y="1419225"/>
            <a:ext cx="4115917" cy="20858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Cabos </a:t>
            </a:r>
            <a:r>
              <a:rPr lang="en-US" sz="3600" dirty="0" err="1">
                <a:solidFill>
                  <a:srgbClr val="FFFFFF"/>
                </a:solidFill>
              </a:rPr>
              <a:t>submarinos</a:t>
            </a:r>
            <a:endParaRPr lang="en-US" sz="3600" dirty="0">
              <a:solidFill>
                <a:srgbClr val="FFFFFF"/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87A5CD2-E3CD-4870-957C-173AD2C873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00BF2A26-F7CA-4E8B-BC24-1AF436CD5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5B21A4B9-14CF-4CA1-9ECF-0DE52B2910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56" name="Rectangle 47">
              <a:extLst>
                <a:ext uri="{FF2B5EF4-FFF2-40B4-BE49-F238E27FC236}">
                  <a16:creationId xmlns:a16="http://schemas.microsoft.com/office/drawing/2014/main" id="{C6DADA72-F9FE-48F9-9DAD-B379AE2BC6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pic>
        <p:nvPicPr>
          <p:cNvPr id="3074" name="Picture 2" descr="Mapa mostra cabos submarinos que se ligam ao Brasil">
            <a:extLst>
              <a:ext uri="{FF2B5EF4-FFF2-40B4-BE49-F238E27FC236}">
                <a16:creationId xmlns:a16="http://schemas.microsoft.com/office/drawing/2014/main" id="{76255C94-A7F6-80E5-37AC-5F90D9A600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10" y="744889"/>
            <a:ext cx="6644802" cy="5645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070426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A0CF3B2-1F0F-4FC5-8002-3E4869ABAD5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F69AFF4-BB30-4BA0-AD22-82CC3C4327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EBC12AA-1C15-4500-BC9C-8EE83A441DE9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Tecnologia (design Dividendo)</Template>
  <TotalTime>229</TotalTime>
  <Words>520</Words>
  <Application>Microsoft Office PowerPoint</Application>
  <PresentationFormat>Widescreen</PresentationFormat>
  <Paragraphs>58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Calibri</vt:lpstr>
      <vt:lpstr>Gill Sans MT</vt:lpstr>
      <vt:lpstr>Wingdings</vt:lpstr>
      <vt:lpstr>Wingdings 2</vt:lpstr>
      <vt:lpstr>Dividendo</vt:lpstr>
      <vt:lpstr>TELECOMUNICAÇÕES NO BRASIL e no mundo</vt:lpstr>
      <vt:lpstr>FLUXOS MATERIAIS E IMATERIAIS</vt:lpstr>
      <vt:lpstr>A REVOLUÇÃO DA INTERNET</vt:lpstr>
      <vt:lpstr>A REVOLUÇÃO DA INTERNET</vt:lpstr>
      <vt:lpstr>A REVOLUÇÃO DA INTERNET</vt:lpstr>
      <vt:lpstr>Os data centers</vt:lpstr>
      <vt:lpstr>Exclusão digital</vt:lpstr>
      <vt:lpstr>Exclusão digital</vt:lpstr>
      <vt:lpstr>Exclusão digital</vt:lpstr>
      <vt:lpstr>Desafios no brasil</vt:lpstr>
      <vt:lpstr>Qualidade das conexões</vt:lpstr>
      <vt:lpstr>Apresentação do PowerPoint</vt:lpstr>
      <vt:lpstr>Cabos submarinos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TELECOMUNICAÇÕES NO BRASIL</dc:title>
  <dc:creator>Alex Rios</dc:creator>
  <cp:lastModifiedBy>Alex Rios</cp:lastModifiedBy>
  <cp:revision>22</cp:revision>
  <dcterms:created xsi:type="dcterms:W3CDTF">2023-04-16T15:57:39Z</dcterms:created>
  <dcterms:modified xsi:type="dcterms:W3CDTF">2026-01-26T14:51:22Z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