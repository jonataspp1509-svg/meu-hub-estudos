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notesMasterIdLst>
    <p:notesMasterId r:id="rId33"/>
  </p:notesMasterIdLst>
  <p:sldIdLst>
    <p:sldId id="256" r:id="rId2"/>
    <p:sldId id="313" r:id="rId3"/>
    <p:sldId id="303" r:id="rId4"/>
    <p:sldId id="280" r:id="rId5"/>
    <p:sldId id="304" r:id="rId6"/>
    <p:sldId id="274" r:id="rId7"/>
    <p:sldId id="275" r:id="rId8"/>
    <p:sldId id="276" r:id="rId9"/>
    <p:sldId id="279" r:id="rId10"/>
    <p:sldId id="298" r:id="rId11"/>
    <p:sldId id="285" r:id="rId12"/>
    <p:sldId id="269" r:id="rId13"/>
    <p:sldId id="305" r:id="rId14"/>
    <p:sldId id="293" r:id="rId15"/>
    <p:sldId id="292" r:id="rId16"/>
    <p:sldId id="299" r:id="rId17"/>
    <p:sldId id="300" r:id="rId18"/>
    <p:sldId id="294" r:id="rId19"/>
    <p:sldId id="291" r:id="rId20"/>
    <p:sldId id="310" r:id="rId21"/>
    <p:sldId id="264" r:id="rId22"/>
    <p:sldId id="315" r:id="rId23"/>
    <p:sldId id="273" r:id="rId24"/>
    <p:sldId id="306" r:id="rId25"/>
    <p:sldId id="302" r:id="rId26"/>
    <p:sldId id="307" r:id="rId27"/>
    <p:sldId id="301" r:id="rId28"/>
    <p:sldId id="308" r:id="rId29"/>
    <p:sldId id="314" r:id="rId30"/>
    <p:sldId id="312" r:id="rId31"/>
    <p:sldId id="309" r:id="rId3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6B163-85F0-4456-92D7-55D24ED43CA6}" v="105" dt="2025-08-10T14:07:59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2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2D36B163-85F0-4456-92D7-55D24ED43CA6}"/>
    <pc:docChg chg="undo custSel addSld delSld modSld sldOrd">
      <pc:chgData name="Alex Rios" userId="69fc135ea1c70fd1" providerId="LiveId" clId="{2D36B163-85F0-4456-92D7-55D24ED43CA6}" dt="2025-08-10T14:08:38.467" v="3086" actId="20577"/>
      <pc:docMkLst>
        <pc:docMk/>
      </pc:docMkLst>
      <pc:sldChg chg="addSp delSp modSp mod setBg addAnim delDesignElem">
        <pc:chgData name="Alex Rios" userId="69fc135ea1c70fd1" providerId="LiveId" clId="{2D36B163-85F0-4456-92D7-55D24ED43CA6}" dt="2024-05-25T15:48:26.564" v="1441" actId="26606"/>
        <pc:sldMkLst>
          <pc:docMk/>
          <pc:sldMk cId="0" sldId="256"/>
        </pc:sldMkLst>
      </pc:sldChg>
      <pc:sldChg chg="del">
        <pc:chgData name="Alex Rios" userId="69fc135ea1c70fd1" providerId="LiveId" clId="{2D36B163-85F0-4456-92D7-55D24ED43CA6}" dt="2024-05-25T14:56:50.284" v="785" actId="47"/>
        <pc:sldMkLst>
          <pc:docMk/>
          <pc:sldMk cId="0" sldId="262"/>
        </pc:sldMkLst>
      </pc:sldChg>
      <pc:sldChg chg="modSp del mod">
        <pc:chgData name="Alex Rios" userId="69fc135ea1c70fd1" providerId="LiveId" clId="{2D36B163-85F0-4456-92D7-55D24ED43CA6}" dt="2024-05-25T14:56:50.284" v="785" actId="47"/>
        <pc:sldMkLst>
          <pc:docMk/>
          <pc:sldMk cId="0" sldId="263"/>
        </pc:sldMkLst>
      </pc:sldChg>
      <pc:sldChg chg="addSp modSp mod setBg">
        <pc:chgData name="Alex Rios" userId="69fc135ea1c70fd1" providerId="LiveId" clId="{2D36B163-85F0-4456-92D7-55D24ED43CA6}" dt="2024-05-26T21:07:41.336" v="1548" actId="20577"/>
        <pc:sldMkLst>
          <pc:docMk/>
          <pc:sldMk cId="0" sldId="264"/>
        </pc:sldMkLst>
      </pc:sldChg>
      <pc:sldChg chg="del">
        <pc:chgData name="Alex Rios" userId="69fc135ea1c70fd1" providerId="LiveId" clId="{2D36B163-85F0-4456-92D7-55D24ED43CA6}" dt="2024-05-25T14:57:03.176" v="787" actId="47"/>
        <pc:sldMkLst>
          <pc:docMk/>
          <pc:sldMk cId="0" sldId="267"/>
        </pc:sldMkLst>
      </pc:sldChg>
      <pc:sldChg chg="del">
        <pc:chgData name="Alex Rios" userId="69fc135ea1c70fd1" providerId="LiveId" clId="{2D36B163-85F0-4456-92D7-55D24ED43CA6}" dt="2024-05-25T14:56:58.638" v="786" actId="47"/>
        <pc:sldMkLst>
          <pc:docMk/>
          <pc:sldMk cId="0" sldId="268"/>
        </pc:sldMkLst>
      </pc:sldChg>
      <pc:sldChg chg="addSp modSp mod setBg">
        <pc:chgData name="Alex Rios" userId="69fc135ea1c70fd1" providerId="LiveId" clId="{2D36B163-85F0-4456-92D7-55D24ED43CA6}" dt="2024-05-26T21:05:17.406" v="1537" actId="27636"/>
        <pc:sldMkLst>
          <pc:docMk/>
          <pc:sldMk cId="0" sldId="269"/>
        </pc:sldMkLst>
      </pc:sldChg>
      <pc:sldChg chg="del">
        <pc:chgData name="Alex Rios" userId="69fc135ea1c70fd1" providerId="LiveId" clId="{2D36B163-85F0-4456-92D7-55D24ED43CA6}" dt="2024-05-25T14:49:47.388" v="748" actId="47"/>
        <pc:sldMkLst>
          <pc:docMk/>
          <pc:sldMk cId="0" sldId="270"/>
        </pc:sldMkLst>
      </pc:sldChg>
      <pc:sldChg chg="addSp delSp modSp mod ord setBg delDesignElem">
        <pc:chgData name="Alex Rios" userId="69fc135ea1c70fd1" providerId="LiveId" clId="{2D36B163-85F0-4456-92D7-55D24ED43CA6}" dt="2025-08-08T00:31:32.118" v="1682" actId="20577"/>
        <pc:sldMkLst>
          <pc:docMk/>
          <pc:sldMk cId="0" sldId="273"/>
        </pc:sldMkLst>
        <pc:spChg chg="mod">
          <ac:chgData name="Alex Rios" userId="69fc135ea1c70fd1" providerId="LiveId" clId="{2D36B163-85F0-4456-92D7-55D24ED43CA6}" dt="2025-08-08T00:31:32.118" v="1682" actId="20577"/>
          <ac:spMkLst>
            <pc:docMk/>
            <pc:sldMk cId="0" sldId="273"/>
            <ac:spMk id="8195" creationId="{0979F60F-B905-AD08-15AC-947B64279E17}"/>
          </ac:spMkLst>
        </pc:spChg>
      </pc:sldChg>
      <pc:sldChg chg="addSp delSp modSp mod setBg">
        <pc:chgData name="Alex Rios" userId="69fc135ea1c70fd1" providerId="LiveId" clId="{2D36B163-85F0-4456-92D7-55D24ED43CA6}" dt="2024-05-26T21:25:12.410" v="1664" actId="20577"/>
        <pc:sldMkLst>
          <pc:docMk/>
          <pc:sldMk cId="0" sldId="274"/>
        </pc:sldMkLst>
      </pc:sldChg>
      <pc:sldChg chg="addSp modSp mod setBg">
        <pc:chgData name="Alex Rios" userId="69fc135ea1c70fd1" providerId="LiveId" clId="{2D36B163-85F0-4456-92D7-55D24ED43CA6}" dt="2024-05-26T15:11:15.485" v="1519" actId="14100"/>
        <pc:sldMkLst>
          <pc:docMk/>
          <pc:sldMk cId="0" sldId="275"/>
        </pc:sldMkLst>
      </pc:sldChg>
      <pc:sldChg chg="modSp mod">
        <pc:chgData name="Alex Rios" userId="69fc135ea1c70fd1" providerId="LiveId" clId="{2D36B163-85F0-4456-92D7-55D24ED43CA6}" dt="2024-05-25T15:20:03.013" v="1212" actId="1076"/>
        <pc:sldMkLst>
          <pc:docMk/>
          <pc:sldMk cId="0" sldId="276"/>
        </pc:sldMkLst>
      </pc:sldChg>
      <pc:sldChg chg="addSp delSp modSp del mod setBg delDesignElem">
        <pc:chgData name="Alex Rios" userId="69fc135ea1c70fd1" providerId="LiveId" clId="{2D36B163-85F0-4456-92D7-55D24ED43CA6}" dt="2024-05-25T14:50:57.105" v="754" actId="2696"/>
        <pc:sldMkLst>
          <pc:docMk/>
          <pc:sldMk cId="0" sldId="277"/>
        </pc:sldMkLst>
      </pc:sldChg>
      <pc:sldChg chg="addSp delSp modSp mod setBg">
        <pc:chgData name="Alex Rios" userId="69fc135ea1c70fd1" providerId="LiveId" clId="{2D36B163-85F0-4456-92D7-55D24ED43CA6}" dt="2024-05-25T15:26:50.692" v="1228" actId="27636"/>
        <pc:sldMkLst>
          <pc:docMk/>
          <pc:sldMk cId="0" sldId="279"/>
        </pc:sldMkLst>
      </pc:sldChg>
      <pc:sldChg chg="addSp delSp modSp mod setBg">
        <pc:chgData name="Alex Rios" userId="69fc135ea1c70fd1" providerId="LiveId" clId="{2D36B163-85F0-4456-92D7-55D24ED43CA6}" dt="2024-05-26T15:10:39.828" v="1518" actId="255"/>
        <pc:sldMkLst>
          <pc:docMk/>
          <pc:sldMk cId="0" sldId="280"/>
        </pc:sldMkLst>
      </pc:sldChg>
      <pc:sldChg chg="modSp del mod">
        <pc:chgData name="Alex Rios" userId="69fc135ea1c70fd1" providerId="LiveId" clId="{2D36B163-85F0-4456-92D7-55D24ED43CA6}" dt="2024-05-25T14:49:47.388" v="748" actId="47"/>
        <pc:sldMkLst>
          <pc:docMk/>
          <pc:sldMk cId="0" sldId="282"/>
        </pc:sldMkLst>
      </pc:sldChg>
      <pc:sldChg chg="del">
        <pc:chgData name="Alex Rios" userId="69fc135ea1c70fd1" providerId="LiveId" clId="{2D36B163-85F0-4456-92D7-55D24ED43CA6}" dt="2024-05-25T14:56:50.284" v="785" actId="47"/>
        <pc:sldMkLst>
          <pc:docMk/>
          <pc:sldMk cId="0" sldId="283"/>
        </pc:sldMkLst>
      </pc:sldChg>
      <pc:sldChg chg="addSp modSp mod setBg">
        <pc:chgData name="Alex Rios" userId="69fc135ea1c70fd1" providerId="LiveId" clId="{2D36B163-85F0-4456-92D7-55D24ED43CA6}" dt="2024-05-25T15:30:32.590" v="1253" actId="1076"/>
        <pc:sldMkLst>
          <pc:docMk/>
          <pc:sldMk cId="0" sldId="285"/>
        </pc:sldMkLst>
      </pc:sldChg>
      <pc:sldChg chg="del">
        <pc:chgData name="Alex Rios" userId="69fc135ea1c70fd1" providerId="LiveId" clId="{2D36B163-85F0-4456-92D7-55D24ED43CA6}" dt="2024-05-25T14:56:50.284" v="785" actId="47"/>
        <pc:sldMkLst>
          <pc:docMk/>
          <pc:sldMk cId="0" sldId="286"/>
        </pc:sldMkLst>
      </pc:sldChg>
      <pc:sldChg chg="modSp del mod">
        <pc:chgData name="Alex Rios" userId="69fc135ea1c70fd1" providerId="LiveId" clId="{2D36B163-85F0-4456-92D7-55D24ED43CA6}" dt="2024-05-25T14:56:50.284" v="785" actId="47"/>
        <pc:sldMkLst>
          <pc:docMk/>
          <pc:sldMk cId="0" sldId="287"/>
        </pc:sldMkLst>
      </pc:sldChg>
      <pc:sldChg chg="del">
        <pc:chgData name="Alex Rios" userId="69fc135ea1c70fd1" providerId="LiveId" clId="{2D36B163-85F0-4456-92D7-55D24ED43CA6}" dt="2024-05-25T14:56:50.284" v="785" actId="47"/>
        <pc:sldMkLst>
          <pc:docMk/>
          <pc:sldMk cId="0" sldId="288"/>
        </pc:sldMkLst>
      </pc:sldChg>
      <pc:sldChg chg="modSp del mod">
        <pc:chgData name="Alex Rios" userId="69fc135ea1c70fd1" providerId="LiveId" clId="{2D36B163-85F0-4456-92D7-55D24ED43CA6}" dt="2024-05-25T14:50:13.312" v="750" actId="47"/>
        <pc:sldMkLst>
          <pc:docMk/>
          <pc:sldMk cId="0" sldId="289"/>
        </pc:sldMkLst>
      </pc:sldChg>
      <pc:sldChg chg="del">
        <pc:chgData name="Alex Rios" userId="69fc135ea1c70fd1" providerId="LiveId" clId="{2D36B163-85F0-4456-92D7-55D24ED43CA6}" dt="2024-05-25T14:49:49.693" v="749" actId="47"/>
        <pc:sldMkLst>
          <pc:docMk/>
          <pc:sldMk cId="0" sldId="290"/>
        </pc:sldMkLst>
      </pc:sldChg>
      <pc:sldChg chg="addSp modSp mod setBg">
        <pc:chgData name="Alex Rios" userId="69fc135ea1c70fd1" providerId="LiveId" clId="{2D36B163-85F0-4456-92D7-55D24ED43CA6}" dt="2024-05-26T15:13:58.154" v="1527" actId="1076"/>
        <pc:sldMkLst>
          <pc:docMk/>
          <pc:sldMk cId="0" sldId="291"/>
        </pc:sldMkLst>
      </pc:sldChg>
      <pc:sldChg chg="addSp modSp mod setBg">
        <pc:chgData name="Alex Rios" userId="69fc135ea1c70fd1" providerId="LiveId" clId="{2D36B163-85F0-4456-92D7-55D24ED43CA6}" dt="2024-05-26T15:14:56.850" v="1533" actId="255"/>
        <pc:sldMkLst>
          <pc:docMk/>
          <pc:sldMk cId="0" sldId="292"/>
        </pc:sldMkLst>
      </pc:sldChg>
      <pc:sldChg chg="addSp modSp mod setBg">
        <pc:chgData name="Alex Rios" userId="69fc135ea1c70fd1" providerId="LiveId" clId="{2D36B163-85F0-4456-92D7-55D24ED43CA6}" dt="2024-05-26T21:10:14.811" v="1645" actId="1076"/>
        <pc:sldMkLst>
          <pc:docMk/>
          <pc:sldMk cId="0" sldId="293"/>
        </pc:sldMkLst>
      </pc:sldChg>
      <pc:sldChg chg="addSp modSp mod setBg">
        <pc:chgData name="Alex Rios" userId="69fc135ea1c70fd1" providerId="LiveId" clId="{2D36B163-85F0-4456-92D7-55D24ED43CA6}" dt="2024-05-26T21:08:36.291" v="1588" actId="20577"/>
        <pc:sldMkLst>
          <pc:docMk/>
          <pc:sldMk cId="0" sldId="294"/>
        </pc:sldMkLst>
      </pc:sldChg>
      <pc:sldChg chg="del">
        <pc:chgData name="Alex Rios" userId="69fc135ea1c70fd1" providerId="LiveId" clId="{2D36B163-85F0-4456-92D7-55D24ED43CA6}" dt="2024-05-25T14:56:50.284" v="785" actId="47"/>
        <pc:sldMkLst>
          <pc:docMk/>
          <pc:sldMk cId="0" sldId="295"/>
        </pc:sldMkLst>
      </pc:sldChg>
      <pc:sldChg chg="del">
        <pc:chgData name="Alex Rios" userId="69fc135ea1c70fd1" providerId="LiveId" clId="{2D36B163-85F0-4456-92D7-55D24ED43CA6}" dt="2024-05-25T14:56:50.284" v="785" actId="47"/>
        <pc:sldMkLst>
          <pc:docMk/>
          <pc:sldMk cId="0" sldId="297"/>
        </pc:sldMkLst>
      </pc:sldChg>
      <pc:sldChg chg="addSp modSp mod setBg">
        <pc:chgData name="Alex Rios" userId="69fc135ea1c70fd1" providerId="LiveId" clId="{2D36B163-85F0-4456-92D7-55D24ED43CA6}" dt="2024-05-25T15:57:48.937" v="1497" actId="20577"/>
        <pc:sldMkLst>
          <pc:docMk/>
          <pc:sldMk cId="0" sldId="298"/>
        </pc:sldMkLst>
      </pc:sldChg>
      <pc:sldChg chg="addSp modSp mod setBg">
        <pc:chgData name="Alex Rios" userId="69fc135ea1c70fd1" providerId="LiveId" clId="{2D36B163-85F0-4456-92D7-55D24ED43CA6}" dt="2024-05-25T15:41:57.428" v="1349" actId="26606"/>
        <pc:sldMkLst>
          <pc:docMk/>
          <pc:sldMk cId="0" sldId="299"/>
        </pc:sldMkLst>
      </pc:sldChg>
      <pc:sldChg chg="add del">
        <pc:chgData name="Alex Rios" userId="69fc135ea1c70fd1" providerId="LiveId" clId="{2D36B163-85F0-4456-92D7-55D24ED43CA6}" dt="2024-05-25T14:18:23.384" v="247" actId="2696"/>
        <pc:sldMkLst>
          <pc:docMk/>
          <pc:sldMk cId="17571789" sldId="301"/>
        </pc:sldMkLst>
      </pc:sldChg>
      <pc:sldChg chg="addSp delSp modSp add mod delDesignElem">
        <pc:chgData name="Alex Rios" userId="69fc135ea1c70fd1" providerId="LiveId" clId="{2D36B163-85F0-4456-92D7-55D24ED43CA6}" dt="2025-08-10T13:43:25.429" v="2541" actId="27636"/>
        <pc:sldMkLst>
          <pc:docMk/>
          <pc:sldMk cId="2668258001" sldId="301"/>
        </pc:sldMkLst>
        <pc:spChg chg="mod">
          <ac:chgData name="Alex Rios" userId="69fc135ea1c70fd1" providerId="LiveId" clId="{2D36B163-85F0-4456-92D7-55D24ED43CA6}" dt="2025-08-10T13:43:25.429" v="2541" actId="27636"/>
          <ac:spMkLst>
            <pc:docMk/>
            <pc:sldMk cId="2668258001" sldId="301"/>
            <ac:spMk id="8195" creationId="{0979F60F-B905-AD08-15AC-947B64279E17}"/>
          </ac:spMkLst>
        </pc:spChg>
      </pc:sldChg>
      <pc:sldChg chg="addSp delSp modSp add mod ord delDesignElem">
        <pc:chgData name="Alex Rios" userId="69fc135ea1c70fd1" providerId="LiveId" clId="{2D36B163-85F0-4456-92D7-55D24ED43CA6}" dt="2025-08-10T13:39:57.413" v="2436" actId="27636"/>
        <pc:sldMkLst>
          <pc:docMk/>
          <pc:sldMk cId="1750408054" sldId="302"/>
        </pc:sldMkLst>
        <pc:spChg chg="mod">
          <ac:chgData name="Alex Rios" userId="69fc135ea1c70fd1" providerId="LiveId" clId="{2D36B163-85F0-4456-92D7-55D24ED43CA6}" dt="2025-08-10T13:39:57.413" v="2436" actId="27636"/>
          <ac:spMkLst>
            <pc:docMk/>
            <pc:sldMk cId="1750408054" sldId="302"/>
            <ac:spMk id="8195" creationId="{0979F60F-B905-AD08-15AC-947B64279E17}"/>
          </ac:spMkLst>
        </pc:spChg>
      </pc:sldChg>
      <pc:sldChg chg="addSp delSp modSp add mod delDesignElem">
        <pc:chgData name="Alex Rios" userId="69fc135ea1c70fd1" providerId="LiveId" clId="{2D36B163-85F0-4456-92D7-55D24ED43CA6}" dt="2025-08-10T13:44:23.907" v="2545" actId="14100"/>
        <pc:sldMkLst>
          <pc:docMk/>
          <pc:sldMk cId="4018768726" sldId="303"/>
        </pc:sldMkLst>
        <pc:spChg chg="mod">
          <ac:chgData name="Alex Rios" userId="69fc135ea1c70fd1" providerId="LiveId" clId="{2D36B163-85F0-4456-92D7-55D24ED43CA6}" dt="2025-08-10T13:44:23.907" v="2545" actId="14100"/>
          <ac:spMkLst>
            <pc:docMk/>
            <pc:sldMk cId="4018768726" sldId="303"/>
            <ac:spMk id="8195" creationId="{0979F60F-B905-AD08-15AC-947B64279E17}"/>
          </ac:spMkLst>
        </pc:spChg>
      </pc:sldChg>
      <pc:sldChg chg="modSp add del mod">
        <pc:chgData name="Alex Rios" userId="69fc135ea1c70fd1" providerId="LiveId" clId="{2D36B163-85F0-4456-92D7-55D24ED43CA6}" dt="2024-05-25T14:55:49.678" v="784" actId="2696"/>
        <pc:sldMkLst>
          <pc:docMk/>
          <pc:sldMk cId="320483117" sldId="304"/>
        </pc:sldMkLst>
      </pc:sldChg>
      <pc:sldChg chg="addSp delSp modSp add mod setBg">
        <pc:chgData name="Alex Rios" userId="69fc135ea1c70fd1" providerId="LiveId" clId="{2D36B163-85F0-4456-92D7-55D24ED43CA6}" dt="2024-05-26T15:10:02.299" v="1513" actId="255"/>
        <pc:sldMkLst>
          <pc:docMk/>
          <pc:sldMk cId="3405876067" sldId="304"/>
        </pc:sldMkLst>
      </pc:sldChg>
      <pc:sldChg chg="addSp modSp add mod setBg">
        <pc:chgData name="Alex Rios" userId="69fc135ea1c70fd1" providerId="LiveId" clId="{2D36B163-85F0-4456-92D7-55D24ED43CA6}" dt="2024-05-25T15:39:48.708" v="1342" actId="27636"/>
        <pc:sldMkLst>
          <pc:docMk/>
          <pc:sldMk cId="1594210567" sldId="305"/>
        </pc:sldMkLst>
      </pc:sldChg>
      <pc:sldChg chg="addSp delSp modSp add mod">
        <pc:chgData name="Alex Rios" userId="69fc135ea1c70fd1" providerId="LiveId" clId="{2D36B163-85F0-4456-92D7-55D24ED43CA6}" dt="2025-08-08T01:00:36.612" v="1801" actId="14100"/>
        <pc:sldMkLst>
          <pc:docMk/>
          <pc:sldMk cId="3578195751" sldId="306"/>
        </pc:sldMkLst>
        <pc:spChg chg="mod">
          <ac:chgData name="Alex Rios" userId="69fc135ea1c70fd1" providerId="LiveId" clId="{2D36B163-85F0-4456-92D7-55D24ED43CA6}" dt="2025-08-08T01:00:36.612" v="1801" actId="14100"/>
          <ac:spMkLst>
            <pc:docMk/>
            <pc:sldMk cId="3578195751" sldId="306"/>
            <ac:spMk id="8194" creationId="{8593234E-9EC8-45BF-89FD-D2A2A1BBC37C}"/>
          </ac:spMkLst>
        </pc:spChg>
        <pc:spChg chg="mod">
          <ac:chgData name="Alex Rios" userId="69fc135ea1c70fd1" providerId="LiveId" clId="{2D36B163-85F0-4456-92D7-55D24ED43CA6}" dt="2025-08-08T00:39:12.520" v="1744" actId="255"/>
          <ac:spMkLst>
            <pc:docMk/>
            <pc:sldMk cId="3578195751" sldId="306"/>
            <ac:spMk id="8195" creationId="{945882D1-CF37-FAA3-776A-FD76F6D16252}"/>
          </ac:spMkLst>
        </pc:spChg>
        <pc:spChg chg="add">
          <ac:chgData name="Alex Rios" userId="69fc135ea1c70fd1" providerId="LiveId" clId="{2D36B163-85F0-4456-92D7-55D24ED43CA6}" dt="2025-08-08T00:39:04.173" v="1742" actId="26606"/>
          <ac:spMkLst>
            <pc:docMk/>
            <pc:sldMk cId="3578195751" sldId="306"/>
            <ac:spMk id="8204" creationId="{F13C74B1-5B17-4795-BED0-7140497B445A}"/>
          </ac:spMkLst>
        </pc:spChg>
        <pc:spChg chg="add">
          <ac:chgData name="Alex Rios" userId="69fc135ea1c70fd1" providerId="LiveId" clId="{2D36B163-85F0-4456-92D7-55D24ED43CA6}" dt="2025-08-08T00:39:04.173" v="1742" actId="26606"/>
          <ac:spMkLst>
            <pc:docMk/>
            <pc:sldMk cId="3578195751" sldId="306"/>
            <ac:spMk id="8206" creationId="{D4974D33-8DC5-464E-8C6D-BE58F0669C17}"/>
          </ac:spMkLst>
        </pc:spChg>
        <pc:picChg chg="add mod">
          <ac:chgData name="Alex Rios" userId="69fc135ea1c70fd1" providerId="LiveId" clId="{2D36B163-85F0-4456-92D7-55D24ED43CA6}" dt="2025-08-08T00:39:04.173" v="1742" actId="26606"/>
          <ac:picMkLst>
            <pc:docMk/>
            <pc:sldMk cId="3578195751" sldId="306"/>
            <ac:picMk id="1028" creationId="{CC419B26-27D7-1E20-BE0C-63A718619A4D}"/>
          </ac:picMkLst>
        </pc:picChg>
      </pc:sldChg>
      <pc:sldChg chg="addSp delSp modSp add mod ord">
        <pc:chgData name="Alex Rios" userId="69fc135ea1c70fd1" providerId="LiveId" clId="{2D36B163-85F0-4456-92D7-55D24ED43CA6}" dt="2025-08-09T13:43:43.107" v="2227"/>
        <pc:sldMkLst>
          <pc:docMk/>
          <pc:sldMk cId="2135664011" sldId="307"/>
        </pc:sldMkLst>
        <pc:spChg chg="add mod">
          <ac:chgData name="Alex Rios" userId="69fc135ea1c70fd1" providerId="LiveId" clId="{2D36B163-85F0-4456-92D7-55D24ED43CA6}" dt="2025-08-08T00:59:40.536" v="1795" actId="255"/>
          <ac:spMkLst>
            <pc:docMk/>
            <pc:sldMk cId="2135664011" sldId="307"/>
            <ac:spMk id="2" creationId="{6189763D-8A86-72E7-2585-2A72993A3450}"/>
          </ac:spMkLst>
        </pc:spChg>
        <pc:spChg chg="mod">
          <ac:chgData name="Alex Rios" userId="69fc135ea1c70fd1" providerId="LiveId" clId="{2D36B163-85F0-4456-92D7-55D24ED43CA6}" dt="2025-08-08T01:00:42.597" v="1802" actId="255"/>
          <ac:spMkLst>
            <pc:docMk/>
            <pc:sldMk cId="2135664011" sldId="307"/>
            <ac:spMk id="8194" creationId="{79DED8FC-CF6E-3EBF-9EA2-5A208D2A6051}"/>
          </ac:spMkLst>
        </pc:spChg>
        <pc:spChg chg="mod">
          <ac:chgData name="Alex Rios" userId="69fc135ea1c70fd1" providerId="LiveId" clId="{2D36B163-85F0-4456-92D7-55D24ED43CA6}" dt="2025-08-08T01:00:19.160" v="1799" actId="20577"/>
          <ac:spMkLst>
            <pc:docMk/>
            <pc:sldMk cId="2135664011" sldId="307"/>
            <ac:spMk id="8195" creationId="{38087662-D7C7-650F-3E84-3C0D25EEDA76}"/>
          </ac:spMkLst>
        </pc:spChg>
        <pc:spChg chg="add">
          <ac:chgData name="Alex Rios" userId="69fc135ea1c70fd1" providerId="LiveId" clId="{2D36B163-85F0-4456-92D7-55D24ED43CA6}" dt="2025-08-08T00:59:05.545" v="1777" actId="26606"/>
          <ac:spMkLst>
            <pc:docMk/>
            <pc:sldMk cId="2135664011" sldId="307"/>
            <ac:spMk id="63503" creationId="{45D37F4E-DDB4-456B-97E0-9937730A039F}"/>
          </ac:spMkLst>
        </pc:spChg>
        <pc:spChg chg="add">
          <ac:chgData name="Alex Rios" userId="69fc135ea1c70fd1" providerId="LiveId" clId="{2D36B163-85F0-4456-92D7-55D24ED43CA6}" dt="2025-08-08T00:59:05.545" v="1777" actId="26606"/>
          <ac:spMkLst>
            <pc:docMk/>
            <pc:sldMk cId="2135664011" sldId="307"/>
            <ac:spMk id="63505" creationId="{B2DD41CD-8F47-4F56-AD12-4E2FF7696987}"/>
          </ac:spMkLst>
        </pc:spChg>
        <pc:picChg chg="add mod">
          <ac:chgData name="Alex Rios" userId="69fc135ea1c70fd1" providerId="LiveId" clId="{2D36B163-85F0-4456-92D7-55D24ED43CA6}" dt="2025-08-08T00:59:05.545" v="1777" actId="26606"/>
          <ac:picMkLst>
            <pc:docMk/>
            <pc:sldMk cId="2135664011" sldId="307"/>
            <ac:picMk id="2050" creationId="{E86C2EC3-00B3-CF7C-0C3E-6D7E32659823}"/>
          </ac:picMkLst>
        </pc:picChg>
      </pc:sldChg>
      <pc:sldChg chg="addSp delSp modSp add mod">
        <pc:chgData name="Alex Rios" userId="69fc135ea1c70fd1" providerId="LiveId" clId="{2D36B163-85F0-4456-92D7-55D24ED43CA6}" dt="2025-08-09T13:44:32.889" v="2228" actId="255"/>
        <pc:sldMkLst>
          <pc:docMk/>
          <pc:sldMk cId="2417214945" sldId="308"/>
        </pc:sldMkLst>
        <pc:spChg chg="mod">
          <ac:chgData name="Alex Rios" userId="69fc135ea1c70fd1" providerId="LiveId" clId="{2D36B163-85F0-4456-92D7-55D24ED43CA6}" dt="2025-08-09T13:43:05.753" v="2225" actId="26606"/>
          <ac:spMkLst>
            <pc:docMk/>
            <pc:sldMk cId="2417214945" sldId="308"/>
            <ac:spMk id="8194" creationId="{EFEE6B77-2787-3B01-BA4D-4FE9F301348F}"/>
          </ac:spMkLst>
        </pc:spChg>
        <pc:spChg chg="mod">
          <ac:chgData name="Alex Rios" userId="69fc135ea1c70fd1" providerId="LiveId" clId="{2D36B163-85F0-4456-92D7-55D24ED43CA6}" dt="2025-08-09T13:44:32.889" v="2228" actId="255"/>
          <ac:spMkLst>
            <pc:docMk/>
            <pc:sldMk cId="2417214945" sldId="308"/>
            <ac:spMk id="8195" creationId="{8A5B1B37-DE07-DC05-1502-58156538E6C0}"/>
          </ac:spMkLst>
        </pc:spChg>
        <pc:spChg chg="del">
          <ac:chgData name="Alex Rios" userId="69fc135ea1c70fd1" providerId="LiveId" clId="{2D36B163-85F0-4456-92D7-55D24ED43CA6}" dt="2025-08-09T13:43:05.753" v="2225" actId="26606"/>
          <ac:spMkLst>
            <pc:docMk/>
            <pc:sldMk cId="2417214945" sldId="308"/>
            <ac:spMk id="8204" creationId="{DA858FEF-96C5-3736-40A9-9511FEECFE91}"/>
          </ac:spMkLst>
        </pc:spChg>
        <pc:spChg chg="del">
          <ac:chgData name="Alex Rios" userId="69fc135ea1c70fd1" providerId="LiveId" clId="{2D36B163-85F0-4456-92D7-55D24ED43CA6}" dt="2025-08-09T13:43:05.753" v="2225" actId="26606"/>
          <ac:spMkLst>
            <pc:docMk/>
            <pc:sldMk cId="2417214945" sldId="308"/>
            <ac:spMk id="8206" creationId="{D7273376-65C2-151C-2809-02E17A663D82}"/>
          </ac:spMkLst>
        </pc:spChg>
        <pc:spChg chg="add">
          <ac:chgData name="Alex Rios" userId="69fc135ea1c70fd1" providerId="LiveId" clId="{2D36B163-85F0-4456-92D7-55D24ED43CA6}" dt="2025-08-09T13:43:05.753" v="2225" actId="26606"/>
          <ac:spMkLst>
            <pc:docMk/>
            <pc:sldMk cId="2417214945" sldId="308"/>
            <ac:spMk id="8211" creationId="{F13C74B1-5B17-4795-BED0-7140497B445A}"/>
          </ac:spMkLst>
        </pc:spChg>
        <pc:spChg chg="add">
          <ac:chgData name="Alex Rios" userId="69fc135ea1c70fd1" providerId="LiveId" clId="{2D36B163-85F0-4456-92D7-55D24ED43CA6}" dt="2025-08-09T13:43:05.753" v="2225" actId="26606"/>
          <ac:spMkLst>
            <pc:docMk/>
            <pc:sldMk cId="2417214945" sldId="308"/>
            <ac:spMk id="8213" creationId="{D4974D33-8DC5-464E-8C6D-BE58F0669C17}"/>
          </ac:spMkLst>
        </pc:spChg>
        <pc:picChg chg="add mod">
          <ac:chgData name="Alex Rios" userId="69fc135ea1c70fd1" providerId="LiveId" clId="{2D36B163-85F0-4456-92D7-55D24ED43CA6}" dt="2025-08-09T13:43:05.753" v="2225" actId="26606"/>
          <ac:picMkLst>
            <pc:docMk/>
            <pc:sldMk cId="2417214945" sldId="308"/>
            <ac:picMk id="1026" creationId="{D4E7F207-39AE-15DA-EBDF-275CC8449FDB}"/>
          </ac:picMkLst>
        </pc:picChg>
        <pc:picChg chg="del">
          <ac:chgData name="Alex Rios" userId="69fc135ea1c70fd1" providerId="LiveId" clId="{2D36B163-85F0-4456-92D7-55D24ED43CA6}" dt="2025-08-09T13:42:57.435" v="2223" actId="21"/>
          <ac:picMkLst>
            <pc:docMk/>
            <pc:sldMk cId="2417214945" sldId="308"/>
            <ac:picMk id="1028" creationId="{902C7290-C2DC-B8C8-9597-75C62AEFA85B}"/>
          </ac:picMkLst>
        </pc:picChg>
      </pc:sldChg>
      <pc:sldChg chg="addSp delSp modSp add mod">
        <pc:chgData name="Alex Rios" userId="69fc135ea1c70fd1" providerId="LiveId" clId="{2D36B163-85F0-4456-92D7-55D24ED43CA6}" dt="2025-08-09T13:42:28.563" v="2222" actId="27636"/>
        <pc:sldMkLst>
          <pc:docMk/>
          <pc:sldMk cId="1324877040" sldId="309"/>
        </pc:sldMkLst>
        <pc:spChg chg="mod">
          <ac:chgData name="Alex Rios" userId="69fc135ea1c70fd1" providerId="LiveId" clId="{2D36B163-85F0-4456-92D7-55D24ED43CA6}" dt="2025-08-09T13:42:19.779" v="2219" actId="26606"/>
          <ac:spMkLst>
            <pc:docMk/>
            <pc:sldMk cId="1324877040" sldId="309"/>
            <ac:spMk id="8194" creationId="{969A8C97-F2D3-057D-5413-D0630AEC95AF}"/>
          </ac:spMkLst>
        </pc:spChg>
        <pc:spChg chg="mod">
          <ac:chgData name="Alex Rios" userId="69fc135ea1c70fd1" providerId="LiveId" clId="{2D36B163-85F0-4456-92D7-55D24ED43CA6}" dt="2025-08-09T13:42:28.563" v="2222" actId="27636"/>
          <ac:spMkLst>
            <pc:docMk/>
            <pc:sldMk cId="1324877040" sldId="309"/>
            <ac:spMk id="8195" creationId="{31370B46-EBAF-66EF-DDC1-0C53B2D20D9B}"/>
          </ac:spMkLst>
        </pc:spChg>
        <pc:spChg chg="del">
          <ac:chgData name="Alex Rios" userId="69fc135ea1c70fd1" providerId="LiveId" clId="{2D36B163-85F0-4456-92D7-55D24ED43CA6}" dt="2025-08-09T13:42:19.779" v="2219" actId="26606"/>
          <ac:spMkLst>
            <pc:docMk/>
            <pc:sldMk cId="1324877040" sldId="309"/>
            <ac:spMk id="8204" creationId="{2FFB28F7-3941-393F-6C3F-BA83300B1058}"/>
          </ac:spMkLst>
        </pc:spChg>
        <pc:spChg chg="del">
          <ac:chgData name="Alex Rios" userId="69fc135ea1c70fd1" providerId="LiveId" clId="{2D36B163-85F0-4456-92D7-55D24ED43CA6}" dt="2025-08-09T13:42:19.779" v="2219" actId="26606"/>
          <ac:spMkLst>
            <pc:docMk/>
            <pc:sldMk cId="1324877040" sldId="309"/>
            <ac:spMk id="8206" creationId="{53DB71E6-351F-CAA8-513D-C2C89FA2D855}"/>
          </ac:spMkLst>
        </pc:spChg>
        <pc:spChg chg="add">
          <ac:chgData name="Alex Rios" userId="69fc135ea1c70fd1" providerId="LiveId" clId="{2D36B163-85F0-4456-92D7-55D24ED43CA6}" dt="2025-08-09T13:42:19.779" v="2219" actId="26606"/>
          <ac:spMkLst>
            <pc:docMk/>
            <pc:sldMk cId="1324877040" sldId="309"/>
            <ac:spMk id="8211" creationId="{F13C74B1-5B17-4795-BED0-7140497B445A}"/>
          </ac:spMkLst>
        </pc:spChg>
        <pc:spChg chg="add">
          <ac:chgData name="Alex Rios" userId="69fc135ea1c70fd1" providerId="LiveId" clId="{2D36B163-85F0-4456-92D7-55D24ED43CA6}" dt="2025-08-09T13:42:19.779" v="2219" actId="26606"/>
          <ac:spMkLst>
            <pc:docMk/>
            <pc:sldMk cId="1324877040" sldId="309"/>
            <ac:spMk id="8213" creationId="{D4974D33-8DC5-464E-8C6D-BE58F0669C17}"/>
          </ac:spMkLst>
        </pc:spChg>
        <pc:picChg chg="add mod">
          <ac:chgData name="Alex Rios" userId="69fc135ea1c70fd1" providerId="LiveId" clId="{2D36B163-85F0-4456-92D7-55D24ED43CA6}" dt="2025-08-09T13:42:19.779" v="2219" actId="26606"/>
          <ac:picMkLst>
            <pc:docMk/>
            <pc:sldMk cId="1324877040" sldId="309"/>
            <ac:picMk id="2" creationId="{1888C7D8-DC5A-9FAF-774C-7FC490A92B9E}"/>
          </ac:picMkLst>
        </pc:picChg>
        <pc:picChg chg="del">
          <ac:chgData name="Alex Rios" userId="69fc135ea1c70fd1" providerId="LiveId" clId="{2D36B163-85F0-4456-92D7-55D24ED43CA6}" dt="2025-08-09T13:42:07.178" v="2217" actId="21"/>
          <ac:picMkLst>
            <pc:docMk/>
            <pc:sldMk cId="1324877040" sldId="309"/>
            <ac:picMk id="1028" creationId="{A45CFEC2-938C-C254-7FD3-57C02E68BF22}"/>
          </ac:picMkLst>
        </pc:picChg>
      </pc:sldChg>
      <pc:sldChg chg="addSp delSp modSp add mod ord">
        <pc:chgData name="Alex Rios" userId="69fc135ea1c70fd1" providerId="LiveId" clId="{2D36B163-85F0-4456-92D7-55D24ED43CA6}" dt="2025-08-10T13:55:32.313" v="2834" actId="20577"/>
        <pc:sldMkLst>
          <pc:docMk/>
          <pc:sldMk cId="2575330716" sldId="310"/>
        </pc:sldMkLst>
        <pc:spChg chg="del mod">
          <ac:chgData name="Alex Rios" userId="69fc135ea1c70fd1" providerId="LiveId" clId="{2D36B163-85F0-4456-92D7-55D24ED43CA6}" dt="2025-08-10T13:49:36.830" v="2606" actId="21"/>
          <ac:spMkLst>
            <pc:docMk/>
            <pc:sldMk cId="2575330716" sldId="310"/>
            <ac:spMk id="2" creationId="{635ABB1F-1C1C-7D19-70CB-934E9D16BAD7}"/>
          </ac:spMkLst>
        </pc:spChg>
        <pc:spChg chg="add del mod">
          <ac:chgData name="Alex Rios" userId="69fc135ea1c70fd1" providerId="LiveId" clId="{2D36B163-85F0-4456-92D7-55D24ED43CA6}" dt="2025-08-10T13:49:57.181" v="2638" actId="21"/>
          <ac:spMkLst>
            <pc:docMk/>
            <pc:sldMk cId="2575330716" sldId="310"/>
            <ac:spMk id="3" creationId="{635ABB1F-1C1C-7D19-70CB-934E9D16BAD7}"/>
          </ac:spMkLst>
        </pc:spChg>
        <pc:spChg chg="add mod">
          <ac:chgData name="Alex Rios" userId="69fc135ea1c70fd1" providerId="LiveId" clId="{2D36B163-85F0-4456-92D7-55D24ED43CA6}" dt="2025-08-10T13:55:02.572" v="2829" actId="1076"/>
          <ac:spMkLst>
            <pc:docMk/>
            <pc:sldMk cId="2575330716" sldId="310"/>
            <ac:spMk id="5" creationId="{BAAA7F71-31CD-C0D7-8406-87EC90780755}"/>
          </ac:spMkLst>
        </pc:spChg>
        <pc:spChg chg="add del mod">
          <ac:chgData name="Alex Rios" userId="69fc135ea1c70fd1" providerId="LiveId" clId="{2D36B163-85F0-4456-92D7-55D24ED43CA6}" dt="2025-08-10T13:50:49.755" v="2648"/>
          <ac:spMkLst>
            <pc:docMk/>
            <pc:sldMk cId="2575330716" sldId="310"/>
            <ac:spMk id="6" creationId="{3E3F733E-ABA2-90B7-B714-9BC74D8208C9}"/>
          </ac:spMkLst>
        </pc:spChg>
        <pc:spChg chg="add mod">
          <ac:chgData name="Alex Rios" userId="69fc135ea1c70fd1" providerId="LiveId" clId="{2D36B163-85F0-4456-92D7-55D24ED43CA6}" dt="2025-08-10T13:51:07.711" v="2649" actId="767"/>
          <ac:spMkLst>
            <pc:docMk/>
            <pc:sldMk cId="2575330716" sldId="310"/>
            <ac:spMk id="7" creationId="{27AA6C68-D7CD-4B2A-BF58-288E88642119}"/>
          </ac:spMkLst>
        </pc:spChg>
        <pc:spChg chg="add mod">
          <ac:chgData name="Alex Rios" userId="69fc135ea1c70fd1" providerId="LiveId" clId="{2D36B163-85F0-4456-92D7-55D24ED43CA6}" dt="2025-08-10T13:54:58.956" v="2828" actId="14100"/>
          <ac:spMkLst>
            <pc:docMk/>
            <pc:sldMk cId="2575330716" sldId="310"/>
            <ac:spMk id="8" creationId="{FA1060C7-C5B2-1E69-EDC6-E5D81D1D9903}"/>
          </ac:spMkLst>
        </pc:spChg>
        <pc:spChg chg="mod ord">
          <ac:chgData name="Alex Rios" userId="69fc135ea1c70fd1" providerId="LiveId" clId="{2D36B163-85F0-4456-92D7-55D24ED43CA6}" dt="2025-08-10T13:55:32.313" v="2834" actId="20577"/>
          <ac:spMkLst>
            <pc:docMk/>
            <pc:sldMk cId="2575330716" sldId="310"/>
            <ac:spMk id="10243" creationId="{950105C3-9A93-070B-0766-4E7BDBDBF606}"/>
          </ac:spMkLst>
        </pc:spChg>
        <pc:spChg chg="mod">
          <ac:chgData name="Alex Rios" userId="69fc135ea1c70fd1" providerId="LiveId" clId="{2D36B163-85F0-4456-92D7-55D24ED43CA6}" dt="2025-08-10T13:55:15.455" v="2830" actId="255"/>
          <ac:spMkLst>
            <pc:docMk/>
            <pc:sldMk cId="2575330716" sldId="310"/>
            <ac:spMk id="21506" creationId="{FFD4F3FC-3957-B0C1-1B1E-A491E13B22DC}"/>
          </ac:spMkLst>
        </pc:spChg>
        <pc:spChg chg="del">
          <ac:chgData name="Alex Rios" userId="69fc135ea1c70fd1" providerId="LiveId" clId="{2D36B163-85F0-4456-92D7-55D24ED43CA6}" dt="2025-08-10T13:48:22.578" v="2549" actId="26606"/>
          <ac:spMkLst>
            <pc:docMk/>
            <pc:sldMk cId="2575330716" sldId="310"/>
            <ac:spMk id="21514" creationId="{8B02E600-6E86-EF84-78C0-392A0F86323C}"/>
          </ac:spMkLst>
        </pc:spChg>
        <pc:spChg chg="del">
          <ac:chgData name="Alex Rios" userId="69fc135ea1c70fd1" providerId="LiveId" clId="{2D36B163-85F0-4456-92D7-55D24ED43CA6}" dt="2025-08-10T13:48:22.578" v="2549" actId="26606"/>
          <ac:spMkLst>
            <pc:docMk/>
            <pc:sldMk cId="2575330716" sldId="310"/>
            <ac:spMk id="21516" creationId="{7492D698-5DD9-E24A-A8CA-A06A2632A149}"/>
          </ac:spMkLst>
        </pc:spChg>
        <pc:grpChg chg="add">
          <ac:chgData name="Alex Rios" userId="69fc135ea1c70fd1" providerId="LiveId" clId="{2D36B163-85F0-4456-92D7-55D24ED43CA6}" dt="2025-08-10T13:48:22.578" v="2549" actId="26606"/>
          <ac:grpSpMkLst>
            <pc:docMk/>
            <pc:sldMk cId="2575330716" sldId="310"/>
            <ac:grpSpMk id="21521" creationId="{31C49F18-8757-4E87-5C2E-9D6D7B82BA3B}"/>
          </ac:grpSpMkLst>
        </pc:grpChg>
        <pc:picChg chg="add mod">
          <ac:chgData name="Alex Rios" userId="69fc135ea1c70fd1" providerId="LiveId" clId="{2D36B163-85F0-4456-92D7-55D24ED43CA6}" dt="2025-08-10T13:54:13.918" v="2799" actId="1076"/>
          <ac:picMkLst>
            <pc:docMk/>
            <pc:sldMk cId="2575330716" sldId="310"/>
            <ac:picMk id="1026" creationId="{74228BAB-7B75-0E0D-CEA4-3B2BDAA8E9F6}"/>
          </ac:picMkLst>
        </pc:picChg>
        <pc:picChg chg="del mod">
          <ac:chgData name="Alex Rios" userId="69fc135ea1c70fd1" providerId="LiveId" clId="{2D36B163-85F0-4456-92D7-55D24ED43CA6}" dt="2025-08-10T13:53:39.819" v="2795" actId="21"/>
          <ac:picMkLst>
            <pc:docMk/>
            <pc:sldMk cId="2575330716" sldId="310"/>
            <ac:picMk id="21509" creationId="{64D30CF4-B628-A59C-B2AC-010ACE8E8218}"/>
          </ac:picMkLst>
        </pc:picChg>
      </pc:sldChg>
      <pc:sldChg chg="addSp delSp modSp add mod setBg delDesignElem">
        <pc:chgData name="Alex Rios" userId="69fc135ea1c70fd1" providerId="LiveId" clId="{2D36B163-85F0-4456-92D7-55D24ED43CA6}" dt="2025-08-10T14:08:22.032" v="3079" actId="1076"/>
        <pc:sldMkLst>
          <pc:docMk/>
          <pc:sldMk cId="1319430169" sldId="311"/>
        </pc:sldMkLst>
        <pc:spChg chg="del mod">
          <ac:chgData name="Alex Rios" userId="69fc135ea1c70fd1" providerId="LiveId" clId="{2D36B163-85F0-4456-92D7-55D24ED43CA6}" dt="2025-08-10T14:01:43.524" v="2872" actId="21"/>
          <ac:spMkLst>
            <pc:docMk/>
            <pc:sldMk cId="1319430169" sldId="311"/>
            <ac:spMk id="5" creationId="{5A0B8D02-1B12-60B5-5632-54ECCBDC981E}"/>
          </ac:spMkLst>
        </pc:spChg>
        <pc:spChg chg="mod">
          <ac:chgData name="Alex Rios" userId="69fc135ea1c70fd1" providerId="LiveId" clId="{2D36B163-85F0-4456-92D7-55D24ED43CA6}" dt="2025-08-10T14:05:16.916" v="3004" actId="20577"/>
          <ac:spMkLst>
            <pc:docMk/>
            <pc:sldMk cId="1319430169" sldId="311"/>
            <ac:spMk id="8" creationId="{C7BBB308-E11E-6EF8-A2EB-EB53DA4D0249}"/>
          </ac:spMkLst>
        </pc:spChg>
        <pc:spChg chg="mod">
          <ac:chgData name="Alex Rios" userId="69fc135ea1c70fd1" providerId="LiveId" clId="{2D36B163-85F0-4456-92D7-55D24ED43CA6}" dt="2025-08-10T14:04:57.526" v="2988" actId="1076"/>
          <ac:spMkLst>
            <pc:docMk/>
            <pc:sldMk cId="1319430169" sldId="311"/>
            <ac:spMk id="10243" creationId="{FCCDA88E-608E-8CCA-A836-1BCA38AC5A1B}"/>
          </ac:spMkLst>
        </pc:spChg>
        <pc:spChg chg="mod">
          <ac:chgData name="Alex Rios" userId="69fc135ea1c70fd1" providerId="LiveId" clId="{2D36B163-85F0-4456-92D7-55D24ED43CA6}" dt="2025-08-10T14:08:22.032" v="3079" actId="1076"/>
          <ac:spMkLst>
            <pc:docMk/>
            <pc:sldMk cId="1319430169" sldId="311"/>
            <ac:spMk id="21506" creationId="{8766A205-D077-4334-487E-BC3B6106F570}"/>
          </ac:spMkLst>
        </pc:spChg>
        <pc:grpChg chg="del">
          <ac:chgData name="Alex Rios" userId="69fc135ea1c70fd1" providerId="LiveId" clId="{2D36B163-85F0-4456-92D7-55D24ED43CA6}" dt="2025-08-10T14:01:08.433" v="2836"/>
          <ac:grpSpMkLst>
            <pc:docMk/>
            <pc:sldMk cId="1319430169" sldId="311"/>
            <ac:grpSpMk id="21521" creationId="{538FED33-5C2B-E441-E615-C8D26E124B85}"/>
          </ac:grpSpMkLst>
        </pc:grpChg>
        <pc:picChg chg="add mod">
          <ac:chgData name="Alex Rios" userId="69fc135ea1c70fd1" providerId="LiveId" clId="{2D36B163-85F0-4456-92D7-55D24ED43CA6}" dt="2025-08-10T14:05:00.441" v="2989" actId="14100"/>
          <ac:picMkLst>
            <pc:docMk/>
            <pc:sldMk cId="1319430169" sldId="311"/>
            <ac:picMk id="2" creationId="{27925D93-2DC7-33D0-F624-6C5618933A2D}"/>
          </ac:picMkLst>
        </pc:picChg>
        <pc:picChg chg="del mod">
          <ac:chgData name="Alex Rios" userId="69fc135ea1c70fd1" providerId="LiveId" clId="{2D36B163-85F0-4456-92D7-55D24ED43CA6}" dt="2025-08-10T14:04:28.202" v="2985" actId="21"/>
          <ac:picMkLst>
            <pc:docMk/>
            <pc:sldMk cId="1319430169" sldId="311"/>
            <ac:picMk id="1026" creationId="{9509AC41-FC80-0EE1-BFC1-12899B08C280}"/>
          </ac:picMkLst>
        </pc:picChg>
      </pc:sldChg>
      <pc:sldChg chg="addSp delSp modSp add mod">
        <pc:chgData name="Alex Rios" userId="69fc135ea1c70fd1" providerId="LiveId" clId="{2D36B163-85F0-4456-92D7-55D24ED43CA6}" dt="2025-08-10T14:08:38.467" v="3086" actId="20577"/>
        <pc:sldMkLst>
          <pc:docMk/>
          <pc:sldMk cId="1699201108" sldId="312"/>
        </pc:sldMkLst>
        <pc:spChg chg="add del mod">
          <ac:chgData name="Alex Rios" userId="69fc135ea1c70fd1" providerId="LiveId" clId="{2D36B163-85F0-4456-92D7-55D24ED43CA6}" dt="2025-08-10T14:06:11.688" v="3007"/>
          <ac:spMkLst>
            <pc:docMk/>
            <pc:sldMk cId="1699201108" sldId="312"/>
            <ac:spMk id="3" creationId="{82B736FB-014E-E851-5BC4-969FE967E41F}"/>
          </ac:spMkLst>
        </pc:spChg>
        <pc:spChg chg="add mod">
          <ac:chgData name="Alex Rios" userId="69fc135ea1c70fd1" providerId="LiveId" clId="{2D36B163-85F0-4456-92D7-55D24ED43CA6}" dt="2025-08-10T14:08:38.467" v="3086" actId="20577"/>
          <ac:spMkLst>
            <pc:docMk/>
            <pc:sldMk cId="1699201108" sldId="312"/>
            <ac:spMk id="4" creationId="{E5F3138E-D87A-3D42-C437-5D4C063979AD}"/>
          </ac:spMkLst>
        </pc:spChg>
        <pc:spChg chg="add mod">
          <ac:chgData name="Alex Rios" userId="69fc135ea1c70fd1" providerId="LiveId" clId="{2D36B163-85F0-4456-92D7-55D24ED43CA6}" dt="2025-08-10T14:08:02.379" v="3078" actId="1076"/>
          <ac:spMkLst>
            <pc:docMk/>
            <pc:sldMk cId="1699201108" sldId="312"/>
            <ac:spMk id="5" creationId="{E445661E-13EE-E54B-B34C-81B0957D83EE}"/>
          </ac:spMkLst>
        </pc:spChg>
        <pc:picChg chg="add mod">
          <ac:chgData name="Alex Rios" userId="69fc135ea1c70fd1" providerId="LiveId" clId="{2D36B163-85F0-4456-92D7-55D24ED43CA6}" dt="2025-08-10T14:07:59.385" v="3077" actId="14100"/>
          <ac:picMkLst>
            <pc:docMk/>
            <pc:sldMk cId="1699201108" sldId="312"/>
            <ac:picMk id="2050" creationId="{208CE97A-54A6-A835-DEEA-4D4E9C3FA188}"/>
          </ac:picMkLst>
        </pc:picChg>
        <pc:picChg chg="del">
          <ac:chgData name="Alex Rios" userId="69fc135ea1c70fd1" providerId="LiveId" clId="{2D36B163-85F0-4456-92D7-55D24ED43CA6}" dt="2025-08-10T14:06:05.499" v="3006" actId="21"/>
          <ac:picMkLst>
            <pc:docMk/>
            <pc:sldMk cId="1699201108" sldId="312"/>
            <ac:picMk id="15362" creationId="{8B5D6E9E-BC0F-13C4-CB95-332EABD16E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F2FCE5A-9129-0E8B-20C6-7E6ECFF149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B5B97B8-A3DA-3DB6-A4C7-3B9F5A42C6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A9954EB-0339-4790-9CFD-9BF2F8F58B7F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31C764C5-BE49-D8C8-C177-0AE48660A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F3850E9D-E46F-8ABA-4D69-E6218E9E4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652340-717E-3453-FB00-42E5C2EC49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4E0B2A-A5C4-5565-A53B-0C50DFE9A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FA0294B-3E5F-4B69-B7C3-06A5077C2AF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A0294B-3E5F-4B69-B7C3-06A5077C2AF4}" type="slidenum">
              <a:rPr lang="pt-BR" altLang="pt-BR" smtClean="0"/>
              <a:pPr>
                <a:defRPr/>
              </a:pPr>
              <a:t>10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02644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Imagem de Slide 1">
            <a:extLst>
              <a:ext uri="{FF2B5EF4-FFF2-40B4-BE49-F238E27FC236}">
                <a16:creationId xmlns:a16="http://schemas.microsoft.com/office/drawing/2014/main" id="{F6878A26-4FF3-6E15-6869-10DD079FEB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Espaço Reservado para Anotações 2">
            <a:extLst>
              <a:ext uri="{FF2B5EF4-FFF2-40B4-BE49-F238E27FC236}">
                <a16:creationId xmlns:a16="http://schemas.microsoft.com/office/drawing/2014/main" id="{FF1BC75C-D5E3-B318-7E2F-D4FE4524D1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Fonte</a:t>
            </a:r>
          </a:p>
        </p:txBody>
      </p:sp>
      <p:sp>
        <p:nvSpPr>
          <p:cNvPr id="23556" name="Espaço Reservado para Número de Slide 3">
            <a:extLst>
              <a:ext uri="{FF2B5EF4-FFF2-40B4-BE49-F238E27FC236}">
                <a16:creationId xmlns:a16="http://schemas.microsoft.com/office/drawing/2014/main" id="{D0014C17-D9C0-6D6E-C36D-2D0C974890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FB0021-248F-4C66-AAB3-96568CA9F64E}" type="slidenum">
              <a:rPr lang="pt-BR" altLang="pt-B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Imagem de Slide 1">
            <a:extLst>
              <a:ext uri="{FF2B5EF4-FFF2-40B4-BE49-F238E27FC236}">
                <a16:creationId xmlns:a16="http://schemas.microsoft.com/office/drawing/2014/main" id="{13FBDC14-2EE3-D65A-5673-398F4193CB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Espaço Reservado para Anotações 2">
            <a:extLst>
              <a:ext uri="{FF2B5EF4-FFF2-40B4-BE49-F238E27FC236}">
                <a16:creationId xmlns:a16="http://schemas.microsoft.com/office/drawing/2014/main" id="{52A422E7-73CE-07B7-E775-1C2B690601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Fonte</a:t>
            </a:r>
          </a:p>
        </p:txBody>
      </p:sp>
      <p:sp>
        <p:nvSpPr>
          <p:cNvPr id="25604" name="Espaço Reservado para Número de Slide 3">
            <a:extLst>
              <a:ext uri="{FF2B5EF4-FFF2-40B4-BE49-F238E27FC236}">
                <a16:creationId xmlns:a16="http://schemas.microsoft.com/office/drawing/2014/main" id="{8D2C4691-ABB5-4476-E687-36A5AAFED7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03BBFF-FDE5-4F5D-9F18-D43A2D916829}" type="slidenum">
              <a:rPr lang="pt-BR" altLang="pt-B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Imagem de Slide 1">
            <a:extLst>
              <a:ext uri="{FF2B5EF4-FFF2-40B4-BE49-F238E27FC236}">
                <a16:creationId xmlns:a16="http://schemas.microsoft.com/office/drawing/2014/main" id="{0F3E9B5B-3022-E1B8-7551-E9DADAE7FD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Espaço Reservado para Anotações 2">
            <a:extLst>
              <a:ext uri="{FF2B5EF4-FFF2-40B4-BE49-F238E27FC236}">
                <a16:creationId xmlns:a16="http://schemas.microsoft.com/office/drawing/2014/main" id="{0FC07416-313E-A6DA-19BC-E43E6DE984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Fonte</a:t>
            </a:r>
          </a:p>
        </p:txBody>
      </p:sp>
      <p:sp>
        <p:nvSpPr>
          <p:cNvPr id="27652" name="Espaço Reservado para Número de Slide 3">
            <a:extLst>
              <a:ext uri="{FF2B5EF4-FFF2-40B4-BE49-F238E27FC236}">
                <a16:creationId xmlns:a16="http://schemas.microsoft.com/office/drawing/2014/main" id="{AD6809CF-9268-AB2F-C0F5-9729038FCF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9997D86-CF12-4520-91A6-C15DB323BB32}" type="slidenum">
              <a:rPr lang="pt-BR" altLang="pt-B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Imagem de Slide 1">
            <a:extLst>
              <a:ext uri="{FF2B5EF4-FFF2-40B4-BE49-F238E27FC236}">
                <a16:creationId xmlns:a16="http://schemas.microsoft.com/office/drawing/2014/main" id="{71355739-19D5-D180-C3EE-4EC104987C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Espaço Reservado para Anotações 2">
            <a:extLst>
              <a:ext uri="{FF2B5EF4-FFF2-40B4-BE49-F238E27FC236}">
                <a16:creationId xmlns:a16="http://schemas.microsoft.com/office/drawing/2014/main" id="{ED95B4F6-040A-6E7A-D08A-6C0E5F9357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Fonte</a:t>
            </a:r>
          </a:p>
        </p:txBody>
      </p:sp>
      <p:sp>
        <p:nvSpPr>
          <p:cNvPr id="29700" name="Espaço Reservado para Número de Slide 3">
            <a:extLst>
              <a:ext uri="{FF2B5EF4-FFF2-40B4-BE49-F238E27FC236}">
                <a16:creationId xmlns:a16="http://schemas.microsoft.com/office/drawing/2014/main" id="{7C3F7530-1E39-7730-7A07-14D4597A8D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8A2CEA-75E7-4C5F-AEBD-E5693123D909}" type="slidenum">
              <a:rPr lang="pt-BR" altLang="pt-B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Imagem de Slide 1">
            <a:extLst>
              <a:ext uri="{FF2B5EF4-FFF2-40B4-BE49-F238E27FC236}">
                <a16:creationId xmlns:a16="http://schemas.microsoft.com/office/drawing/2014/main" id="{B0471603-16A7-DECE-1F2A-BBB5A173A7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Espaço Reservado para Anotações 2">
            <a:extLst>
              <a:ext uri="{FF2B5EF4-FFF2-40B4-BE49-F238E27FC236}">
                <a16:creationId xmlns:a16="http://schemas.microsoft.com/office/drawing/2014/main" id="{C25449EE-15C6-79CB-58F5-D52E4AE37E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Fonte</a:t>
            </a:r>
          </a:p>
        </p:txBody>
      </p:sp>
      <p:sp>
        <p:nvSpPr>
          <p:cNvPr id="31748" name="Espaço Reservado para Número de Slide 3">
            <a:extLst>
              <a:ext uri="{FF2B5EF4-FFF2-40B4-BE49-F238E27FC236}">
                <a16:creationId xmlns:a16="http://schemas.microsoft.com/office/drawing/2014/main" id="{47217C88-A12D-595F-3E28-BCE7C45C40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E2DE525-D1A3-4112-898B-24EE2149A841}" type="slidenum">
              <a:rPr lang="pt-BR" altLang="pt-B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Imagem de Slide 1">
            <a:extLst>
              <a:ext uri="{FF2B5EF4-FFF2-40B4-BE49-F238E27FC236}">
                <a16:creationId xmlns:a16="http://schemas.microsoft.com/office/drawing/2014/main" id="{609176AD-AECC-0FF1-81DD-0DE12D27E9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Espaço Reservado para Anotações 2">
            <a:extLst>
              <a:ext uri="{FF2B5EF4-FFF2-40B4-BE49-F238E27FC236}">
                <a16:creationId xmlns:a16="http://schemas.microsoft.com/office/drawing/2014/main" id="{1C35DC74-036F-0B0B-B445-90D3CC5CFC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Fonte</a:t>
            </a:r>
          </a:p>
        </p:txBody>
      </p:sp>
      <p:sp>
        <p:nvSpPr>
          <p:cNvPr id="33796" name="Espaço Reservado para Número de Slide 3">
            <a:extLst>
              <a:ext uri="{FF2B5EF4-FFF2-40B4-BE49-F238E27FC236}">
                <a16:creationId xmlns:a16="http://schemas.microsoft.com/office/drawing/2014/main" id="{41AC8D38-2200-0B44-BFC5-419A117D3D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E8A55D-1051-4937-9400-A52548590B56}" type="slidenum">
              <a:rPr lang="pt-BR" altLang="pt-B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54966-55A3-88E4-0A9D-11F12A5EC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CE5D07-76F3-95C1-9E2B-0D423C46E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F0878D-7E16-D83B-96ED-C296FA58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1E4975-8D6E-4DA5-B9E7-09EB42936E79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C34E45-7260-FAB7-4343-2DD05F59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1B6884-47B8-0B08-6EB9-DFAF555E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8510BF-EC18-4354-9F24-FDC10A01CF68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4791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DCF38-CF98-4778-04B6-B335D5C8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05757C-357F-DD9C-09CB-EBC37C305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B31E14-A3A6-F61B-8254-0528D45E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2F8B6A-F5FF-4AD1-AC43-5D0104ED97BB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397882-F7E3-35B8-E1DD-0DEC30FC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DB4BBD-A7BD-5D69-714F-A8E1E3A9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6F3FDF-91D8-46D3-A2DF-944EABDF0D55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2150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C7E0F-5973-9E1B-CB99-C48323EA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0F8E44-1CA1-A574-CEAD-97E23FE65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9ECFA1-4C99-00AC-D226-03E529F8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32993-7645-4DA2-9DC8-DC9FAF438B3D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0921BB-78A0-578C-56A4-DC88424E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1693D2-864B-49DE-29AA-94EFB39B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9E42A-7678-4CC9-8371-F7DD64B808F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0947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EB6B2-8A0D-D2B3-0C51-B6590881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B9A514-3CBF-892F-CB23-FFD59D679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9E3FC3-C1AB-97FC-4DBE-91B8BDA7D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1C6173-EB15-0502-6BDD-F9DBB272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8DB5A2-F7C2-4611-9519-9079D51E1C6F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F81995-BCE4-4F2D-FA09-27963FD3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66BE9D-772A-007C-8434-C7E2E4BC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0FB587-535E-46EC-9C35-EE5B1554C346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3737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7A3B0-9272-93F5-30C6-219BA9A5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6920E4-2DD6-4A77-7899-893B59C7D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AEC047-8CEC-83FD-FA18-A5C4D218C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2C82179-05E5-7F92-ED26-981C03566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1624CD-D67E-8C5D-F058-459C07031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AF1422E-C024-F2C1-FE88-625A41C4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012C12-E2B3-4CEA-AF22-66E6D04D2B32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2C8B6B-36EB-620F-F26C-A95B21EC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A0E5CCB-82F1-AD47-E811-08EDC9AA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093636-BA2C-4EDB-AADD-920DB83368B0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8577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C9F05-C978-2C34-15C8-FC7B6BAE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4D0D3BC-6BB4-3CDE-38C9-125CE4CD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AE643A-AE71-4951-BFF9-7A1A2C1774F8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58E270F-C15B-A80F-3645-1EA66A7C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192E7C-6573-4605-C2A8-252B7C6E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AB1BA-E2A5-4A77-B673-F242D6703BB3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5558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396535-F7C0-F022-2A49-669A9B14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3352E1-0009-4DD7-984F-573D87552281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8F7E18-3CA2-ADEB-0DD4-64DDD397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FD69C2-3DA6-3EB0-0F47-984EE589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5763BC-5417-4B5F-9599-D97F5E610608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43813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9F8C1-EEE8-E982-BFD8-0022EC13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9EE6B-8C91-022E-3C38-541642B9E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95AB28-52D5-7E62-1FDB-F276A8474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0061C3-409D-2022-B24D-6ACB0850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448EC1-64FA-4E86-948A-9E73C130BFFF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D3DB5B-FC77-36CE-7677-19838AA1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E0CA80-E08B-A7CF-68E1-E393082C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71CC3D-221F-4875-8AC1-912D38A22FCC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6930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962F2-CE05-01E2-D2A7-BA6CB4FD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F8C4AFE-741F-D49B-EF32-9B8A2CCF7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A62BDD-232E-0276-B17E-120158F38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547754-C8A0-AE80-1029-BEB74E95F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84688C-776A-4AC3-B4AC-6655E0BE6115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16ABEB-3E10-869B-F4FD-98A220BB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AF6020-3C04-41E2-ADC5-4DF343BC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4DF00-92E6-484F-9C85-DC5C0C372BCF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6013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155C-704A-AF92-55EC-BBDE240F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BE0BF3-B516-48B5-7C87-B1F9803BD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58B113-9792-626A-2044-CD0897AB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4C7E17-8848-464A-811F-077A1C2507ED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58F4BC-7F2F-A0B1-466F-FF4300DA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B1D4E1-7D81-74C2-4D48-74D771F7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B59DD2-9AC4-4C0C-A879-290544CD1058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0852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70418A-C679-0D80-4833-DD4C9CE29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6122C2-7D41-CD61-9E62-7BDA30447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E9E1E0-6F65-75E7-26C9-D470B0A3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77BBCF-9E83-4521-B21B-4E82BDB9C170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4B588-5D8B-45CC-848D-517AFB517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B0D6DC-E52B-BBFB-5C47-539058F4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A2B5B5-8C43-4E6B-8DFC-D460FFE2E3A2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5541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56FAB35-9DA0-E651-E978-E4E4C54F3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1D2C06-BC78-3F8D-DF38-92A04E932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E5642F-DA35-ABE0-E26A-69387E8AB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EA167A32-C7A6-47B8-9DC4-FB468ACB0CEA}" type="datetimeFigureOut">
              <a:rPr lang="pt-BR" smtClean="0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518936-495F-2013-9812-FFE1A2C2B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55D0F5-AA1B-3DB8-8424-0DE0257D8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3A8ABFB-5B69-4CEA-BE05-77A9E79BB01D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48376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A Revolução sustentável da Agroecologia - CBH-BT">
            <a:extLst>
              <a:ext uri="{FF2B5EF4-FFF2-40B4-BE49-F238E27FC236}">
                <a16:creationId xmlns:a16="http://schemas.microsoft.com/office/drawing/2014/main" id="{C527967B-975A-957C-C263-3A052A22D7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4" r="10107"/>
          <a:stretch/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6152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ítulo 3">
            <a:extLst>
              <a:ext uri="{FF2B5EF4-FFF2-40B4-BE49-F238E27FC236}">
                <a16:creationId xmlns:a16="http://schemas.microsoft.com/office/drawing/2014/main" id="{89F3B8BA-8EDB-A3DA-98EB-8E54A0FD35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altLang="pt-BR" sz="3100">
                <a:solidFill>
                  <a:schemeClr val="tx1">
                    <a:lumMod val="85000"/>
                    <a:lumOff val="15000"/>
                  </a:schemeClr>
                </a:solidFill>
              </a:rPr>
              <a:t>AGRICULTURA E SUSTENTABILIDADE</a:t>
            </a:r>
          </a:p>
        </p:txBody>
      </p:sp>
      <p:cxnSp>
        <p:nvCxnSpPr>
          <p:cNvPr id="6151" name="Straight Connector 6154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2" name="Straight Connector 615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65" name="Rectangle 19464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67" name="Rectangle: Rounded Corners 19466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7036903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458" name="Espaço Reservado para Conteúdo 2">
            <a:extLst>
              <a:ext uri="{FF2B5EF4-FFF2-40B4-BE49-F238E27FC236}">
                <a16:creationId xmlns:a16="http://schemas.microsoft.com/office/drawing/2014/main" id="{277CD47A-DE8F-781B-101D-4743F1F2967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15516" y="5178467"/>
            <a:ext cx="8712968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buNone/>
            </a:pPr>
            <a:r>
              <a:rPr lang="en-US" altLang="pt-BR" sz="3800" dirty="0" smtClean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DEGRADAÇÃO DO </a:t>
            </a:r>
            <a:r>
              <a:rPr lang="en-US" altLang="pt-BR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SOLO</a:t>
            </a:r>
          </a:p>
        </p:txBody>
      </p:sp>
      <p:pic>
        <p:nvPicPr>
          <p:cNvPr id="1028" name="Picture 4" descr="Degradação de solos: Conheça as causas comuns e suas consequênci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11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44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533" name="Rectangle 6453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ítulo 1">
            <a:extLst>
              <a:ext uri="{FF2B5EF4-FFF2-40B4-BE49-F238E27FC236}">
                <a16:creationId xmlns:a16="http://schemas.microsoft.com/office/drawing/2014/main" id="{E40AF143-DCF8-4F4F-14E7-78FB02815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pt-BR" altLang="pt-BR" sz="29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IMPACTOS </a:t>
            </a:r>
            <a:r>
              <a:rPr lang="pt-BR" altLang="pt-BR" sz="2900" b="1" dirty="0" smtClean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DA MONOCULTURA</a:t>
            </a:r>
            <a:endParaRPr lang="pt-BR" altLang="pt-BR" sz="2900" b="1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453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Espaço Reservado para Conteúdo 2">
            <a:extLst>
              <a:ext uri="{FF2B5EF4-FFF2-40B4-BE49-F238E27FC236}">
                <a16:creationId xmlns:a16="http://schemas.microsoft.com/office/drawing/2014/main" id="{0979F60F-B905-AD08-15AC-947B64279E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0060" y="2817504"/>
            <a:ext cx="3182691" cy="3923864"/>
          </a:xfrm>
        </p:spPr>
        <p:txBody>
          <a:bodyPr>
            <a:normAutofit fontScale="85000" lnSpcReduction="20000"/>
          </a:bodyPr>
          <a:lstStyle/>
          <a:p>
            <a:pPr marL="360363" lvl="2" indent="-269875">
              <a:buFont typeface="Wingdings" panose="05000000000000000000" pitchFamily="2" charset="2"/>
              <a:buChar char="Ø"/>
            </a:pPr>
            <a:endParaRPr lang="pt-BR" altLang="pt-BR" sz="2200" dirty="0">
              <a:latin typeface="Google Sans"/>
            </a:endParaRPr>
          </a:p>
          <a:p>
            <a:pPr marL="433388" lvl="2" indent="-342900">
              <a:buFont typeface="Wingdings" panose="05000000000000000000" pitchFamily="2" charset="2"/>
              <a:buChar char="ü"/>
            </a:pPr>
            <a:r>
              <a:rPr lang="pt-BR" sz="2200" b="0" i="0" dirty="0" smtClean="0">
                <a:effectLst/>
                <a:highlight>
                  <a:srgbClr val="FFFFFF"/>
                </a:highlight>
                <a:latin typeface="Google Sans"/>
              </a:rPr>
              <a:t>Compactação e erosão;</a:t>
            </a:r>
            <a:endParaRPr lang="pt-BR" sz="2200" b="0" i="0" dirty="0">
              <a:effectLst/>
              <a:highlight>
                <a:srgbClr val="FFFFFF"/>
              </a:highlight>
              <a:latin typeface="Google Sans"/>
            </a:endParaRPr>
          </a:p>
          <a:p>
            <a:pPr marL="433388" lvl="2" indent="-342900">
              <a:buFont typeface="Wingdings" panose="05000000000000000000" pitchFamily="2" charset="2"/>
              <a:buChar char="ü"/>
            </a:pPr>
            <a:endParaRPr lang="pt-BR" sz="2200" b="0" i="0" dirty="0">
              <a:effectLst/>
              <a:highlight>
                <a:srgbClr val="FFFFFF"/>
              </a:highlight>
              <a:latin typeface="Google Sans"/>
            </a:endParaRPr>
          </a:p>
          <a:p>
            <a:pPr marL="433388" lvl="2" indent="-342900">
              <a:buFont typeface="Wingdings" panose="05000000000000000000" pitchFamily="2" charset="2"/>
              <a:buChar char="ü"/>
            </a:pPr>
            <a:r>
              <a:rPr lang="pt-BR" sz="2200" dirty="0">
                <a:highlight>
                  <a:srgbClr val="FFFFFF"/>
                </a:highlight>
                <a:latin typeface="Google Sans"/>
              </a:rPr>
              <a:t>Exaustão do solo, acarretando no esgotamento de nutrientes e consequente empobrecimento;</a:t>
            </a:r>
          </a:p>
          <a:p>
            <a:pPr marL="433388" lvl="2" indent="-342900">
              <a:buFont typeface="Wingdings" panose="05000000000000000000" pitchFamily="2" charset="2"/>
              <a:buChar char="ü"/>
            </a:pPr>
            <a:endParaRPr lang="pt-BR" sz="2200" b="0" i="0" dirty="0">
              <a:effectLst/>
              <a:highlight>
                <a:srgbClr val="FFFFFF"/>
              </a:highlight>
              <a:latin typeface="Google Sans"/>
            </a:endParaRPr>
          </a:p>
          <a:p>
            <a:pPr marL="433388" lvl="2" indent="-342900">
              <a:buFont typeface="Wingdings" panose="05000000000000000000" pitchFamily="2" charset="2"/>
              <a:buChar char="ü"/>
            </a:pPr>
            <a:r>
              <a:rPr lang="pt-BR" sz="2200" b="0" i="0" dirty="0">
                <a:effectLst/>
                <a:highlight>
                  <a:srgbClr val="FFFFFF"/>
                </a:highlight>
                <a:latin typeface="Google Sans"/>
              </a:rPr>
              <a:t>Uso intensivo de fertilizantes químicos e agrotóxicos, gerando contaminação do solo e dos recursos hídricos.</a:t>
            </a:r>
          </a:p>
          <a:p>
            <a:pPr marL="433388" lvl="2" indent="-342900">
              <a:buFont typeface="Wingdings" panose="05000000000000000000" pitchFamily="2" charset="2"/>
              <a:buChar char="ü"/>
            </a:pPr>
            <a:endParaRPr lang="pt-BR" sz="1800" dirty="0">
              <a:highlight>
                <a:srgbClr val="FFFFFF"/>
              </a:highlight>
              <a:latin typeface="Google Sans"/>
            </a:endParaRPr>
          </a:p>
          <a:p>
            <a:pPr marL="433388" lvl="2" indent="-342900">
              <a:buFont typeface="Wingdings" panose="05000000000000000000" pitchFamily="2" charset="2"/>
              <a:buChar char="ü"/>
            </a:pPr>
            <a:endParaRPr lang="pt-BR" altLang="pt-BR" sz="1800" dirty="0"/>
          </a:p>
          <a:p>
            <a:pPr marL="433388" lvl="2" indent="-342900">
              <a:buFont typeface="Wingdings" panose="05000000000000000000" pitchFamily="2" charset="2"/>
              <a:buChar char="ü"/>
            </a:pPr>
            <a:endParaRPr lang="pt-BR" altLang="pt-BR" sz="1800" dirty="0"/>
          </a:p>
        </p:txBody>
      </p:sp>
      <p:pic>
        <p:nvPicPr>
          <p:cNvPr id="64514" name="Picture 2" descr="Monocultura: como é praticada, vantagens e desvantagens">
            <a:extLst>
              <a:ext uri="{FF2B5EF4-FFF2-40B4-BE49-F238E27FC236}">
                <a16:creationId xmlns:a16="http://schemas.microsoft.com/office/drawing/2014/main" id="{4449A921-181D-A8C1-0EDE-E5DE46478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53" r="23432" b="-1"/>
          <a:stretch/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76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8" name="Rectangle 12307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Degradação do solo: o que é, 4 principais causas e estratégias de  recuperação">
            <a:extLst>
              <a:ext uri="{FF2B5EF4-FFF2-40B4-BE49-F238E27FC236}">
                <a16:creationId xmlns:a16="http://schemas.microsoft.com/office/drawing/2014/main" id="{E1C3F40E-84A3-E137-C248-5C0FAAE048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8" r="24111" b="1"/>
          <a:stretch/>
        </p:blipFill>
        <p:spPr bwMode="auto">
          <a:xfrm>
            <a:off x="3662266" y="10"/>
            <a:ext cx="5481734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2310" name="Freeform: Shape 12309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312" name="Freeform: Shape 12311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142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90" name="Título 1">
            <a:extLst>
              <a:ext uri="{FF2B5EF4-FFF2-40B4-BE49-F238E27FC236}">
                <a16:creationId xmlns:a16="http://schemas.microsoft.com/office/drawing/2014/main" id="{FA8AC6BA-DFC3-1B7C-CCBB-D0FE95801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178" y="856488"/>
            <a:ext cx="3744468" cy="1243584"/>
          </a:xfrm>
        </p:spPr>
        <p:txBody>
          <a:bodyPr anchor="ctr">
            <a:normAutofit/>
          </a:bodyPr>
          <a:lstStyle/>
          <a:p>
            <a:r>
              <a:rPr lang="pt-BR" altLang="pt-BR" sz="3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SALINIZAÇÃO DO SOLO</a:t>
            </a:r>
          </a:p>
        </p:txBody>
      </p:sp>
      <p:sp>
        <p:nvSpPr>
          <p:cNvPr id="12314" name="Rectangle 12313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16" name="Rectangle 12315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326" y="2195336"/>
            <a:ext cx="373761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BDDEB5-0B3B-4231-2673-A5B98775B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178" y="2522949"/>
            <a:ext cx="3799332" cy="4218419"/>
          </a:xfrm>
        </p:spPr>
        <p:txBody>
          <a:bodyPr rtlCol="0" anchor="t">
            <a:normAutofit lnSpcReduction="10000"/>
          </a:bodyPr>
          <a:lstStyle/>
          <a:p>
            <a:pPr marL="90488" lvl="2" indent="0" fontAlgn="auto">
              <a:spcAft>
                <a:spcPts val="0"/>
              </a:spcAft>
              <a:buNone/>
              <a:defRPr/>
            </a:pPr>
            <a:r>
              <a:rPr lang="pt-BR" sz="2200" dirty="0">
                <a:latin typeface="Google Sans"/>
                <a:cs typeface="Aparajita" pitchFamily="34" charset="0"/>
              </a:rPr>
              <a:t>Processo caracterizado pelo acúmulo excessivo de sais minerais no solo, provenientes, na maioria das vezes, da </a:t>
            </a:r>
            <a:r>
              <a:rPr lang="pt-BR" sz="2200" b="1" dirty="0">
                <a:latin typeface="Google Sans"/>
                <a:cs typeface="Aparajita" pitchFamily="34" charset="0"/>
              </a:rPr>
              <a:t>irrigação agrícola inadequada</a:t>
            </a:r>
            <a:r>
              <a:rPr lang="pt-BR" sz="2200" dirty="0">
                <a:latin typeface="Google Sans"/>
                <a:cs typeface="Aparajita" pitchFamily="34" charset="0"/>
              </a:rPr>
              <a:t>, usando-se água em excesso</a:t>
            </a:r>
            <a:r>
              <a:rPr lang="pt-BR" sz="2200" dirty="0">
                <a:latin typeface="Google Sans"/>
              </a:rPr>
              <a:t>. </a:t>
            </a:r>
            <a:endParaRPr lang="pt-BR" sz="2200" dirty="0">
              <a:latin typeface="Google Sans"/>
              <a:cs typeface="Aparajita" pitchFamily="34" charset="0"/>
            </a:endParaRPr>
          </a:p>
          <a:p>
            <a:pPr marL="90488" lvl="2" indent="0" fontAlgn="auto">
              <a:spcAft>
                <a:spcPts val="0"/>
              </a:spcAft>
              <a:buNone/>
              <a:defRPr/>
            </a:pPr>
            <a:endParaRPr lang="pt-BR" sz="2200" dirty="0">
              <a:latin typeface="Google Sans"/>
              <a:cs typeface="Aparajita" pitchFamily="34" charset="0"/>
            </a:endParaRPr>
          </a:p>
          <a:p>
            <a:pPr marL="90488" lvl="2" indent="0" fontAlgn="auto">
              <a:spcAft>
                <a:spcPts val="0"/>
              </a:spcAft>
              <a:buNone/>
              <a:defRPr/>
            </a:pPr>
            <a:r>
              <a:rPr lang="pt-BR" sz="2200" dirty="0">
                <a:latin typeface="Google Sans"/>
                <a:cs typeface="Aparajita" pitchFamily="34" charset="0"/>
              </a:rPr>
              <a:t>Comum em solos de climas áridos ou semiáridos, em que a evaporação de água é maior do que a precipitação.</a:t>
            </a:r>
          </a:p>
          <a:p>
            <a:pPr marL="90488" lvl="2" indent="0" fontAlgn="auto">
              <a:spcAft>
                <a:spcPts val="0"/>
              </a:spcAft>
              <a:buNone/>
              <a:defRPr/>
            </a:pPr>
            <a:endParaRPr lang="pt-BR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554" name="Rectangle 65549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538" name="Picture 2" descr="Plantio com sistema de irrigação por gotejamento">
            <a:extLst>
              <a:ext uri="{FF2B5EF4-FFF2-40B4-BE49-F238E27FC236}">
                <a16:creationId xmlns:a16="http://schemas.microsoft.com/office/drawing/2014/main" id="{15F6762D-88E7-AB24-A458-6FE4E6CC8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4" r="3" b="3275"/>
          <a:stretch/>
        </p:blipFill>
        <p:spPr bwMode="auto">
          <a:xfrm>
            <a:off x="3889915" y="163646"/>
            <a:ext cx="5105027" cy="262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BDDEB5-0B3B-4231-2673-A5B98775B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58" y="297472"/>
            <a:ext cx="2989616" cy="6299880"/>
          </a:xfrm>
        </p:spPr>
        <p:txBody>
          <a:bodyPr rtlCol="0">
            <a:normAutofit/>
          </a:bodyPr>
          <a:lstStyle/>
          <a:p>
            <a:pPr marL="90488" lvl="2" indent="0" fontAlgn="auto">
              <a:spcAft>
                <a:spcPts val="0"/>
              </a:spcAft>
              <a:buNone/>
              <a:defRPr/>
            </a:pPr>
            <a:r>
              <a:rPr lang="pt-BR" sz="2200" dirty="0">
                <a:latin typeface="Google Sans"/>
                <a:cs typeface="Aparajita" pitchFamily="34" charset="0"/>
              </a:rPr>
              <a:t>A irrigação agrícola corresponde a um conjunto de técnicas para a aplicação de água de forma artificial.</a:t>
            </a:r>
          </a:p>
          <a:p>
            <a:pPr marL="90488" lvl="2" indent="0" fontAlgn="auto">
              <a:spcAft>
                <a:spcPts val="0"/>
              </a:spcAft>
              <a:buNone/>
              <a:defRPr/>
            </a:pPr>
            <a:endParaRPr lang="pt-BR" sz="2200" dirty="0">
              <a:latin typeface="Google Sans"/>
              <a:cs typeface="Aparajita" pitchFamily="34" charset="0"/>
            </a:endParaRPr>
          </a:p>
          <a:p>
            <a:pPr marL="90488" lvl="2" indent="0" fontAlgn="auto">
              <a:spcAft>
                <a:spcPts val="0"/>
              </a:spcAft>
              <a:buNone/>
              <a:defRPr/>
            </a:pPr>
            <a:r>
              <a:rPr lang="pt-BR" sz="2200" dirty="0">
                <a:latin typeface="Google Sans"/>
                <a:cs typeface="Aparajita" pitchFamily="34" charset="0"/>
              </a:rPr>
              <a:t>Podemos destacar a irrigação por </a:t>
            </a:r>
            <a:r>
              <a:rPr lang="pt-BR" sz="2200" b="1" dirty="0">
                <a:latin typeface="Google Sans"/>
                <a:cs typeface="Aparajita" pitchFamily="34" charset="0"/>
              </a:rPr>
              <a:t>gotejamento</a:t>
            </a:r>
            <a:r>
              <a:rPr lang="pt-BR" sz="2200" dirty="0">
                <a:latin typeface="Google Sans"/>
                <a:cs typeface="Aparajita" pitchFamily="34" charset="0"/>
              </a:rPr>
              <a:t> e por </a:t>
            </a:r>
            <a:r>
              <a:rPr lang="pt-BR" sz="2200" b="1" dirty="0">
                <a:latin typeface="Google Sans"/>
                <a:cs typeface="Aparajita" pitchFamily="34" charset="0"/>
              </a:rPr>
              <a:t>aspersão</a:t>
            </a:r>
            <a:r>
              <a:rPr lang="pt-BR" sz="2200" dirty="0">
                <a:latin typeface="Google Sans"/>
                <a:cs typeface="Aparajita" pitchFamily="34" charset="0"/>
              </a:rPr>
              <a:t>.</a:t>
            </a:r>
          </a:p>
          <a:p>
            <a:pPr marL="90488" lvl="2" indent="0" fontAlgn="auto">
              <a:spcAft>
                <a:spcPts val="0"/>
              </a:spcAft>
              <a:buNone/>
              <a:defRPr/>
            </a:pPr>
            <a:r>
              <a:rPr lang="pt-BR" sz="2100" dirty="0">
                <a:latin typeface="Google Sans"/>
              </a:rPr>
              <a:t> </a:t>
            </a:r>
          </a:p>
          <a:p>
            <a:pPr marL="90488" lvl="2" indent="0" fontAlgn="auto">
              <a:spcAft>
                <a:spcPts val="0"/>
              </a:spcAft>
              <a:buNone/>
              <a:defRPr/>
            </a:pPr>
            <a:endParaRPr lang="pt-BR" sz="1700" dirty="0">
              <a:latin typeface="Aparajita" pitchFamily="34" charset="0"/>
              <a:cs typeface="Aparajita" pitchFamily="34" charset="0"/>
            </a:endParaRPr>
          </a:p>
          <a:p>
            <a:pPr marL="90488" lvl="2" indent="0" fontAlgn="auto">
              <a:spcAft>
                <a:spcPts val="0"/>
              </a:spcAft>
              <a:buNone/>
              <a:defRPr/>
            </a:pPr>
            <a:endParaRPr lang="pt-BR" sz="1700" dirty="0"/>
          </a:p>
        </p:txBody>
      </p:sp>
      <p:pic>
        <p:nvPicPr>
          <p:cNvPr id="65540" name="Picture 4" descr="Tudo o que você precisa saber sobre a irrigação por aspersão - Blog da Aegro">
            <a:extLst>
              <a:ext uri="{FF2B5EF4-FFF2-40B4-BE49-F238E27FC236}">
                <a16:creationId xmlns:a16="http://schemas.microsoft.com/office/drawing/2014/main" id="{0736A3B4-F322-E98B-7C9B-3E04F2509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2" r="-1" b="-1"/>
          <a:stretch/>
        </p:blipFill>
        <p:spPr bwMode="auto">
          <a:xfrm>
            <a:off x="3889915" y="2956875"/>
            <a:ext cx="5105027" cy="335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87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34" name="Rectangle 13328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7" name="Picture 5" descr="Desertificação atinge 13% do semiárido brasileiro e ameaça conservação da  caatinga | Desafio Natureza | G1">
            <a:extLst>
              <a:ext uri="{FF2B5EF4-FFF2-40B4-BE49-F238E27FC236}">
                <a16:creationId xmlns:a16="http://schemas.microsoft.com/office/drawing/2014/main" id="{4B5E66BA-3773-6E48-D2F8-5507EC697F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4" r="25690" b="-1"/>
          <a:stretch/>
        </p:blipFill>
        <p:spPr bwMode="auto">
          <a:xfrm>
            <a:off x="3662266" y="10"/>
            <a:ext cx="5481734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3336" name="Freeform: Shape 13330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333" name="Freeform: Shape 13332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142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4" name="Título 2">
            <a:extLst>
              <a:ext uri="{FF2B5EF4-FFF2-40B4-BE49-F238E27FC236}">
                <a16:creationId xmlns:a16="http://schemas.microsoft.com/office/drawing/2014/main" id="{0B3CC8CA-3B41-2205-1F34-E531F41DC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178" y="856488"/>
            <a:ext cx="3744468" cy="1243584"/>
          </a:xfrm>
        </p:spPr>
        <p:txBody>
          <a:bodyPr anchor="ctr">
            <a:normAutofit/>
          </a:bodyPr>
          <a:lstStyle/>
          <a:p>
            <a:r>
              <a:rPr lang="pt-BR" altLang="pt-BR" sz="3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Desertificação</a:t>
            </a:r>
            <a:r>
              <a:rPr lang="pt-BR" altLang="pt-BR" sz="3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sp>
        <p:nvSpPr>
          <p:cNvPr id="13335" name="Rectangle 13334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337" name="Rectangle 13336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326" y="2195336"/>
            <a:ext cx="373761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315" name="Espaço Reservado para Conteúdo 1">
            <a:extLst>
              <a:ext uri="{FF2B5EF4-FFF2-40B4-BE49-F238E27FC236}">
                <a16:creationId xmlns:a16="http://schemas.microsoft.com/office/drawing/2014/main" id="{735051F5-BD8C-9AEF-8485-3119D5F3FD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1178" y="2522949"/>
            <a:ext cx="3799332" cy="4316763"/>
          </a:xfrm>
        </p:spPr>
        <p:txBody>
          <a:bodyPr anchor="t">
            <a:normAutofit fontScale="92500"/>
          </a:bodyPr>
          <a:lstStyle/>
          <a:p>
            <a:r>
              <a:rPr lang="pt-BR" altLang="pt-BR" sz="1900" dirty="0">
                <a:latin typeface="Google Sans"/>
                <a:ea typeface="ＭＳ Ｐゴシック" panose="020B0600070205080204" pitchFamily="34" charset="-128"/>
              </a:rPr>
              <a:t>Perda total ou redução do potencial biológico da terra. Além da perda da biodiversidade, o processo acarreta perda do solo, podendo causar intensificação da erosão. </a:t>
            </a:r>
          </a:p>
          <a:p>
            <a:r>
              <a:rPr lang="pt-BR" altLang="pt-BR" sz="1900" dirty="0">
                <a:latin typeface="Google Sans"/>
                <a:ea typeface="ＭＳ Ｐゴシック" panose="020B0600070205080204" pitchFamily="34" charset="-128"/>
              </a:rPr>
              <a:t>As causas podem ser variações climáticas e/ou ação do homem. </a:t>
            </a:r>
          </a:p>
          <a:p>
            <a:r>
              <a:rPr lang="pt-BR" altLang="pt-BR" sz="1900" dirty="0">
                <a:latin typeface="Google Sans"/>
                <a:ea typeface="ＭＳ Ｐゴシック" panose="020B0600070205080204" pitchFamily="34" charset="-128"/>
              </a:rPr>
              <a:t>Ações do homem: a principal é o desmatamento. </a:t>
            </a:r>
          </a:p>
          <a:p>
            <a:r>
              <a:rPr lang="pt-BR" altLang="pt-BR" sz="1900" dirty="0">
                <a:latin typeface="Google Sans"/>
                <a:ea typeface="ＭＳ Ｐゴシック" panose="020B0600070205080204" pitchFamily="34" charset="-128"/>
              </a:rPr>
              <a:t>A população local afetada é forçada a migrar e a produção agrícola é reduzida, tendo como consequência o aumento da pobreza.</a:t>
            </a:r>
          </a:p>
          <a:p>
            <a:endParaRPr lang="pt-BR" altLang="pt-BR" sz="1600" u="sng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07" name="Rectangle 25606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41" name="Picture 5" descr="Desertificação: o que é, como ocorre, exemplos - Mundo Educação">
            <a:extLst>
              <a:ext uri="{FF2B5EF4-FFF2-40B4-BE49-F238E27FC236}">
                <a16:creationId xmlns:a16="http://schemas.microsoft.com/office/drawing/2014/main" id="{C832A465-006D-6475-EEF4-67EFA0DAD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04" r="17440" b="-1"/>
          <a:stretch/>
        </p:blipFill>
        <p:spPr bwMode="auto">
          <a:xfrm>
            <a:off x="3662266" y="10"/>
            <a:ext cx="5481734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5609" name="Freeform: Shape 25608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611" name="Freeform: Shape 25610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142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38" name="Título 2">
            <a:extLst>
              <a:ext uri="{FF2B5EF4-FFF2-40B4-BE49-F238E27FC236}">
                <a16:creationId xmlns:a16="http://schemas.microsoft.com/office/drawing/2014/main" id="{8C1226CB-FD59-CADF-CEFE-427872D07A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178" y="856488"/>
            <a:ext cx="3744468" cy="1243584"/>
          </a:xfrm>
        </p:spPr>
        <p:txBody>
          <a:bodyPr anchor="ctr">
            <a:normAutofit/>
          </a:bodyPr>
          <a:lstStyle/>
          <a:p>
            <a:r>
              <a:rPr lang="pt-BR" altLang="pt-BR" sz="3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Desertificação</a:t>
            </a:r>
          </a:p>
        </p:txBody>
      </p:sp>
      <p:sp>
        <p:nvSpPr>
          <p:cNvPr id="25613" name="Rectangle 25612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615" name="Rectangle 25614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326" y="2195336"/>
            <a:ext cx="373761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602" name="Espaço Reservado para Conteúdo 2">
            <a:extLst>
              <a:ext uri="{FF2B5EF4-FFF2-40B4-BE49-F238E27FC236}">
                <a16:creationId xmlns:a16="http://schemas.microsoft.com/office/drawing/2014/main" id="{772AE8C5-EF77-8C06-2D47-4EB999885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178" y="2522949"/>
            <a:ext cx="3799332" cy="4316753"/>
          </a:xfrm>
        </p:spPr>
        <p:txBody>
          <a:bodyPr rtlCol="0" anchor="t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altLang="pt-BR" sz="1900" dirty="0">
                <a:latin typeface="Google Sans"/>
                <a:ea typeface="ＭＳ Ｐゴシック" panose="020B0600070205080204" pitchFamily="34" charset="-128"/>
              </a:rPr>
              <a:t>A desertificação atinge principalmente regiões áridas, semiáridas e subúmidas secas do planeta. </a:t>
            </a:r>
          </a:p>
          <a:p>
            <a:pPr fontAlgn="auto">
              <a:spcAft>
                <a:spcPts val="0"/>
              </a:spcAft>
              <a:defRPr/>
            </a:pPr>
            <a:r>
              <a:rPr lang="pt-BR" altLang="pt-BR" sz="1900" dirty="0">
                <a:latin typeface="Google Sans"/>
                <a:ea typeface="ＭＳ Ｐゴシック" panose="020B0600070205080204" pitchFamily="34" charset="-128"/>
              </a:rPr>
              <a:t>Devido a perda de vegetação e de matéria orgânica, o processo desprende carbono, contribuindo para o aquecimento global.</a:t>
            </a:r>
          </a:p>
          <a:p>
            <a:pPr fontAlgn="auto">
              <a:spcAft>
                <a:spcPts val="0"/>
              </a:spcAft>
              <a:defRPr/>
            </a:pPr>
            <a:r>
              <a:rPr lang="pt-BR" altLang="pt-BR" sz="1900" dirty="0">
                <a:latin typeface="Google Sans"/>
                <a:ea typeface="ＭＳ Ｐゴシック" panose="020B0600070205080204" pitchFamily="34" charset="-128"/>
              </a:rPr>
              <a:t>No Brasil, as áreas afetadas são o Nordeste, trechos do Norte (Tocantins) e do Sudeste (norte de Minas Gerais e do Espírito Santo).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80513ED6-4CBC-5664-08D0-DD1E3A902E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1" r="1109" b="5360"/>
          <a:stretch>
            <a:fillRect/>
          </a:stretch>
        </p:blipFill>
        <p:spPr>
          <a:xfrm>
            <a:off x="965195" y="102476"/>
            <a:ext cx="7213610" cy="6511627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420" name="Rectangle 16419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91" name="Picture 7" descr="Areais/arenização no sudoeste do RS | Download Scientific Diagram">
            <a:extLst>
              <a:ext uri="{FF2B5EF4-FFF2-40B4-BE49-F238E27FC236}">
                <a16:creationId xmlns:a16="http://schemas.microsoft.com/office/drawing/2014/main" id="{97552F81-1B96-5521-DFF2-0BADDF8C8B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16" b="1"/>
          <a:stretch/>
        </p:blipFill>
        <p:spPr bwMode="auto">
          <a:xfrm>
            <a:off x="3662266" y="10"/>
            <a:ext cx="5481734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6422" name="Freeform: Shape 16421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424" name="Freeform: Shape 16423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142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86" name="Título 2">
            <a:extLst>
              <a:ext uri="{FF2B5EF4-FFF2-40B4-BE49-F238E27FC236}">
                <a16:creationId xmlns:a16="http://schemas.microsoft.com/office/drawing/2014/main" id="{1920A3C7-F311-C7BF-8444-001CA0A2B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178" y="856488"/>
            <a:ext cx="3744468" cy="1243584"/>
          </a:xfrm>
        </p:spPr>
        <p:txBody>
          <a:bodyPr anchor="ctr">
            <a:normAutofit/>
          </a:bodyPr>
          <a:lstStyle/>
          <a:p>
            <a:r>
              <a:rPr lang="pt-BR" altLang="pt-BR" sz="3000" b="1"/>
              <a:t>ARENIZAÇÃO</a:t>
            </a:r>
          </a:p>
        </p:txBody>
      </p:sp>
      <p:sp>
        <p:nvSpPr>
          <p:cNvPr id="16426" name="Rectangle 16425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428" name="Rectangle 16427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326" y="2195336"/>
            <a:ext cx="373761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387" name="Espaço Reservado para Conteúdo 2">
            <a:extLst>
              <a:ext uri="{FF2B5EF4-FFF2-40B4-BE49-F238E27FC236}">
                <a16:creationId xmlns:a16="http://schemas.microsoft.com/office/drawing/2014/main" id="{3220C403-33E5-6E8B-C18B-EAE4E0573A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1178" y="2522949"/>
            <a:ext cx="3799332" cy="4146411"/>
          </a:xfrm>
        </p:spPr>
        <p:txBody>
          <a:bodyPr anchor="t">
            <a:normAutofit fontScale="92500" lnSpcReduction="10000"/>
          </a:bodyPr>
          <a:lstStyle/>
          <a:p>
            <a:r>
              <a:rPr lang="pt-BR" altLang="pt-BR" sz="1900" dirty="0">
                <a:latin typeface="Google Sans"/>
                <a:cs typeface="Aparajita" panose="02020603050405020304" pitchFamily="18" charset="0"/>
              </a:rPr>
              <a:t>Processo caracterizado pela </a:t>
            </a:r>
            <a:r>
              <a:rPr lang="pt-BR" altLang="pt-BR" sz="1900" dirty="0">
                <a:latin typeface="Google Sans"/>
              </a:rPr>
              <a:t>formação de bancos de areia (areais),  resultado da retirada de sedimentos das partes mais altas do relevo pela ação das chuvas torrenciais, em associação com a ação do vento, que se depositam nas partes mais baixas. Esse processo decorre da retirada de cobertura vegetal em solos arenosos, em regiões de clima úmido.</a:t>
            </a:r>
          </a:p>
          <a:p>
            <a:endParaRPr lang="pt-BR" altLang="pt-BR" sz="1900" b="1" dirty="0">
              <a:latin typeface="Google Sans"/>
              <a:cs typeface="Aparajita" panose="02020603050405020304" pitchFamily="18" charset="0"/>
            </a:endParaRPr>
          </a:p>
          <a:p>
            <a:r>
              <a:rPr lang="pt-BR" altLang="pt-BR" sz="1900" dirty="0">
                <a:latin typeface="Google Sans"/>
                <a:cs typeface="Aparajita" panose="02020603050405020304" pitchFamily="18" charset="0"/>
              </a:rPr>
              <a:t>No Brasil, o processo ocorre de forma acentuada no sudoeste do Rio Grande do Sul, na região dos municípios de Quaraí e Alegrete.</a:t>
            </a:r>
          </a:p>
          <a:p>
            <a:endParaRPr lang="pt-BR" altLang="pt-BR" sz="14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42" name="Rectangle 18441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37" name="Picture 5" descr="Compactação do solo: como ocorre e maneiras de evitar e corrigir">
            <a:extLst>
              <a:ext uri="{FF2B5EF4-FFF2-40B4-BE49-F238E27FC236}">
                <a16:creationId xmlns:a16="http://schemas.microsoft.com/office/drawing/2014/main" id="{46269FF2-F9D3-D22A-E25C-C6C45B5A48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46" r="19504" b="-2"/>
          <a:stretch/>
        </p:blipFill>
        <p:spPr bwMode="auto">
          <a:xfrm>
            <a:off x="3662266" y="10"/>
            <a:ext cx="5481734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8444" name="Freeform: Shape 18443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446" name="Freeform: Shape 18445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142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34" name="Título 2">
            <a:extLst>
              <a:ext uri="{FF2B5EF4-FFF2-40B4-BE49-F238E27FC236}">
                <a16:creationId xmlns:a16="http://schemas.microsoft.com/office/drawing/2014/main" id="{F58F54D3-4056-5C8D-F767-F98BB9CF2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178" y="856488"/>
            <a:ext cx="3744468" cy="1243584"/>
          </a:xfrm>
        </p:spPr>
        <p:txBody>
          <a:bodyPr anchor="ctr">
            <a:normAutofit/>
          </a:bodyPr>
          <a:lstStyle/>
          <a:p>
            <a:r>
              <a:rPr lang="pt-BR" altLang="pt-BR" sz="3000" b="1"/>
              <a:t>COMPACTAÇÃO DO SOLO</a:t>
            </a:r>
          </a:p>
        </p:txBody>
      </p:sp>
      <p:sp>
        <p:nvSpPr>
          <p:cNvPr id="18448" name="Rectangle 18447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450" name="Rectangle 18449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326" y="2195336"/>
            <a:ext cx="373761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435" name="Espaço Reservado para Conteúdo 2">
            <a:extLst>
              <a:ext uri="{FF2B5EF4-FFF2-40B4-BE49-F238E27FC236}">
                <a16:creationId xmlns:a16="http://schemas.microsoft.com/office/drawing/2014/main" id="{038701B2-AD4F-C722-3053-8738F82B60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1178" y="2522949"/>
            <a:ext cx="3799332" cy="40744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altLang="pt-BR" sz="2300" dirty="0">
                <a:latin typeface="Google Sans"/>
                <a:ea typeface="ＭＳ Ｐゴシック" panose="020B0600070205080204" pitchFamily="34" charset="-128"/>
                <a:cs typeface="Aparajita" panose="02020603050405020304" pitchFamily="18" charset="0"/>
              </a:rPr>
              <a:t>Muitas vezes causada pelo uso incorreto de maquinário agrícola ou mesmo falta de manejo do gado, impede a infiltração de água, que passa a escoar superficialmente, carregando sedimentos.</a:t>
            </a:r>
          </a:p>
          <a:p>
            <a:endParaRPr lang="pt-BR" altLang="pt-BR" sz="1700" dirty="0">
              <a:ea typeface="ＭＳ Ｐゴシック" panose="020B0600070205080204" pitchFamily="34" charset="-128"/>
              <a:cs typeface="Aparajita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65" name="Rectangle 19464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460" name="Picture 4" descr="A rotação de culturas como solução de problemas atuais da Agricultura">
            <a:extLst>
              <a:ext uri="{FF2B5EF4-FFF2-40B4-BE49-F238E27FC236}">
                <a16:creationId xmlns:a16="http://schemas.microsoft.com/office/drawing/2014/main" id="{E399E784-DD28-34C3-8BFB-5B6EDE7FE2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5"/>
          <a:stretch/>
        </p:blipFill>
        <p:spPr bwMode="auto">
          <a:xfrm>
            <a:off x="20" y="10"/>
            <a:ext cx="9143980" cy="446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7" name="Rectangle: Rounded Corners 19466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7036903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458" name="Espaço Reservado para Conteúdo 2">
            <a:extLst>
              <a:ext uri="{FF2B5EF4-FFF2-40B4-BE49-F238E27FC236}">
                <a16:creationId xmlns:a16="http://schemas.microsoft.com/office/drawing/2014/main" id="{277CD47A-DE8F-781B-101D-4743F1F2967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15516" y="5178467"/>
            <a:ext cx="8712968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buNone/>
            </a:pPr>
            <a:r>
              <a:rPr lang="en-US" altLang="pt-BR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TÉCNICAS PARA MELHORAR O SOLO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90" name="Rectangle 2048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Título 1">
            <a:extLst>
              <a:ext uri="{FF2B5EF4-FFF2-40B4-BE49-F238E27FC236}">
                <a16:creationId xmlns:a16="http://schemas.microsoft.com/office/drawing/2014/main" id="{FD947713-CB23-6857-CF30-DD51619F9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pt-BR" altLang="pt-BR" sz="29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Baixa fertilidade</a:t>
            </a:r>
          </a:p>
        </p:txBody>
      </p:sp>
      <p:sp>
        <p:nvSpPr>
          <p:cNvPr id="2049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59355B-F0C3-123E-011A-4645C4E1C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4050792"/>
          </a:xfrm>
        </p:spPr>
        <p:txBody>
          <a:bodyPr rtlCol="0" anchor="t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sz="2000" dirty="0">
                <a:latin typeface="Google Sans"/>
              </a:rPr>
              <a:t>Aplicação de </a:t>
            </a:r>
            <a:r>
              <a:rPr lang="pt-BR" sz="2000" b="1" dirty="0">
                <a:latin typeface="Google Sans"/>
              </a:rPr>
              <a:t>adubo natural ou orgânico</a:t>
            </a:r>
            <a:r>
              <a:rPr lang="pt-BR" sz="2000" dirty="0">
                <a:latin typeface="Google Sans"/>
              </a:rPr>
              <a:t>.</a:t>
            </a:r>
          </a:p>
          <a:p>
            <a:pPr fontAlgn="auto">
              <a:spcAft>
                <a:spcPts val="0"/>
              </a:spcAft>
              <a:defRPr/>
            </a:pPr>
            <a:r>
              <a:rPr lang="pt-BR" sz="2000" dirty="0">
                <a:latin typeface="Google Sans"/>
              </a:rPr>
              <a:t>Alternância do plantio com </a:t>
            </a:r>
            <a:r>
              <a:rPr lang="pt-BR" sz="2000" b="1" dirty="0">
                <a:latin typeface="Google Sans"/>
              </a:rPr>
              <a:t>leguminosas</a:t>
            </a:r>
            <a:r>
              <a:rPr lang="pt-BR" sz="2000" dirty="0">
                <a:latin typeface="Google Sans"/>
              </a:rPr>
              <a:t>, como tremoço, feijão-de- porco e leucena. Esses vegetais produzem grande quantidade de biomassa e fixam nitrogênio no solo. Por isso são chamados de </a:t>
            </a:r>
            <a:r>
              <a:rPr lang="pt-BR" sz="2000" b="1" dirty="0">
                <a:latin typeface="Google Sans"/>
              </a:rPr>
              <a:t>adubo verde</a:t>
            </a:r>
            <a:r>
              <a:rPr lang="pt-BR" sz="2000" dirty="0">
                <a:latin typeface="Google Sans"/>
              </a:rPr>
              <a:t>. </a:t>
            </a:r>
          </a:p>
          <a:p>
            <a:pPr lvl="2" fontAlgn="auto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pt-BR" sz="1600" dirty="0"/>
          </a:p>
        </p:txBody>
      </p:sp>
      <p:pic>
        <p:nvPicPr>
          <p:cNvPr id="20485" name="Picture 5" descr="A adubação orgânica no paisagismo de grandes áreas verdes">
            <a:extLst>
              <a:ext uri="{FF2B5EF4-FFF2-40B4-BE49-F238E27FC236}">
                <a16:creationId xmlns:a16="http://schemas.microsoft.com/office/drawing/2014/main" id="{01BFB270-20E9-C6CD-0C14-41C98B72B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0722" y="2166914"/>
            <a:ext cx="5177790" cy="252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567" name="Rectangle 6656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Título 1">
            <a:extLst>
              <a:ext uri="{FF2B5EF4-FFF2-40B4-BE49-F238E27FC236}">
                <a16:creationId xmlns:a16="http://schemas.microsoft.com/office/drawing/2014/main" id="{FD947713-CB23-6857-CF30-DD51619F9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pt-BR" altLang="pt-BR" sz="29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Acidez elevada</a:t>
            </a:r>
          </a:p>
        </p:txBody>
      </p:sp>
      <p:sp>
        <p:nvSpPr>
          <p:cNvPr id="6656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59355B-F0C3-123E-011A-4645C4E1C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771856"/>
          </a:xfrm>
        </p:spPr>
        <p:txBody>
          <a:bodyPr rtlCol="0" anchor="t">
            <a:normAutofit fontScale="92500" lnSpcReduction="20000"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pt-BR" sz="1900" b="1" dirty="0">
                <a:latin typeface="Google Sans"/>
              </a:rPr>
              <a:t>Calagem</a:t>
            </a:r>
            <a:r>
              <a:rPr lang="pt-BR" sz="1900" dirty="0">
                <a:latin typeface="Google Sans"/>
              </a:rPr>
              <a:t>: aplica-se calcário ao solo, corrigindo a acidez e também fornecendo nutrientes para as plantas, pois libera cálcio e magnésio no solo. Esse processo de correção da acidez foi muito importante para a expansão agrícola na região do cerrado brasileiro, já que o solo ácido apresenta alto teor de alumínio, elemento tóxico para os vegetais. </a:t>
            </a:r>
          </a:p>
          <a:p>
            <a:pPr lvl="2" fontAlgn="auto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pt-BR" sz="1600" dirty="0"/>
          </a:p>
        </p:txBody>
      </p:sp>
      <p:pic>
        <p:nvPicPr>
          <p:cNvPr id="66562" name="Picture 2">
            <a:extLst>
              <a:ext uri="{FF2B5EF4-FFF2-40B4-BE49-F238E27FC236}">
                <a16:creationId xmlns:a16="http://schemas.microsoft.com/office/drawing/2014/main" id="{1693CF8D-AE7A-C7F1-1F81-D18A6D5FA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0722" y="1823885"/>
            <a:ext cx="5177790" cy="321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210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7" name="Rectangle 225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39" name="Freeform: Shape 225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41" name="Rectangle 225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43" name="Rectangle 225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45" name="Freeform: Shape 225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547" name="Isosceles Triangle 225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49" name="Isosceles Triangle 225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0" name="CaixaDeTexto 5">
            <a:extLst>
              <a:ext uri="{FF2B5EF4-FFF2-40B4-BE49-F238E27FC236}">
                <a16:creationId xmlns:a16="http://schemas.microsoft.com/office/drawing/2014/main" id="{69D79A83-9067-C060-6B1A-9E7FFBFFD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486" y="4160156"/>
            <a:ext cx="3367258" cy="286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defTabSz="941832">
              <a:spcBef>
                <a:spcPct val="0"/>
              </a:spcBef>
              <a:spcAft>
                <a:spcPts val="600"/>
              </a:spcAft>
              <a:buSzPct val="70000"/>
              <a:buNone/>
            </a:pPr>
            <a:r>
              <a:rPr lang="pt-BR" altLang="pt-BR" sz="1236" kern="120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rPr>
              <a:t>blogs.canalrural.com.br</a:t>
            </a:r>
            <a:endParaRPr lang="pt-BR" altLang="pt-BR" sz="1200">
              <a:solidFill>
                <a:schemeClr val="tx2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22531" name="Picture 8" descr="Impacto do Sistema Plantio Direto na agricultura brasileira">
            <a:extLst>
              <a:ext uri="{FF2B5EF4-FFF2-40B4-BE49-F238E27FC236}">
                <a16:creationId xmlns:a16="http://schemas.microsoft.com/office/drawing/2014/main" id="{73D7E849-4FCD-E372-5843-D39C2AC14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26878" y="3008911"/>
            <a:ext cx="4468913" cy="2973810"/>
          </a:xfrm>
          <a:prstGeom prst="rect">
            <a:avLst/>
          </a:prstGeom>
          <a:noFill/>
        </p:spPr>
      </p:pic>
      <p:sp>
        <p:nvSpPr>
          <p:cNvPr id="22532" name="Espaço Reservado para Conteúdo 6">
            <a:extLst>
              <a:ext uri="{FF2B5EF4-FFF2-40B4-BE49-F238E27FC236}">
                <a16:creationId xmlns:a16="http://schemas.microsoft.com/office/drawing/2014/main" id="{DC201D2C-32D0-EBF1-0B80-9387ED16A76E}"/>
              </a:ext>
            </a:extLst>
          </p:cNvPr>
          <p:cNvSpPr>
            <a:spLocks noChangeArrowheads="1"/>
          </p:cNvSpPr>
          <p:nvPr/>
        </p:nvSpPr>
        <p:spPr>
          <a:xfrm>
            <a:off x="423356" y="1823263"/>
            <a:ext cx="3711525" cy="4382983"/>
          </a:xfrm>
          <a:prstGeom prst="rect">
            <a:avLst/>
          </a:prstGeom>
        </p:spPr>
        <p:txBody>
          <a:bodyPr/>
          <a:lstStyle/>
          <a:p>
            <a:pPr defTabSz="941832">
              <a:spcAft>
                <a:spcPts val="600"/>
              </a:spcAft>
            </a:pPr>
            <a:r>
              <a:rPr lang="pt-BR" altLang="pt-BR" sz="2200" b="1" kern="1200" dirty="0">
                <a:solidFill>
                  <a:schemeClr val="tx1"/>
                </a:solidFill>
                <a:latin typeface="Google Sans"/>
              </a:rPr>
              <a:t>Plantio direto</a:t>
            </a:r>
            <a:r>
              <a:rPr lang="pt-BR" altLang="pt-BR" sz="2200" kern="1200" dirty="0">
                <a:solidFill>
                  <a:schemeClr val="tx1"/>
                </a:solidFill>
                <a:latin typeface="Google Sans"/>
              </a:rPr>
              <a:t>: consiste em plantar diretamente sobre os restos de plantas da colheita anterior</a:t>
            </a:r>
            <a:r>
              <a:rPr lang="pt-BR" altLang="pt-BR" sz="2200" dirty="0">
                <a:latin typeface="Google Sans"/>
              </a:rPr>
              <a:t>, reduzindo o processo erosivo do solo. </a:t>
            </a:r>
            <a:r>
              <a:rPr lang="pt-BR" altLang="pt-BR" sz="2200" kern="1200" dirty="0">
                <a:solidFill>
                  <a:schemeClr val="tx1"/>
                </a:solidFill>
                <a:latin typeface="Google Sans"/>
              </a:rPr>
              <a:t>Técnica muito utilizada no Sul, Sudeste e Centro- Oeste do país.</a:t>
            </a:r>
          </a:p>
          <a:p>
            <a:pPr defTabSz="941832">
              <a:spcAft>
                <a:spcPts val="600"/>
              </a:spcAft>
            </a:pPr>
            <a:endParaRPr lang="pt-BR" altLang="pt-BR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Font typeface="Wingdings 2" panose="05020102010507070707" pitchFamily="18" charset="2"/>
              <a:buNone/>
            </a:pPr>
            <a:endParaRPr lang="pt-BR" alt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AB21CA8-2436-481A-18C6-07081AD93AA0}"/>
              </a:ext>
            </a:extLst>
          </p:cNvPr>
          <p:cNvSpPr txBox="1"/>
          <p:nvPr/>
        </p:nvSpPr>
        <p:spPr>
          <a:xfrm>
            <a:off x="4536705" y="5910583"/>
            <a:ext cx="2005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Imagem: G1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5" name="Rectangle 2458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587" name="Freeform: Shape 2458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589" name="Rectangle 2458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91" name="Rectangle 2459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93" name="Freeform: Shape 2459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595" name="Isosceles Triangle 2459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97" name="Isosceles Triangle 2459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78" name="CaixaDeTexto 5">
            <a:extLst>
              <a:ext uri="{FF2B5EF4-FFF2-40B4-BE49-F238E27FC236}">
                <a16:creationId xmlns:a16="http://schemas.microsoft.com/office/drawing/2014/main" id="{81FD80CD-7A71-2010-6E17-02A9FA66A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918" y="3480268"/>
            <a:ext cx="1765740" cy="265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defTabSz="859536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pt-BR" altLang="pt-BR" sz="1128" kern="120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rPr>
              <a:t>blog.belagro.com.br</a:t>
            </a:r>
            <a:endParaRPr lang="pt-BR" altLang="pt-BR" sz="12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4579" name="Espaço Reservado para Conteúdo 3">
            <a:extLst>
              <a:ext uri="{FF2B5EF4-FFF2-40B4-BE49-F238E27FC236}">
                <a16:creationId xmlns:a16="http://schemas.microsoft.com/office/drawing/2014/main" id="{9639C86F-F6BF-7E65-2848-6A0D26B3808D}"/>
              </a:ext>
            </a:extLst>
          </p:cNvPr>
          <p:cNvSpPr>
            <a:spLocks noChangeArrowheads="1"/>
          </p:cNvSpPr>
          <p:nvPr/>
        </p:nvSpPr>
        <p:spPr>
          <a:xfrm>
            <a:off x="482600" y="1751818"/>
            <a:ext cx="4125589" cy="3920923"/>
          </a:xfrm>
          <a:prstGeom prst="rect">
            <a:avLst/>
          </a:prstGeom>
        </p:spPr>
        <p:txBody>
          <a:bodyPr/>
          <a:lstStyle/>
          <a:p>
            <a:pPr defTabSz="859536">
              <a:spcAft>
                <a:spcPts val="600"/>
              </a:spcAft>
            </a:pPr>
            <a:r>
              <a:rPr lang="pt-BR" altLang="pt-BR" sz="2200" b="1" kern="1200" dirty="0">
                <a:solidFill>
                  <a:schemeClr val="tx1"/>
                </a:solidFill>
                <a:latin typeface="Google Sans"/>
              </a:rPr>
              <a:t>Rotação de culturas: </a:t>
            </a:r>
            <a:r>
              <a:rPr lang="pt-BR" altLang="pt-BR" sz="2200" kern="1200" dirty="0">
                <a:solidFill>
                  <a:schemeClr val="tx1"/>
                </a:solidFill>
                <a:latin typeface="Google Sans"/>
              </a:rPr>
              <a:t>alternância, de forma ordenada, de diferentes espécies vegetais. Permite reestabelecer o equilíbrio biológico do solo.</a:t>
            </a:r>
          </a:p>
          <a:p>
            <a:pPr defTabSz="859536">
              <a:spcAft>
                <a:spcPts val="600"/>
              </a:spcAft>
            </a:pPr>
            <a:endParaRPr lang="pt-BR" altLang="pt-BR" sz="1692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Font typeface="Wingdings 2" panose="05020102010507070707" pitchFamily="18" charset="2"/>
              <a:buNone/>
            </a:pPr>
            <a:endParaRPr lang="pt-BR" altLang="pt-BR" dirty="0"/>
          </a:p>
        </p:txBody>
      </p:sp>
      <p:pic>
        <p:nvPicPr>
          <p:cNvPr id="24580" name="Picture 6" descr="rotação de culturas">
            <a:extLst>
              <a:ext uri="{FF2B5EF4-FFF2-40B4-BE49-F238E27FC236}">
                <a16:creationId xmlns:a16="http://schemas.microsoft.com/office/drawing/2014/main" id="{D494EF00-B5F0-8323-A853-106DE65D1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698" y="3176046"/>
            <a:ext cx="4437640" cy="2496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930789C-01F2-4EA4-0713-758A6A048979}"/>
              </a:ext>
            </a:extLst>
          </p:cNvPr>
          <p:cNvSpPr txBox="1"/>
          <p:nvPr/>
        </p:nvSpPr>
        <p:spPr>
          <a:xfrm>
            <a:off x="4479698" y="5672741"/>
            <a:ext cx="4556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2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embrapa.br</a:t>
            </a:r>
            <a:endParaRPr lang="pt-BR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663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635" name="Freeform: Shape 2663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637" name="Rectangle 2663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39" name="Rectangle 2663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41" name="Freeform: Shape 2664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643" name="Isosceles Triangle 2664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45" name="Isosceles Triangle 2664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6" name="CaixaDeTexto 5">
            <a:extLst>
              <a:ext uri="{FF2B5EF4-FFF2-40B4-BE49-F238E27FC236}">
                <a16:creationId xmlns:a16="http://schemas.microsoft.com/office/drawing/2014/main" id="{5FE34005-DB72-302E-DD9D-32A672D56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402" y="3954249"/>
            <a:ext cx="1637998" cy="25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defTabSz="804672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pt-BR" altLang="pt-BR" sz="1056" kern="120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rPr>
              <a:t>blog.belagro.com.br</a:t>
            </a:r>
            <a:endParaRPr lang="pt-BR" altLang="pt-BR" sz="12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26627" name="Espaço Reservado para Conteúdo 3">
            <a:extLst>
              <a:ext uri="{FF2B5EF4-FFF2-40B4-BE49-F238E27FC236}">
                <a16:creationId xmlns:a16="http://schemas.microsoft.com/office/drawing/2014/main" id="{545992DB-536C-DF89-032D-EEEC808B8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600" y="644682"/>
            <a:ext cx="7798325" cy="5325242"/>
          </a:xfrm>
          <a:prstGeom prst="rect">
            <a:avLst/>
          </a:prstGeom>
        </p:spPr>
      </p:pic>
      <p:sp>
        <p:nvSpPr>
          <p:cNvPr id="26628" name="CaixaDeTexto 4">
            <a:extLst>
              <a:ext uri="{FF2B5EF4-FFF2-40B4-BE49-F238E27FC236}">
                <a16:creationId xmlns:a16="http://schemas.microsoft.com/office/drawing/2014/main" id="{6A382A36-60D7-F22D-16CB-1E140B238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7155" y="5969924"/>
            <a:ext cx="2284244" cy="25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defTabSz="804672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pt-BR" altLang="pt-BR" sz="1056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Fonte: agriculturageral.ufpr.br</a:t>
            </a:r>
            <a:endParaRPr lang="pt-BR" altLang="pt-BR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aixaDeTexto 5">
            <a:extLst>
              <a:ext uri="{FF2B5EF4-FFF2-40B4-BE49-F238E27FC236}">
                <a16:creationId xmlns:a16="http://schemas.microsoft.com/office/drawing/2014/main" id="{00C56294-D0C0-73EF-9144-EA736FA75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063" y="4016375"/>
            <a:ext cx="18589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200">
                <a:solidFill>
                  <a:schemeClr val="tx2"/>
                </a:solidFill>
                <a:latin typeface="Franklin Gothic Book" panose="020B0503020102020204" pitchFamily="34" charset="0"/>
              </a:rPr>
              <a:t>blog.belagro.com.br</a:t>
            </a:r>
            <a:endParaRPr lang="pt-BR" altLang="pt-BR" sz="12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28675" name="Imagem 5">
            <a:extLst>
              <a:ext uri="{FF2B5EF4-FFF2-40B4-BE49-F238E27FC236}">
                <a16:creationId xmlns:a16="http://schemas.microsoft.com/office/drawing/2014/main" id="{630DD89A-923F-62A2-BB74-55F851D37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1350963"/>
            <a:ext cx="8826500" cy="344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8" name="Rectangle 4608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090" name="Freeform: Shape 4608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092" name="Rectangle 4609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94" name="Rectangle 4609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96" name="Freeform: Shape 4609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098" name="Isosceles Triangle 4609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00" name="Isosceles Triangle 4609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22" name="CaixaDeTexto 5">
            <a:extLst>
              <a:ext uri="{FF2B5EF4-FFF2-40B4-BE49-F238E27FC236}">
                <a16:creationId xmlns:a16="http://schemas.microsoft.com/office/drawing/2014/main" id="{4E729084-5EB1-4FB6-945A-C80D90F79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112" y="6079221"/>
            <a:ext cx="3158942" cy="269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defTabSz="877824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pt-BR" altLang="pt-BR" sz="1152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embrapa.br</a:t>
            </a:r>
            <a:endParaRPr lang="pt-BR" altLang="pt-BR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30723" name="Picture 2" descr="Plantio em curva de nível - Portal Embrapa">
            <a:extLst>
              <a:ext uri="{FF2B5EF4-FFF2-40B4-BE49-F238E27FC236}">
                <a16:creationId xmlns:a16="http://schemas.microsoft.com/office/drawing/2014/main" id="{05356D48-6C32-D5F1-0737-8ED8AA71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8859" y="3446010"/>
            <a:ext cx="4627681" cy="2602206"/>
          </a:xfrm>
          <a:prstGeom prst="rect">
            <a:avLst/>
          </a:prstGeom>
          <a:noFill/>
        </p:spPr>
      </p:pic>
      <p:sp>
        <p:nvSpPr>
          <p:cNvPr id="46083" name="Espaço Reservado para Conteúdo 6">
            <a:extLst>
              <a:ext uri="{FF2B5EF4-FFF2-40B4-BE49-F238E27FC236}">
                <a16:creationId xmlns:a16="http://schemas.microsoft.com/office/drawing/2014/main" id="{2DDF65BA-51A5-713E-CC91-739CA03005FD}"/>
              </a:ext>
            </a:extLst>
          </p:cNvPr>
          <p:cNvSpPr>
            <a:spLocks/>
          </p:cNvSpPr>
          <p:nvPr/>
        </p:nvSpPr>
        <p:spPr>
          <a:xfrm>
            <a:off x="482601" y="1468118"/>
            <a:ext cx="3348109" cy="4576929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algn="just" defTabSz="877824">
              <a:lnSpc>
                <a:spcPct val="90000"/>
              </a:lnSpc>
              <a:spcAft>
                <a:spcPts val="600"/>
              </a:spcAft>
              <a:defRPr/>
            </a:pPr>
            <a:r>
              <a:rPr lang="pt-BR" altLang="pt-BR" sz="2200" b="1" kern="1200" dirty="0">
                <a:latin typeface="Google Sans"/>
              </a:rPr>
              <a:t>Curvas de nível: </a:t>
            </a:r>
            <a:r>
              <a:rPr lang="pt-BR" altLang="pt-BR" sz="2200" kern="1200" dirty="0">
                <a:latin typeface="Google Sans"/>
              </a:rPr>
              <a:t>linhas que ligam pontos da mesma cota altimétrica, sobre as quais se faz a semeadura, estabelecendo-se fileiras de plantas (plantio em nível). Reduz a velocidade de escoamento da água</a:t>
            </a:r>
            <a:r>
              <a:rPr lang="pt-BR" altLang="pt-BR" sz="2200" dirty="0">
                <a:latin typeface="Google Sans"/>
              </a:rPr>
              <a:t> e, consequentemente, a erosão</a:t>
            </a:r>
            <a:r>
              <a:rPr lang="pt-BR" altLang="pt-BR" sz="2200" kern="1200" dirty="0">
                <a:latin typeface="Google Sans"/>
              </a:rPr>
              <a:t>.</a:t>
            </a:r>
          </a:p>
          <a:p>
            <a:pPr marL="0" indent="0" fontAlgn="auto">
              <a:lnSpc>
                <a:spcPct val="90000"/>
              </a:lnSpc>
              <a:spcAft>
                <a:spcPts val="600"/>
              </a:spcAft>
              <a:buFont typeface="Wingdings 2" panose="05020102010507070707" pitchFamily="18" charset="2"/>
              <a:buNone/>
              <a:defRPr/>
            </a:pPr>
            <a:endParaRPr lang="pt-BR" altLang="pt-B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3277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779" name="Freeform: Shape 3277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781" name="Rectangle 3278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83" name="Rectangle 3278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85" name="Freeform: Shape 3278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787" name="Isosceles Triangle 3278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89" name="Isosceles Triangle 3278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70" name="CaixaDeTexto 5">
            <a:extLst>
              <a:ext uri="{FF2B5EF4-FFF2-40B4-BE49-F238E27FC236}">
                <a16:creationId xmlns:a16="http://schemas.microsoft.com/office/drawing/2014/main" id="{F0944B6E-30A5-3CD6-A463-04BA9A05D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8315" y="5841097"/>
            <a:ext cx="3220716" cy="274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defTabSz="896112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pt-BR" altLang="pt-BR" sz="1176" kern="1200" dirty="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rPr>
              <a:t>http://www.gnu.org/copyleft/fdl.html</a:t>
            </a:r>
            <a:endParaRPr lang="pt-BR" altLang="pt-BR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32771" name="Picture 2">
            <a:extLst>
              <a:ext uri="{FF2B5EF4-FFF2-40B4-BE49-F238E27FC236}">
                <a16:creationId xmlns:a16="http://schemas.microsoft.com/office/drawing/2014/main" id="{A466F62A-E91D-E280-7879-0B23D964B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8315" y="2909549"/>
            <a:ext cx="4196025" cy="2947880"/>
          </a:xfrm>
          <a:prstGeom prst="rect">
            <a:avLst/>
          </a:prstGeom>
          <a:noFill/>
        </p:spPr>
      </p:pic>
      <p:sp>
        <p:nvSpPr>
          <p:cNvPr id="32772" name="Espaço Reservado para Conteúdo 6">
            <a:extLst>
              <a:ext uri="{FF2B5EF4-FFF2-40B4-BE49-F238E27FC236}">
                <a16:creationId xmlns:a16="http://schemas.microsoft.com/office/drawing/2014/main" id="{369CE04E-F589-06A4-E208-998F79A3972B}"/>
              </a:ext>
            </a:extLst>
          </p:cNvPr>
          <p:cNvSpPr>
            <a:spLocks noChangeArrowheads="1"/>
          </p:cNvSpPr>
          <p:nvPr/>
        </p:nvSpPr>
        <p:spPr>
          <a:xfrm>
            <a:off x="373798" y="1406290"/>
            <a:ext cx="3769523" cy="4666431"/>
          </a:xfrm>
          <a:prstGeom prst="rect">
            <a:avLst/>
          </a:prstGeom>
        </p:spPr>
        <p:txBody>
          <a:bodyPr/>
          <a:lstStyle/>
          <a:p>
            <a:pPr defTabSz="896112">
              <a:spcAft>
                <a:spcPts val="600"/>
              </a:spcAft>
            </a:pPr>
            <a:r>
              <a:rPr lang="pt-BR" altLang="pt-BR" sz="2100" b="1" kern="1200" dirty="0">
                <a:solidFill>
                  <a:schemeClr val="tx1"/>
                </a:solidFill>
                <a:latin typeface="Google Sans"/>
              </a:rPr>
              <a:t>Terraceamento:</a:t>
            </a:r>
            <a:r>
              <a:rPr lang="pt-BR" altLang="pt-BR" sz="2100" kern="1200" dirty="0">
                <a:solidFill>
                  <a:schemeClr val="tx1"/>
                </a:solidFill>
                <a:latin typeface="Google Sans"/>
              </a:rPr>
              <a:t> construção de “degraus” de plantio, reduzindo o volume e a velocidade de escoamento da água. Também aumenta o aproveitamento da água. Tem um alto custo de aplicação.</a:t>
            </a:r>
          </a:p>
          <a:p>
            <a:pPr marL="0" indent="0">
              <a:spcAft>
                <a:spcPts val="600"/>
              </a:spcAft>
              <a:buFont typeface="Wingdings 2" panose="05020102010507070707" pitchFamily="18" charset="2"/>
              <a:buNone/>
            </a:pPr>
            <a:endParaRPr lang="pt-BR" alt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7E14C-5527-74F7-C3C8-333676D4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>
            <a:extLst>
              <a:ext uri="{FF2B5EF4-FFF2-40B4-BE49-F238E27FC236}">
                <a16:creationId xmlns:a16="http://schemas.microsoft.com/office/drawing/2014/main" id="{FFD4F3FC-3957-B0C1-1B1E-A491E13B2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334" y="434345"/>
            <a:ext cx="7925015" cy="582476"/>
          </a:xfrm>
        </p:spPr>
        <p:txBody>
          <a:bodyPr anchor="b">
            <a:normAutofit fontScale="90000"/>
          </a:bodyPr>
          <a:lstStyle/>
          <a:p>
            <a:r>
              <a:rPr lang="pt-BR" altLang="pt-BR" sz="3200" b="1" dirty="0"/>
              <a:t>Hidroponia: cultivo sem uso do solo</a:t>
            </a:r>
          </a:p>
        </p:txBody>
      </p:sp>
      <p:sp>
        <p:nvSpPr>
          <p:cNvPr id="10243" name="Espaço Reservado para Conteúdo 2">
            <a:extLst>
              <a:ext uri="{FF2B5EF4-FFF2-40B4-BE49-F238E27FC236}">
                <a16:creationId xmlns:a16="http://schemas.microsoft.com/office/drawing/2014/main" id="{950105C3-9A93-070B-0766-4E7BDBDBF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713" y="1412776"/>
            <a:ext cx="2582636" cy="4568532"/>
          </a:xfrm>
        </p:spPr>
        <p:txBody>
          <a:bodyPr rtlCol="0" anchor="t">
            <a:normAutofit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pt-BR" sz="2000" dirty="0">
                <a:latin typeface="Google Sans"/>
              </a:rPr>
              <a:t>Vantagens: </a:t>
            </a:r>
          </a:p>
          <a:p>
            <a:pPr>
              <a:defRPr/>
            </a:pPr>
            <a:r>
              <a:rPr lang="pt-BR" sz="2000" dirty="0">
                <a:latin typeface="Google Sans"/>
              </a:rPr>
              <a:t>maior produtividade;</a:t>
            </a:r>
          </a:p>
          <a:p>
            <a:pPr>
              <a:defRPr/>
            </a:pPr>
            <a:r>
              <a:rPr lang="pt-BR" sz="2000" dirty="0">
                <a:latin typeface="Google Sans"/>
              </a:rPr>
              <a:t>favorece o controle de pragas e doenças;</a:t>
            </a:r>
          </a:p>
          <a:p>
            <a:pPr>
              <a:defRPr/>
            </a:pPr>
            <a:r>
              <a:rPr lang="pt-BR" sz="2000" dirty="0">
                <a:latin typeface="Google Sans"/>
              </a:rPr>
              <a:t>reduz o desperdício de água;</a:t>
            </a:r>
          </a:p>
          <a:p>
            <a:pPr>
              <a:defRPr/>
            </a:pPr>
            <a:r>
              <a:rPr lang="pt-BR" sz="2000" dirty="0">
                <a:latin typeface="Google Sans"/>
              </a:rPr>
              <a:t>proteção </a:t>
            </a:r>
            <a:r>
              <a:rPr lang="pt-BR" sz="2000">
                <a:latin typeface="Google Sans"/>
              </a:rPr>
              <a:t>contra intempéries.</a:t>
            </a:r>
            <a:endParaRPr lang="pt-BR" sz="2000" dirty="0">
              <a:latin typeface="Google Sans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pt-BR" altLang="pt-BR" sz="1700" dirty="0"/>
          </a:p>
        </p:txBody>
      </p:sp>
      <p:grpSp>
        <p:nvGrpSpPr>
          <p:cNvPr id="21521" name="Group 21520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21522" name="Rectangle 21521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3" name="Rectangle 21522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AA7F71-31CD-C0D7-8406-87EC90780755}"/>
              </a:ext>
            </a:extLst>
          </p:cNvPr>
          <p:cNvSpPr txBox="1"/>
          <p:nvPr/>
        </p:nvSpPr>
        <p:spPr>
          <a:xfrm>
            <a:off x="573222" y="4780994"/>
            <a:ext cx="48314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1D35"/>
                </a:solidFill>
                <a:latin typeface="Google Sans"/>
              </a:rPr>
              <a:t>A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s raízes ficam em contato direto com uma solução aquosa rica em nutrientes.</a:t>
            </a:r>
            <a:endParaRPr lang="pt-BR" sz="2000" dirty="0"/>
          </a:p>
        </p:txBody>
      </p:sp>
      <p:pic>
        <p:nvPicPr>
          <p:cNvPr id="1026" name="Picture 2" descr="Hidroponia: Um Guia para Profissionais da Construção">
            <a:extLst>
              <a:ext uri="{FF2B5EF4-FFF2-40B4-BE49-F238E27FC236}">
                <a16:creationId xmlns:a16="http://schemas.microsoft.com/office/drawing/2014/main" id="{74228BAB-7B75-0E0D-CEA4-3B2BDAA8E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32" y="1460722"/>
            <a:ext cx="5107575" cy="2876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A1060C7-C5B2-1E69-EDC6-E5D81D1D9903}"/>
              </a:ext>
            </a:extLst>
          </p:cNvPr>
          <p:cNvSpPr txBox="1"/>
          <p:nvPr/>
        </p:nvSpPr>
        <p:spPr>
          <a:xfrm>
            <a:off x="590334" y="4337093"/>
            <a:ext cx="1821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Imagem: UGREEN</a:t>
            </a:r>
          </a:p>
        </p:txBody>
      </p:sp>
    </p:spTree>
    <p:extLst>
      <p:ext uri="{BB962C8B-B14F-4D97-AF65-F5344CB8AC3E}">
        <p14:creationId xmlns:p14="http://schemas.microsoft.com/office/powerpoint/2010/main" val="2575330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4" name="Rectangle 215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6" name="Título 1">
            <a:extLst>
              <a:ext uri="{FF2B5EF4-FFF2-40B4-BE49-F238E27FC236}">
                <a16:creationId xmlns:a16="http://schemas.microsoft.com/office/drawing/2014/main" id="{EFDC7BBF-94AE-1422-885B-E9263CAAD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pt-BR" altLang="pt-BR" sz="2900" b="1" dirty="0"/>
              <a:t>Agricultura 4.0 e de precisão</a:t>
            </a:r>
          </a:p>
        </p:txBody>
      </p:sp>
      <p:sp>
        <p:nvSpPr>
          <p:cNvPr id="215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3" name="Espaço Reservado para Conteúdo 2">
            <a:extLst>
              <a:ext uri="{FF2B5EF4-FFF2-40B4-BE49-F238E27FC236}">
                <a16:creationId xmlns:a16="http://schemas.microsoft.com/office/drawing/2014/main" id="{CF3B6168-9300-7AF4-DC49-8E0291B8C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862152"/>
          </a:xfrm>
        </p:spPr>
        <p:txBody>
          <a:bodyPr rtlCol="0" anchor="t">
            <a:normAutofit fontScale="92500" lnSpcReduction="10000"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pt-BR" altLang="pt-BR" sz="1900" dirty="0">
                <a:latin typeface="Google Sans"/>
              </a:rPr>
              <a:t>Análise do solo e definição das melhores técnicas e maquinários para o mesmo. Uso cada vez maior da </a:t>
            </a:r>
            <a:r>
              <a:rPr lang="pt-BR" altLang="pt-BR" sz="1900" b="1" dirty="0">
                <a:latin typeface="Google Sans"/>
              </a:rPr>
              <a:t>tecnologia</a:t>
            </a:r>
            <a:r>
              <a:rPr lang="pt-BR" altLang="pt-BR" sz="1900" dirty="0">
                <a:latin typeface="Google Sans"/>
              </a:rPr>
              <a:t>. Exemplo: uso de aplicativos (previsão do tempo, identificação de doenças nos grãos, cálculo da quantidade de insumos); </a:t>
            </a:r>
            <a:r>
              <a:rPr lang="pt-BR" sz="1900" dirty="0">
                <a:latin typeface="Google Sans"/>
              </a:rPr>
              <a:t>equipamento aciona automaticamente a irrigação ao detectar baixa umidade no solo.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pt-BR" altLang="pt-BR" sz="1600" dirty="0"/>
          </a:p>
        </p:txBody>
      </p:sp>
      <p:pic>
        <p:nvPicPr>
          <p:cNvPr id="21509" name="Picture 5" descr="O que é a Agricultura de Precisão">
            <a:extLst>
              <a:ext uri="{FF2B5EF4-FFF2-40B4-BE49-F238E27FC236}">
                <a16:creationId xmlns:a16="http://schemas.microsoft.com/office/drawing/2014/main" id="{853BC9AC-1A39-630F-07E2-7CDE5E4DE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0722" y="1694440"/>
            <a:ext cx="5177790" cy="346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6688CA2-DC0E-2B1F-1921-0E8CA57C1250}"/>
              </a:ext>
            </a:extLst>
          </p:cNvPr>
          <p:cNvSpPr txBox="1"/>
          <p:nvPr/>
        </p:nvSpPr>
        <p:spPr>
          <a:xfrm>
            <a:off x="3490722" y="5301208"/>
            <a:ext cx="517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Imagem: Auster Tecnologia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65" name="Rectangle 19464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67" name="Rectangle: Rounded Corners 19466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7036903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458" name="Espaço Reservado para Conteúdo 2">
            <a:extLst>
              <a:ext uri="{FF2B5EF4-FFF2-40B4-BE49-F238E27FC236}">
                <a16:creationId xmlns:a16="http://schemas.microsoft.com/office/drawing/2014/main" id="{277CD47A-DE8F-781B-101D-4743F1F2967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15516" y="5178467"/>
            <a:ext cx="8712968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buNone/>
            </a:pPr>
            <a:r>
              <a:rPr lang="en-US" altLang="pt-BR" sz="3800" dirty="0" smtClean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AGRICULTURA DE BASE ECOLÓGICA</a:t>
            </a:r>
            <a:endParaRPr lang="en-US" altLang="pt-BR" sz="3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674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8" name="Rectangle 819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ítulo 1">
            <a:extLst>
              <a:ext uri="{FF2B5EF4-FFF2-40B4-BE49-F238E27FC236}">
                <a16:creationId xmlns:a16="http://schemas.microsoft.com/office/drawing/2014/main" id="{E40AF143-DCF8-4F4F-14E7-78FB02815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pt-BR" altLang="pt-BR" sz="29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AGROECOLOGIA</a:t>
            </a:r>
          </a:p>
        </p:txBody>
      </p:sp>
      <p:sp>
        <p:nvSpPr>
          <p:cNvPr id="819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Espaço Reservado para Conteúdo 2">
            <a:extLst>
              <a:ext uri="{FF2B5EF4-FFF2-40B4-BE49-F238E27FC236}">
                <a16:creationId xmlns:a16="http://schemas.microsoft.com/office/drawing/2014/main" id="{0979F60F-B905-AD08-15AC-947B64279E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0060" y="2872898"/>
            <a:ext cx="3182691" cy="3868469"/>
          </a:xfrm>
        </p:spPr>
        <p:txBody>
          <a:bodyPr>
            <a:normAutofit/>
          </a:bodyPr>
          <a:lstStyle/>
          <a:p>
            <a:pPr marL="360363" lvl="2" indent="-269875">
              <a:buFont typeface="Wingdings" panose="05000000000000000000" pitchFamily="2" charset="2"/>
              <a:buChar char="Ø"/>
            </a:pPr>
            <a:endParaRPr lang="pt-BR" altLang="pt-BR" sz="2100" dirty="0">
              <a:latin typeface="Google Sans"/>
            </a:endParaRPr>
          </a:p>
          <a:p>
            <a:pPr marL="90488" lvl="2" indent="0">
              <a:buNone/>
            </a:pPr>
            <a:r>
              <a:rPr lang="pt-BR" sz="2300" dirty="0">
                <a:highlight>
                  <a:srgbClr val="FFFFFF"/>
                </a:highlight>
                <a:latin typeface="Google Sans"/>
              </a:rPr>
              <a:t>C</a:t>
            </a:r>
            <a:r>
              <a:rPr lang="pt-BR" sz="2300" b="0" i="0" dirty="0">
                <a:effectLst/>
                <a:highlight>
                  <a:srgbClr val="FFFFFF"/>
                </a:highlight>
                <a:latin typeface="Google Sans"/>
              </a:rPr>
              <a:t>iência que fornece princípios, conceitos e metodologias básicos para a construção de uma agricultura de base ecológica, socialmente justa e economicamente viável.</a:t>
            </a:r>
          </a:p>
          <a:p>
            <a:pPr marL="90488" lvl="2" indent="0">
              <a:buNone/>
            </a:pPr>
            <a:endParaRPr lang="pt-BR" altLang="pt-BR" sz="2300" dirty="0">
              <a:latin typeface="Google Sans"/>
            </a:endParaRPr>
          </a:p>
        </p:txBody>
      </p:sp>
      <p:pic>
        <p:nvPicPr>
          <p:cNvPr id="2" name="Picture 5" descr="Agroecologia planta boas ideias e colhe equilíbrio - Jornal O Globo">
            <a:extLst>
              <a:ext uri="{FF2B5EF4-FFF2-40B4-BE49-F238E27FC236}">
                <a16:creationId xmlns:a16="http://schemas.microsoft.com/office/drawing/2014/main" id="{A59ECC54-39C2-FC35-5D39-B91A9F72D2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47" r="13717"/>
          <a:stretch/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264F3-E6DE-6490-F321-A9F58B45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4" name="Rectangle 820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ítulo 1">
            <a:extLst>
              <a:ext uri="{FF2B5EF4-FFF2-40B4-BE49-F238E27FC236}">
                <a16:creationId xmlns:a16="http://schemas.microsoft.com/office/drawing/2014/main" id="{8593234E-9EC8-45BF-89FD-D2A2A1BBC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060" y="325369"/>
            <a:ext cx="3659892" cy="1956841"/>
          </a:xfrm>
        </p:spPr>
        <p:txBody>
          <a:bodyPr anchor="b">
            <a:normAutofit/>
          </a:bodyPr>
          <a:lstStyle/>
          <a:p>
            <a:r>
              <a:rPr lang="pt-BR" altLang="pt-BR" sz="28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AGROECOSSISTEMA</a:t>
            </a:r>
          </a:p>
        </p:txBody>
      </p:sp>
      <p:sp>
        <p:nvSpPr>
          <p:cNvPr id="820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Espaço Reservado para Conteúdo 2">
            <a:extLst>
              <a:ext uri="{FF2B5EF4-FFF2-40B4-BE49-F238E27FC236}">
                <a16:creationId xmlns:a16="http://schemas.microsoft.com/office/drawing/2014/main" id="{945882D1-CF37-FAA3-776A-FD76F6D162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0060" y="2671874"/>
            <a:ext cx="3182691" cy="4069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Google Sans"/>
              </a:rPr>
              <a:t>Á</a:t>
            </a:r>
            <a:r>
              <a:rPr lang="pt-BR" dirty="0" smtClean="0">
                <a:latin typeface="Google Sans"/>
              </a:rPr>
              <a:t>rea </a:t>
            </a:r>
            <a:r>
              <a:rPr lang="pt-BR" dirty="0">
                <a:latin typeface="Google Sans"/>
              </a:rPr>
              <a:t>onde a atividade agrícola </a:t>
            </a:r>
            <a:r>
              <a:rPr lang="pt-BR" dirty="0" smtClean="0">
                <a:latin typeface="Google Sans"/>
              </a:rPr>
              <a:t>(</a:t>
            </a:r>
            <a:r>
              <a:rPr lang="pt-BR" dirty="0">
                <a:latin typeface="Google Sans"/>
              </a:rPr>
              <a:t>como uma fazenda, um pasto ou uma horta urbana</a:t>
            </a:r>
            <a:r>
              <a:rPr lang="pt-BR" dirty="0" smtClean="0">
                <a:latin typeface="Google Sans"/>
              </a:rPr>
              <a:t>)</a:t>
            </a:r>
            <a:r>
              <a:rPr lang="pt-BR" dirty="0">
                <a:latin typeface="Google Sans"/>
              </a:rPr>
              <a:t> acontece</a:t>
            </a:r>
            <a:r>
              <a:rPr lang="pt-BR" dirty="0" smtClean="0">
                <a:latin typeface="Google Sans"/>
              </a:rPr>
              <a:t> </a:t>
            </a:r>
            <a:r>
              <a:rPr lang="pt-BR" dirty="0">
                <a:latin typeface="Google Sans"/>
              </a:rPr>
              <a:t>integrada com os elementos naturais da região</a:t>
            </a:r>
            <a:r>
              <a:rPr lang="pt-BR" dirty="0" smtClean="0">
                <a:latin typeface="Google Sans"/>
              </a:rPr>
              <a:t>.</a:t>
            </a:r>
            <a:endParaRPr lang="pt-BR" dirty="0">
              <a:latin typeface="Google Sans"/>
            </a:endParaRPr>
          </a:p>
        </p:txBody>
      </p:sp>
      <p:pic>
        <p:nvPicPr>
          <p:cNvPr id="1028" name="Picture 4" descr="AGROECOSSISTEMA">
            <a:extLst>
              <a:ext uri="{FF2B5EF4-FFF2-40B4-BE49-F238E27FC236}">
                <a16:creationId xmlns:a16="http://schemas.microsoft.com/office/drawing/2014/main" id="{CC419B26-27D7-1E20-BE0C-63A718619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5" r="25440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195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496" name="Rectangle 6349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ítulo 1">
            <a:extLst>
              <a:ext uri="{FF2B5EF4-FFF2-40B4-BE49-F238E27FC236}">
                <a16:creationId xmlns:a16="http://schemas.microsoft.com/office/drawing/2014/main" id="{E40AF143-DCF8-4F4F-14E7-78FB02815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pt-BR" altLang="pt-BR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PERMACULTURA</a:t>
            </a:r>
          </a:p>
        </p:txBody>
      </p:sp>
      <p:sp>
        <p:nvSpPr>
          <p:cNvPr id="6349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Espaço Reservado para Conteúdo 2">
            <a:extLst>
              <a:ext uri="{FF2B5EF4-FFF2-40B4-BE49-F238E27FC236}">
                <a16:creationId xmlns:a16="http://schemas.microsoft.com/office/drawing/2014/main" id="{0979F60F-B905-AD08-15AC-947B64279E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202" y="2660904"/>
            <a:ext cx="3614166" cy="4094226"/>
          </a:xfrm>
        </p:spPr>
        <p:txBody>
          <a:bodyPr anchor="t">
            <a:normAutofit/>
          </a:bodyPr>
          <a:lstStyle/>
          <a:p>
            <a:pPr marL="360363" lvl="2" indent="-269875">
              <a:buFont typeface="Wingdings" panose="05000000000000000000" pitchFamily="2" charset="2"/>
              <a:buChar char="Ø"/>
            </a:pPr>
            <a:endParaRPr lang="pt-BR" altLang="pt-BR" sz="1900" dirty="0"/>
          </a:p>
          <a:p>
            <a:pPr marL="90488" lvl="2" indent="0">
              <a:buNone/>
            </a:pPr>
            <a:r>
              <a:rPr lang="pt-BR" sz="2100" dirty="0" smtClean="0">
                <a:latin typeface="Google Sans"/>
              </a:rPr>
              <a:t>É </a:t>
            </a:r>
            <a:r>
              <a:rPr lang="pt-BR" sz="2100" dirty="0">
                <a:latin typeface="Google Sans"/>
              </a:rPr>
              <a:t>uma filosofia de design que planeja ambientes humanos sustentáveis e integrados à natureza</a:t>
            </a:r>
            <a:r>
              <a:rPr lang="pt-BR" sz="2100" b="0" i="0" dirty="0" smtClean="0">
                <a:effectLst/>
                <a:highlight>
                  <a:srgbClr val="FFFFFF"/>
                </a:highlight>
                <a:latin typeface="Google Sans"/>
              </a:rPr>
              <a:t>, </a:t>
            </a:r>
            <a:r>
              <a:rPr lang="pt-BR" sz="2100" b="0" i="0" dirty="0">
                <a:effectLst/>
                <a:highlight>
                  <a:srgbClr val="FFFFFF"/>
                </a:highlight>
                <a:latin typeface="Google Sans"/>
              </a:rPr>
              <a:t>unindo práticas ancestrais </a:t>
            </a:r>
            <a:r>
              <a:rPr lang="pt-BR" sz="2100" b="0" i="0" dirty="0" smtClean="0">
                <a:effectLst/>
                <a:highlight>
                  <a:srgbClr val="FFFFFF"/>
                </a:highlight>
                <a:latin typeface="Google Sans"/>
              </a:rPr>
              <a:t>aos </a:t>
            </a:r>
            <a:r>
              <a:rPr lang="pt-BR" sz="2100" dirty="0" smtClean="0">
                <a:highlight>
                  <a:srgbClr val="FFFFFF"/>
                </a:highlight>
                <a:latin typeface="Google Sans"/>
              </a:rPr>
              <a:t>conhecimentos modernos</a:t>
            </a:r>
            <a:r>
              <a:rPr lang="pt-BR" sz="2100" dirty="0">
                <a:highlight>
                  <a:srgbClr val="FFFFFF"/>
                </a:highlight>
                <a:latin typeface="Google Sans"/>
              </a:rPr>
              <a:t>.</a:t>
            </a:r>
            <a:endParaRPr lang="pt-BR" sz="2100" b="0" i="0" dirty="0">
              <a:effectLst/>
              <a:highlight>
                <a:srgbClr val="FFFFFF"/>
              </a:highlight>
              <a:latin typeface="Google Sans"/>
            </a:endParaRPr>
          </a:p>
          <a:p>
            <a:pPr marL="90488" lvl="2" indent="0">
              <a:buNone/>
            </a:pPr>
            <a:r>
              <a:rPr lang="pt-BR" altLang="pt-BR" sz="2100" dirty="0">
                <a:highlight>
                  <a:srgbClr val="FFFFFF"/>
                </a:highlight>
                <a:latin typeface="Google Sans"/>
              </a:rPr>
              <a:t>Pilares éticos: cuidar da terra, das pessoas e </a:t>
            </a:r>
            <a:r>
              <a:rPr lang="pt-BR" altLang="pt-BR" sz="2100" dirty="0" smtClean="0">
                <a:highlight>
                  <a:srgbClr val="FFFFFF"/>
                </a:highlight>
                <a:latin typeface="Google Sans"/>
              </a:rPr>
              <a:t>partilhar o </a:t>
            </a:r>
            <a:r>
              <a:rPr lang="pt-BR" altLang="pt-BR" sz="2100" dirty="0">
                <a:highlight>
                  <a:srgbClr val="FFFFFF"/>
                </a:highlight>
                <a:latin typeface="Google Sans"/>
              </a:rPr>
              <a:t>excedente.</a:t>
            </a:r>
            <a:endParaRPr lang="pt-BR" altLang="pt-BR" sz="2100" dirty="0">
              <a:latin typeface="Google Sans"/>
            </a:endParaRPr>
          </a:p>
        </p:txBody>
      </p:sp>
      <p:pic>
        <p:nvPicPr>
          <p:cNvPr id="63490" name="Picture 2" descr="Flor da permacultura">
            <a:extLst>
              <a:ext uri="{FF2B5EF4-FFF2-40B4-BE49-F238E27FC236}">
                <a16:creationId xmlns:a16="http://schemas.microsoft.com/office/drawing/2014/main" id="{6683724B-FB40-907B-28B1-1F217D9DA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4286" y="1381887"/>
            <a:ext cx="4094226" cy="409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408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1BA85-228D-E778-60F2-AA56E782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503" name="Rectangle 6350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ítulo 1">
            <a:extLst>
              <a:ext uri="{FF2B5EF4-FFF2-40B4-BE49-F238E27FC236}">
                <a16:creationId xmlns:a16="http://schemas.microsoft.com/office/drawing/2014/main" id="{79DED8FC-CF6E-3EBF-9EA2-5A208D2A6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pt-BR" altLang="pt-BR" sz="28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EXEMPLO PRÁTICO</a:t>
            </a:r>
          </a:p>
        </p:txBody>
      </p:sp>
      <p:sp>
        <p:nvSpPr>
          <p:cNvPr id="6350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Espaço Reservado para Conteúdo 2">
            <a:extLst>
              <a:ext uri="{FF2B5EF4-FFF2-40B4-BE49-F238E27FC236}">
                <a16:creationId xmlns:a16="http://schemas.microsoft.com/office/drawing/2014/main" id="{38087662-D7C7-650F-3E84-3C0D25EEDA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360363" lvl="2" indent="-269875">
              <a:buFont typeface="Wingdings" panose="05000000000000000000" pitchFamily="2" charset="2"/>
              <a:buChar char="Ø"/>
            </a:pPr>
            <a:endParaRPr lang="pt-BR" altLang="pt-BR" sz="1900" dirty="0"/>
          </a:p>
          <a:p>
            <a:r>
              <a:rPr lang="pt-BR" b="1" dirty="0">
                <a:highlight>
                  <a:srgbClr val="FFFFFF"/>
                </a:highlight>
                <a:latin typeface="Google Sans"/>
              </a:rPr>
              <a:t>Agroecossistema</a:t>
            </a:r>
            <a:r>
              <a:rPr lang="pt-BR" dirty="0">
                <a:highlight>
                  <a:srgbClr val="FFFFFF"/>
                </a:highlight>
                <a:latin typeface="Google Sans"/>
              </a:rPr>
              <a:t>: Uma fazenda orgânica de café com sombreamento de árvores nativas.</a:t>
            </a:r>
          </a:p>
          <a:p>
            <a:r>
              <a:rPr lang="pt-BR" b="1" dirty="0">
                <a:highlight>
                  <a:srgbClr val="FFFFFF"/>
                </a:highlight>
                <a:latin typeface="Google Sans"/>
              </a:rPr>
              <a:t>Agroecologia</a:t>
            </a:r>
            <a:r>
              <a:rPr lang="pt-BR" dirty="0">
                <a:highlight>
                  <a:srgbClr val="FFFFFF"/>
                </a:highlight>
                <a:latin typeface="Google Sans"/>
              </a:rPr>
              <a:t>: Estuda como essa fazenda mantém a biodiversidade e propõe políticas para apoiar pequenos produtores.</a:t>
            </a:r>
          </a:p>
          <a:p>
            <a:r>
              <a:rPr lang="pt-BR" b="1" dirty="0">
                <a:highlight>
                  <a:srgbClr val="FFFFFF"/>
                </a:highlight>
                <a:latin typeface="Google Sans"/>
              </a:rPr>
              <a:t>Permacultura</a:t>
            </a:r>
            <a:r>
              <a:rPr lang="pt-BR" dirty="0">
                <a:highlight>
                  <a:srgbClr val="FFFFFF"/>
                </a:highlight>
                <a:latin typeface="Google Sans"/>
              </a:rPr>
              <a:t>: Projeta a fazenda para que a água da chuva seja reaproveitada, os resíduos virem adubo e as construções usem energia solar.</a:t>
            </a:r>
          </a:p>
          <a:p>
            <a:pPr marL="90488" lvl="2" indent="0">
              <a:buNone/>
            </a:pPr>
            <a:endParaRPr lang="pt-BR" altLang="pt-BR" sz="2100" dirty="0">
              <a:latin typeface="Google Sans"/>
            </a:endParaRPr>
          </a:p>
        </p:txBody>
      </p:sp>
      <p:pic>
        <p:nvPicPr>
          <p:cNvPr id="2050" name="Picture 2" descr="Incaper - Estudo revela influência do sombreamento na produtividade e  qualidade do café conilon">
            <a:extLst>
              <a:ext uri="{FF2B5EF4-FFF2-40B4-BE49-F238E27FC236}">
                <a16:creationId xmlns:a16="http://schemas.microsoft.com/office/drawing/2014/main" id="{E86C2EC3-00B3-CF7C-0C3E-6D7E32659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2" r="25003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189763D-8A86-72E7-2585-2A72993A3450}"/>
              </a:ext>
            </a:extLst>
          </p:cNvPr>
          <p:cNvSpPr txBox="1"/>
          <p:nvPr/>
        </p:nvSpPr>
        <p:spPr>
          <a:xfrm>
            <a:off x="5756743" y="6275282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Fonte: Incaper</a:t>
            </a:r>
          </a:p>
        </p:txBody>
      </p:sp>
    </p:spTree>
    <p:extLst>
      <p:ext uri="{BB962C8B-B14F-4D97-AF65-F5344CB8AC3E}">
        <p14:creationId xmlns:p14="http://schemas.microsoft.com/office/powerpoint/2010/main" val="2135664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468" name="Rectangle 6247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ítulo 1">
            <a:extLst>
              <a:ext uri="{FF2B5EF4-FFF2-40B4-BE49-F238E27FC236}">
                <a16:creationId xmlns:a16="http://schemas.microsoft.com/office/drawing/2014/main" id="{E40AF143-DCF8-4F4F-14E7-78FB02815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pt-BR" altLang="pt-BR" b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AGRICULTURA ORGÂNICA</a:t>
            </a:r>
          </a:p>
        </p:txBody>
      </p:sp>
      <p:sp>
        <p:nvSpPr>
          <p:cNvPr id="6246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Espaço Reservado para Conteúdo 2">
            <a:extLst>
              <a:ext uri="{FF2B5EF4-FFF2-40B4-BE49-F238E27FC236}">
                <a16:creationId xmlns:a16="http://schemas.microsoft.com/office/drawing/2014/main" id="{0979F60F-B905-AD08-15AC-947B64279E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0060" y="2872899"/>
            <a:ext cx="3182691" cy="3659732"/>
          </a:xfrm>
        </p:spPr>
        <p:txBody>
          <a:bodyPr>
            <a:normAutofit fontScale="92500" lnSpcReduction="10000"/>
          </a:bodyPr>
          <a:lstStyle/>
          <a:p>
            <a:pPr marL="360363" lvl="2" indent="-269875">
              <a:buFont typeface="Wingdings" panose="05000000000000000000" pitchFamily="2" charset="2"/>
              <a:buChar char="Ø"/>
            </a:pPr>
            <a:endParaRPr lang="pt-BR" altLang="pt-BR" sz="1900" dirty="0"/>
          </a:p>
          <a:p>
            <a:pPr marL="90488" lvl="2" indent="0">
              <a:buNone/>
            </a:pPr>
            <a:r>
              <a:rPr lang="pt-BR" sz="2300" dirty="0">
                <a:highlight>
                  <a:srgbClr val="FFFFFF"/>
                </a:highlight>
                <a:latin typeface="Google Sans"/>
              </a:rPr>
              <a:t>Modelo de produção caracterizado por buscar a conservação dos recursos naturais sem a utilização de agroquímicos</a:t>
            </a:r>
            <a:r>
              <a:rPr lang="pt-BR" sz="2300" b="0" i="0" dirty="0">
                <a:effectLst/>
                <a:highlight>
                  <a:srgbClr val="FFFFFF"/>
                </a:highlight>
                <a:latin typeface="Google Sans"/>
              </a:rPr>
              <a:t>.</a:t>
            </a:r>
          </a:p>
          <a:p>
            <a:pPr marL="90488" lvl="2" indent="0">
              <a:buNone/>
            </a:pPr>
            <a:r>
              <a:rPr lang="pt-BR" altLang="pt-BR" sz="2300" dirty="0">
                <a:highlight>
                  <a:srgbClr val="FFFFFF"/>
                </a:highlight>
                <a:latin typeface="Google Sans"/>
              </a:rPr>
              <a:t>Baseia-se em práticas como a rotação de culturas, a compostagem e o controle biológico de pragas.</a:t>
            </a:r>
            <a:endParaRPr lang="pt-BR" altLang="pt-BR" sz="2300" dirty="0"/>
          </a:p>
        </p:txBody>
      </p:sp>
      <p:pic>
        <p:nvPicPr>
          <p:cNvPr id="62466" name="Picture 2" descr="A agricultura orgânica e o desenvolvimento sustentável">
            <a:extLst>
              <a:ext uri="{FF2B5EF4-FFF2-40B4-BE49-F238E27FC236}">
                <a16:creationId xmlns:a16="http://schemas.microsoft.com/office/drawing/2014/main" id="{0A0E74DD-CAEC-EFE2-91A7-9388033CB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5" r="28680" b="-1"/>
          <a:stretch/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258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9804D-C6DA-6118-8A3E-63877601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11" name="Rectangle 82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ítulo 1">
            <a:extLst>
              <a:ext uri="{FF2B5EF4-FFF2-40B4-BE49-F238E27FC236}">
                <a16:creationId xmlns:a16="http://schemas.microsoft.com/office/drawing/2014/main" id="{EFEE6B77-2787-3B01-BA4D-4FE9F3013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pt-BR" altLang="pt-BR" sz="2900" b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AGROFLORESTAS</a:t>
            </a:r>
          </a:p>
        </p:txBody>
      </p:sp>
      <p:sp>
        <p:nvSpPr>
          <p:cNvPr id="82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Espaço Reservado para Conteúdo 2">
            <a:extLst>
              <a:ext uri="{FF2B5EF4-FFF2-40B4-BE49-F238E27FC236}">
                <a16:creationId xmlns:a16="http://schemas.microsoft.com/office/drawing/2014/main" id="{8A5B1B37-DE07-DC05-1502-58156538E6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pPr marL="90488" lvl="2" indent="0">
              <a:buNone/>
            </a:pPr>
            <a:r>
              <a:rPr lang="pt-BR" sz="2100" dirty="0">
                <a:highlight>
                  <a:srgbClr val="FFFFFF"/>
                </a:highlight>
                <a:latin typeface="Google Sans"/>
              </a:rPr>
              <a:t>Sistemas Agroflorestais (</a:t>
            </a:r>
            <a:r>
              <a:rPr lang="pt-BR" sz="2100" dirty="0" err="1">
                <a:highlight>
                  <a:srgbClr val="FFFFFF"/>
                </a:highlight>
                <a:latin typeface="Google Sans"/>
              </a:rPr>
              <a:t>SAFs</a:t>
            </a:r>
            <a:r>
              <a:rPr lang="pt-BR" sz="2100" dirty="0">
                <a:highlight>
                  <a:srgbClr val="FFFFFF"/>
                </a:highlight>
                <a:latin typeface="Google Sans"/>
              </a:rPr>
              <a:t>) são sistemas de uso e manejo da terra que combinam árvores e culturas agrícolas, podendo também incluir animais, em um mesmo espaço</a:t>
            </a:r>
            <a:r>
              <a:rPr lang="pt-BR" sz="2100" dirty="0">
                <a:latin typeface="Google Sans"/>
              </a:rPr>
              <a:t>.</a:t>
            </a:r>
            <a:endParaRPr lang="pt-BR" altLang="pt-BR" sz="2100" dirty="0">
              <a:latin typeface="Google Sans"/>
            </a:endParaRPr>
          </a:p>
        </p:txBody>
      </p:sp>
      <p:pic>
        <p:nvPicPr>
          <p:cNvPr id="1026" name="Picture 2" descr="Você sabe o que é agrofloresta?">
            <a:extLst>
              <a:ext uri="{FF2B5EF4-FFF2-40B4-BE49-F238E27FC236}">
                <a16:creationId xmlns:a16="http://schemas.microsoft.com/office/drawing/2014/main" id="{D4E7F207-39AE-15DA-EBDF-275CC8449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9" r="26646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214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2B95-2D66-3459-B9E4-C0B486794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ço Reservado para Conteúdo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404664"/>
            <a:ext cx="6840760" cy="621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9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2B95-2D66-3459-B9E4-C0B486794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gração Lavoura, Pecuária e Floresta">
            <a:extLst>
              <a:ext uri="{FF2B5EF4-FFF2-40B4-BE49-F238E27FC236}">
                <a16:creationId xmlns:a16="http://schemas.microsoft.com/office/drawing/2014/main" id="{208CE97A-54A6-A835-DEEA-4D4E9C3FA1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82" y="1052736"/>
            <a:ext cx="6421005" cy="544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E5F3138E-D87A-3D42-C437-5D4C06397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3608" y="223481"/>
            <a:ext cx="7925015" cy="582476"/>
          </a:xfrm>
        </p:spPr>
        <p:txBody>
          <a:bodyPr anchor="b">
            <a:normAutofit fontScale="90000"/>
          </a:bodyPr>
          <a:lstStyle/>
          <a:p>
            <a:r>
              <a:rPr lang="pt-BR" altLang="pt-BR" sz="3200" b="1"/>
              <a:t>Integração Lavoura-Pecuária-Floresta (ILPF)</a:t>
            </a:r>
            <a:endParaRPr lang="pt-BR" altLang="pt-BR" sz="32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45661E-13EE-E54B-B34C-81B0957D83EE}"/>
              </a:ext>
            </a:extLst>
          </p:cNvPr>
          <p:cNvSpPr txBox="1"/>
          <p:nvPr/>
        </p:nvSpPr>
        <p:spPr>
          <a:xfrm>
            <a:off x="1455046" y="6518086"/>
            <a:ext cx="1821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Imagem: deere.com.br</a:t>
            </a:r>
          </a:p>
        </p:txBody>
      </p:sp>
    </p:spTree>
    <p:extLst>
      <p:ext uri="{BB962C8B-B14F-4D97-AF65-F5344CB8AC3E}">
        <p14:creationId xmlns:p14="http://schemas.microsoft.com/office/powerpoint/2010/main" val="1699201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B18D0-05E8-A65C-7011-798F02D1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11" name="Rectangle 82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ítulo 1">
            <a:extLst>
              <a:ext uri="{FF2B5EF4-FFF2-40B4-BE49-F238E27FC236}">
                <a16:creationId xmlns:a16="http://schemas.microsoft.com/office/drawing/2014/main" id="{969A8C97-F2D3-057D-5413-D0630AEC9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pt-BR" altLang="pt-BR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PECUÁRIA REGENERATIVA</a:t>
            </a:r>
          </a:p>
        </p:txBody>
      </p:sp>
      <p:sp>
        <p:nvSpPr>
          <p:cNvPr id="82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Espaço Reservado para Conteúdo 2">
            <a:extLst>
              <a:ext uri="{FF2B5EF4-FFF2-40B4-BE49-F238E27FC236}">
                <a16:creationId xmlns:a16="http://schemas.microsoft.com/office/drawing/2014/main" id="{31370B46-EBAF-66EF-DDC1-0C53B2D20D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0060" y="2872899"/>
            <a:ext cx="3182691" cy="3778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Google Sans"/>
              </a:rPr>
              <a:t>M</a:t>
            </a:r>
            <a:r>
              <a:rPr lang="pt-BR" dirty="0" smtClean="0">
                <a:latin typeface="Google Sans"/>
              </a:rPr>
              <a:t>anejo </a:t>
            </a:r>
            <a:r>
              <a:rPr lang="pt-BR" dirty="0">
                <a:latin typeface="Google Sans"/>
              </a:rPr>
              <a:t>de pastagem que foca na </a:t>
            </a:r>
            <a:r>
              <a:rPr lang="pt-BR" dirty="0">
                <a:latin typeface="Google Sans"/>
              </a:rPr>
              <a:t>saúde do solo e na restauração do </a:t>
            </a:r>
            <a:r>
              <a:rPr lang="pt-BR" dirty="0" smtClean="0">
                <a:latin typeface="Google Sans"/>
              </a:rPr>
              <a:t>ecossistema, </a:t>
            </a:r>
            <a:r>
              <a:rPr lang="pt-BR" dirty="0">
                <a:latin typeface="Google Sans"/>
              </a:rPr>
              <a:t>usando técnicas como </a:t>
            </a:r>
            <a:r>
              <a:rPr lang="pt-BR" dirty="0" smtClean="0">
                <a:latin typeface="Google Sans"/>
              </a:rPr>
              <a:t>a rotação de pastagens</a:t>
            </a:r>
            <a:r>
              <a:rPr lang="pt-BR" altLang="pt-BR" sz="1600" dirty="0" smtClean="0">
                <a:latin typeface="Google Sans"/>
              </a:rPr>
              <a:t>.</a:t>
            </a:r>
            <a:endParaRPr lang="pt-BR" altLang="pt-BR" sz="1600" dirty="0">
              <a:latin typeface="Google Sans"/>
            </a:endParaRPr>
          </a:p>
        </p:txBody>
      </p:sp>
      <p:pic>
        <p:nvPicPr>
          <p:cNvPr id="2" name="Imagem 1" descr="Pecuária regenerativa em agrofloresta - PRETATERRA">
            <a:extLst>
              <a:ext uri="{FF2B5EF4-FFF2-40B4-BE49-F238E27FC236}">
                <a16:creationId xmlns:a16="http://schemas.microsoft.com/office/drawing/2014/main" id="{1888C7D8-DC5A-9FAF-774C-7FC490A92B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8" r="36161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3248770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</TotalTime>
  <Words>926</Words>
  <Application>Microsoft Office PowerPoint</Application>
  <PresentationFormat>Apresentação na tela (4:3)</PresentationFormat>
  <Paragraphs>102</Paragraphs>
  <Slides>31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4" baseType="lpstr">
      <vt:lpstr>ＭＳ Ｐゴシック</vt:lpstr>
      <vt:lpstr>ADLaM Display</vt:lpstr>
      <vt:lpstr>Aparajita</vt:lpstr>
      <vt:lpstr>Aptos</vt:lpstr>
      <vt:lpstr>Aptos Display</vt:lpstr>
      <vt:lpstr>Arial</vt:lpstr>
      <vt:lpstr>Calibri</vt:lpstr>
      <vt:lpstr>Franklin Gothic Book</vt:lpstr>
      <vt:lpstr>Google Sans</vt:lpstr>
      <vt:lpstr>Wingdings</vt:lpstr>
      <vt:lpstr>Wingdings 2</vt:lpstr>
      <vt:lpstr>Wingdings 3</vt:lpstr>
      <vt:lpstr>Tema do Office</vt:lpstr>
      <vt:lpstr>AGRICULTURA E SUSTENTABILIDADE</vt:lpstr>
      <vt:lpstr>Apresentação do PowerPoint</vt:lpstr>
      <vt:lpstr>IMPACTOS DA MONOCULTURA</vt:lpstr>
      <vt:lpstr>SALINIZAÇÃO DO SOLO</vt:lpstr>
      <vt:lpstr>Apresentação do PowerPoint</vt:lpstr>
      <vt:lpstr>Desertificação </vt:lpstr>
      <vt:lpstr>Desertificação</vt:lpstr>
      <vt:lpstr>Apresentação do PowerPoint</vt:lpstr>
      <vt:lpstr>ARENIZAÇÃO</vt:lpstr>
      <vt:lpstr>COMPACTAÇÃO DO SOLO</vt:lpstr>
      <vt:lpstr>Apresentação do PowerPoint</vt:lpstr>
      <vt:lpstr>Baixa fertilidade</vt:lpstr>
      <vt:lpstr>Acidez elevada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Hidroponia: cultivo sem uso do solo</vt:lpstr>
      <vt:lpstr>Agricultura 4.0 e de precisão</vt:lpstr>
      <vt:lpstr>Apresentação do PowerPoint</vt:lpstr>
      <vt:lpstr>AGROECOLOGIA</vt:lpstr>
      <vt:lpstr>AGROECOSSISTEMA</vt:lpstr>
      <vt:lpstr>PERMACULTURA</vt:lpstr>
      <vt:lpstr>EXEMPLO PRÁTICO</vt:lpstr>
      <vt:lpstr>AGRICULTURA ORGÂNICA</vt:lpstr>
      <vt:lpstr>AGROFLORESTAS</vt:lpstr>
      <vt:lpstr>Apresentação do PowerPoint</vt:lpstr>
      <vt:lpstr>Integração Lavoura-Pecuária-Floresta (ILPF)</vt:lpstr>
      <vt:lpstr>PECUÁRIA REGENERATIVA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solo</dc:title>
  <dc:creator>Anselmo</dc:creator>
  <cp:lastModifiedBy>Agostiniano Mendel - Olimpíadas Ensino Médio</cp:lastModifiedBy>
  <cp:revision>99</cp:revision>
  <dcterms:created xsi:type="dcterms:W3CDTF">2011-03-31T17:40:48Z</dcterms:created>
  <dcterms:modified xsi:type="dcterms:W3CDTF">2026-10-06T10:40:55Z</dcterms:modified>
</cp:coreProperties>
</file>