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0" r:id="rId9"/>
    <p:sldId id="264" r:id="rId10"/>
    <p:sldId id="271" r:id="rId11"/>
    <p:sldId id="275" r:id="rId12"/>
    <p:sldId id="277" r:id="rId13"/>
    <p:sldId id="269" r:id="rId14"/>
    <p:sldId id="272" r:id="rId15"/>
    <p:sldId id="278" r:id="rId16"/>
    <p:sldId id="279" r:id="rId17"/>
    <p:sldId id="265" r:id="rId18"/>
    <p:sldId id="276" r:id="rId19"/>
    <p:sldId id="274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3D1828-C970-446F-A001-3CFB83DE5BFD}" v="128" dt="2026-01-24T14:27:45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3" d="100"/>
          <a:sy n="53" d="100"/>
        </p:scale>
        <p:origin x="133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Rios" userId="69fc135ea1c70fd1" providerId="LiveId" clId="{EDAF6266-BA3D-4DCE-A57F-7AEA88DC3424}"/>
    <pc:docChg chg="undo redo custSel addSld delSld modSld sldOrd">
      <pc:chgData name="Alex Rios" userId="69fc135ea1c70fd1" providerId="LiveId" clId="{EDAF6266-BA3D-4DCE-A57F-7AEA88DC3424}" dt="2026-01-24T14:27:45.029" v="552" actId="14100"/>
      <pc:docMkLst>
        <pc:docMk/>
      </pc:docMkLst>
      <pc:sldChg chg="modSp mod">
        <pc:chgData name="Alex Rios" userId="69fc135ea1c70fd1" providerId="LiveId" clId="{EDAF6266-BA3D-4DCE-A57F-7AEA88DC3424}" dt="2026-01-24T14:01:18.237" v="137" actId="14100"/>
        <pc:sldMkLst>
          <pc:docMk/>
          <pc:sldMk cId="2638810568" sldId="258"/>
        </pc:sldMkLst>
        <pc:spChg chg="mod">
          <ac:chgData name="Alex Rios" userId="69fc135ea1c70fd1" providerId="LiveId" clId="{EDAF6266-BA3D-4DCE-A57F-7AEA88DC3424}" dt="2026-01-24T14:01:18.237" v="137" actId="14100"/>
          <ac:spMkLst>
            <pc:docMk/>
            <pc:sldMk cId="2638810568" sldId="258"/>
            <ac:spMk id="3" creationId="{94E3CC9A-F990-2253-7404-6A209B24A469}"/>
          </ac:spMkLst>
        </pc:spChg>
      </pc:sldChg>
      <pc:sldChg chg="modSp mod">
        <pc:chgData name="Alex Rios" userId="69fc135ea1c70fd1" providerId="LiveId" clId="{EDAF6266-BA3D-4DCE-A57F-7AEA88DC3424}" dt="2026-01-24T14:00:52.924" v="135" actId="5793"/>
        <pc:sldMkLst>
          <pc:docMk/>
          <pc:sldMk cId="2025123165" sldId="259"/>
        </pc:sldMkLst>
        <pc:spChg chg="mod">
          <ac:chgData name="Alex Rios" userId="69fc135ea1c70fd1" providerId="LiveId" clId="{EDAF6266-BA3D-4DCE-A57F-7AEA88DC3424}" dt="2026-01-24T14:00:52.924" v="135" actId="5793"/>
          <ac:spMkLst>
            <pc:docMk/>
            <pc:sldMk cId="2025123165" sldId="259"/>
            <ac:spMk id="3" creationId="{3B04854A-D8AE-B03A-90B3-C43D54B83FD5}"/>
          </ac:spMkLst>
        </pc:spChg>
      </pc:sldChg>
      <pc:sldChg chg="addSp delSp modSp mod">
        <pc:chgData name="Alex Rios" userId="69fc135ea1c70fd1" providerId="LiveId" clId="{EDAF6266-BA3D-4DCE-A57F-7AEA88DC3424}" dt="2026-01-24T13:59:05.663" v="116" actId="20577"/>
        <pc:sldMkLst>
          <pc:docMk/>
          <pc:sldMk cId="2744897909" sldId="261"/>
        </pc:sldMkLst>
        <pc:spChg chg="mod">
          <ac:chgData name="Alex Rios" userId="69fc135ea1c70fd1" providerId="LiveId" clId="{EDAF6266-BA3D-4DCE-A57F-7AEA88DC3424}" dt="2026-01-24T13:59:05.663" v="116" actId="20577"/>
          <ac:spMkLst>
            <pc:docMk/>
            <pc:sldMk cId="2744897909" sldId="261"/>
            <ac:spMk id="3" creationId="{7D69DF53-3B89-BB72-CCB6-FA1EDA5E864E}"/>
          </ac:spMkLst>
        </pc:spChg>
        <pc:picChg chg="add del mod">
          <ac:chgData name="Alex Rios" userId="69fc135ea1c70fd1" providerId="LiveId" clId="{EDAF6266-BA3D-4DCE-A57F-7AEA88DC3424}" dt="2026-01-24T13:57:22.717" v="80" actId="22"/>
          <ac:picMkLst>
            <pc:docMk/>
            <pc:sldMk cId="2744897909" sldId="261"/>
            <ac:picMk id="5" creationId="{540C4C59-1E09-0301-7CDB-EEC5571AC548}"/>
          </ac:picMkLst>
        </pc:picChg>
      </pc:sldChg>
      <pc:sldChg chg="modSp del mod">
        <pc:chgData name="Alex Rios" userId="69fc135ea1c70fd1" providerId="LiveId" clId="{EDAF6266-BA3D-4DCE-A57F-7AEA88DC3424}" dt="2026-01-24T13:59:21.593" v="118" actId="2696"/>
        <pc:sldMkLst>
          <pc:docMk/>
          <pc:sldMk cId="1905963382" sldId="262"/>
        </pc:sldMkLst>
        <pc:spChg chg="mod">
          <ac:chgData name="Alex Rios" userId="69fc135ea1c70fd1" providerId="LiveId" clId="{EDAF6266-BA3D-4DCE-A57F-7AEA88DC3424}" dt="2026-01-24T13:59:18.823" v="117" actId="20577"/>
          <ac:spMkLst>
            <pc:docMk/>
            <pc:sldMk cId="1905963382" sldId="262"/>
            <ac:spMk id="3" creationId="{289AB0CE-3C9A-BC0D-22B7-5AE8D1C2B1B7}"/>
          </ac:spMkLst>
        </pc:spChg>
      </pc:sldChg>
      <pc:sldChg chg="modSp mod">
        <pc:chgData name="Alex Rios" userId="69fc135ea1c70fd1" providerId="LiveId" clId="{EDAF6266-BA3D-4DCE-A57F-7AEA88DC3424}" dt="2026-01-24T14:02:10.398" v="149" actId="20577"/>
        <pc:sldMkLst>
          <pc:docMk/>
          <pc:sldMk cId="4135962763" sldId="263"/>
        </pc:sldMkLst>
        <pc:spChg chg="mod">
          <ac:chgData name="Alex Rios" userId="69fc135ea1c70fd1" providerId="LiveId" clId="{EDAF6266-BA3D-4DCE-A57F-7AEA88DC3424}" dt="2026-01-24T14:02:10.398" v="149" actId="20577"/>
          <ac:spMkLst>
            <pc:docMk/>
            <pc:sldMk cId="4135962763" sldId="263"/>
            <ac:spMk id="3" creationId="{E593A2B7-9C12-A2F0-C1D7-D5391F010AA3}"/>
          </ac:spMkLst>
        </pc:spChg>
      </pc:sldChg>
      <pc:sldChg chg="modSp mod">
        <pc:chgData name="Alex Rios" userId="69fc135ea1c70fd1" providerId="LiveId" clId="{EDAF6266-BA3D-4DCE-A57F-7AEA88DC3424}" dt="2026-01-24T14:08:47.413" v="360" actId="20577"/>
        <pc:sldMkLst>
          <pc:docMk/>
          <pc:sldMk cId="1410365007" sldId="264"/>
        </pc:sldMkLst>
        <pc:spChg chg="mod">
          <ac:chgData name="Alex Rios" userId="69fc135ea1c70fd1" providerId="LiveId" clId="{EDAF6266-BA3D-4DCE-A57F-7AEA88DC3424}" dt="2026-01-24T14:08:47.413" v="360" actId="20577"/>
          <ac:spMkLst>
            <pc:docMk/>
            <pc:sldMk cId="1410365007" sldId="264"/>
            <ac:spMk id="3" creationId="{64A8AB27-086C-BC34-5746-BEEFF2BAC272}"/>
          </ac:spMkLst>
        </pc:spChg>
      </pc:sldChg>
      <pc:sldChg chg="modSp mod">
        <pc:chgData name="Alex Rios" userId="69fc135ea1c70fd1" providerId="LiveId" clId="{EDAF6266-BA3D-4DCE-A57F-7AEA88DC3424}" dt="2026-01-24T14:13:59.385" v="378" actId="20577"/>
        <pc:sldMkLst>
          <pc:docMk/>
          <pc:sldMk cId="4178976276" sldId="265"/>
        </pc:sldMkLst>
        <pc:graphicFrameChg chg="mod modGraphic">
          <ac:chgData name="Alex Rios" userId="69fc135ea1c70fd1" providerId="LiveId" clId="{EDAF6266-BA3D-4DCE-A57F-7AEA88DC3424}" dt="2026-01-24T14:13:59.385" v="378" actId="20577"/>
          <ac:graphicFrameMkLst>
            <pc:docMk/>
            <pc:sldMk cId="4178976276" sldId="265"/>
            <ac:graphicFrameMk id="15" creationId="{632FE8AD-1E88-C90D-D5C1-1A30F8C66F5D}"/>
          </ac:graphicFrameMkLst>
        </pc:graphicFrameChg>
      </pc:sldChg>
      <pc:sldChg chg="del">
        <pc:chgData name="Alex Rios" userId="69fc135ea1c70fd1" providerId="LiveId" clId="{EDAF6266-BA3D-4DCE-A57F-7AEA88DC3424}" dt="2026-01-24T14:11:38.284" v="371" actId="47"/>
        <pc:sldMkLst>
          <pc:docMk/>
          <pc:sldMk cId="201579429" sldId="266"/>
        </pc:sldMkLst>
      </pc:sldChg>
      <pc:sldChg chg="del">
        <pc:chgData name="Alex Rios" userId="69fc135ea1c70fd1" providerId="LiveId" clId="{EDAF6266-BA3D-4DCE-A57F-7AEA88DC3424}" dt="2026-01-24T14:14:21.527" v="381" actId="2696"/>
        <pc:sldMkLst>
          <pc:docMk/>
          <pc:sldMk cId="1217199526" sldId="267"/>
        </pc:sldMkLst>
      </pc:sldChg>
      <pc:sldChg chg="modSp mod">
        <pc:chgData name="Alex Rios" userId="69fc135ea1c70fd1" providerId="LiveId" clId="{EDAF6266-BA3D-4DCE-A57F-7AEA88DC3424}" dt="2026-01-24T14:02:38.732" v="176" actId="20577"/>
        <pc:sldMkLst>
          <pc:docMk/>
          <pc:sldMk cId="337439807" sldId="270"/>
        </pc:sldMkLst>
        <pc:spChg chg="mod">
          <ac:chgData name="Alex Rios" userId="69fc135ea1c70fd1" providerId="LiveId" clId="{EDAF6266-BA3D-4DCE-A57F-7AEA88DC3424}" dt="2026-01-24T14:02:38.732" v="176" actId="20577"/>
          <ac:spMkLst>
            <pc:docMk/>
            <pc:sldMk cId="337439807" sldId="270"/>
            <ac:spMk id="3" creationId="{8C3F0BEE-732A-7088-DC24-7763974161CF}"/>
          </ac:spMkLst>
        </pc:spChg>
      </pc:sldChg>
      <pc:sldChg chg="ord">
        <pc:chgData name="Alex Rios" userId="69fc135ea1c70fd1" providerId="LiveId" clId="{EDAF6266-BA3D-4DCE-A57F-7AEA88DC3424}" dt="2026-01-24T14:15:23.638" v="386"/>
        <pc:sldMkLst>
          <pc:docMk/>
          <pc:sldMk cId="775202810" sldId="271"/>
        </pc:sldMkLst>
      </pc:sldChg>
      <pc:sldChg chg="del">
        <pc:chgData name="Alex Rios" userId="69fc135ea1c70fd1" providerId="LiveId" clId="{EDAF6266-BA3D-4DCE-A57F-7AEA88DC3424}" dt="2026-01-24T14:11:42.243" v="372" actId="2696"/>
        <pc:sldMkLst>
          <pc:docMk/>
          <pc:sldMk cId="1438538627" sldId="273"/>
        </pc:sldMkLst>
      </pc:sldChg>
      <pc:sldChg chg="modSp add mod ord">
        <pc:chgData name="Alex Rios" userId="69fc135ea1c70fd1" providerId="LiveId" clId="{EDAF6266-BA3D-4DCE-A57F-7AEA88DC3424}" dt="2026-01-24T14:15:34.954" v="390"/>
        <pc:sldMkLst>
          <pc:docMk/>
          <pc:sldMk cId="1940539947" sldId="275"/>
        </pc:sldMkLst>
        <pc:spChg chg="mod">
          <ac:chgData name="Alex Rios" userId="69fc135ea1c70fd1" providerId="LiveId" clId="{EDAF6266-BA3D-4DCE-A57F-7AEA88DC3424}" dt="2026-01-24T14:08:24.565" v="358" actId="113"/>
          <ac:spMkLst>
            <pc:docMk/>
            <pc:sldMk cId="1940539947" sldId="275"/>
            <ac:spMk id="3" creationId="{96EC3B5F-4BC8-A0DB-3154-314C0FB6D0DD}"/>
          </ac:spMkLst>
        </pc:spChg>
      </pc:sldChg>
      <pc:sldChg chg="modSp add mod">
        <pc:chgData name="Alex Rios" userId="69fc135ea1c70fd1" providerId="LiveId" clId="{EDAF6266-BA3D-4DCE-A57F-7AEA88DC3424}" dt="2026-01-24T14:14:14.247" v="380" actId="255"/>
        <pc:sldMkLst>
          <pc:docMk/>
          <pc:sldMk cId="4178597653" sldId="276"/>
        </pc:sldMkLst>
        <pc:graphicFrameChg chg="mod modGraphic">
          <ac:chgData name="Alex Rios" userId="69fc135ea1c70fd1" providerId="LiveId" clId="{EDAF6266-BA3D-4DCE-A57F-7AEA88DC3424}" dt="2026-01-24T14:14:14.247" v="380" actId="255"/>
          <ac:graphicFrameMkLst>
            <pc:docMk/>
            <pc:sldMk cId="4178597653" sldId="276"/>
            <ac:graphicFrameMk id="15" creationId="{2890A640-12A2-F3E2-DD03-B68F31D7E27A}"/>
          </ac:graphicFrameMkLst>
        </pc:graphicFrameChg>
      </pc:sldChg>
      <pc:sldChg chg="add del">
        <pc:chgData name="Alex Rios" userId="69fc135ea1c70fd1" providerId="LiveId" clId="{EDAF6266-BA3D-4DCE-A57F-7AEA88DC3424}" dt="2026-01-24T14:15:30.395" v="387" actId="47"/>
        <pc:sldMkLst>
          <pc:docMk/>
          <pc:sldMk cId="429612362" sldId="277"/>
        </pc:sldMkLst>
      </pc:sldChg>
      <pc:sldChg chg="addSp delSp modSp add mod addAnim modAnim">
        <pc:chgData name="Alex Rios" userId="69fc135ea1c70fd1" providerId="LiveId" clId="{EDAF6266-BA3D-4DCE-A57F-7AEA88DC3424}" dt="2026-01-24T14:16:03.044" v="436" actId="20577"/>
        <pc:sldMkLst>
          <pc:docMk/>
          <pc:sldMk cId="3363662090" sldId="277"/>
        </pc:sldMkLst>
        <pc:spChg chg="mod ord">
          <ac:chgData name="Alex Rios" userId="69fc135ea1c70fd1" providerId="LiveId" clId="{EDAF6266-BA3D-4DCE-A57F-7AEA88DC3424}" dt="2026-01-24T14:16:03.044" v="436" actId="20577"/>
          <ac:spMkLst>
            <pc:docMk/>
            <pc:sldMk cId="3363662090" sldId="277"/>
            <ac:spMk id="2" creationId="{BEA93B11-B1F6-CBB9-D9D8-99BC9E95362C}"/>
          </ac:spMkLst>
        </pc:spChg>
        <pc:spChg chg="del">
          <ac:chgData name="Alex Rios" userId="69fc135ea1c70fd1" providerId="LiveId" clId="{EDAF6266-BA3D-4DCE-A57F-7AEA88DC3424}" dt="2026-01-24T14:15:48.342" v="393" actId="26606"/>
          <ac:spMkLst>
            <pc:docMk/>
            <pc:sldMk cId="3363662090" sldId="277"/>
            <ac:spMk id="1031" creationId="{202A11BF-9A99-3DFE-7047-944F9817E7D5}"/>
          </ac:spMkLst>
        </pc:spChg>
        <pc:spChg chg="add">
          <ac:chgData name="Alex Rios" userId="69fc135ea1c70fd1" providerId="LiveId" clId="{EDAF6266-BA3D-4DCE-A57F-7AEA88DC3424}" dt="2026-01-24T14:15:48.342" v="393" actId="26606"/>
          <ac:spMkLst>
            <pc:docMk/>
            <pc:sldMk cId="3363662090" sldId="277"/>
            <ac:spMk id="1040" creationId="{37C89E4B-3C9F-44B9-8B86-D9E3D112D8EC}"/>
          </ac:spMkLst>
        </pc:spChg>
        <pc:picChg chg="add mod">
          <ac:chgData name="Alex Rios" userId="69fc135ea1c70fd1" providerId="LiveId" clId="{EDAF6266-BA3D-4DCE-A57F-7AEA88DC3424}" dt="2026-01-24T14:15:48.342" v="393" actId="26606"/>
          <ac:picMkLst>
            <pc:docMk/>
            <pc:sldMk cId="3363662090" sldId="277"/>
            <ac:picMk id="3" creationId="{7BC967E5-E5B8-E9C1-979D-B31E80324C18}"/>
          </ac:picMkLst>
        </pc:picChg>
        <pc:picChg chg="del">
          <ac:chgData name="Alex Rios" userId="69fc135ea1c70fd1" providerId="LiveId" clId="{EDAF6266-BA3D-4DCE-A57F-7AEA88DC3424}" dt="2026-01-24T14:15:40.036" v="391" actId="21"/>
          <ac:picMkLst>
            <pc:docMk/>
            <pc:sldMk cId="3363662090" sldId="277"/>
            <ac:picMk id="1026" creationId="{617B155F-5D45-EEC9-4ABB-5BE58D7AEC19}"/>
          </ac:picMkLst>
        </pc:picChg>
        <pc:cxnChg chg="del">
          <ac:chgData name="Alex Rios" userId="69fc135ea1c70fd1" providerId="LiveId" clId="{EDAF6266-BA3D-4DCE-A57F-7AEA88DC3424}" dt="2026-01-24T14:15:48.342" v="393" actId="26606"/>
          <ac:cxnSpMkLst>
            <pc:docMk/>
            <pc:sldMk cId="3363662090" sldId="277"/>
            <ac:cxnSpMk id="1033" creationId="{A7ABF6F6-CC88-E0C5-9B0C-23AB61F685FD}"/>
          </ac:cxnSpMkLst>
        </pc:cxnChg>
        <pc:cxnChg chg="del">
          <ac:chgData name="Alex Rios" userId="69fc135ea1c70fd1" providerId="LiveId" clId="{EDAF6266-BA3D-4DCE-A57F-7AEA88DC3424}" dt="2026-01-24T14:15:48.342" v="393" actId="26606"/>
          <ac:cxnSpMkLst>
            <pc:docMk/>
            <pc:sldMk cId="3363662090" sldId="277"/>
            <ac:cxnSpMk id="1035" creationId="{20D2CE1C-3B4A-DDF3-8600-7D1B0A562A7C}"/>
          </ac:cxnSpMkLst>
        </pc:cxnChg>
        <pc:cxnChg chg="add">
          <ac:chgData name="Alex Rios" userId="69fc135ea1c70fd1" providerId="LiveId" clId="{EDAF6266-BA3D-4DCE-A57F-7AEA88DC3424}" dt="2026-01-24T14:15:48.342" v="393" actId="26606"/>
          <ac:cxnSpMkLst>
            <pc:docMk/>
            <pc:sldMk cId="3363662090" sldId="277"/>
            <ac:cxnSpMk id="1042" creationId="{AA2EAA10-076F-46BD-8F0F-B9A2FB77A85C}"/>
          </ac:cxnSpMkLst>
        </pc:cxnChg>
        <pc:cxnChg chg="add">
          <ac:chgData name="Alex Rios" userId="69fc135ea1c70fd1" providerId="LiveId" clId="{EDAF6266-BA3D-4DCE-A57F-7AEA88DC3424}" dt="2026-01-24T14:15:48.342" v="393" actId="26606"/>
          <ac:cxnSpMkLst>
            <pc:docMk/>
            <pc:sldMk cId="3363662090" sldId="277"/>
            <ac:cxnSpMk id="1044" creationId="{D891E407-403B-4764-86C9-33A56D3BCAA3}"/>
          </ac:cxnSpMkLst>
        </pc:cxnChg>
      </pc:sldChg>
      <pc:sldChg chg="modSp add mod ord">
        <pc:chgData name="Alex Rios" userId="69fc135ea1c70fd1" providerId="LiveId" clId="{EDAF6266-BA3D-4DCE-A57F-7AEA88DC3424}" dt="2026-01-24T14:22:21.829" v="515" actId="20577"/>
        <pc:sldMkLst>
          <pc:docMk/>
          <pc:sldMk cId="264074588" sldId="278"/>
        </pc:sldMkLst>
        <pc:spChg chg="mod">
          <ac:chgData name="Alex Rios" userId="69fc135ea1c70fd1" providerId="LiveId" clId="{EDAF6266-BA3D-4DCE-A57F-7AEA88DC3424}" dt="2026-01-24T14:22:21.829" v="515" actId="20577"/>
          <ac:spMkLst>
            <pc:docMk/>
            <pc:sldMk cId="264074588" sldId="278"/>
            <ac:spMk id="3" creationId="{98A5B39F-9FFF-160D-83FE-880FEFD08229}"/>
          </ac:spMkLst>
        </pc:spChg>
      </pc:sldChg>
      <pc:sldChg chg="addSp delSp modSp add del mod addAnim delAnim">
        <pc:chgData name="Alex Rios" userId="69fc135ea1c70fd1" providerId="LiveId" clId="{EDAF6266-BA3D-4DCE-A57F-7AEA88DC3424}" dt="2026-01-24T14:27:11.018" v="545" actId="2696"/>
        <pc:sldMkLst>
          <pc:docMk/>
          <pc:sldMk cId="654156172" sldId="279"/>
        </pc:sldMkLst>
        <pc:spChg chg="add del mod ord">
          <ac:chgData name="Alex Rios" userId="69fc135ea1c70fd1" providerId="LiveId" clId="{EDAF6266-BA3D-4DCE-A57F-7AEA88DC3424}" dt="2026-01-24T14:27:05.541" v="544" actId="26606"/>
          <ac:spMkLst>
            <pc:docMk/>
            <pc:sldMk cId="654156172" sldId="279"/>
            <ac:spMk id="2" creationId="{90173866-EE3A-2A99-1A3A-E42C50B88708}"/>
          </ac:spMkLst>
        </pc:spChg>
        <pc:spChg chg="add del mod">
          <ac:chgData name="Alex Rios" userId="69fc135ea1c70fd1" providerId="LiveId" clId="{EDAF6266-BA3D-4DCE-A57F-7AEA88DC3424}" dt="2026-01-24T14:27:04.931" v="543" actId="21"/>
          <ac:spMkLst>
            <pc:docMk/>
            <pc:sldMk cId="654156172" sldId="279"/>
            <ac:spMk id="5" creationId="{FA67B5B5-F4F0-B15E-B6DA-E09CE5D3505C}"/>
          </ac:spMkLst>
        </pc:spChg>
        <pc:spChg chg="add del">
          <ac:chgData name="Alex Rios" userId="69fc135ea1c70fd1" providerId="LiveId" clId="{EDAF6266-BA3D-4DCE-A57F-7AEA88DC3424}" dt="2026-01-24T14:27:05.541" v="544" actId="26606"/>
          <ac:spMkLst>
            <pc:docMk/>
            <pc:sldMk cId="654156172" sldId="279"/>
            <ac:spMk id="2055" creationId="{C4CDCC8B-CDCE-AE39-F785-C6F729C2BBE5}"/>
          </ac:spMkLst>
        </pc:spChg>
        <pc:spChg chg="add del">
          <ac:chgData name="Alex Rios" userId="69fc135ea1c70fd1" providerId="LiveId" clId="{EDAF6266-BA3D-4DCE-A57F-7AEA88DC3424}" dt="2026-01-24T14:27:05.541" v="544" actId="26606"/>
          <ac:spMkLst>
            <pc:docMk/>
            <pc:sldMk cId="654156172" sldId="279"/>
            <ac:spMk id="2064" creationId="{37C89E4B-3C9F-44B9-8B86-D9E3D112D8EC}"/>
          </ac:spMkLst>
        </pc:spChg>
        <pc:spChg chg="add del">
          <ac:chgData name="Alex Rios" userId="69fc135ea1c70fd1" providerId="LiveId" clId="{EDAF6266-BA3D-4DCE-A57F-7AEA88DC3424}" dt="2026-01-24T14:27:04.212" v="542" actId="26606"/>
          <ac:spMkLst>
            <pc:docMk/>
            <pc:sldMk cId="654156172" sldId="279"/>
            <ac:spMk id="2073" creationId="{37C89E4B-3C9F-44B9-8B86-D9E3D112D8EC}"/>
          </ac:spMkLst>
        </pc:spChg>
        <pc:picChg chg="add mod">
          <ac:chgData name="Alex Rios" userId="69fc135ea1c70fd1" providerId="LiveId" clId="{EDAF6266-BA3D-4DCE-A57F-7AEA88DC3424}" dt="2026-01-24T14:27:05.541" v="544" actId="26606"/>
          <ac:picMkLst>
            <pc:docMk/>
            <pc:sldMk cId="654156172" sldId="279"/>
            <ac:picMk id="3" creationId="{519FFDF6-460D-DDE7-6DD7-A0672D0D4A0D}"/>
          </ac:picMkLst>
        </pc:picChg>
        <pc:picChg chg="del">
          <ac:chgData name="Alex Rios" userId="69fc135ea1c70fd1" providerId="LiveId" clId="{EDAF6266-BA3D-4DCE-A57F-7AEA88DC3424}" dt="2026-01-24T14:26:01.141" v="517" actId="21"/>
          <ac:picMkLst>
            <pc:docMk/>
            <pc:sldMk cId="654156172" sldId="279"/>
            <ac:picMk id="2050" creationId="{6F1FB3FC-9674-1548-29AC-FB3D7033F7B5}"/>
          </ac:picMkLst>
        </pc:picChg>
        <pc:cxnChg chg="add del">
          <ac:chgData name="Alex Rios" userId="69fc135ea1c70fd1" providerId="LiveId" clId="{EDAF6266-BA3D-4DCE-A57F-7AEA88DC3424}" dt="2026-01-24T14:27:05.541" v="544" actId="26606"/>
          <ac:cxnSpMkLst>
            <pc:docMk/>
            <pc:sldMk cId="654156172" sldId="279"/>
            <ac:cxnSpMk id="2057" creationId="{22BD0FF1-800E-5FD0-74D4-AD5D896AE01F}"/>
          </ac:cxnSpMkLst>
        </pc:cxnChg>
        <pc:cxnChg chg="add del">
          <ac:chgData name="Alex Rios" userId="69fc135ea1c70fd1" providerId="LiveId" clId="{EDAF6266-BA3D-4DCE-A57F-7AEA88DC3424}" dt="2026-01-24T14:27:05.541" v="544" actId="26606"/>
          <ac:cxnSpMkLst>
            <pc:docMk/>
            <pc:sldMk cId="654156172" sldId="279"/>
            <ac:cxnSpMk id="2059" creationId="{2E1FE7BC-92B6-A280-A902-2E7948009853}"/>
          </ac:cxnSpMkLst>
        </pc:cxnChg>
        <pc:cxnChg chg="add del">
          <ac:chgData name="Alex Rios" userId="69fc135ea1c70fd1" providerId="LiveId" clId="{EDAF6266-BA3D-4DCE-A57F-7AEA88DC3424}" dt="2026-01-24T14:27:05.541" v="544" actId="26606"/>
          <ac:cxnSpMkLst>
            <pc:docMk/>
            <pc:sldMk cId="654156172" sldId="279"/>
            <ac:cxnSpMk id="2066" creationId="{AA2EAA10-076F-46BD-8F0F-B9A2FB77A85C}"/>
          </ac:cxnSpMkLst>
        </pc:cxnChg>
        <pc:cxnChg chg="add del">
          <ac:chgData name="Alex Rios" userId="69fc135ea1c70fd1" providerId="LiveId" clId="{EDAF6266-BA3D-4DCE-A57F-7AEA88DC3424}" dt="2026-01-24T14:27:05.541" v="544" actId="26606"/>
          <ac:cxnSpMkLst>
            <pc:docMk/>
            <pc:sldMk cId="654156172" sldId="279"/>
            <ac:cxnSpMk id="2068" creationId="{D891E407-403B-4764-86C9-33A56D3BCAA3}"/>
          </ac:cxnSpMkLst>
        </pc:cxnChg>
        <pc:cxnChg chg="add del">
          <ac:chgData name="Alex Rios" userId="69fc135ea1c70fd1" providerId="LiveId" clId="{EDAF6266-BA3D-4DCE-A57F-7AEA88DC3424}" dt="2026-01-24T14:27:04.212" v="542" actId="26606"/>
          <ac:cxnSpMkLst>
            <pc:docMk/>
            <pc:sldMk cId="654156172" sldId="279"/>
            <ac:cxnSpMk id="2075" creationId="{AA2EAA10-076F-46BD-8F0F-B9A2FB77A85C}"/>
          </ac:cxnSpMkLst>
        </pc:cxnChg>
        <pc:cxnChg chg="add del">
          <ac:chgData name="Alex Rios" userId="69fc135ea1c70fd1" providerId="LiveId" clId="{EDAF6266-BA3D-4DCE-A57F-7AEA88DC3424}" dt="2026-01-24T14:27:04.212" v="542" actId="26606"/>
          <ac:cxnSpMkLst>
            <pc:docMk/>
            <pc:sldMk cId="654156172" sldId="279"/>
            <ac:cxnSpMk id="2077" creationId="{D891E407-403B-4764-86C9-33A56D3BCAA3}"/>
          </ac:cxnSpMkLst>
        </pc:cxnChg>
      </pc:sldChg>
      <pc:sldChg chg="addSp delSp modSp new mod">
        <pc:chgData name="Alex Rios" userId="69fc135ea1c70fd1" providerId="LiveId" clId="{EDAF6266-BA3D-4DCE-A57F-7AEA88DC3424}" dt="2026-01-24T14:27:45.029" v="552" actId="14100"/>
        <pc:sldMkLst>
          <pc:docMk/>
          <pc:sldMk cId="3680371888" sldId="279"/>
        </pc:sldMkLst>
        <pc:spChg chg="del">
          <ac:chgData name="Alex Rios" userId="69fc135ea1c70fd1" providerId="LiveId" clId="{EDAF6266-BA3D-4DCE-A57F-7AEA88DC3424}" dt="2026-01-24T14:27:28.650" v="548" actId="21"/>
          <ac:spMkLst>
            <pc:docMk/>
            <pc:sldMk cId="3680371888" sldId="279"/>
            <ac:spMk id="2" creationId="{BCF5894C-DB03-EB7F-37DD-D74E2AD46A4B}"/>
          </ac:spMkLst>
        </pc:spChg>
        <pc:spChg chg="del">
          <ac:chgData name="Alex Rios" userId="69fc135ea1c70fd1" providerId="LiveId" clId="{EDAF6266-BA3D-4DCE-A57F-7AEA88DC3424}" dt="2026-01-24T14:27:31.834" v="549" actId="21"/>
          <ac:spMkLst>
            <pc:docMk/>
            <pc:sldMk cId="3680371888" sldId="279"/>
            <ac:spMk id="3" creationId="{61FFB6CB-CE88-EB13-EFED-728087829F74}"/>
          </ac:spMkLst>
        </pc:spChg>
        <pc:picChg chg="add mod">
          <ac:chgData name="Alex Rios" userId="69fc135ea1c70fd1" providerId="LiveId" clId="{EDAF6266-BA3D-4DCE-A57F-7AEA88DC3424}" dt="2026-01-24T14:27:45.029" v="552" actId="14100"/>
          <ac:picMkLst>
            <pc:docMk/>
            <pc:sldMk cId="3680371888" sldId="279"/>
            <ac:picMk id="3074" creationId="{78C470E3-CF85-792E-4B9E-7429A2E2F96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117238-3EC4-402C-AD60-85A313ED6EE6}" type="doc">
      <dgm:prSet loTypeId="urn:microsoft.com/office/officeart/2016/7/layout/LinearBlockProcessNumbered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ABA74B3-EE64-4FE2-A0FF-359A10E499FD}">
      <dgm:prSet/>
      <dgm:spPr/>
      <dgm:t>
        <a:bodyPr/>
        <a:lstStyle/>
        <a:p>
          <a:r>
            <a:rPr lang="pt-BR" b="1" i="0" baseline="0"/>
            <a:t>Navios de contêineres:</a:t>
          </a:r>
          <a:r>
            <a:rPr lang="pt-BR" b="0" i="0" baseline="0"/>
            <a:t> Projetados para transportar contêineres padronizados, facilitando o manuseio e a integração com outros modais.</a:t>
          </a:r>
          <a:endParaRPr lang="en-US"/>
        </a:p>
      </dgm:t>
    </dgm:pt>
    <dgm:pt modelId="{F10CC630-E2AD-4B55-B557-E59DFEFDF783}" type="parTrans" cxnId="{2637BFCE-47A8-4D1C-8E61-64BC280F9943}">
      <dgm:prSet/>
      <dgm:spPr/>
      <dgm:t>
        <a:bodyPr/>
        <a:lstStyle/>
        <a:p>
          <a:endParaRPr lang="en-US"/>
        </a:p>
      </dgm:t>
    </dgm:pt>
    <dgm:pt modelId="{C01DE675-062D-47AE-AE05-12DB96BD3181}" type="sibTrans" cxnId="{2637BFCE-47A8-4D1C-8E61-64BC280F9943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E4A35967-B6CF-466B-A8CA-57FA74CBA1EF}">
      <dgm:prSet/>
      <dgm:spPr/>
      <dgm:t>
        <a:bodyPr/>
        <a:lstStyle/>
        <a:p>
          <a:r>
            <a:rPr lang="pt-BR" b="1" i="0" baseline="0"/>
            <a:t>Petroleiros:</a:t>
          </a:r>
          <a:r>
            <a:rPr lang="pt-BR" b="0" i="0" baseline="0"/>
            <a:t> Utilizados para o transporte de petróleo bruto e seus derivados.</a:t>
          </a:r>
          <a:endParaRPr lang="en-US"/>
        </a:p>
      </dgm:t>
    </dgm:pt>
    <dgm:pt modelId="{4BF9A35C-AB4B-41B7-85C3-4DA3CDAFF7C7}" type="parTrans" cxnId="{93214FD6-D956-4B55-866D-2E958686044D}">
      <dgm:prSet/>
      <dgm:spPr/>
      <dgm:t>
        <a:bodyPr/>
        <a:lstStyle/>
        <a:p>
          <a:endParaRPr lang="en-US"/>
        </a:p>
      </dgm:t>
    </dgm:pt>
    <dgm:pt modelId="{D6B9C6F3-1F14-4474-82E1-172955DB5F73}" type="sibTrans" cxnId="{93214FD6-D956-4B55-866D-2E958686044D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DE9CF140-9B17-457F-BEFF-F503ACF49C60}">
      <dgm:prSet/>
      <dgm:spPr/>
      <dgm:t>
        <a:bodyPr/>
        <a:lstStyle/>
        <a:p>
          <a:r>
            <a:rPr lang="pt-BR" b="1" i="0" baseline="0"/>
            <a:t>Graneleiros:</a:t>
          </a:r>
          <a:r>
            <a:rPr lang="pt-BR" b="0" i="0" baseline="0"/>
            <a:t> Projetados para cargas sólidas, como minério de ferro e grãos.</a:t>
          </a:r>
          <a:endParaRPr lang="en-US"/>
        </a:p>
      </dgm:t>
    </dgm:pt>
    <dgm:pt modelId="{920AB7DE-6C0B-43C7-9E0C-3DDEDFE3110C}" type="parTrans" cxnId="{562B8EC3-A348-4AD3-8140-75B2DD39D008}">
      <dgm:prSet/>
      <dgm:spPr/>
      <dgm:t>
        <a:bodyPr/>
        <a:lstStyle/>
        <a:p>
          <a:endParaRPr lang="en-US"/>
        </a:p>
      </dgm:t>
    </dgm:pt>
    <dgm:pt modelId="{3973121D-6B7E-41BC-B1AC-BCEBDE9D7F9A}" type="sibTrans" cxnId="{562B8EC3-A348-4AD3-8140-75B2DD39D008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E7BC101D-BDE9-4D03-B433-2AF60E1E4FCC}">
      <dgm:prSet/>
      <dgm:spPr/>
      <dgm:t>
        <a:bodyPr/>
        <a:lstStyle/>
        <a:p>
          <a:r>
            <a:rPr lang="pt-BR" b="1" i="0" baseline="0"/>
            <a:t>Ro-Ro (Roll-on/Roll-off):</a:t>
          </a:r>
          <a:r>
            <a:rPr lang="pt-BR" b="0" i="0" baseline="0"/>
            <a:t> Adequados para veículos e maquinário.</a:t>
          </a:r>
          <a:endParaRPr lang="en-US"/>
        </a:p>
      </dgm:t>
    </dgm:pt>
    <dgm:pt modelId="{DD61F1C3-A5C1-4ED3-A718-39039B36BE65}" type="parTrans" cxnId="{313DBE57-F408-492F-9F09-69D73BB7063D}">
      <dgm:prSet/>
      <dgm:spPr/>
      <dgm:t>
        <a:bodyPr/>
        <a:lstStyle/>
        <a:p>
          <a:endParaRPr lang="en-US"/>
        </a:p>
      </dgm:t>
    </dgm:pt>
    <dgm:pt modelId="{D1B5D427-872A-48D4-914B-D4BBBBA1C0D0}" type="sibTrans" cxnId="{313DBE57-F408-492F-9F09-69D73BB7063D}">
      <dgm:prSet phldrT="04"/>
      <dgm:spPr/>
      <dgm:t>
        <a:bodyPr/>
        <a:lstStyle/>
        <a:p>
          <a:r>
            <a:rPr lang="en-US"/>
            <a:t>04</a:t>
          </a:r>
        </a:p>
      </dgm:t>
    </dgm:pt>
    <dgm:pt modelId="{62F01356-4CF3-4081-A1CF-6BEF6E08DC3B}" type="pres">
      <dgm:prSet presAssocID="{E0117238-3EC4-402C-AD60-85A313ED6EE6}" presName="Name0" presStyleCnt="0">
        <dgm:presLayoutVars>
          <dgm:animLvl val="lvl"/>
          <dgm:resizeHandles val="exact"/>
        </dgm:presLayoutVars>
      </dgm:prSet>
      <dgm:spPr/>
    </dgm:pt>
    <dgm:pt modelId="{CA43A1E1-476B-416C-9A7A-48400CFD9FB2}" type="pres">
      <dgm:prSet presAssocID="{1ABA74B3-EE64-4FE2-A0FF-359A10E499FD}" presName="compositeNode" presStyleCnt="0">
        <dgm:presLayoutVars>
          <dgm:bulletEnabled val="1"/>
        </dgm:presLayoutVars>
      </dgm:prSet>
      <dgm:spPr/>
    </dgm:pt>
    <dgm:pt modelId="{EA4C9ABC-CDCE-471D-AE73-7444C2767B3D}" type="pres">
      <dgm:prSet presAssocID="{1ABA74B3-EE64-4FE2-A0FF-359A10E499FD}" presName="bgRect" presStyleLbl="alignNode1" presStyleIdx="0" presStyleCnt="4"/>
      <dgm:spPr/>
    </dgm:pt>
    <dgm:pt modelId="{A5D88BA9-A96A-4E46-AF62-691397760323}" type="pres">
      <dgm:prSet presAssocID="{C01DE675-062D-47AE-AE05-12DB96BD3181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933D597C-FDC0-42C9-BA7C-677230AF749D}" type="pres">
      <dgm:prSet presAssocID="{1ABA74B3-EE64-4FE2-A0FF-359A10E499FD}" presName="nodeRect" presStyleLbl="alignNode1" presStyleIdx="0" presStyleCnt="4">
        <dgm:presLayoutVars>
          <dgm:bulletEnabled val="1"/>
        </dgm:presLayoutVars>
      </dgm:prSet>
      <dgm:spPr/>
    </dgm:pt>
    <dgm:pt modelId="{1D04E212-EFD4-4578-8ABF-256BAC6DDAF5}" type="pres">
      <dgm:prSet presAssocID="{C01DE675-062D-47AE-AE05-12DB96BD3181}" presName="sibTrans" presStyleCnt="0"/>
      <dgm:spPr/>
    </dgm:pt>
    <dgm:pt modelId="{553D7A81-1A37-4A8E-BCAB-25408310ADF3}" type="pres">
      <dgm:prSet presAssocID="{E4A35967-B6CF-466B-A8CA-57FA74CBA1EF}" presName="compositeNode" presStyleCnt="0">
        <dgm:presLayoutVars>
          <dgm:bulletEnabled val="1"/>
        </dgm:presLayoutVars>
      </dgm:prSet>
      <dgm:spPr/>
    </dgm:pt>
    <dgm:pt modelId="{E38679CE-94B0-468F-AFD7-3E7E41B44F68}" type="pres">
      <dgm:prSet presAssocID="{E4A35967-B6CF-466B-A8CA-57FA74CBA1EF}" presName="bgRect" presStyleLbl="alignNode1" presStyleIdx="1" presStyleCnt="4"/>
      <dgm:spPr/>
    </dgm:pt>
    <dgm:pt modelId="{907E88E6-C88B-406B-89BD-1F74D26686AA}" type="pres">
      <dgm:prSet presAssocID="{D6B9C6F3-1F14-4474-82E1-172955DB5F73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C12CFF97-42AE-4177-A570-7E851555941D}" type="pres">
      <dgm:prSet presAssocID="{E4A35967-B6CF-466B-A8CA-57FA74CBA1EF}" presName="nodeRect" presStyleLbl="alignNode1" presStyleIdx="1" presStyleCnt="4">
        <dgm:presLayoutVars>
          <dgm:bulletEnabled val="1"/>
        </dgm:presLayoutVars>
      </dgm:prSet>
      <dgm:spPr/>
    </dgm:pt>
    <dgm:pt modelId="{F8BC8258-1DB4-4969-8930-C3C0A9A16D49}" type="pres">
      <dgm:prSet presAssocID="{D6B9C6F3-1F14-4474-82E1-172955DB5F73}" presName="sibTrans" presStyleCnt="0"/>
      <dgm:spPr/>
    </dgm:pt>
    <dgm:pt modelId="{AA082680-722E-4F7B-8287-FA4BA90CFC6F}" type="pres">
      <dgm:prSet presAssocID="{DE9CF140-9B17-457F-BEFF-F503ACF49C60}" presName="compositeNode" presStyleCnt="0">
        <dgm:presLayoutVars>
          <dgm:bulletEnabled val="1"/>
        </dgm:presLayoutVars>
      </dgm:prSet>
      <dgm:spPr/>
    </dgm:pt>
    <dgm:pt modelId="{1FAD7BAF-07E3-4EF5-81F1-63EA33D01AB8}" type="pres">
      <dgm:prSet presAssocID="{DE9CF140-9B17-457F-BEFF-F503ACF49C60}" presName="bgRect" presStyleLbl="alignNode1" presStyleIdx="2" presStyleCnt="4"/>
      <dgm:spPr/>
    </dgm:pt>
    <dgm:pt modelId="{079E6C5F-2C01-472B-A469-E2C477803DA7}" type="pres">
      <dgm:prSet presAssocID="{3973121D-6B7E-41BC-B1AC-BCEBDE9D7F9A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470C043A-0BE1-4C11-B80F-D2D9869EF8A0}" type="pres">
      <dgm:prSet presAssocID="{DE9CF140-9B17-457F-BEFF-F503ACF49C60}" presName="nodeRect" presStyleLbl="alignNode1" presStyleIdx="2" presStyleCnt="4">
        <dgm:presLayoutVars>
          <dgm:bulletEnabled val="1"/>
        </dgm:presLayoutVars>
      </dgm:prSet>
      <dgm:spPr/>
    </dgm:pt>
    <dgm:pt modelId="{7A860233-1BFC-4868-8D62-77E7E47A22D0}" type="pres">
      <dgm:prSet presAssocID="{3973121D-6B7E-41BC-B1AC-BCEBDE9D7F9A}" presName="sibTrans" presStyleCnt="0"/>
      <dgm:spPr/>
    </dgm:pt>
    <dgm:pt modelId="{F125572F-BFBA-46DD-8657-2620DC2E8B0C}" type="pres">
      <dgm:prSet presAssocID="{E7BC101D-BDE9-4D03-B433-2AF60E1E4FCC}" presName="compositeNode" presStyleCnt="0">
        <dgm:presLayoutVars>
          <dgm:bulletEnabled val="1"/>
        </dgm:presLayoutVars>
      </dgm:prSet>
      <dgm:spPr/>
    </dgm:pt>
    <dgm:pt modelId="{1157560C-639D-425D-8594-C9AD9F328EB5}" type="pres">
      <dgm:prSet presAssocID="{E7BC101D-BDE9-4D03-B433-2AF60E1E4FCC}" presName="bgRect" presStyleLbl="alignNode1" presStyleIdx="3" presStyleCnt="4"/>
      <dgm:spPr/>
    </dgm:pt>
    <dgm:pt modelId="{07C0D4F7-8F9D-4509-8429-AEE0F27F6A3B}" type="pres">
      <dgm:prSet presAssocID="{D1B5D427-872A-48D4-914B-D4BBBBA1C0D0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9BD9C133-5DA8-468D-82F5-C59FE8E26D74}" type="pres">
      <dgm:prSet presAssocID="{E7BC101D-BDE9-4D03-B433-2AF60E1E4FCC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4C417805-E54D-4C93-81F6-A0104AFF97B3}" type="presOf" srcId="{E4A35967-B6CF-466B-A8CA-57FA74CBA1EF}" destId="{C12CFF97-42AE-4177-A570-7E851555941D}" srcOrd="1" destOrd="0" presId="urn:microsoft.com/office/officeart/2016/7/layout/LinearBlockProcessNumbered"/>
    <dgm:cxn modelId="{3FB3B12A-C7AD-4C52-AFE7-EBB82DB39A03}" type="presOf" srcId="{E7BC101D-BDE9-4D03-B433-2AF60E1E4FCC}" destId="{1157560C-639D-425D-8594-C9AD9F328EB5}" srcOrd="0" destOrd="0" presId="urn:microsoft.com/office/officeart/2016/7/layout/LinearBlockProcessNumbered"/>
    <dgm:cxn modelId="{0A5ADD2B-C0F9-41D3-AF26-C14682C40B48}" type="presOf" srcId="{1ABA74B3-EE64-4FE2-A0FF-359A10E499FD}" destId="{EA4C9ABC-CDCE-471D-AE73-7444C2767B3D}" srcOrd="0" destOrd="0" presId="urn:microsoft.com/office/officeart/2016/7/layout/LinearBlockProcessNumbered"/>
    <dgm:cxn modelId="{200F2B3F-E586-45BF-931A-C8594C6B28B9}" type="presOf" srcId="{D1B5D427-872A-48D4-914B-D4BBBBA1C0D0}" destId="{07C0D4F7-8F9D-4509-8429-AEE0F27F6A3B}" srcOrd="0" destOrd="0" presId="urn:microsoft.com/office/officeart/2016/7/layout/LinearBlockProcessNumbered"/>
    <dgm:cxn modelId="{313DBE57-F408-492F-9F09-69D73BB7063D}" srcId="{E0117238-3EC4-402C-AD60-85A313ED6EE6}" destId="{E7BC101D-BDE9-4D03-B433-2AF60E1E4FCC}" srcOrd="3" destOrd="0" parTransId="{DD61F1C3-A5C1-4ED3-A718-39039B36BE65}" sibTransId="{D1B5D427-872A-48D4-914B-D4BBBBA1C0D0}"/>
    <dgm:cxn modelId="{E70E6793-C843-4F65-82D5-E4F5E660CCAB}" type="presOf" srcId="{E0117238-3EC4-402C-AD60-85A313ED6EE6}" destId="{62F01356-4CF3-4081-A1CF-6BEF6E08DC3B}" srcOrd="0" destOrd="0" presId="urn:microsoft.com/office/officeart/2016/7/layout/LinearBlockProcessNumbered"/>
    <dgm:cxn modelId="{9DFE119B-D1E7-409A-AD4D-BECC97A6EDF8}" type="presOf" srcId="{DE9CF140-9B17-457F-BEFF-F503ACF49C60}" destId="{1FAD7BAF-07E3-4EF5-81F1-63EA33D01AB8}" srcOrd="0" destOrd="0" presId="urn:microsoft.com/office/officeart/2016/7/layout/LinearBlockProcessNumbered"/>
    <dgm:cxn modelId="{248D41A3-BD48-476F-927E-E71F6D4D3099}" type="presOf" srcId="{DE9CF140-9B17-457F-BEFF-F503ACF49C60}" destId="{470C043A-0BE1-4C11-B80F-D2D9869EF8A0}" srcOrd="1" destOrd="0" presId="urn:microsoft.com/office/officeart/2016/7/layout/LinearBlockProcessNumbered"/>
    <dgm:cxn modelId="{CD8AF3A7-411B-4545-A5D6-5C5D5403A5D3}" type="presOf" srcId="{C01DE675-062D-47AE-AE05-12DB96BD3181}" destId="{A5D88BA9-A96A-4E46-AF62-691397760323}" srcOrd="0" destOrd="0" presId="urn:microsoft.com/office/officeart/2016/7/layout/LinearBlockProcessNumbered"/>
    <dgm:cxn modelId="{562B8EC3-A348-4AD3-8140-75B2DD39D008}" srcId="{E0117238-3EC4-402C-AD60-85A313ED6EE6}" destId="{DE9CF140-9B17-457F-BEFF-F503ACF49C60}" srcOrd="2" destOrd="0" parTransId="{920AB7DE-6C0B-43C7-9E0C-3DDEDFE3110C}" sibTransId="{3973121D-6B7E-41BC-B1AC-BCEBDE9D7F9A}"/>
    <dgm:cxn modelId="{BE3271C5-F47C-405C-B0E9-493AC0236E13}" type="presOf" srcId="{D6B9C6F3-1F14-4474-82E1-172955DB5F73}" destId="{907E88E6-C88B-406B-89BD-1F74D26686AA}" srcOrd="0" destOrd="0" presId="urn:microsoft.com/office/officeart/2016/7/layout/LinearBlockProcessNumbered"/>
    <dgm:cxn modelId="{FC1F3CC9-6966-40C4-8EFE-DE1148DA4DDA}" type="presOf" srcId="{E7BC101D-BDE9-4D03-B433-2AF60E1E4FCC}" destId="{9BD9C133-5DA8-468D-82F5-C59FE8E26D74}" srcOrd="1" destOrd="0" presId="urn:microsoft.com/office/officeart/2016/7/layout/LinearBlockProcessNumbered"/>
    <dgm:cxn modelId="{2637BFCE-47A8-4D1C-8E61-64BC280F9943}" srcId="{E0117238-3EC4-402C-AD60-85A313ED6EE6}" destId="{1ABA74B3-EE64-4FE2-A0FF-359A10E499FD}" srcOrd="0" destOrd="0" parTransId="{F10CC630-E2AD-4B55-B557-E59DFEFDF783}" sibTransId="{C01DE675-062D-47AE-AE05-12DB96BD3181}"/>
    <dgm:cxn modelId="{808202D2-1707-485A-B890-2C6D2BB09CD2}" type="presOf" srcId="{1ABA74B3-EE64-4FE2-A0FF-359A10E499FD}" destId="{933D597C-FDC0-42C9-BA7C-677230AF749D}" srcOrd="1" destOrd="0" presId="urn:microsoft.com/office/officeart/2016/7/layout/LinearBlockProcessNumbered"/>
    <dgm:cxn modelId="{93214FD6-D956-4B55-866D-2E958686044D}" srcId="{E0117238-3EC4-402C-AD60-85A313ED6EE6}" destId="{E4A35967-B6CF-466B-A8CA-57FA74CBA1EF}" srcOrd="1" destOrd="0" parTransId="{4BF9A35C-AB4B-41B7-85C3-4DA3CDAFF7C7}" sibTransId="{D6B9C6F3-1F14-4474-82E1-172955DB5F73}"/>
    <dgm:cxn modelId="{777E1DD9-D19C-4A6F-B116-9CF5CB2C4FB5}" type="presOf" srcId="{3973121D-6B7E-41BC-B1AC-BCEBDE9D7F9A}" destId="{079E6C5F-2C01-472B-A469-E2C477803DA7}" srcOrd="0" destOrd="0" presId="urn:microsoft.com/office/officeart/2016/7/layout/LinearBlockProcessNumbered"/>
    <dgm:cxn modelId="{2C31FAF0-501C-43F9-8DEA-A71939E1E605}" type="presOf" srcId="{E4A35967-B6CF-466B-A8CA-57FA74CBA1EF}" destId="{E38679CE-94B0-468F-AFD7-3E7E41B44F68}" srcOrd="0" destOrd="0" presId="urn:microsoft.com/office/officeart/2016/7/layout/LinearBlockProcessNumbered"/>
    <dgm:cxn modelId="{BB5F181E-889C-4BE6-9B13-8B36C9DA4F90}" type="presParOf" srcId="{62F01356-4CF3-4081-A1CF-6BEF6E08DC3B}" destId="{CA43A1E1-476B-416C-9A7A-48400CFD9FB2}" srcOrd="0" destOrd="0" presId="urn:microsoft.com/office/officeart/2016/7/layout/LinearBlockProcessNumbered"/>
    <dgm:cxn modelId="{C7032803-68A7-42B7-92B9-62E0C185532B}" type="presParOf" srcId="{CA43A1E1-476B-416C-9A7A-48400CFD9FB2}" destId="{EA4C9ABC-CDCE-471D-AE73-7444C2767B3D}" srcOrd="0" destOrd="0" presId="urn:microsoft.com/office/officeart/2016/7/layout/LinearBlockProcessNumbered"/>
    <dgm:cxn modelId="{BE671E6B-847A-44C5-8F8F-575959CDF6A0}" type="presParOf" srcId="{CA43A1E1-476B-416C-9A7A-48400CFD9FB2}" destId="{A5D88BA9-A96A-4E46-AF62-691397760323}" srcOrd="1" destOrd="0" presId="urn:microsoft.com/office/officeart/2016/7/layout/LinearBlockProcessNumbered"/>
    <dgm:cxn modelId="{D74B4A7D-A8C1-4AE7-A55A-8174EFD286FF}" type="presParOf" srcId="{CA43A1E1-476B-416C-9A7A-48400CFD9FB2}" destId="{933D597C-FDC0-42C9-BA7C-677230AF749D}" srcOrd="2" destOrd="0" presId="urn:microsoft.com/office/officeart/2016/7/layout/LinearBlockProcessNumbered"/>
    <dgm:cxn modelId="{4CD4534D-A15A-41EB-8139-ACCD8B3A705F}" type="presParOf" srcId="{62F01356-4CF3-4081-A1CF-6BEF6E08DC3B}" destId="{1D04E212-EFD4-4578-8ABF-256BAC6DDAF5}" srcOrd="1" destOrd="0" presId="urn:microsoft.com/office/officeart/2016/7/layout/LinearBlockProcessNumbered"/>
    <dgm:cxn modelId="{7F9F8A33-E86E-4CFE-8305-C1A4BAF8580E}" type="presParOf" srcId="{62F01356-4CF3-4081-A1CF-6BEF6E08DC3B}" destId="{553D7A81-1A37-4A8E-BCAB-25408310ADF3}" srcOrd="2" destOrd="0" presId="urn:microsoft.com/office/officeart/2016/7/layout/LinearBlockProcessNumbered"/>
    <dgm:cxn modelId="{5B3901A6-9104-4760-95F4-A7B7C63CB71F}" type="presParOf" srcId="{553D7A81-1A37-4A8E-BCAB-25408310ADF3}" destId="{E38679CE-94B0-468F-AFD7-3E7E41B44F68}" srcOrd="0" destOrd="0" presId="urn:microsoft.com/office/officeart/2016/7/layout/LinearBlockProcessNumbered"/>
    <dgm:cxn modelId="{B95EFEBB-CBBA-41BE-923B-F1FF9AA99DEB}" type="presParOf" srcId="{553D7A81-1A37-4A8E-BCAB-25408310ADF3}" destId="{907E88E6-C88B-406B-89BD-1F74D26686AA}" srcOrd="1" destOrd="0" presId="urn:microsoft.com/office/officeart/2016/7/layout/LinearBlockProcessNumbered"/>
    <dgm:cxn modelId="{E77F2BD1-1FD2-44CB-86A4-AA0AA1E5299E}" type="presParOf" srcId="{553D7A81-1A37-4A8E-BCAB-25408310ADF3}" destId="{C12CFF97-42AE-4177-A570-7E851555941D}" srcOrd="2" destOrd="0" presId="urn:microsoft.com/office/officeart/2016/7/layout/LinearBlockProcessNumbered"/>
    <dgm:cxn modelId="{A942885B-20AE-403B-ACA2-7FB2B4E64A7C}" type="presParOf" srcId="{62F01356-4CF3-4081-A1CF-6BEF6E08DC3B}" destId="{F8BC8258-1DB4-4969-8930-C3C0A9A16D49}" srcOrd="3" destOrd="0" presId="urn:microsoft.com/office/officeart/2016/7/layout/LinearBlockProcessNumbered"/>
    <dgm:cxn modelId="{A5287156-8B69-4B59-9C82-00290D8F2C23}" type="presParOf" srcId="{62F01356-4CF3-4081-A1CF-6BEF6E08DC3B}" destId="{AA082680-722E-4F7B-8287-FA4BA90CFC6F}" srcOrd="4" destOrd="0" presId="urn:microsoft.com/office/officeart/2016/7/layout/LinearBlockProcessNumbered"/>
    <dgm:cxn modelId="{59D48808-7A2D-4528-BE9A-D3938D2ADC2E}" type="presParOf" srcId="{AA082680-722E-4F7B-8287-FA4BA90CFC6F}" destId="{1FAD7BAF-07E3-4EF5-81F1-63EA33D01AB8}" srcOrd="0" destOrd="0" presId="urn:microsoft.com/office/officeart/2016/7/layout/LinearBlockProcessNumbered"/>
    <dgm:cxn modelId="{5AB509AD-13D8-49BA-9628-1B152F602ABC}" type="presParOf" srcId="{AA082680-722E-4F7B-8287-FA4BA90CFC6F}" destId="{079E6C5F-2C01-472B-A469-E2C477803DA7}" srcOrd="1" destOrd="0" presId="urn:microsoft.com/office/officeart/2016/7/layout/LinearBlockProcessNumbered"/>
    <dgm:cxn modelId="{9E3482DA-EFAD-446F-808D-555A5D80CFD8}" type="presParOf" srcId="{AA082680-722E-4F7B-8287-FA4BA90CFC6F}" destId="{470C043A-0BE1-4C11-B80F-D2D9869EF8A0}" srcOrd="2" destOrd="0" presId="urn:microsoft.com/office/officeart/2016/7/layout/LinearBlockProcessNumbered"/>
    <dgm:cxn modelId="{6E63BAFE-D7F2-4EB8-8DD8-0923B9031FC8}" type="presParOf" srcId="{62F01356-4CF3-4081-A1CF-6BEF6E08DC3B}" destId="{7A860233-1BFC-4868-8D62-77E7E47A22D0}" srcOrd="5" destOrd="0" presId="urn:microsoft.com/office/officeart/2016/7/layout/LinearBlockProcessNumbered"/>
    <dgm:cxn modelId="{AA244075-0132-463A-82A4-C9AB35DE9022}" type="presParOf" srcId="{62F01356-4CF3-4081-A1CF-6BEF6E08DC3B}" destId="{F125572F-BFBA-46DD-8657-2620DC2E8B0C}" srcOrd="6" destOrd="0" presId="urn:microsoft.com/office/officeart/2016/7/layout/LinearBlockProcessNumbered"/>
    <dgm:cxn modelId="{FAFC9482-B441-46C0-887B-6CA7107DB035}" type="presParOf" srcId="{F125572F-BFBA-46DD-8657-2620DC2E8B0C}" destId="{1157560C-639D-425D-8594-C9AD9F328EB5}" srcOrd="0" destOrd="0" presId="urn:microsoft.com/office/officeart/2016/7/layout/LinearBlockProcessNumbered"/>
    <dgm:cxn modelId="{9D8B60EE-1F4C-4C91-A54F-11E5107E12CA}" type="presParOf" srcId="{F125572F-BFBA-46DD-8657-2620DC2E8B0C}" destId="{07C0D4F7-8F9D-4509-8429-AEE0F27F6A3B}" srcOrd="1" destOrd="0" presId="urn:microsoft.com/office/officeart/2016/7/layout/LinearBlockProcessNumbered"/>
    <dgm:cxn modelId="{AA6C382B-88B2-42ED-9B0B-711F4A149CEF}" type="presParOf" srcId="{F125572F-BFBA-46DD-8657-2620DC2E8B0C}" destId="{9BD9C133-5DA8-468D-82F5-C59FE8E26D74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36E236-9AA0-43AE-B942-D92651362F1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8842D0E-AAF8-4553-9B1B-E0CEF5EED888}">
      <dgm:prSet/>
      <dgm:spPr/>
      <dgm:t>
        <a:bodyPr/>
        <a:lstStyle/>
        <a:p>
          <a:pPr algn="just"/>
          <a:r>
            <a:rPr lang="pt-BR" b="0" i="0" baseline="0" dirty="0"/>
            <a:t>Emissão de </a:t>
          </a:r>
          <a:r>
            <a:rPr lang="pt-BR" b="1" i="0" baseline="0" dirty="0"/>
            <a:t>gases de efeito estufa </a:t>
          </a:r>
          <a:r>
            <a:rPr lang="pt-BR" b="0" i="0" baseline="0" dirty="0"/>
            <a:t>(GEEs), como dióxido de carbono (CO₂), metano (CH₄) e óxidos de nitrogênio (NOₓ), resultantes da queima de combustíveis fósseis, especialmente o óleo bunker, utilizado pela maioria dos navios. </a:t>
          </a:r>
          <a:endParaRPr lang="en-US" dirty="0"/>
        </a:p>
      </dgm:t>
    </dgm:pt>
    <dgm:pt modelId="{65D9D224-2A43-42F7-80BA-0177FEB7C1FE}" type="parTrans" cxnId="{BB0AD254-CE10-4100-A23A-DA63E8C40E1F}">
      <dgm:prSet/>
      <dgm:spPr/>
      <dgm:t>
        <a:bodyPr/>
        <a:lstStyle/>
        <a:p>
          <a:endParaRPr lang="en-US"/>
        </a:p>
      </dgm:t>
    </dgm:pt>
    <dgm:pt modelId="{E4934AA7-15E3-4ABA-A1B6-CF5E4E0CE405}" type="sibTrans" cxnId="{BB0AD254-CE10-4100-A23A-DA63E8C40E1F}">
      <dgm:prSet/>
      <dgm:spPr/>
      <dgm:t>
        <a:bodyPr/>
        <a:lstStyle/>
        <a:p>
          <a:endParaRPr lang="en-US"/>
        </a:p>
      </dgm:t>
    </dgm:pt>
    <dgm:pt modelId="{B4B34186-BE28-4498-867B-2D8949FF1F2A}">
      <dgm:prSet/>
      <dgm:spPr/>
      <dgm:t>
        <a:bodyPr/>
        <a:lstStyle/>
        <a:p>
          <a:pPr algn="just"/>
          <a:r>
            <a:rPr lang="pt-BR" b="0" i="0" baseline="0" dirty="0"/>
            <a:t>Constante risco de </a:t>
          </a:r>
          <a:r>
            <a:rPr lang="pt-BR" b="1" i="0" baseline="0" dirty="0"/>
            <a:t>vazamentos de óleo </a:t>
          </a:r>
          <a:r>
            <a:rPr lang="pt-BR" b="0" i="0" baseline="0" dirty="0"/>
            <a:t>durante o transporte, armazenamento e operações de abastecimento, que podem causar graves impactos nos ecossistemas marinhos e costeiros, prejudicando a biodiversidade e afetando diretamente comunidades que dependem do mar. </a:t>
          </a:r>
          <a:endParaRPr lang="en-US" dirty="0"/>
        </a:p>
      </dgm:t>
    </dgm:pt>
    <dgm:pt modelId="{54CB1DA0-3A7F-4FA8-9444-27F092B44167}" type="parTrans" cxnId="{67615718-0110-4CB5-BA21-A789601FBC1A}">
      <dgm:prSet/>
      <dgm:spPr/>
      <dgm:t>
        <a:bodyPr/>
        <a:lstStyle/>
        <a:p>
          <a:endParaRPr lang="en-US"/>
        </a:p>
      </dgm:t>
    </dgm:pt>
    <dgm:pt modelId="{B2205727-3FB7-48A8-A559-DEB500CBB271}" type="sibTrans" cxnId="{67615718-0110-4CB5-BA21-A789601FBC1A}">
      <dgm:prSet/>
      <dgm:spPr/>
      <dgm:t>
        <a:bodyPr/>
        <a:lstStyle/>
        <a:p>
          <a:endParaRPr lang="en-US"/>
        </a:p>
      </dgm:t>
    </dgm:pt>
    <dgm:pt modelId="{E732761E-6C01-4FC1-BB2E-D8B5EB4F80A1}" type="pres">
      <dgm:prSet presAssocID="{5136E236-9AA0-43AE-B942-D92651362F1C}" presName="vert0" presStyleCnt="0">
        <dgm:presLayoutVars>
          <dgm:dir/>
          <dgm:animOne val="branch"/>
          <dgm:animLvl val="lvl"/>
        </dgm:presLayoutVars>
      </dgm:prSet>
      <dgm:spPr/>
    </dgm:pt>
    <dgm:pt modelId="{FEB13D59-DB1C-4F74-B611-DC070756E9CF}" type="pres">
      <dgm:prSet presAssocID="{C8842D0E-AAF8-4553-9B1B-E0CEF5EED888}" presName="thickLine" presStyleLbl="alignNode1" presStyleIdx="0" presStyleCnt="2"/>
      <dgm:spPr/>
    </dgm:pt>
    <dgm:pt modelId="{9CFCA7AB-9310-4614-8446-7AC980410673}" type="pres">
      <dgm:prSet presAssocID="{C8842D0E-AAF8-4553-9B1B-E0CEF5EED888}" presName="horz1" presStyleCnt="0"/>
      <dgm:spPr/>
    </dgm:pt>
    <dgm:pt modelId="{BAF6146B-EC0D-41A7-98A9-BD879C1487D1}" type="pres">
      <dgm:prSet presAssocID="{C8842D0E-AAF8-4553-9B1B-E0CEF5EED888}" presName="tx1" presStyleLbl="revTx" presStyleIdx="0" presStyleCnt="2"/>
      <dgm:spPr/>
    </dgm:pt>
    <dgm:pt modelId="{85EC2B2D-7817-4A40-BB39-A45C4A5C96EA}" type="pres">
      <dgm:prSet presAssocID="{C8842D0E-AAF8-4553-9B1B-E0CEF5EED888}" presName="vert1" presStyleCnt="0"/>
      <dgm:spPr/>
    </dgm:pt>
    <dgm:pt modelId="{50F0CAF5-8E7E-470B-A0A9-276C7F3A9E9A}" type="pres">
      <dgm:prSet presAssocID="{B4B34186-BE28-4498-867B-2D8949FF1F2A}" presName="thickLine" presStyleLbl="alignNode1" presStyleIdx="1" presStyleCnt="2"/>
      <dgm:spPr/>
    </dgm:pt>
    <dgm:pt modelId="{DD4736BE-6048-47D8-B9D0-333F2ECD09CF}" type="pres">
      <dgm:prSet presAssocID="{B4B34186-BE28-4498-867B-2D8949FF1F2A}" presName="horz1" presStyleCnt="0"/>
      <dgm:spPr/>
    </dgm:pt>
    <dgm:pt modelId="{D566202F-81BD-486D-9781-7645D28E88FB}" type="pres">
      <dgm:prSet presAssocID="{B4B34186-BE28-4498-867B-2D8949FF1F2A}" presName="tx1" presStyleLbl="revTx" presStyleIdx="1" presStyleCnt="2"/>
      <dgm:spPr/>
    </dgm:pt>
    <dgm:pt modelId="{D10D6DF5-4501-4EE4-975B-C3A1C6D33FBF}" type="pres">
      <dgm:prSet presAssocID="{B4B34186-BE28-4498-867B-2D8949FF1F2A}" presName="vert1" presStyleCnt="0"/>
      <dgm:spPr/>
    </dgm:pt>
  </dgm:ptLst>
  <dgm:cxnLst>
    <dgm:cxn modelId="{67615718-0110-4CB5-BA21-A789601FBC1A}" srcId="{5136E236-9AA0-43AE-B942-D92651362F1C}" destId="{B4B34186-BE28-4498-867B-2D8949FF1F2A}" srcOrd="1" destOrd="0" parTransId="{54CB1DA0-3A7F-4FA8-9444-27F092B44167}" sibTransId="{B2205727-3FB7-48A8-A559-DEB500CBB271}"/>
    <dgm:cxn modelId="{CDA8DE24-0576-4E38-B258-37CF723A04C1}" type="presOf" srcId="{B4B34186-BE28-4498-867B-2D8949FF1F2A}" destId="{D566202F-81BD-486D-9781-7645D28E88FB}" srcOrd="0" destOrd="0" presId="urn:microsoft.com/office/officeart/2008/layout/LinedList"/>
    <dgm:cxn modelId="{BB0AD254-CE10-4100-A23A-DA63E8C40E1F}" srcId="{5136E236-9AA0-43AE-B942-D92651362F1C}" destId="{C8842D0E-AAF8-4553-9B1B-E0CEF5EED888}" srcOrd="0" destOrd="0" parTransId="{65D9D224-2A43-42F7-80BA-0177FEB7C1FE}" sibTransId="{E4934AA7-15E3-4ABA-A1B6-CF5E4E0CE405}"/>
    <dgm:cxn modelId="{4EBA1983-E702-445B-B858-1024F6F5641E}" type="presOf" srcId="{5136E236-9AA0-43AE-B942-D92651362F1C}" destId="{E732761E-6C01-4FC1-BB2E-D8B5EB4F80A1}" srcOrd="0" destOrd="0" presId="urn:microsoft.com/office/officeart/2008/layout/LinedList"/>
    <dgm:cxn modelId="{EA86B4F5-5DF1-4445-A546-92805CBEEFB6}" type="presOf" srcId="{C8842D0E-AAF8-4553-9B1B-E0CEF5EED888}" destId="{BAF6146B-EC0D-41A7-98A9-BD879C1487D1}" srcOrd="0" destOrd="0" presId="urn:microsoft.com/office/officeart/2008/layout/LinedList"/>
    <dgm:cxn modelId="{6E18EA60-3D44-4A18-AE27-1E69E00017E9}" type="presParOf" srcId="{E732761E-6C01-4FC1-BB2E-D8B5EB4F80A1}" destId="{FEB13D59-DB1C-4F74-B611-DC070756E9CF}" srcOrd="0" destOrd="0" presId="urn:microsoft.com/office/officeart/2008/layout/LinedList"/>
    <dgm:cxn modelId="{E429764C-5E09-4501-990F-457D1A038475}" type="presParOf" srcId="{E732761E-6C01-4FC1-BB2E-D8B5EB4F80A1}" destId="{9CFCA7AB-9310-4614-8446-7AC980410673}" srcOrd="1" destOrd="0" presId="urn:microsoft.com/office/officeart/2008/layout/LinedList"/>
    <dgm:cxn modelId="{4A272A57-13F1-4188-B0E9-9B2A0A2C0A7F}" type="presParOf" srcId="{9CFCA7AB-9310-4614-8446-7AC980410673}" destId="{BAF6146B-EC0D-41A7-98A9-BD879C1487D1}" srcOrd="0" destOrd="0" presId="urn:microsoft.com/office/officeart/2008/layout/LinedList"/>
    <dgm:cxn modelId="{7B442CB6-943B-43C4-85BD-07C435CAF05B}" type="presParOf" srcId="{9CFCA7AB-9310-4614-8446-7AC980410673}" destId="{85EC2B2D-7817-4A40-BB39-A45C4A5C96EA}" srcOrd="1" destOrd="0" presId="urn:microsoft.com/office/officeart/2008/layout/LinedList"/>
    <dgm:cxn modelId="{51D861A9-909A-4B58-A271-43EFE5A6F92F}" type="presParOf" srcId="{E732761E-6C01-4FC1-BB2E-D8B5EB4F80A1}" destId="{50F0CAF5-8E7E-470B-A0A9-276C7F3A9E9A}" srcOrd="2" destOrd="0" presId="urn:microsoft.com/office/officeart/2008/layout/LinedList"/>
    <dgm:cxn modelId="{F007B1CA-A9B1-4AA7-80C4-7F578845D66F}" type="presParOf" srcId="{E732761E-6C01-4FC1-BB2E-D8B5EB4F80A1}" destId="{DD4736BE-6048-47D8-B9D0-333F2ECD09CF}" srcOrd="3" destOrd="0" presId="urn:microsoft.com/office/officeart/2008/layout/LinedList"/>
    <dgm:cxn modelId="{85188248-C02A-4FD4-B65D-F12F1E216FE1}" type="presParOf" srcId="{DD4736BE-6048-47D8-B9D0-333F2ECD09CF}" destId="{D566202F-81BD-486D-9781-7645D28E88FB}" srcOrd="0" destOrd="0" presId="urn:microsoft.com/office/officeart/2008/layout/LinedList"/>
    <dgm:cxn modelId="{62C653EA-2B4C-4663-8378-BF04073F43EA}" type="presParOf" srcId="{DD4736BE-6048-47D8-B9D0-333F2ECD09CF}" destId="{D10D6DF5-4501-4EE4-975B-C3A1C6D33FB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36E236-9AA0-43AE-B942-D92651362F1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8842D0E-AAF8-4553-9B1B-E0CEF5EED888}">
      <dgm:prSet custT="1"/>
      <dgm:spPr/>
      <dgm:t>
        <a:bodyPr/>
        <a:lstStyle/>
        <a:p>
          <a:pPr algn="just"/>
          <a:r>
            <a:rPr lang="en-US" sz="2800" b="0" i="0" u="none" strike="noStrike" baseline="0" dirty="0" err="1"/>
            <a:t>Despejo</a:t>
          </a:r>
          <a:r>
            <a:rPr lang="en-US" sz="2800" b="0" i="0" u="none" strike="noStrike" baseline="0" dirty="0"/>
            <a:t> </a:t>
          </a:r>
          <a:r>
            <a:rPr lang="en-US" sz="2800" b="0" i="0" u="none" strike="noStrike" baseline="0" dirty="0" err="1"/>
            <a:t>inadequado</a:t>
          </a:r>
          <a:r>
            <a:rPr lang="en-US" sz="2800" b="0" i="0" u="none" strike="noStrike" baseline="0" dirty="0"/>
            <a:t> de </a:t>
          </a:r>
          <a:r>
            <a:rPr lang="en-US" sz="2800" b="0" i="0" u="none" strike="noStrike" baseline="0" dirty="0" err="1"/>
            <a:t>resíduos</a:t>
          </a:r>
          <a:r>
            <a:rPr lang="en-US" sz="2800" b="0" i="0" u="none" strike="noStrike" baseline="0" dirty="0"/>
            <a:t>, </a:t>
          </a:r>
          <a:r>
            <a:rPr lang="en-US" sz="2800" b="0" i="0" u="none" strike="noStrike" baseline="0" dirty="0" err="1"/>
            <a:t>como</a:t>
          </a:r>
          <a:r>
            <a:rPr lang="en-US" sz="2800" b="0" i="0" u="none" strike="noStrike" baseline="0" dirty="0"/>
            <a:t> </a:t>
          </a:r>
          <a:r>
            <a:rPr lang="en-US" sz="2800" b="0" i="0" u="none" strike="noStrike" baseline="0" dirty="0" err="1"/>
            <a:t>lixo</a:t>
          </a:r>
          <a:r>
            <a:rPr lang="en-US" sz="2800" b="0" i="0" u="none" strike="noStrike" baseline="0" dirty="0"/>
            <a:t> </a:t>
          </a:r>
          <a:r>
            <a:rPr lang="en-US" sz="2800" b="0" i="0" u="none" strike="noStrike" baseline="0" dirty="0" err="1"/>
            <a:t>plástico</a:t>
          </a:r>
          <a:r>
            <a:rPr lang="en-US" sz="2800" b="0" i="0" u="none" strike="noStrike" baseline="0" dirty="0"/>
            <a:t>, </a:t>
          </a:r>
          <a:r>
            <a:rPr lang="en-US" sz="2800" b="0" i="0" u="none" strike="noStrike" baseline="0" dirty="0" err="1"/>
            <a:t>efluentes</a:t>
          </a:r>
          <a:r>
            <a:rPr lang="en-US" sz="2800" b="0" i="0" u="none" strike="noStrike" baseline="0" dirty="0"/>
            <a:t> </a:t>
          </a:r>
          <a:r>
            <a:rPr lang="en-US" sz="2800" b="0" i="0" u="none" strike="noStrike" baseline="0" dirty="0" err="1"/>
            <a:t>tóxicos</a:t>
          </a:r>
          <a:r>
            <a:rPr lang="en-US" sz="2800" b="0" i="0" u="none" strike="noStrike" baseline="0" dirty="0"/>
            <a:t> e </a:t>
          </a:r>
          <a:r>
            <a:rPr lang="en-US" sz="2800" b="0" i="0" u="none" strike="noStrike" baseline="0" dirty="0" err="1"/>
            <a:t>águas</a:t>
          </a:r>
          <a:r>
            <a:rPr lang="en-US" sz="2800" b="0" i="0" u="none" strike="noStrike" baseline="0" dirty="0"/>
            <a:t> de </a:t>
          </a:r>
          <a:r>
            <a:rPr lang="en-US" sz="2800" b="0" i="0" u="none" strike="noStrike" baseline="0" dirty="0" err="1"/>
            <a:t>lastro</a:t>
          </a:r>
          <a:r>
            <a:rPr lang="en-US" sz="2800" b="0" i="0" u="none" strike="noStrike" baseline="0" dirty="0"/>
            <a:t> </a:t>
          </a:r>
          <a:r>
            <a:rPr lang="en-US" sz="2800" b="0" i="0" u="none" strike="noStrike" baseline="0" dirty="0" err="1"/>
            <a:t>contaminadas</a:t>
          </a:r>
          <a:r>
            <a:rPr lang="en-US" sz="2800" b="0" i="0" u="none" strike="noStrike" baseline="0" dirty="0"/>
            <a:t> com </a:t>
          </a:r>
          <a:r>
            <a:rPr lang="en-US" sz="2800" b="0" i="0" u="none" strike="noStrike" baseline="0" dirty="0" err="1"/>
            <a:t>espécies</a:t>
          </a:r>
          <a:r>
            <a:rPr lang="en-US" sz="2800" b="0" i="0" u="none" strike="noStrike" baseline="0" dirty="0"/>
            <a:t> </a:t>
          </a:r>
          <a:r>
            <a:rPr lang="en-US" sz="2800" b="0" i="0" u="none" strike="noStrike" baseline="0" dirty="0" err="1"/>
            <a:t>invasoras</a:t>
          </a:r>
          <a:r>
            <a:rPr lang="en-US" sz="2800" b="0" i="0" u="none" strike="noStrike" baseline="0" dirty="0"/>
            <a:t>, </a:t>
          </a:r>
          <a:r>
            <a:rPr lang="en-US" sz="2800" b="0" i="0" u="none" strike="noStrike" baseline="0" dirty="0" err="1"/>
            <a:t>que</a:t>
          </a:r>
          <a:r>
            <a:rPr lang="en-US" sz="2800" b="0" i="0" u="none" strike="noStrike" baseline="0" dirty="0"/>
            <a:t> </a:t>
          </a:r>
          <a:r>
            <a:rPr lang="en-US" sz="2800" b="0" i="0" u="none" strike="noStrike" baseline="0" dirty="0" err="1"/>
            <a:t>ameaçam</a:t>
          </a:r>
          <a:r>
            <a:rPr lang="en-US" sz="2800" b="0" i="0" u="none" strike="noStrike" baseline="0" dirty="0"/>
            <a:t> o </a:t>
          </a:r>
          <a:r>
            <a:rPr lang="en-US" sz="2800" b="0" i="0" u="none" strike="noStrike" baseline="0" dirty="0" err="1"/>
            <a:t>equilíbrio</a:t>
          </a:r>
          <a:r>
            <a:rPr lang="en-US" sz="2800" b="0" i="0" u="none" strike="noStrike" baseline="0" dirty="0"/>
            <a:t> </a:t>
          </a:r>
          <a:r>
            <a:rPr lang="en-US" sz="2800" b="0" i="0" u="none" strike="noStrike" baseline="0" dirty="0" err="1"/>
            <a:t>ecológico</a:t>
          </a:r>
          <a:r>
            <a:rPr lang="en-US" sz="2800" b="0" i="0" u="none" strike="noStrike" baseline="0" dirty="0"/>
            <a:t> de </a:t>
          </a:r>
          <a:r>
            <a:rPr lang="en-US" sz="2800" b="0" i="0" u="none" strike="noStrike" baseline="0" dirty="0" err="1"/>
            <a:t>diferentes</a:t>
          </a:r>
          <a:r>
            <a:rPr lang="en-US" sz="2800" b="0" i="0" u="none" strike="noStrike" baseline="0" dirty="0"/>
            <a:t> </a:t>
          </a:r>
          <a:r>
            <a:rPr lang="en-US" sz="2800" b="0" i="0" u="none" strike="noStrike" baseline="0" dirty="0" err="1"/>
            <a:t>regiões</a:t>
          </a:r>
          <a:r>
            <a:rPr lang="en-US" sz="2800" b="0" i="0" u="none" strike="noStrike" baseline="0" dirty="0"/>
            <a:t> </a:t>
          </a:r>
          <a:r>
            <a:rPr lang="en-US" sz="2800" b="0" i="0" u="none" strike="noStrike" baseline="0" dirty="0" err="1"/>
            <a:t>marítimas</a:t>
          </a:r>
          <a:r>
            <a:rPr lang="en-US" sz="2800" b="0" i="0" u="none" strike="noStrike" baseline="0" dirty="0"/>
            <a:t>.</a:t>
          </a:r>
          <a:endParaRPr lang="en-US" sz="2800" dirty="0"/>
        </a:p>
      </dgm:t>
    </dgm:pt>
    <dgm:pt modelId="{65D9D224-2A43-42F7-80BA-0177FEB7C1FE}" type="parTrans" cxnId="{BB0AD254-CE10-4100-A23A-DA63E8C40E1F}">
      <dgm:prSet/>
      <dgm:spPr/>
      <dgm:t>
        <a:bodyPr/>
        <a:lstStyle/>
        <a:p>
          <a:endParaRPr lang="en-US"/>
        </a:p>
      </dgm:t>
    </dgm:pt>
    <dgm:pt modelId="{E4934AA7-15E3-4ABA-A1B6-CF5E4E0CE405}" type="sibTrans" cxnId="{BB0AD254-CE10-4100-A23A-DA63E8C40E1F}">
      <dgm:prSet/>
      <dgm:spPr/>
      <dgm:t>
        <a:bodyPr/>
        <a:lstStyle/>
        <a:p>
          <a:endParaRPr lang="en-US"/>
        </a:p>
      </dgm:t>
    </dgm:pt>
    <dgm:pt modelId="{B4B34186-BE28-4498-867B-2D8949FF1F2A}">
      <dgm:prSet/>
      <dgm:spPr/>
      <dgm:t>
        <a:bodyPr/>
        <a:lstStyle/>
        <a:p>
          <a:pPr algn="just"/>
          <a:endParaRPr lang="en-US" dirty="0"/>
        </a:p>
      </dgm:t>
    </dgm:pt>
    <dgm:pt modelId="{54CB1DA0-3A7F-4FA8-9444-27F092B44167}" type="parTrans" cxnId="{67615718-0110-4CB5-BA21-A789601FBC1A}">
      <dgm:prSet/>
      <dgm:spPr/>
      <dgm:t>
        <a:bodyPr/>
        <a:lstStyle/>
        <a:p>
          <a:endParaRPr lang="en-US"/>
        </a:p>
      </dgm:t>
    </dgm:pt>
    <dgm:pt modelId="{B2205727-3FB7-48A8-A559-DEB500CBB271}" type="sibTrans" cxnId="{67615718-0110-4CB5-BA21-A789601FBC1A}">
      <dgm:prSet/>
      <dgm:spPr/>
      <dgm:t>
        <a:bodyPr/>
        <a:lstStyle/>
        <a:p>
          <a:endParaRPr lang="en-US"/>
        </a:p>
      </dgm:t>
    </dgm:pt>
    <dgm:pt modelId="{E732761E-6C01-4FC1-BB2E-D8B5EB4F80A1}" type="pres">
      <dgm:prSet presAssocID="{5136E236-9AA0-43AE-B942-D92651362F1C}" presName="vert0" presStyleCnt="0">
        <dgm:presLayoutVars>
          <dgm:dir/>
          <dgm:animOne val="branch"/>
          <dgm:animLvl val="lvl"/>
        </dgm:presLayoutVars>
      </dgm:prSet>
      <dgm:spPr/>
    </dgm:pt>
    <dgm:pt modelId="{FEB13D59-DB1C-4F74-B611-DC070756E9CF}" type="pres">
      <dgm:prSet presAssocID="{C8842D0E-AAF8-4553-9B1B-E0CEF5EED888}" presName="thickLine" presStyleLbl="alignNode1" presStyleIdx="0" presStyleCnt="2"/>
      <dgm:spPr/>
    </dgm:pt>
    <dgm:pt modelId="{9CFCA7AB-9310-4614-8446-7AC980410673}" type="pres">
      <dgm:prSet presAssocID="{C8842D0E-AAF8-4553-9B1B-E0CEF5EED888}" presName="horz1" presStyleCnt="0"/>
      <dgm:spPr/>
    </dgm:pt>
    <dgm:pt modelId="{BAF6146B-EC0D-41A7-98A9-BD879C1487D1}" type="pres">
      <dgm:prSet presAssocID="{C8842D0E-AAF8-4553-9B1B-E0CEF5EED888}" presName="tx1" presStyleLbl="revTx" presStyleIdx="0" presStyleCnt="2"/>
      <dgm:spPr/>
    </dgm:pt>
    <dgm:pt modelId="{85EC2B2D-7817-4A40-BB39-A45C4A5C96EA}" type="pres">
      <dgm:prSet presAssocID="{C8842D0E-AAF8-4553-9B1B-E0CEF5EED888}" presName="vert1" presStyleCnt="0"/>
      <dgm:spPr/>
    </dgm:pt>
    <dgm:pt modelId="{50F0CAF5-8E7E-470B-A0A9-276C7F3A9E9A}" type="pres">
      <dgm:prSet presAssocID="{B4B34186-BE28-4498-867B-2D8949FF1F2A}" presName="thickLine" presStyleLbl="alignNode1" presStyleIdx="1" presStyleCnt="2"/>
      <dgm:spPr/>
    </dgm:pt>
    <dgm:pt modelId="{DD4736BE-6048-47D8-B9D0-333F2ECD09CF}" type="pres">
      <dgm:prSet presAssocID="{B4B34186-BE28-4498-867B-2D8949FF1F2A}" presName="horz1" presStyleCnt="0"/>
      <dgm:spPr/>
    </dgm:pt>
    <dgm:pt modelId="{D566202F-81BD-486D-9781-7645D28E88FB}" type="pres">
      <dgm:prSet presAssocID="{B4B34186-BE28-4498-867B-2D8949FF1F2A}" presName="tx1" presStyleLbl="revTx" presStyleIdx="1" presStyleCnt="2"/>
      <dgm:spPr/>
    </dgm:pt>
    <dgm:pt modelId="{D10D6DF5-4501-4EE4-975B-C3A1C6D33FBF}" type="pres">
      <dgm:prSet presAssocID="{B4B34186-BE28-4498-867B-2D8949FF1F2A}" presName="vert1" presStyleCnt="0"/>
      <dgm:spPr/>
    </dgm:pt>
  </dgm:ptLst>
  <dgm:cxnLst>
    <dgm:cxn modelId="{67615718-0110-4CB5-BA21-A789601FBC1A}" srcId="{5136E236-9AA0-43AE-B942-D92651362F1C}" destId="{B4B34186-BE28-4498-867B-2D8949FF1F2A}" srcOrd="1" destOrd="0" parTransId="{54CB1DA0-3A7F-4FA8-9444-27F092B44167}" sibTransId="{B2205727-3FB7-48A8-A559-DEB500CBB271}"/>
    <dgm:cxn modelId="{CDA8DE24-0576-4E38-B258-37CF723A04C1}" type="presOf" srcId="{B4B34186-BE28-4498-867B-2D8949FF1F2A}" destId="{D566202F-81BD-486D-9781-7645D28E88FB}" srcOrd="0" destOrd="0" presId="urn:microsoft.com/office/officeart/2008/layout/LinedList"/>
    <dgm:cxn modelId="{BB0AD254-CE10-4100-A23A-DA63E8C40E1F}" srcId="{5136E236-9AA0-43AE-B942-D92651362F1C}" destId="{C8842D0E-AAF8-4553-9B1B-E0CEF5EED888}" srcOrd="0" destOrd="0" parTransId="{65D9D224-2A43-42F7-80BA-0177FEB7C1FE}" sibTransId="{E4934AA7-15E3-4ABA-A1B6-CF5E4E0CE405}"/>
    <dgm:cxn modelId="{4EBA1983-E702-445B-B858-1024F6F5641E}" type="presOf" srcId="{5136E236-9AA0-43AE-B942-D92651362F1C}" destId="{E732761E-6C01-4FC1-BB2E-D8B5EB4F80A1}" srcOrd="0" destOrd="0" presId="urn:microsoft.com/office/officeart/2008/layout/LinedList"/>
    <dgm:cxn modelId="{EA86B4F5-5DF1-4445-A546-92805CBEEFB6}" type="presOf" srcId="{C8842D0E-AAF8-4553-9B1B-E0CEF5EED888}" destId="{BAF6146B-EC0D-41A7-98A9-BD879C1487D1}" srcOrd="0" destOrd="0" presId="urn:microsoft.com/office/officeart/2008/layout/LinedList"/>
    <dgm:cxn modelId="{6E18EA60-3D44-4A18-AE27-1E69E00017E9}" type="presParOf" srcId="{E732761E-6C01-4FC1-BB2E-D8B5EB4F80A1}" destId="{FEB13D59-DB1C-4F74-B611-DC070756E9CF}" srcOrd="0" destOrd="0" presId="urn:microsoft.com/office/officeart/2008/layout/LinedList"/>
    <dgm:cxn modelId="{E429764C-5E09-4501-990F-457D1A038475}" type="presParOf" srcId="{E732761E-6C01-4FC1-BB2E-D8B5EB4F80A1}" destId="{9CFCA7AB-9310-4614-8446-7AC980410673}" srcOrd="1" destOrd="0" presId="urn:microsoft.com/office/officeart/2008/layout/LinedList"/>
    <dgm:cxn modelId="{4A272A57-13F1-4188-B0E9-9B2A0A2C0A7F}" type="presParOf" srcId="{9CFCA7AB-9310-4614-8446-7AC980410673}" destId="{BAF6146B-EC0D-41A7-98A9-BD879C1487D1}" srcOrd="0" destOrd="0" presId="urn:microsoft.com/office/officeart/2008/layout/LinedList"/>
    <dgm:cxn modelId="{7B442CB6-943B-43C4-85BD-07C435CAF05B}" type="presParOf" srcId="{9CFCA7AB-9310-4614-8446-7AC980410673}" destId="{85EC2B2D-7817-4A40-BB39-A45C4A5C96EA}" srcOrd="1" destOrd="0" presId="urn:microsoft.com/office/officeart/2008/layout/LinedList"/>
    <dgm:cxn modelId="{51D861A9-909A-4B58-A271-43EFE5A6F92F}" type="presParOf" srcId="{E732761E-6C01-4FC1-BB2E-D8B5EB4F80A1}" destId="{50F0CAF5-8E7E-470B-A0A9-276C7F3A9E9A}" srcOrd="2" destOrd="0" presId="urn:microsoft.com/office/officeart/2008/layout/LinedList"/>
    <dgm:cxn modelId="{F007B1CA-A9B1-4AA7-80C4-7F578845D66F}" type="presParOf" srcId="{E732761E-6C01-4FC1-BB2E-D8B5EB4F80A1}" destId="{DD4736BE-6048-47D8-B9D0-333F2ECD09CF}" srcOrd="3" destOrd="0" presId="urn:microsoft.com/office/officeart/2008/layout/LinedList"/>
    <dgm:cxn modelId="{85188248-C02A-4FD4-B65D-F12F1E216FE1}" type="presParOf" srcId="{DD4736BE-6048-47D8-B9D0-333F2ECD09CF}" destId="{D566202F-81BD-486D-9781-7645D28E88FB}" srcOrd="0" destOrd="0" presId="urn:microsoft.com/office/officeart/2008/layout/LinedList"/>
    <dgm:cxn modelId="{62C653EA-2B4C-4663-8378-BF04073F43EA}" type="presParOf" srcId="{DD4736BE-6048-47D8-B9D0-333F2ECD09CF}" destId="{D10D6DF5-4501-4EE4-975B-C3A1C6D33FB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C9ABC-CDCE-471D-AE73-7444C2767B3D}">
      <dsp:nvSpPr>
        <dsp:cNvPr id="0" name=""/>
        <dsp:cNvSpPr/>
      </dsp:nvSpPr>
      <dsp:spPr>
        <a:xfrm>
          <a:off x="205" y="687670"/>
          <a:ext cx="2479997" cy="29759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i="0" kern="1200" baseline="0"/>
            <a:t>Navios de contêineres:</a:t>
          </a:r>
          <a:r>
            <a:rPr lang="pt-BR" sz="1400" b="0" i="0" kern="1200" baseline="0"/>
            <a:t> Projetados para transportar contêineres padronizados, facilitando o manuseio e a integração com outros modais.</a:t>
          </a:r>
          <a:endParaRPr lang="en-US" sz="1400" kern="1200"/>
        </a:p>
      </dsp:txBody>
      <dsp:txXfrm>
        <a:off x="205" y="1878069"/>
        <a:ext cx="2479997" cy="1785598"/>
      </dsp:txXfrm>
    </dsp:sp>
    <dsp:sp modelId="{A5D88BA9-A96A-4E46-AF62-691397760323}">
      <dsp:nvSpPr>
        <dsp:cNvPr id="0" name=""/>
        <dsp:cNvSpPr/>
      </dsp:nvSpPr>
      <dsp:spPr>
        <a:xfrm>
          <a:off x="205" y="687670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01</a:t>
          </a:r>
        </a:p>
      </dsp:txBody>
      <dsp:txXfrm>
        <a:off x="205" y="687670"/>
        <a:ext cx="2479997" cy="1190398"/>
      </dsp:txXfrm>
    </dsp:sp>
    <dsp:sp modelId="{E38679CE-94B0-468F-AFD7-3E7E41B44F68}">
      <dsp:nvSpPr>
        <dsp:cNvPr id="0" name=""/>
        <dsp:cNvSpPr/>
      </dsp:nvSpPr>
      <dsp:spPr>
        <a:xfrm>
          <a:off x="2678602" y="687670"/>
          <a:ext cx="2479997" cy="2975996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i="0" kern="1200" baseline="0"/>
            <a:t>Petroleiros:</a:t>
          </a:r>
          <a:r>
            <a:rPr lang="pt-BR" sz="1400" b="0" i="0" kern="1200" baseline="0"/>
            <a:t> Utilizados para o transporte de petróleo bruto e seus derivados.</a:t>
          </a:r>
          <a:endParaRPr lang="en-US" sz="1400" kern="1200"/>
        </a:p>
      </dsp:txBody>
      <dsp:txXfrm>
        <a:off x="2678602" y="1878069"/>
        <a:ext cx="2479997" cy="1785598"/>
      </dsp:txXfrm>
    </dsp:sp>
    <dsp:sp modelId="{907E88E6-C88B-406B-89BD-1F74D26686AA}">
      <dsp:nvSpPr>
        <dsp:cNvPr id="0" name=""/>
        <dsp:cNvSpPr/>
      </dsp:nvSpPr>
      <dsp:spPr>
        <a:xfrm>
          <a:off x="2678602" y="687670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02</a:t>
          </a:r>
        </a:p>
      </dsp:txBody>
      <dsp:txXfrm>
        <a:off x="2678602" y="687670"/>
        <a:ext cx="2479997" cy="1190398"/>
      </dsp:txXfrm>
    </dsp:sp>
    <dsp:sp modelId="{1FAD7BAF-07E3-4EF5-81F1-63EA33D01AB8}">
      <dsp:nvSpPr>
        <dsp:cNvPr id="0" name=""/>
        <dsp:cNvSpPr/>
      </dsp:nvSpPr>
      <dsp:spPr>
        <a:xfrm>
          <a:off x="5356999" y="687670"/>
          <a:ext cx="2479997" cy="2975996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i="0" kern="1200" baseline="0"/>
            <a:t>Graneleiros:</a:t>
          </a:r>
          <a:r>
            <a:rPr lang="pt-BR" sz="1400" b="0" i="0" kern="1200" baseline="0"/>
            <a:t> Projetados para cargas sólidas, como minério de ferro e grãos.</a:t>
          </a:r>
          <a:endParaRPr lang="en-US" sz="1400" kern="1200"/>
        </a:p>
      </dsp:txBody>
      <dsp:txXfrm>
        <a:off x="5356999" y="1878069"/>
        <a:ext cx="2479997" cy="1785598"/>
      </dsp:txXfrm>
    </dsp:sp>
    <dsp:sp modelId="{079E6C5F-2C01-472B-A469-E2C477803DA7}">
      <dsp:nvSpPr>
        <dsp:cNvPr id="0" name=""/>
        <dsp:cNvSpPr/>
      </dsp:nvSpPr>
      <dsp:spPr>
        <a:xfrm>
          <a:off x="5356999" y="687670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03</a:t>
          </a:r>
        </a:p>
      </dsp:txBody>
      <dsp:txXfrm>
        <a:off x="5356999" y="687670"/>
        <a:ext cx="2479997" cy="1190398"/>
      </dsp:txXfrm>
    </dsp:sp>
    <dsp:sp modelId="{1157560C-639D-425D-8594-C9AD9F328EB5}">
      <dsp:nvSpPr>
        <dsp:cNvPr id="0" name=""/>
        <dsp:cNvSpPr/>
      </dsp:nvSpPr>
      <dsp:spPr>
        <a:xfrm>
          <a:off x="8035397" y="687670"/>
          <a:ext cx="2479997" cy="297599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i="0" kern="1200" baseline="0"/>
            <a:t>Ro-Ro (Roll-on/Roll-off):</a:t>
          </a:r>
          <a:r>
            <a:rPr lang="pt-BR" sz="1400" b="0" i="0" kern="1200" baseline="0"/>
            <a:t> Adequados para veículos e maquinário.</a:t>
          </a:r>
          <a:endParaRPr lang="en-US" sz="1400" kern="1200"/>
        </a:p>
      </dsp:txBody>
      <dsp:txXfrm>
        <a:off x="8035397" y="1878069"/>
        <a:ext cx="2479997" cy="1785598"/>
      </dsp:txXfrm>
    </dsp:sp>
    <dsp:sp modelId="{07C0D4F7-8F9D-4509-8429-AEE0F27F6A3B}">
      <dsp:nvSpPr>
        <dsp:cNvPr id="0" name=""/>
        <dsp:cNvSpPr/>
      </dsp:nvSpPr>
      <dsp:spPr>
        <a:xfrm>
          <a:off x="8035397" y="687670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04</a:t>
          </a:r>
        </a:p>
      </dsp:txBody>
      <dsp:txXfrm>
        <a:off x="8035397" y="687670"/>
        <a:ext cx="2479997" cy="11903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B13D59-DB1C-4F74-B611-DC070756E9CF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6146B-EC0D-41A7-98A9-BD879C1487D1}">
      <dsp:nvSpPr>
        <dsp:cNvPr id="0" name=""/>
        <dsp:cNvSpPr/>
      </dsp:nvSpPr>
      <dsp:spPr>
        <a:xfrm>
          <a:off x="0" y="0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0" i="0" kern="1200" baseline="0" dirty="0"/>
            <a:t>Emissão de </a:t>
          </a:r>
          <a:r>
            <a:rPr lang="pt-BR" sz="2800" b="1" i="0" kern="1200" baseline="0" dirty="0"/>
            <a:t>gases de efeito estufa </a:t>
          </a:r>
          <a:r>
            <a:rPr lang="pt-BR" sz="2800" b="0" i="0" kern="1200" baseline="0" dirty="0"/>
            <a:t>(GEEs), como dióxido de carbono (CO₂), metano (CH₄) e óxidos de nitrogênio (NOₓ), resultantes da queima de combustíveis fósseis, especialmente o óleo bunker, utilizado pela maioria dos navios. </a:t>
          </a:r>
          <a:endParaRPr lang="en-US" sz="2800" kern="1200" dirty="0"/>
        </a:p>
      </dsp:txBody>
      <dsp:txXfrm>
        <a:off x="0" y="0"/>
        <a:ext cx="10515600" cy="2175669"/>
      </dsp:txXfrm>
    </dsp:sp>
    <dsp:sp modelId="{50F0CAF5-8E7E-470B-A0A9-276C7F3A9E9A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66202F-81BD-486D-9781-7645D28E88FB}">
      <dsp:nvSpPr>
        <dsp:cNvPr id="0" name=""/>
        <dsp:cNvSpPr/>
      </dsp:nvSpPr>
      <dsp:spPr>
        <a:xfrm>
          <a:off x="0" y="2175669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0" i="0" kern="1200" baseline="0" dirty="0"/>
            <a:t>Constante risco de </a:t>
          </a:r>
          <a:r>
            <a:rPr lang="pt-BR" sz="2800" b="1" i="0" kern="1200" baseline="0" dirty="0"/>
            <a:t>vazamentos de óleo </a:t>
          </a:r>
          <a:r>
            <a:rPr lang="pt-BR" sz="2800" b="0" i="0" kern="1200" baseline="0" dirty="0"/>
            <a:t>durante o transporte, armazenamento e operações de abastecimento, que podem causar graves impactos nos ecossistemas marinhos e costeiros, prejudicando a biodiversidade e afetando diretamente comunidades que dependem do mar. </a:t>
          </a:r>
          <a:endParaRPr lang="en-US" sz="2800" kern="1200" dirty="0"/>
        </a:p>
      </dsp:txBody>
      <dsp:txXfrm>
        <a:off x="0" y="2175669"/>
        <a:ext cx="10515600" cy="21756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B13D59-DB1C-4F74-B611-DC070756E9CF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6146B-EC0D-41A7-98A9-BD879C1487D1}">
      <dsp:nvSpPr>
        <dsp:cNvPr id="0" name=""/>
        <dsp:cNvSpPr/>
      </dsp:nvSpPr>
      <dsp:spPr>
        <a:xfrm>
          <a:off x="0" y="0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u="none" strike="noStrike" kern="1200" baseline="0" dirty="0" err="1"/>
            <a:t>Despejo</a:t>
          </a:r>
          <a:r>
            <a:rPr lang="en-US" sz="2800" b="0" i="0" u="none" strike="noStrike" kern="1200" baseline="0" dirty="0"/>
            <a:t> </a:t>
          </a:r>
          <a:r>
            <a:rPr lang="en-US" sz="2800" b="0" i="0" u="none" strike="noStrike" kern="1200" baseline="0" dirty="0" err="1"/>
            <a:t>inadequado</a:t>
          </a:r>
          <a:r>
            <a:rPr lang="en-US" sz="2800" b="0" i="0" u="none" strike="noStrike" kern="1200" baseline="0" dirty="0"/>
            <a:t> de </a:t>
          </a:r>
          <a:r>
            <a:rPr lang="en-US" sz="2800" b="0" i="0" u="none" strike="noStrike" kern="1200" baseline="0" dirty="0" err="1"/>
            <a:t>resíduos</a:t>
          </a:r>
          <a:r>
            <a:rPr lang="en-US" sz="2800" b="0" i="0" u="none" strike="noStrike" kern="1200" baseline="0" dirty="0"/>
            <a:t>, </a:t>
          </a:r>
          <a:r>
            <a:rPr lang="en-US" sz="2800" b="0" i="0" u="none" strike="noStrike" kern="1200" baseline="0" dirty="0" err="1"/>
            <a:t>como</a:t>
          </a:r>
          <a:r>
            <a:rPr lang="en-US" sz="2800" b="0" i="0" u="none" strike="noStrike" kern="1200" baseline="0" dirty="0"/>
            <a:t> </a:t>
          </a:r>
          <a:r>
            <a:rPr lang="en-US" sz="2800" b="0" i="0" u="none" strike="noStrike" kern="1200" baseline="0" dirty="0" err="1"/>
            <a:t>lixo</a:t>
          </a:r>
          <a:r>
            <a:rPr lang="en-US" sz="2800" b="0" i="0" u="none" strike="noStrike" kern="1200" baseline="0" dirty="0"/>
            <a:t> </a:t>
          </a:r>
          <a:r>
            <a:rPr lang="en-US" sz="2800" b="0" i="0" u="none" strike="noStrike" kern="1200" baseline="0" dirty="0" err="1"/>
            <a:t>plástico</a:t>
          </a:r>
          <a:r>
            <a:rPr lang="en-US" sz="2800" b="0" i="0" u="none" strike="noStrike" kern="1200" baseline="0" dirty="0"/>
            <a:t>, </a:t>
          </a:r>
          <a:r>
            <a:rPr lang="en-US" sz="2800" b="0" i="0" u="none" strike="noStrike" kern="1200" baseline="0" dirty="0" err="1"/>
            <a:t>efluentes</a:t>
          </a:r>
          <a:r>
            <a:rPr lang="en-US" sz="2800" b="0" i="0" u="none" strike="noStrike" kern="1200" baseline="0" dirty="0"/>
            <a:t> </a:t>
          </a:r>
          <a:r>
            <a:rPr lang="en-US" sz="2800" b="0" i="0" u="none" strike="noStrike" kern="1200" baseline="0" dirty="0" err="1"/>
            <a:t>tóxicos</a:t>
          </a:r>
          <a:r>
            <a:rPr lang="en-US" sz="2800" b="0" i="0" u="none" strike="noStrike" kern="1200" baseline="0" dirty="0"/>
            <a:t> e </a:t>
          </a:r>
          <a:r>
            <a:rPr lang="en-US" sz="2800" b="0" i="0" u="none" strike="noStrike" kern="1200" baseline="0" dirty="0" err="1"/>
            <a:t>águas</a:t>
          </a:r>
          <a:r>
            <a:rPr lang="en-US" sz="2800" b="0" i="0" u="none" strike="noStrike" kern="1200" baseline="0" dirty="0"/>
            <a:t> de </a:t>
          </a:r>
          <a:r>
            <a:rPr lang="en-US" sz="2800" b="0" i="0" u="none" strike="noStrike" kern="1200" baseline="0" dirty="0" err="1"/>
            <a:t>lastro</a:t>
          </a:r>
          <a:r>
            <a:rPr lang="en-US" sz="2800" b="0" i="0" u="none" strike="noStrike" kern="1200" baseline="0" dirty="0"/>
            <a:t> </a:t>
          </a:r>
          <a:r>
            <a:rPr lang="en-US" sz="2800" b="0" i="0" u="none" strike="noStrike" kern="1200" baseline="0" dirty="0" err="1"/>
            <a:t>contaminadas</a:t>
          </a:r>
          <a:r>
            <a:rPr lang="en-US" sz="2800" b="0" i="0" u="none" strike="noStrike" kern="1200" baseline="0" dirty="0"/>
            <a:t> com </a:t>
          </a:r>
          <a:r>
            <a:rPr lang="en-US" sz="2800" b="0" i="0" u="none" strike="noStrike" kern="1200" baseline="0" dirty="0" err="1"/>
            <a:t>espécies</a:t>
          </a:r>
          <a:r>
            <a:rPr lang="en-US" sz="2800" b="0" i="0" u="none" strike="noStrike" kern="1200" baseline="0" dirty="0"/>
            <a:t> </a:t>
          </a:r>
          <a:r>
            <a:rPr lang="en-US" sz="2800" b="0" i="0" u="none" strike="noStrike" kern="1200" baseline="0" dirty="0" err="1"/>
            <a:t>invasoras</a:t>
          </a:r>
          <a:r>
            <a:rPr lang="en-US" sz="2800" b="0" i="0" u="none" strike="noStrike" kern="1200" baseline="0" dirty="0"/>
            <a:t>, </a:t>
          </a:r>
          <a:r>
            <a:rPr lang="en-US" sz="2800" b="0" i="0" u="none" strike="noStrike" kern="1200" baseline="0" dirty="0" err="1"/>
            <a:t>que</a:t>
          </a:r>
          <a:r>
            <a:rPr lang="en-US" sz="2800" b="0" i="0" u="none" strike="noStrike" kern="1200" baseline="0" dirty="0"/>
            <a:t> </a:t>
          </a:r>
          <a:r>
            <a:rPr lang="en-US" sz="2800" b="0" i="0" u="none" strike="noStrike" kern="1200" baseline="0" dirty="0" err="1"/>
            <a:t>ameaçam</a:t>
          </a:r>
          <a:r>
            <a:rPr lang="en-US" sz="2800" b="0" i="0" u="none" strike="noStrike" kern="1200" baseline="0" dirty="0"/>
            <a:t> o </a:t>
          </a:r>
          <a:r>
            <a:rPr lang="en-US" sz="2800" b="0" i="0" u="none" strike="noStrike" kern="1200" baseline="0" dirty="0" err="1"/>
            <a:t>equilíbrio</a:t>
          </a:r>
          <a:r>
            <a:rPr lang="en-US" sz="2800" b="0" i="0" u="none" strike="noStrike" kern="1200" baseline="0" dirty="0"/>
            <a:t> </a:t>
          </a:r>
          <a:r>
            <a:rPr lang="en-US" sz="2800" b="0" i="0" u="none" strike="noStrike" kern="1200" baseline="0" dirty="0" err="1"/>
            <a:t>ecológico</a:t>
          </a:r>
          <a:r>
            <a:rPr lang="en-US" sz="2800" b="0" i="0" u="none" strike="noStrike" kern="1200" baseline="0" dirty="0"/>
            <a:t> de </a:t>
          </a:r>
          <a:r>
            <a:rPr lang="en-US" sz="2800" b="0" i="0" u="none" strike="noStrike" kern="1200" baseline="0" dirty="0" err="1"/>
            <a:t>diferentes</a:t>
          </a:r>
          <a:r>
            <a:rPr lang="en-US" sz="2800" b="0" i="0" u="none" strike="noStrike" kern="1200" baseline="0" dirty="0"/>
            <a:t> </a:t>
          </a:r>
          <a:r>
            <a:rPr lang="en-US" sz="2800" b="0" i="0" u="none" strike="noStrike" kern="1200" baseline="0" dirty="0" err="1"/>
            <a:t>regiões</a:t>
          </a:r>
          <a:r>
            <a:rPr lang="en-US" sz="2800" b="0" i="0" u="none" strike="noStrike" kern="1200" baseline="0" dirty="0"/>
            <a:t> </a:t>
          </a:r>
          <a:r>
            <a:rPr lang="en-US" sz="2800" b="0" i="0" u="none" strike="noStrike" kern="1200" baseline="0" dirty="0" err="1"/>
            <a:t>marítimas</a:t>
          </a:r>
          <a:r>
            <a:rPr lang="en-US" sz="2800" b="0" i="0" u="none" strike="noStrike" kern="1200" baseline="0" dirty="0"/>
            <a:t>.</a:t>
          </a:r>
          <a:endParaRPr lang="en-US" sz="2800" kern="1200" dirty="0"/>
        </a:p>
      </dsp:txBody>
      <dsp:txXfrm>
        <a:off x="0" y="0"/>
        <a:ext cx="10515600" cy="2175669"/>
      </dsp:txXfrm>
    </dsp:sp>
    <dsp:sp modelId="{50F0CAF5-8E7E-470B-A0A9-276C7F3A9E9A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66202F-81BD-486D-9781-7645D28E88FB}">
      <dsp:nvSpPr>
        <dsp:cNvPr id="0" name=""/>
        <dsp:cNvSpPr/>
      </dsp:nvSpPr>
      <dsp:spPr>
        <a:xfrm>
          <a:off x="0" y="2175669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just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0" y="2175669"/>
        <a:ext cx="10515600" cy="2175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96420-1A1F-51D1-475D-B6C52CF6C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1C8D42-E9F6-1AB5-4B7C-DCF1CAAEB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860FD3-E404-2AAF-8327-1AE0C7D65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9440-70E0-4F4B-936A-93316D4B3542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7DC857-0DFB-C82C-4194-B4032A32A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A0D23A-FD35-B3D7-56E6-FC5825FA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7C27-EB51-4EB4-9B80-5642059C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5928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B9226-7C4C-B8D3-B716-A4023858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DF24D3-481B-2401-77F2-B2DE0E259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9B8F62-16FB-8B80-116A-CE6DEEF8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9440-70E0-4F4B-936A-93316D4B3542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FFD158-A429-0DFD-EC5A-C181D9A30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DB0680-D05D-D24E-3156-F77D5CBC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7C27-EB51-4EB4-9B80-5642059C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1562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5B891-110B-FBC0-F50E-D4CEB3FBF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89F071-829D-12CB-85F4-75A15B05C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199B35-0D29-5A5A-0592-0B2D5A2A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9440-70E0-4F4B-936A-93316D4B3542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4AFBB5-E495-9E68-DF72-DB5BB4C13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A0C865-7082-5F1D-9A02-18FF63D4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7C27-EB51-4EB4-9B80-5642059C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676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22AB9-DFDC-695B-68D1-8DB0F0269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81F812-E69A-B37B-BDFF-999F9C38B4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A49EF8-10CC-8A2B-D494-EB7AD70ED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E2614A-836C-2543-6BF0-52A993C66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9440-70E0-4F4B-936A-93316D4B3542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E62CBD-C3B8-4E8B-8CFF-A81D086F4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8548B7-ED85-F432-FA5B-8B825AFB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7C27-EB51-4EB4-9B80-5642059C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48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856FF-C4F3-2EC7-A89B-21852076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BD4DA0-D806-A333-4807-030DF0710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1D2DEF-0B88-A9C7-3FA4-006316FFC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06981E9-AE1A-5650-5ED2-6619F232B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C52917-57A1-109C-3751-7AD2BA396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C6928D2-D724-D320-070B-701CD1156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9440-70E0-4F4B-936A-93316D4B3542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36EF802-B801-149D-AD95-FA5102E1C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DE7B2FB-DCD2-8075-B44C-2FA28CEC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7C27-EB51-4EB4-9B80-5642059C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7598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2D3A6-3A3C-75CA-9E45-16B9D9519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2750871-298F-874F-C1CB-98C290FB9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9440-70E0-4F4B-936A-93316D4B3542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0EEED5-647E-7D49-E011-BA23D34BC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DF2E64B-E55B-1B79-3154-107A993CF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7C27-EB51-4EB4-9B80-5642059C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197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7CD70C6-E90D-58F0-0841-5EA0E049B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9440-70E0-4F4B-936A-93316D4B3542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F1BF393-02FF-653F-9AE3-B98B8F344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6098A1-6FB8-604C-43B5-0C798AA0F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7C27-EB51-4EB4-9B80-5642059C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4932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99F60-0F8E-A07D-1A1A-058378281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C5C82C-4949-51FE-2655-F17FC7992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50E4A9-8E4A-51E1-6AB1-746D25A17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375872-047D-CA03-8CC7-BED57A602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9440-70E0-4F4B-936A-93316D4B3542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85D102-0173-88FD-508F-DCD9AE4C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697364-E885-CAC2-1E4D-2B1C3C4C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7C27-EB51-4EB4-9B80-5642059C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9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CF8E2-085A-48A6-EB0D-4E373EEB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7B53D73-72CA-415C-4686-172FAFE2ED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C3EBFD-C64A-AEA5-0D93-94672FB72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831686-4EEA-00CC-DC22-24BC02A46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9440-70E0-4F4B-936A-93316D4B3542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F410A4-E4CF-83DF-BFF3-30987AAB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63CBE9-0EA3-5B9F-DB78-D790408A7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7C27-EB51-4EB4-9B80-5642059C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019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ED4DC-48E6-1CDA-B0B7-FA59B7F4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FC4A90-21EC-3841-9567-D9637E949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6521C4-660F-B756-8052-D40712F25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9440-70E0-4F4B-936A-93316D4B3542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6BA632-9C1E-D256-DD70-1FDE07410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A7DF6F-4218-4C61-C9A8-21016974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7C27-EB51-4EB4-9B80-5642059C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879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7E8FB43-3A9C-8B13-66F8-CC8A08510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8F4B2A5-8D33-7637-E69E-0AD732C0A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5B5A40-1DD5-7FA5-BDB0-99E4A2563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59440-70E0-4F4B-936A-93316D4B3542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313301-CF39-9AE7-CFCC-25E2EA63F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C84993-FD01-ED53-4ABF-C47B3D34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97C27-EB51-4EB4-9B80-5642059C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1701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E1582-307A-FDCB-271E-5B49156C4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29CDED-97D1-030D-FEE6-14E0C8F66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167404-8107-A0B5-C3BB-9A9009B08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A23D3-DD70-4578-A08F-8D4D140AAE30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007C0A-052F-ECF6-7CFA-49A2D3615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3B9D59-E870-AC6C-573A-A0C50BA8F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70A6-E674-41C6-B5BB-9AAE3D24E1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29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D2DF08B-F623-6466-6F0D-CEE47F90F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D42CA9-95F0-C51E-1F30-15FF8428D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0FFA95-9803-C870-B9EF-6B2A06CAF7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59440-70E0-4F4B-936A-93316D4B3542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9E26FB-3882-C310-AFEE-A733664CD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CFE6AC-C37D-D892-D80E-A81F4780C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797C27-EB51-4EB4-9B80-5642059CE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296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pa mundial com rotas de voo">
            <a:extLst>
              <a:ext uri="{FF2B5EF4-FFF2-40B4-BE49-F238E27FC236}">
                <a16:creationId xmlns:a16="http://schemas.microsoft.com/office/drawing/2014/main" id="{0C83D975-BE84-E3BE-310B-349FEE4D589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301" b="10281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5DB8E83-B165-CCBF-36FE-E730CC2DA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pt-BR" b="1" i="0" u="none" strike="noStrike" kern="100" baseline="0">
                <a:solidFill>
                  <a:srgbClr val="FFFFFF"/>
                </a:solidFill>
                <a:latin typeface="Aptos Display" panose="020B0004020202020204" pitchFamily="34" charset="0"/>
              </a:rPr>
              <a:t>Sistemas de Transporte no Mundo</a:t>
            </a:r>
            <a:endParaRPr lang="pt-B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596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3BD246-6DE8-78BD-34AA-5D0BD4798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420536"/>
            <a:ext cx="5219307" cy="9123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marR="0"/>
            <a:r>
              <a:rPr lang="en-US" sz="3200" b="1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Sistemas de Transporte no Mundo</a:t>
            </a:r>
            <a:endParaRPr lang="en-US" sz="3200" b="0" i="0" u="none" strike="noStrike" kern="1200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325D78-B3EA-40C0-F116-8E60688A2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6693" y="1463040"/>
            <a:ext cx="5219306" cy="45182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just">
              <a:buNone/>
            </a:pPr>
            <a:r>
              <a:rPr lang="en-US" sz="2400" b="0" i="0" u="none" strike="noStrike" baseline="0" dirty="0" err="1"/>
              <a:t>Os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sistemas</a:t>
            </a:r>
            <a:r>
              <a:rPr lang="en-US" sz="2400" b="0" i="0" u="none" strike="noStrike" baseline="0" dirty="0"/>
              <a:t> de </a:t>
            </a:r>
            <a:r>
              <a:rPr lang="en-US" sz="2400" b="0" i="0" u="none" strike="noStrike" baseline="0" dirty="0" err="1"/>
              <a:t>transporte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desempenham</a:t>
            </a:r>
            <a:r>
              <a:rPr lang="en-US" sz="2400" b="0" i="0" u="none" strike="noStrike" baseline="0" dirty="0"/>
              <a:t> um </a:t>
            </a:r>
            <a:r>
              <a:rPr lang="en-US" sz="2400" b="0" i="0" u="none" strike="noStrike" baseline="0" dirty="0" err="1"/>
              <a:t>papel</a:t>
            </a:r>
            <a:r>
              <a:rPr lang="en-US" sz="2400" b="0" i="0" u="none" strike="noStrike" baseline="0" dirty="0"/>
              <a:t> fundamental </a:t>
            </a:r>
            <a:r>
              <a:rPr lang="en-US" sz="2400" b="0" i="0" u="none" strike="noStrike" baseline="0" dirty="0" err="1"/>
              <a:t>na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dinâmica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econômica</a:t>
            </a:r>
            <a:r>
              <a:rPr lang="en-US" sz="2400" b="0" i="0" u="none" strike="noStrike" baseline="0" dirty="0"/>
              <a:t> global, </a:t>
            </a:r>
            <a:r>
              <a:rPr lang="en-US" sz="2400" b="0" i="0" u="none" strike="noStrike" baseline="0" dirty="0" err="1"/>
              <a:t>permitindo</a:t>
            </a:r>
            <a:r>
              <a:rPr lang="en-US" sz="2400" b="0" i="0" u="none" strike="noStrike" baseline="0" dirty="0"/>
              <a:t> o </a:t>
            </a:r>
            <a:r>
              <a:rPr lang="en-US" sz="2400" b="0" i="0" u="none" strike="noStrike" baseline="0" dirty="0" err="1"/>
              <a:t>deslocamento</a:t>
            </a:r>
            <a:r>
              <a:rPr lang="en-US" sz="2400" b="0" i="0" u="none" strike="noStrike" baseline="0" dirty="0"/>
              <a:t> de </a:t>
            </a:r>
            <a:r>
              <a:rPr lang="en-US" sz="2400" b="0" i="0" u="none" strike="noStrike" baseline="0" dirty="0" err="1"/>
              <a:t>mercadorias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pessoas</a:t>
            </a:r>
            <a:r>
              <a:rPr lang="en-US" sz="2400" b="0" i="0" u="none" strike="noStrike" baseline="0" dirty="0"/>
              <a:t> e </a:t>
            </a:r>
            <a:r>
              <a:rPr lang="en-US" sz="2400" b="0" i="0" u="none" strike="noStrike" baseline="0" dirty="0" err="1"/>
              <a:t>informações</a:t>
            </a:r>
            <a:r>
              <a:rPr lang="en-US" sz="2400" b="0" i="0" u="none" strike="noStrike" baseline="0" dirty="0"/>
              <a:t> de </a:t>
            </a:r>
            <a:r>
              <a:rPr lang="en-US" sz="2400" b="0" i="0" u="none" strike="noStrike" baseline="0" dirty="0" err="1"/>
              <a:t>maneira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eficiente</a:t>
            </a:r>
            <a:r>
              <a:rPr lang="en-US" sz="2400" b="0" i="0" u="none" strike="noStrike" baseline="0" dirty="0"/>
              <a:t>. </a:t>
            </a:r>
            <a:r>
              <a:rPr lang="en-US" sz="2400" b="0" i="0" u="none" strike="noStrike" baseline="0" dirty="0" err="1"/>
              <a:t>Atualmente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os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principais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modais</a:t>
            </a:r>
            <a:r>
              <a:rPr lang="en-US" sz="2400" b="0" i="0" u="none" strike="noStrike" baseline="0" dirty="0"/>
              <a:t> de </a:t>
            </a:r>
            <a:r>
              <a:rPr lang="en-US" sz="2400" b="0" i="0" u="none" strike="noStrike" baseline="0" dirty="0" err="1"/>
              <a:t>transporte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incluem</a:t>
            </a:r>
            <a:r>
              <a:rPr lang="en-US" sz="2400" b="0" i="0" u="none" strike="noStrike" baseline="0" dirty="0"/>
              <a:t> o </a:t>
            </a:r>
            <a:r>
              <a:rPr lang="en-US" sz="2400" b="0" i="0" u="none" strike="noStrike" baseline="0" dirty="0" err="1"/>
              <a:t>rodoviário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ferroviário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aéreo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hidroviário</a:t>
            </a:r>
            <a:r>
              <a:rPr lang="en-US" sz="2400" b="0" i="0" u="none" strike="noStrike" baseline="0" dirty="0"/>
              <a:t> e </a:t>
            </a:r>
            <a:r>
              <a:rPr lang="en-US" sz="2400" b="0" i="0" u="none" strike="noStrike" baseline="0" dirty="0" err="1"/>
              <a:t>marítimo</a:t>
            </a:r>
            <a:r>
              <a:rPr lang="en-US" sz="2400" b="0" i="0" u="none" strike="noStrike" baseline="0" dirty="0"/>
              <a:t>. Entre </a:t>
            </a:r>
            <a:r>
              <a:rPr lang="en-US" sz="2400" b="0" i="0" u="none" strike="noStrike" baseline="0" dirty="0" err="1"/>
              <a:t>eles</a:t>
            </a:r>
            <a:r>
              <a:rPr lang="en-US" sz="2400" b="0" i="0" u="none" strike="noStrike" baseline="0" dirty="0"/>
              <a:t>, o </a:t>
            </a:r>
            <a:r>
              <a:rPr lang="en-US" sz="2400" b="0" i="0" u="none" strike="noStrike" baseline="0" dirty="0" err="1"/>
              <a:t>transporte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marítimo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destaca</a:t>
            </a:r>
            <a:r>
              <a:rPr lang="en-US" sz="2400" b="0" i="0" u="none" strike="noStrike" baseline="0" dirty="0"/>
              <a:t>-se </a:t>
            </a:r>
            <a:r>
              <a:rPr lang="en-US" sz="2400" b="0" i="0" u="none" strike="noStrike" baseline="0" dirty="0" err="1"/>
              <a:t>como</a:t>
            </a:r>
            <a:r>
              <a:rPr lang="en-US" sz="2400" b="0" i="0" u="none" strike="noStrike" baseline="0" dirty="0"/>
              <a:t> o pilar central das </a:t>
            </a:r>
            <a:r>
              <a:rPr lang="en-US" sz="2400" b="0" i="0" u="none" strike="noStrike" baseline="0" dirty="0" err="1"/>
              <a:t>trocas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comerciais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internacionais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sendo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responsável</a:t>
            </a:r>
            <a:r>
              <a:rPr lang="en-US" sz="2400" b="0" i="0" u="none" strike="noStrike" baseline="0" dirty="0"/>
              <a:t> pela </a:t>
            </a:r>
            <a:r>
              <a:rPr lang="en-US" sz="2400" b="0" i="0" u="none" strike="noStrike" baseline="0" dirty="0" err="1"/>
              <a:t>maior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parte</a:t>
            </a:r>
            <a:r>
              <a:rPr lang="en-US" sz="2400" b="0" i="0" u="none" strike="noStrike" baseline="0" dirty="0"/>
              <a:t> do volume de </a:t>
            </a:r>
            <a:r>
              <a:rPr lang="en-US" sz="2400" b="0" i="0" u="none" strike="noStrike" baseline="0" dirty="0" err="1"/>
              <a:t>mercadorias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transportadas</a:t>
            </a:r>
            <a:r>
              <a:rPr lang="en-US" sz="2400" b="0" i="0" u="none" strike="noStrike" baseline="0" dirty="0"/>
              <a:t> no </a:t>
            </a:r>
            <a:r>
              <a:rPr lang="en-US" sz="2400" b="0" i="0" u="none" strike="noStrike" baseline="0" dirty="0" err="1"/>
              <a:t>mundo</a:t>
            </a:r>
            <a:r>
              <a:rPr lang="en-US" sz="2400" b="0" i="0" u="none" strike="noStrike" baseline="0" dirty="0"/>
              <a:t>.</a:t>
            </a:r>
          </a:p>
        </p:txBody>
      </p:sp>
      <p:pic>
        <p:nvPicPr>
          <p:cNvPr id="5" name="Picture 4" descr="Transportador de caixas e de cilindros">
            <a:extLst>
              <a:ext uri="{FF2B5EF4-FFF2-40B4-BE49-F238E27FC236}">
                <a16:creationId xmlns:a16="http://schemas.microsoft.com/office/drawing/2014/main" id="{652263F2-C857-B964-05A9-1C1C957E5A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52" r="24604" b="-1"/>
          <a:stretch/>
        </p:blipFill>
        <p:spPr>
          <a:xfrm>
            <a:off x="6795140" y="867064"/>
            <a:ext cx="3920783" cy="50487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6488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3BAF9A-C4B4-3228-4DE7-95259A687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98482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R="0"/>
            <a:r>
              <a:rPr lang="en-US" sz="3700" b="1" i="0" u="none" strike="noStrike" baseline="0" dirty="0"/>
              <a:t>O Transporte </a:t>
            </a:r>
            <a:r>
              <a:rPr lang="en-US" sz="3700" b="1" i="0" u="none" strike="noStrike" baseline="0" dirty="0" err="1"/>
              <a:t>Marítimo</a:t>
            </a:r>
            <a:r>
              <a:rPr lang="en-US" sz="3700" b="1" i="0" u="none" strike="noStrike" baseline="0" dirty="0"/>
              <a:t> no </a:t>
            </a:r>
            <a:r>
              <a:rPr lang="en-US" sz="3700" b="1" i="0" u="none" strike="noStrike" baseline="0" dirty="0" err="1"/>
              <a:t>Contexto</a:t>
            </a:r>
            <a:r>
              <a:rPr lang="en-US" sz="3700" b="1" i="0" u="none" strike="noStrike" baseline="0" dirty="0"/>
              <a:t> Mundial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E3CC9A-F990-2253-7404-6A209B24A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2" y="1685220"/>
            <a:ext cx="4646905" cy="467113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just">
              <a:buNone/>
            </a:pPr>
            <a:r>
              <a:rPr lang="en-US" sz="2400" b="0" i="0" u="none" strike="noStrike" baseline="0" dirty="0"/>
              <a:t>O </a:t>
            </a:r>
            <a:r>
              <a:rPr lang="en-US" sz="2400" b="0" i="0" u="none" strike="noStrike" baseline="0" dirty="0" err="1"/>
              <a:t>transporte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marítimo</a:t>
            </a:r>
            <a:r>
              <a:rPr lang="en-US" sz="2400" b="0" i="0" u="none" strike="noStrike" baseline="0" dirty="0"/>
              <a:t> é o </a:t>
            </a:r>
            <a:r>
              <a:rPr lang="en-US" sz="2400" b="1" i="0" u="none" strike="noStrike" baseline="0" dirty="0"/>
              <a:t>modal </a:t>
            </a:r>
            <a:r>
              <a:rPr lang="en-US" sz="2400" b="1" i="0" u="none" strike="noStrike" baseline="0" dirty="0" err="1"/>
              <a:t>mais</a:t>
            </a:r>
            <a:r>
              <a:rPr lang="en-US" sz="2400" b="1" i="0" u="none" strike="noStrike" baseline="0" dirty="0"/>
              <a:t> </a:t>
            </a:r>
            <a:r>
              <a:rPr lang="en-US" sz="2400" b="1" i="0" u="none" strike="noStrike" baseline="0" dirty="0" err="1"/>
              <a:t>utilizado</a:t>
            </a:r>
            <a:r>
              <a:rPr lang="en-US" sz="2400" b="1" i="0" u="none" strike="noStrike" baseline="0" dirty="0"/>
              <a:t> </a:t>
            </a:r>
            <a:r>
              <a:rPr lang="en-US" sz="2400" b="0" i="0" u="none" strike="noStrike" baseline="0" dirty="0"/>
              <a:t>para o </a:t>
            </a:r>
            <a:r>
              <a:rPr lang="en-US" sz="2400" b="0" i="0" u="none" strike="noStrike" baseline="0" dirty="0" err="1"/>
              <a:t>comércio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internacional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devido</a:t>
            </a:r>
            <a:r>
              <a:rPr lang="en-US" sz="2400" b="0" i="0" u="none" strike="noStrike" baseline="0" dirty="0"/>
              <a:t> à </a:t>
            </a:r>
            <a:r>
              <a:rPr lang="en-US" sz="2400" b="0" i="0" u="none" strike="noStrike" baseline="0" dirty="0" err="1"/>
              <a:t>sua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capacidade</a:t>
            </a:r>
            <a:r>
              <a:rPr lang="en-US" sz="2400" b="0" i="0" u="none" strike="noStrike" baseline="0" dirty="0"/>
              <a:t> de </a:t>
            </a:r>
            <a:r>
              <a:rPr lang="en-US" sz="2400" b="0" i="0" u="none" strike="noStrike" baseline="0" dirty="0" err="1"/>
              <a:t>movimentar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grandes</a:t>
            </a:r>
            <a:r>
              <a:rPr lang="en-US" sz="2400" b="0" i="0" u="none" strike="noStrike" baseline="0" dirty="0"/>
              <a:t> volumes de cargas a custos </a:t>
            </a:r>
            <a:r>
              <a:rPr lang="en-US" sz="2400" b="0" i="0" u="none" strike="noStrike" baseline="0" dirty="0" err="1"/>
              <a:t>relativamente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baixos</a:t>
            </a:r>
            <a:r>
              <a:rPr lang="en-US" sz="2400" b="0" i="0" u="none" strike="noStrike" baseline="0" dirty="0"/>
              <a:t>. Ele </a:t>
            </a:r>
            <a:r>
              <a:rPr lang="en-US" sz="2400" b="0" i="0" u="none" strike="noStrike" baseline="0" dirty="0" err="1"/>
              <a:t>conecta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continentes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permitindo</a:t>
            </a:r>
            <a:r>
              <a:rPr lang="en-US" sz="2400" b="0" i="0" u="none" strike="noStrike" baseline="0" dirty="0"/>
              <a:t> o </a:t>
            </a:r>
            <a:r>
              <a:rPr lang="en-US" sz="2400" b="0" i="0" u="none" strike="noStrike" baseline="0" dirty="0" err="1"/>
              <a:t>fluxo</a:t>
            </a:r>
            <a:r>
              <a:rPr lang="en-US" sz="2400" b="0" i="0" u="none" strike="noStrike" baseline="0" dirty="0"/>
              <a:t> de </a:t>
            </a:r>
            <a:r>
              <a:rPr lang="en-US" sz="2400" b="0" i="0" u="none" strike="noStrike" baseline="0" dirty="0" err="1"/>
              <a:t>mercadorias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essenciais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como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petróleo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gás</a:t>
            </a:r>
            <a:r>
              <a:rPr lang="en-US" sz="2400" b="0" i="0" u="none" strike="noStrike" baseline="0" dirty="0"/>
              <a:t> natural, </a:t>
            </a:r>
            <a:r>
              <a:rPr lang="en-US" sz="2400" b="0" i="0" u="none" strike="noStrike" baseline="0" dirty="0" err="1"/>
              <a:t>minério</a:t>
            </a:r>
            <a:r>
              <a:rPr lang="en-US" sz="2400" b="0" i="0" u="none" strike="noStrike" baseline="0" dirty="0"/>
              <a:t> de ferro, </a:t>
            </a:r>
            <a:r>
              <a:rPr lang="en-US" sz="2400" b="0" i="0" u="none" strike="noStrike" baseline="0" dirty="0" err="1"/>
              <a:t>grãos</a:t>
            </a:r>
            <a:r>
              <a:rPr lang="en-US" sz="2400" b="0" i="0" u="none" strike="noStrike" baseline="0" dirty="0"/>
              <a:t> e </a:t>
            </a:r>
            <a:r>
              <a:rPr lang="en-US" sz="2400" b="0" i="0" u="none" strike="noStrike" baseline="0" dirty="0" err="1"/>
              <a:t>produtos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manufaturados</a:t>
            </a:r>
            <a:r>
              <a:rPr lang="en-US" sz="2400" b="0" i="0" u="none" strike="noStrike" baseline="0" dirty="0"/>
              <a:t>. Estima-se que </a:t>
            </a:r>
            <a:r>
              <a:rPr lang="en-US" sz="2400" b="0" i="0" u="none" strike="noStrike" baseline="0" dirty="0" err="1"/>
              <a:t>cerca</a:t>
            </a:r>
            <a:r>
              <a:rPr lang="en-US" sz="2400" b="0" i="0" u="none" strike="noStrike" baseline="0" dirty="0"/>
              <a:t> de 90% do </a:t>
            </a:r>
            <a:r>
              <a:rPr lang="en-US" sz="2400" b="0" i="0" u="none" strike="noStrike" baseline="0" dirty="0" err="1"/>
              <a:t>comércio</a:t>
            </a:r>
            <a:r>
              <a:rPr lang="en-US" sz="2400" b="0" i="0" u="none" strike="noStrike" baseline="0" dirty="0"/>
              <a:t> global </a:t>
            </a:r>
            <a:r>
              <a:rPr lang="en-US" sz="2400" b="0" i="0" u="none" strike="noStrike" baseline="0" dirty="0" err="1"/>
              <a:t>seja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realizado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por</a:t>
            </a:r>
            <a:r>
              <a:rPr lang="en-US" sz="2400" b="0" i="0" u="none" strike="noStrike" baseline="0" dirty="0"/>
              <a:t> vias </a:t>
            </a:r>
            <a:r>
              <a:rPr lang="en-US" sz="2400" b="0" i="0" u="none" strike="noStrike" baseline="0" dirty="0" err="1"/>
              <a:t>marítimas</a:t>
            </a:r>
            <a:r>
              <a:rPr lang="en-US" sz="2400" b="0" i="0" u="none" strike="noStrike" baseline="0" dirty="0"/>
              <a:t>, o que </a:t>
            </a:r>
            <a:r>
              <a:rPr lang="en-US" sz="2400" b="0" i="0" u="none" strike="noStrike" baseline="0" dirty="0" err="1"/>
              <a:t>ressalta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sua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importância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estratégica</a:t>
            </a:r>
            <a:r>
              <a:rPr lang="en-US" sz="2400" b="0" i="0" u="none" strike="noStrike" baseline="0" dirty="0"/>
              <a:t>.</a:t>
            </a:r>
          </a:p>
        </p:txBody>
      </p:sp>
      <p:pic>
        <p:nvPicPr>
          <p:cNvPr id="13" name="Picture 4" descr="Empilhadeira levantando um contêiner no jardim">
            <a:extLst>
              <a:ext uri="{FF2B5EF4-FFF2-40B4-BE49-F238E27FC236}">
                <a16:creationId xmlns:a16="http://schemas.microsoft.com/office/drawing/2014/main" id="{82E16228-4122-56F9-A85D-AB1C76B367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53" r="29446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10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4" descr="Vista aérea da parte superior de um porta-contêineres">
            <a:extLst>
              <a:ext uri="{FF2B5EF4-FFF2-40B4-BE49-F238E27FC236}">
                <a16:creationId xmlns:a16="http://schemas.microsoft.com/office/drawing/2014/main" id="{61449A1D-A5ED-C62F-ADD3-692E6FC80C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60" r="46465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20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A897F5-9486-D7A8-EB63-43EA89848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baseline="0" dirty="0" err="1"/>
              <a:t>Características</a:t>
            </a:r>
            <a:r>
              <a:rPr lang="en-US" sz="4000" b="1" i="0" u="none" strike="noStrike" baseline="0" dirty="0"/>
              <a:t> do Transporte </a:t>
            </a:r>
            <a:r>
              <a:rPr lang="en-US" sz="4000" b="1" i="0" u="none" strike="noStrike" baseline="0" dirty="0" err="1"/>
              <a:t>Marítimo</a:t>
            </a:r>
            <a:endParaRPr lang="en-US" sz="4000" b="1" i="0" u="none" strike="noStrike" baseline="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04854A-D8AE-B03A-90B3-C43D54B83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5317" y="2370671"/>
            <a:ext cx="5247340" cy="428616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R="0" lvl="0"/>
            <a:r>
              <a:rPr lang="en-US" sz="3200" i="0" u="none" strike="noStrike" baseline="0" dirty="0"/>
              <a:t>Alta </a:t>
            </a:r>
            <a:r>
              <a:rPr lang="en-US" sz="3200" i="0" u="none" strike="noStrike" baseline="0" dirty="0" err="1"/>
              <a:t>capacidade</a:t>
            </a:r>
            <a:r>
              <a:rPr lang="en-US" sz="3200" i="0" u="none" strike="noStrike" baseline="0" dirty="0"/>
              <a:t> de carga</a:t>
            </a:r>
          </a:p>
          <a:p>
            <a:pPr marL="0" marR="0" lvl="0" indent="0">
              <a:buNone/>
            </a:pPr>
            <a:endParaRPr lang="en-US" sz="3200" dirty="0"/>
          </a:p>
          <a:p>
            <a:pPr marR="0" lvl="0"/>
            <a:r>
              <a:rPr lang="en-US" sz="3200" i="0" u="none" strike="noStrike" baseline="0" dirty="0" err="1"/>
              <a:t>Custo-benefício</a:t>
            </a:r>
            <a:endParaRPr lang="en-US" sz="3200" i="0" u="none" strike="noStrike" baseline="0" dirty="0"/>
          </a:p>
          <a:p>
            <a:pPr marL="0" marR="0" lvl="0" indent="0">
              <a:buNone/>
            </a:pPr>
            <a:endParaRPr lang="en-US" sz="3200" dirty="0"/>
          </a:p>
          <a:p>
            <a:pPr marR="0" lvl="0"/>
            <a:r>
              <a:rPr lang="en-US" sz="3200" i="0" u="none" strike="noStrike" baseline="0" dirty="0"/>
              <a:t>Infraestrutura global</a:t>
            </a:r>
          </a:p>
        </p:txBody>
      </p:sp>
    </p:spTree>
    <p:extLst>
      <p:ext uri="{BB962C8B-B14F-4D97-AF65-F5344CB8AC3E}">
        <p14:creationId xmlns:p14="http://schemas.microsoft.com/office/powerpoint/2010/main" val="2025123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8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CE79AB1D-08F7-0B28-3532-BE4E7F0EAA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5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1FE6C28-5706-58EE-80B2-B219353D7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baseline="0" dirty="0">
                <a:solidFill>
                  <a:srgbClr val="FFFFFF"/>
                </a:solidFill>
              </a:rPr>
              <a:t>1.2 </a:t>
            </a:r>
            <a:r>
              <a:rPr lang="en-US" b="1" i="0" u="none" strike="noStrike" baseline="0" dirty="0" err="1">
                <a:solidFill>
                  <a:srgbClr val="FFFFFF"/>
                </a:solidFill>
              </a:rPr>
              <a:t>Principais</a:t>
            </a:r>
            <a:r>
              <a:rPr lang="en-US" b="1" i="0" u="none" strike="noStrike" baseline="0" dirty="0">
                <a:solidFill>
                  <a:srgbClr val="FFFFFF"/>
                </a:solidFill>
              </a:rPr>
              <a:t> </a:t>
            </a:r>
            <a:r>
              <a:rPr lang="en-US" b="1" i="0" u="none" strike="noStrike" baseline="0" dirty="0" err="1">
                <a:solidFill>
                  <a:srgbClr val="FFFFFF"/>
                </a:solidFill>
              </a:rPr>
              <a:t>Tipos</a:t>
            </a:r>
            <a:r>
              <a:rPr lang="en-US" b="1" i="0" u="none" strike="noStrike" baseline="0" dirty="0">
                <a:solidFill>
                  <a:srgbClr val="FFFFFF"/>
                </a:solidFill>
              </a:rPr>
              <a:t> de </a:t>
            </a:r>
            <a:r>
              <a:rPr lang="en-US" b="1" i="0" u="none" strike="noStrike" baseline="0" dirty="0" err="1">
                <a:solidFill>
                  <a:srgbClr val="FFFFFF"/>
                </a:solidFill>
              </a:rPr>
              <a:t>Navios</a:t>
            </a:r>
            <a:endParaRPr lang="en-US" b="1" i="0" u="none" strike="noStrike" baseline="0" dirty="0">
              <a:solidFill>
                <a:srgbClr val="FFFFFF"/>
              </a:solidFill>
            </a:endParaRPr>
          </a:p>
        </p:txBody>
      </p:sp>
      <p:graphicFrame>
        <p:nvGraphicFramePr>
          <p:cNvPr id="7" name="Espaço Reservado para Texto 2">
            <a:extLst>
              <a:ext uri="{FF2B5EF4-FFF2-40B4-BE49-F238E27FC236}">
                <a16:creationId xmlns:a16="http://schemas.microsoft.com/office/drawing/2014/main" id="{7993FBA4-DEDF-3672-A513-3D96859E9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01592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914352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C757A-A240-AC77-C9E1-7DE25175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307"/>
          </a:xfrm>
        </p:spPr>
        <p:txBody>
          <a:bodyPr/>
          <a:lstStyle/>
          <a:p>
            <a:pPr marR="0" rtl="0"/>
            <a:r>
              <a:rPr lang="pt-BR" b="1" i="0" u="none" strike="noStrike" kern="100" baseline="0" dirty="0">
                <a:solidFill>
                  <a:srgbClr val="0F4761"/>
                </a:solidFill>
                <a:latin typeface="Aptos Display" panose="020B0004020202020204" pitchFamily="34" charset="0"/>
              </a:rPr>
              <a:t>Os contêiners</a:t>
            </a:r>
            <a:endParaRPr lang="pt-BR" b="1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69DF53-3B89-BB72-CCB6-FA1EDA5E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0432"/>
            <a:ext cx="10515600" cy="5006531"/>
          </a:xfrm>
        </p:spPr>
        <p:txBody>
          <a:bodyPr>
            <a:normAutofit/>
          </a:bodyPr>
          <a:lstStyle/>
          <a:p>
            <a:pPr marR="0" lvl="0" algn="just" rtl="0"/>
            <a:r>
              <a:rPr lang="pt-BR" b="0" i="0" u="none" strike="noStrike" kern="100" baseline="0" dirty="0" err="1">
                <a:solidFill>
                  <a:srgbClr val="0F4761"/>
                </a:solidFill>
                <a:latin typeface="Aptos Display" panose="020B0004020202020204" pitchFamily="34" charset="0"/>
              </a:rPr>
              <a:t>Revolucão</a:t>
            </a:r>
            <a:r>
              <a:rPr lang="pt-BR" b="0" i="0" u="none" strike="noStrike" kern="100" baseline="0" dirty="0">
                <a:solidFill>
                  <a:srgbClr val="0F4761"/>
                </a:solidFill>
                <a:latin typeface="Aptos Display" panose="020B0004020202020204" pitchFamily="34" charset="0"/>
              </a:rPr>
              <a:t> no comércio internacional: </a:t>
            </a:r>
            <a:r>
              <a:rPr lang="pt-BR" b="1" i="0" u="none" strike="noStrike" kern="100" baseline="0" dirty="0">
                <a:solidFill>
                  <a:srgbClr val="0F4761"/>
                </a:solidFill>
                <a:latin typeface="Aptos Display" panose="020B0004020202020204" pitchFamily="34" charset="0"/>
              </a:rPr>
              <a:t>eficiência</a:t>
            </a:r>
            <a:r>
              <a:rPr lang="pt-BR" b="0" i="0" u="none" strike="noStrike" kern="100" baseline="0" dirty="0">
                <a:solidFill>
                  <a:srgbClr val="0F4761"/>
                </a:solidFill>
                <a:latin typeface="Aptos Display" panose="020B0004020202020204" pitchFamily="34" charset="0"/>
              </a:rPr>
              <a:t> e </a:t>
            </a:r>
            <a:r>
              <a:rPr lang="pt-BR" b="1" i="0" u="none" strike="noStrike" kern="100" baseline="0" dirty="0">
                <a:solidFill>
                  <a:srgbClr val="0F4761"/>
                </a:solidFill>
                <a:latin typeface="Aptos Display" panose="020B0004020202020204" pitchFamily="34" charset="0"/>
              </a:rPr>
              <a:t>integração</a:t>
            </a:r>
            <a:r>
              <a:rPr lang="pt-BR" b="0" i="0" u="none" strike="noStrike" kern="100" baseline="0" dirty="0">
                <a:solidFill>
                  <a:srgbClr val="0F4761"/>
                </a:solidFill>
                <a:latin typeface="Aptos Display" panose="020B0004020202020204" pitchFamily="34" charset="0"/>
              </a:rPr>
              <a:t> de modais. </a:t>
            </a:r>
          </a:p>
          <a:p>
            <a:pPr marR="0" lvl="0" algn="just" rtl="0"/>
            <a:r>
              <a:rPr lang="pt-BR" b="1" i="0" u="none" strike="noStrike" kern="100" baseline="0" dirty="0">
                <a:solidFill>
                  <a:srgbClr val="0F4761"/>
                </a:solidFill>
                <a:latin typeface="Aptos Display" panose="020B0004020202020204" pitchFamily="34" charset="0"/>
              </a:rPr>
              <a:t>Proteção e segurança</a:t>
            </a:r>
            <a:r>
              <a:rPr lang="pt-BR" b="0" i="0" u="none" strike="noStrike" kern="100" baseline="0" dirty="0">
                <a:solidFill>
                  <a:srgbClr val="0F4761"/>
                </a:solidFill>
                <a:latin typeface="Aptos Display" panose="020B0004020202020204" pitchFamily="34" charset="0"/>
              </a:rPr>
              <a:t> às mercadorias. Estrutura metálica, lacres e sistemas de rastreamento.</a:t>
            </a:r>
          </a:p>
          <a:p>
            <a:pPr algn="just"/>
            <a:r>
              <a:rPr lang="pt-BR" kern="100" dirty="0">
                <a:solidFill>
                  <a:srgbClr val="0F4761"/>
                </a:solidFill>
                <a:latin typeface="Aptos Display" panose="020B0004020202020204" pitchFamily="34" charset="0"/>
              </a:rPr>
              <a:t>Pilar da </a:t>
            </a:r>
            <a:r>
              <a:rPr lang="pt-BR" b="1" kern="100" dirty="0">
                <a:solidFill>
                  <a:srgbClr val="0F4761"/>
                </a:solidFill>
                <a:latin typeface="Aptos Display" panose="020B0004020202020204" pitchFamily="34" charset="0"/>
              </a:rPr>
              <a:t>globalização econômica</a:t>
            </a:r>
            <a:r>
              <a:rPr lang="pt-BR" kern="100" dirty="0">
                <a:solidFill>
                  <a:srgbClr val="0F4761"/>
                </a:solidFill>
                <a:latin typeface="Aptos Display" panose="020B0004020202020204" pitchFamily="34" charset="0"/>
              </a:rPr>
              <a:t>. Transporte em massa de produtos a preços competitivos, viabilizando cadeias de suprimentos globais e o acesso a mercados distantes. </a:t>
            </a:r>
            <a:endParaRPr lang="pt-BR" b="0" i="0" u="none" strike="noStrike" kern="100" baseline="0" dirty="0">
              <a:solidFill>
                <a:srgbClr val="0F4761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897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ntêineres de carga em uma pilha e em um semi-caminhão em um porto">
            <a:extLst>
              <a:ext uri="{FF2B5EF4-FFF2-40B4-BE49-F238E27FC236}">
                <a16:creationId xmlns:a16="http://schemas.microsoft.com/office/drawing/2014/main" id="{BBBB6391-E781-5630-CD4F-1085BD1D16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66" r="10867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4BAB27-8E54-E25F-95A8-55A963DCF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400" b="1" i="0" u="none" strike="noStrike" baseline="0"/>
              <a:t>2. A Importância Econômica do Transporte Marítimo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93A2B7-9C12-A2F0-C1D7-D5391F010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5317" y="2285999"/>
            <a:ext cx="5247340" cy="442569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just">
              <a:buNone/>
            </a:pPr>
            <a:r>
              <a:rPr lang="en-US" sz="3200" b="0" i="0" u="none" strike="noStrike" baseline="0" dirty="0"/>
              <a:t>O </a:t>
            </a:r>
            <a:r>
              <a:rPr lang="en-US" sz="3200" b="0" i="0" u="none" strike="noStrike" baseline="0" dirty="0" err="1"/>
              <a:t>transporte</a:t>
            </a:r>
            <a:r>
              <a:rPr lang="en-US" sz="3200" b="0" i="0" u="none" strike="noStrike" baseline="0" dirty="0"/>
              <a:t> </a:t>
            </a:r>
            <a:r>
              <a:rPr lang="en-US" sz="3200" b="0" i="0" u="none" strike="noStrike" baseline="0" dirty="0" err="1"/>
              <a:t>marítimo</a:t>
            </a:r>
            <a:r>
              <a:rPr lang="en-US" sz="3200" b="0" i="0" u="none" strike="noStrike" baseline="0" dirty="0"/>
              <a:t> é um dos </a:t>
            </a:r>
            <a:r>
              <a:rPr lang="en-US" sz="3200" b="0" i="0" u="none" strike="noStrike" baseline="0" dirty="0" err="1"/>
              <a:t>alicerces</a:t>
            </a:r>
            <a:r>
              <a:rPr lang="en-US" sz="3200" b="0" i="0" u="none" strike="noStrike" baseline="0" dirty="0"/>
              <a:t> da </a:t>
            </a:r>
            <a:r>
              <a:rPr lang="en-US" sz="3200" b="0" i="0" u="none" strike="noStrike" baseline="0" dirty="0" err="1"/>
              <a:t>economia</a:t>
            </a:r>
            <a:r>
              <a:rPr lang="en-US" sz="3200" b="0" i="0" u="none" strike="noStrike" baseline="0" dirty="0"/>
              <a:t> global. Ele </a:t>
            </a:r>
            <a:r>
              <a:rPr lang="en-US" sz="3200" b="0" i="0" u="none" strike="noStrike" baseline="0" dirty="0" err="1"/>
              <a:t>permite</a:t>
            </a:r>
            <a:r>
              <a:rPr lang="en-US" sz="3200" dirty="0"/>
              <a:t>:</a:t>
            </a:r>
            <a:endParaRPr lang="en-US" sz="3200" b="0" i="0" u="none" strike="noStrike" baseline="0" dirty="0"/>
          </a:p>
          <a:p>
            <a:pPr marR="0" lvl="0" algn="just"/>
            <a:r>
              <a:rPr lang="en-US" sz="3200" i="0" u="none" strike="noStrike" baseline="0" dirty="0" err="1"/>
              <a:t>Redução</a:t>
            </a:r>
            <a:r>
              <a:rPr lang="en-US" sz="3200" i="0" u="none" strike="noStrike" baseline="0" dirty="0"/>
              <a:t> de custos </a:t>
            </a:r>
            <a:r>
              <a:rPr lang="en-US" sz="3200" i="0" u="none" strike="noStrike" baseline="0" dirty="0" err="1"/>
              <a:t>logísticos</a:t>
            </a:r>
            <a:endParaRPr lang="en-US" sz="3200" i="0" u="none" strike="noStrike" baseline="0" dirty="0"/>
          </a:p>
          <a:p>
            <a:pPr marR="0" lvl="0" algn="just"/>
            <a:r>
              <a:rPr lang="en-US" sz="3200" i="0" u="none" strike="noStrike" baseline="0" dirty="0" err="1"/>
              <a:t>Integração</a:t>
            </a:r>
            <a:r>
              <a:rPr lang="en-US" sz="3200" i="0" u="none" strike="noStrike" baseline="0" dirty="0"/>
              <a:t> de mercados</a:t>
            </a:r>
          </a:p>
          <a:p>
            <a:pPr marR="0" lvl="0" algn="just"/>
            <a:r>
              <a:rPr lang="en-US" sz="3200" i="0" u="none" strike="noStrike" baseline="0" dirty="0" err="1"/>
              <a:t>Desenvolvimento</a:t>
            </a:r>
            <a:r>
              <a:rPr lang="en-US" sz="3200" i="0" u="none" strike="noStrike" baseline="0" dirty="0"/>
              <a:t> regional</a:t>
            </a:r>
          </a:p>
        </p:txBody>
      </p:sp>
    </p:spTree>
    <p:extLst>
      <p:ext uri="{BB962C8B-B14F-4D97-AF65-F5344CB8AC3E}">
        <p14:creationId xmlns:p14="http://schemas.microsoft.com/office/powerpoint/2010/main" val="4135962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99B49-5191-7D37-165D-6310DAB2A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1DFDA-C824-1F04-49AC-FB1C29D6F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pt-BR" b="1" i="0" u="none" strike="noStrike" kern="100" baseline="0" dirty="0">
                <a:solidFill>
                  <a:srgbClr val="0F4761"/>
                </a:solidFill>
                <a:latin typeface="Aptos Display" panose="020B0004020202020204" pitchFamily="34" charset="0"/>
              </a:rPr>
              <a:t>Rotas Marítimas e Seus Impactos Geopolíticos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3F0BEE-732A-7088-DC24-776397416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86071"/>
          </a:xfrm>
        </p:spPr>
        <p:txBody>
          <a:bodyPr>
            <a:normAutofit/>
          </a:bodyPr>
          <a:lstStyle/>
          <a:p>
            <a:pPr marL="0" marR="0" lvl="0" indent="0" algn="just" rtl="0">
              <a:buNone/>
            </a:pPr>
            <a:r>
              <a:rPr lang="pt-BR" b="0" i="0" u="none" strike="noStrike" kern="100" baseline="0" dirty="0">
                <a:solidFill>
                  <a:srgbClr val="0F4761"/>
                </a:solidFill>
                <a:latin typeface="Aptos Display" panose="020B0004020202020204" pitchFamily="34" charset="0"/>
              </a:rPr>
              <a:t>As principais rotas marítimas globais concentram-se em pontos estratégicos, como o Canal de Suez, o Estreito de Malaca, o Estreito de Ormuz e o Canal do Panamá. Esses corredores são fundamentais para o transporte de energia e mercadorias manufaturadas, mas também representam potenciais áreas de tensão geopolítica.</a:t>
            </a:r>
          </a:p>
        </p:txBody>
      </p:sp>
    </p:spTree>
    <p:extLst>
      <p:ext uri="{BB962C8B-B14F-4D97-AF65-F5344CB8AC3E}">
        <p14:creationId xmlns:p14="http://schemas.microsoft.com/office/powerpoint/2010/main" val="337439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DEBD9C-957E-064D-8D74-E12BF15AF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1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Rotas Marítimas e Seus Impactos Geopolíticos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A8AB27-086C-BC34-5746-BEEFF2BAC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400" b="1" i="0" u="none" strike="noStrike" baseline="0" dirty="0"/>
              <a:t>Canal de Suez: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Localizado</a:t>
            </a:r>
            <a:r>
              <a:rPr lang="en-US" sz="2400" b="0" i="0" u="none" strike="noStrike" baseline="0" dirty="0"/>
              <a:t> no </a:t>
            </a:r>
            <a:r>
              <a:rPr lang="en-US" sz="2400" b="0" i="0" u="none" strike="noStrike" baseline="0" dirty="0" err="1"/>
              <a:t>Egito</a:t>
            </a:r>
            <a:r>
              <a:rPr lang="en-US" sz="2400" b="0" i="0" u="none" strike="noStrike" baseline="0" dirty="0"/>
              <a:t>, o Canal de Suez </a:t>
            </a:r>
            <a:r>
              <a:rPr lang="en-US" sz="2400" b="0" i="0" u="none" strike="noStrike" baseline="0" dirty="0" err="1"/>
              <a:t>conecta</a:t>
            </a:r>
            <a:r>
              <a:rPr lang="en-US" sz="2400" b="0" i="0" u="none" strike="noStrike" baseline="0" dirty="0"/>
              <a:t> o Mar </a:t>
            </a:r>
            <a:r>
              <a:rPr lang="en-US" sz="2400" b="0" i="0" u="none" strike="noStrike" baseline="0" dirty="0" err="1"/>
              <a:t>Mediterrâneo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ao</a:t>
            </a:r>
            <a:r>
              <a:rPr lang="en-US" sz="2400" b="0" i="0" u="none" strike="noStrike" baseline="0" dirty="0"/>
              <a:t> Mar Vermelho, </a:t>
            </a:r>
            <a:r>
              <a:rPr lang="en-US" sz="2400" b="0" i="0" u="none" strike="noStrike" baseline="0" dirty="0" err="1"/>
              <a:t>servindo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como</a:t>
            </a:r>
            <a:r>
              <a:rPr lang="en-US" sz="2400" b="0" i="0" u="none" strike="noStrike" baseline="0" dirty="0"/>
              <a:t> um dos </a:t>
            </a:r>
            <a:r>
              <a:rPr lang="en-US" sz="2400" b="0" i="0" u="none" strike="noStrike" baseline="0" dirty="0" err="1"/>
              <a:t>eixos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mais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estratégicos</a:t>
            </a:r>
            <a:r>
              <a:rPr lang="en-US" sz="2400" b="0" i="0" u="none" strike="noStrike" baseline="0" dirty="0"/>
              <a:t> do </a:t>
            </a:r>
            <a:r>
              <a:rPr lang="en-US" sz="2400" b="0" i="0" u="none" strike="noStrike" baseline="0" dirty="0" err="1"/>
              <a:t>comércio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marítimo</a:t>
            </a:r>
            <a:r>
              <a:rPr lang="en-US" sz="2400" b="0" i="0" u="none" strike="noStrike" baseline="0" dirty="0"/>
              <a:t> global. </a:t>
            </a:r>
            <a:r>
              <a:rPr lang="en-US" sz="2400" b="0" i="0" u="none" strike="noStrike" baseline="0" dirty="0" err="1"/>
              <a:t>Inaugurado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em</a:t>
            </a:r>
            <a:r>
              <a:rPr lang="en-US" sz="2400" b="0" i="0" u="none" strike="noStrike" baseline="0" dirty="0"/>
              <a:t> 1869, o canal </a:t>
            </a:r>
            <a:r>
              <a:rPr lang="en-US" sz="2400" b="0" i="0" u="none" strike="noStrike" baseline="0" dirty="0" err="1"/>
              <a:t>permite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que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navios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transitem</a:t>
            </a:r>
            <a:r>
              <a:rPr lang="en-US" sz="2400" b="0" i="0" u="none" strike="noStrike" baseline="0" dirty="0"/>
              <a:t> entre a Europa e a Ásia </a:t>
            </a:r>
            <a:r>
              <a:rPr lang="en-US" sz="2400" b="0" i="0" u="none" strike="noStrike" baseline="0" dirty="0" err="1"/>
              <a:t>sem</a:t>
            </a:r>
            <a:r>
              <a:rPr lang="en-US" sz="2400" b="0" i="0" u="none" strike="noStrike" baseline="0" dirty="0"/>
              <a:t> a </a:t>
            </a:r>
            <a:r>
              <a:rPr lang="en-US" sz="2400" b="0" i="0" u="none" strike="noStrike" baseline="0" dirty="0" err="1"/>
              <a:t>necessidade</a:t>
            </a:r>
            <a:r>
              <a:rPr lang="en-US" sz="2400" b="0" i="0" u="none" strike="noStrike" baseline="0" dirty="0"/>
              <a:t> de </a:t>
            </a:r>
            <a:r>
              <a:rPr lang="en-US" sz="2400" b="0" i="0" u="none" strike="noStrike" baseline="0" dirty="0" err="1"/>
              <a:t>contornar</a:t>
            </a:r>
            <a:r>
              <a:rPr lang="en-US" sz="2400" b="0" i="0" u="none" strike="noStrike" baseline="0" dirty="0"/>
              <a:t> o Cabo da Boa Esperança, </a:t>
            </a:r>
            <a:r>
              <a:rPr lang="en-US" sz="2400" b="0" i="0" u="none" strike="noStrike" baseline="0" dirty="0" err="1"/>
              <a:t>na</a:t>
            </a:r>
            <a:r>
              <a:rPr lang="en-US" sz="2400" b="0" i="0" u="none" strike="noStrike" baseline="0" dirty="0"/>
              <a:t> África, </a:t>
            </a:r>
            <a:r>
              <a:rPr lang="en-US" sz="2400" b="0" i="0" u="none" strike="noStrike" baseline="0" dirty="0" err="1"/>
              <a:t>reduzindo</a:t>
            </a:r>
            <a:r>
              <a:rPr lang="en-US" sz="2400" b="0" i="0" u="none" strike="noStrike" baseline="0" dirty="0"/>
              <a:t> o tempo de </a:t>
            </a:r>
            <a:r>
              <a:rPr lang="en-US" sz="2400" b="0" i="0" u="none" strike="noStrike" baseline="0" dirty="0" err="1"/>
              <a:t>viagem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em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até</a:t>
            </a:r>
            <a:r>
              <a:rPr lang="en-US" sz="2400" b="0" i="0" u="none" strike="noStrike" baseline="0" dirty="0"/>
              <a:t> 40%. Ele </a:t>
            </a:r>
            <a:r>
              <a:rPr lang="en-US" sz="2400" b="0" i="0" u="none" strike="noStrike" baseline="0" dirty="0" err="1"/>
              <a:t>desempenha</a:t>
            </a:r>
            <a:r>
              <a:rPr lang="en-US" sz="2400" b="0" i="0" u="none" strike="noStrike" baseline="0" dirty="0"/>
              <a:t> um </a:t>
            </a:r>
            <a:r>
              <a:rPr lang="en-US" sz="2400" b="0" i="0" u="none" strike="noStrike" baseline="0" dirty="0" err="1"/>
              <a:t>papel</a:t>
            </a:r>
            <a:r>
              <a:rPr lang="en-US" sz="2400" b="0" i="0" u="none" strike="noStrike" baseline="0" dirty="0"/>
              <a:t> crucial no </a:t>
            </a:r>
            <a:r>
              <a:rPr lang="en-US" sz="2400" b="0" i="0" u="none" strike="noStrike" baseline="0" dirty="0" err="1"/>
              <a:t>transporte</a:t>
            </a:r>
            <a:r>
              <a:rPr lang="en-US" sz="2400" b="0" i="0" u="none" strike="noStrike" baseline="0" dirty="0"/>
              <a:t> de </a:t>
            </a:r>
            <a:r>
              <a:rPr lang="en-US" sz="2400" b="0" i="0" u="none" strike="noStrike" baseline="0" dirty="0" err="1"/>
              <a:t>petróleo</a:t>
            </a:r>
            <a:r>
              <a:rPr lang="en-US" sz="2400" b="0" i="0" u="none" strike="noStrike" baseline="0" dirty="0"/>
              <a:t>, </a:t>
            </a:r>
            <a:r>
              <a:rPr lang="en-US" sz="2400" b="0" i="0" u="none" strike="noStrike" baseline="0" dirty="0" err="1"/>
              <a:t>gás</a:t>
            </a:r>
            <a:r>
              <a:rPr lang="en-US" sz="2400" b="0" i="0" u="none" strike="noStrike" baseline="0" dirty="0"/>
              <a:t> natural </a:t>
            </a:r>
            <a:r>
              <a:rPr lang="en-US" sz="2400" b="0" i="0" u="none" strike="noStrike" baseline="0" dirty="0" err="1"/>
              <a:t>liquefeito</a:t>
            </a:r>
            <a:r>
              <a:rPr lang="en-US" sz="2400" b="0" i="0" u="none" strike="noStrike" baseline="0" dirty="0"/>
              <a:t> (GNL) e </a:t>
            </a:r>
            <a:r>
              <a:rPr lang="en-US" sz="2400" b="0" i="0" u="none" strike="noStrike" baseline="0" dirty="0" err="1"/>
              <a:t>mercadorias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industriais</a:t>
            </a:r>
            <a:r>
              <a:rPr lang="en-US" sz="2400" b="0" i="0" u="none" strike="noStrike" baseline="0" dirty="0"/>
              <a:t>. É </a:t>
            </a:r>
            <a:r>
              <a:rPr lang="en-US" sz="2400" b="0" i="0" u="none" strike="noStrike" baseline="0" dirty="0" err="1"/>
              <a:t>controlado</a:t>
            </a:r>
            <a:r>
              <a:rPr lang="en-US" sz="2400" b="0" i="0" u="none" strike="noStrike" baseline="0" dirty="0"/>
              <a:t> pela </a:t>
            </a:r>
            <a:r>
              <a:rPr lang="en-US" sz="2400" b="0" i="0" u="none" strike="noStrike" baseline="0" dirty="0" err="1"/>
              <a:t>Autoridade</a:t>
            </a:r>
            <a:r>
              <a:rPr lang="en-US" sz="2400" b="0" i="0" u="none" strike="noStrike" baseline="0" dirty="0"/>
              <a:t> do Canal de Suez e </a:t>
            </a:r>
            <a:r>
              <a:rPr lang="en-US" sz="2400" b="0" i="0" u="none" strike="noStrike" baseline="0" dirty="0" err="1"/>
              <a:t>foi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modernizado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diversas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vezes</a:t>
            </a:r>
            <a:r>
              <a:rPr lang="en-US" sz="2400" b="0" i="0" u="none" strike="noStrike" baseline="0" dirty="0"/>
              <a:t> para </a:t>
            </a:r>
            <a:r>
              <a:rPr lang="en-US" sz="2400" b="0" i="0" u="none" strike="noStrike" baseline="0" dirty="0" err="1"/>
              <a:t>acomodar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navios</a:t>
            </a:r>
            <a:r>
              <a:rPr lang="en-US" sz="2400" b="0" i="0" u="none" strike="noStrike" baseline="0" dirty="0"/>
              <a:t> </a:t>
            </a:r>
            <a:r>
              <a:rPr lang="en-US" sz="2400" b="0" i="0" u="none" strike="noStrike" baseline="0" dirty="0" err="1"/>
              <a:t>maiores</a:t>
            </a:r>
            <a:r>
              <a:rPr lang="en-US" sz="2400" b="0" i="0" u="none" strike="noStrike" baseline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0365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E527C-CDBA-A048-1AF8-FD12004F0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ANAL DO SUEZ: o majestoso canal do Egito que divide o deserto e movimenta  BILHÕES DE DÓLARES - CPG Click Petroleo e Gas">
            <a:extLst>
              <a:ext uri="{FF2B5EF4-FFF2-40B4-BE49-F238E27FC236}">
                <a16:creationId xmlns:a16="http://schemas.microsoft.com/office/drawing/2014/main" id="{A1C46155-77C3-8747-2DE4-BE71AB05E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80BB40-0798-09D1-66C8-CB20A05E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ctr"/>
            <a:r>
              <a:rPr lang="en-US" sz="3600" b="1" i="0" u="none" strike="noStrike" baseline="0">
                <a:solidFill>
                  <a:schemeClr val="tx1">
                    <a:lumMod val="85000"/>
                    <a:lumOff val="15000"/>
                  </a:schemeClr>
                </a:solidFill>
              </a:rPr>
              <a:t>Canal de Suez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202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5FEBA-7713-28B9-F625-4B0F6369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19E67A3-AF7B-B614-83A1-DAC8F945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81990F9-D79A-50D6-F748-2B1D0B216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D98BFD-812D-9600-3D62-F125283E8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1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Rotas Marítimas e Seus Impactos Geopolíticos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4A64A471-67E4-49D4-CAD8-B04143908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EC3B5F-4BC8-A0DB-3154-314C0FB6D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400" b="1" i="0" u="none" strike="noStrike" baseline="0" dirty="0" err="1"/>
              <a:t>Estreito</a:t>
            </a:r>
            <a:r>
              <a:rPr lang="en-US" sz="2400" b="1" i="0" u="none" strike="noStrike" baseline="0" dirty="0"/>
              <a:t> de Ormuz: </a:t>
            </a:r>
            <a:r>
              <a:rPr lang="pt-BR" sz="2400" dirty="0"/>
              <a:t>liga o Golfo Pérsico ao Golfo de Omã. É a rota mais importante do mercado energético mundial. Enfrenta problemas importantes, como frequentes ameaças de fechamento por parte do Irã, gerando oscilações significativas no preço do barril.</a:t>
            </a:r>
            <a:endParaRPr lang="en-US" sz="2400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1940539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19024-D852-DB3E-0C6F-0B828C42F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streito de Ormuz: Entenda o que é">
            <a:extLst>
              <a:ext uri="{FF2B5EF4-FFF2-40B4-BE49-F238E27FC236}">
                <a16:creationId xmlns:a16="http://schemas.microsoft.com/office/drawing/2014/main" id="{7BC967E5-E5B8-E9C1-979D-B31E80324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85" b="7572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03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A93B11-B1F6-CBB9-D9D8-99BC9E953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ctr"/>
            <a:r>
              <a:rPr lang="en-US" sz="3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Estreito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Ormuz</a:t>
            </a:r>
            <a:endParaRPr lang="en-US" sz="3600" b="1" i="0" u="none" strike="noStrike" baseline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66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B40A4-5095-A614-A198-87D19BEB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DFD5EB-161C-4C3A-ACED-8B904FEE6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1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Rotas Marítimas e Seus Impactos Geopolíticos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7E00E8-3C48-DB30-DCD3-7D68BA784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319088"/>
            <a:ext cx="6906491" cy="62198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900" b="1" i="0" u="none" strike="noStrike" baseline="0" dirty="0" err="1"/>
              <a:t>Estreito</a:t>
            </a:r>
            <a:r>
              <a:rPr lang="en-US" sz="1900" b="1" i="0" u="none" strike="noStrike" baseline="0" dirty="0"/>
              <a:t> de </a:t>
            </a:r>
            <a:r>
              <a:rPr lang="en-US" sz="1900" b="1" i="0" u="none" strike="noStrike" baseline="0" dirty="0" err="1"/>
              <a:t>Malaca</a:t>
            </a:r>
            <a:r>
              <a:rPr lang="en-US" sz="1900" b="1" i="0" u="none" strike="noStrike" baseline="0" dirty="0"/>
              <a:t>: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Situado</a:t>
            </a:r>
            <a:r>
              <a:rPr lang="en-US" sz="1900" b="0" i="0" u="none" strike="noStrike" baseline="0" dirty="0"/>
              <a:t> entre a </a:t>
            </a:r>
            <a:r>
              <a:rPr lang="en-US" sz="1900" b="0" i="0" u="none" strike="noStrike" baseline="0" dirty="0" err="1"/>
              <a:t>Malásia</a:t>
            </a:r>
            <a:r>
              <a:rPr lang="en-US" sz="1900" b="0" i="0" u="none" strike="noStrike" baseline="0" dirty="0"/>
              <a:t> e a </a:t>
            </a:r>
            <a:r>
              <a:rPr lang="en-US" sz="1900" b="0" i="0" u="none" strike="noStrike" baseline="0" dirty="0" err="1"/>
              <a:t>Indonésia</a:t>
            </a:r>
            <a:r>
              <a:rPr lang="en-US" sz="1900" b="0" i="0" u="none" strike="noStrike" baseline="0" dirty="0"/>
              <a:t>, o </a:t>
            </a:r>
            <a:r>
              <a:rPr lang="en-US" sz="1900" b="0" i="0" u="none" strike="noStrike" baseline="0" dirty="0" err="1"/>
              <a:t>Estreito</a:t>
            </a:r>
            <a:r>
              <a:rPr lang="en-US" sz="1900" b="0" i="0" u="none" strike="noStrike" baseline="0" dirty="0"/>
              <a:t> de </a:t>
            </a:r>
            <a:r>
              <a:rPr lang="en-US" sz="1900" b="0" i="0" u="none" strike="noStrike" baseline="0" dirty="0" err="1"/>
              <a:t>Malaca</a:t>
            </a:r>
            <a:r>
              <a:rPr lang="en-US" sz="1900" b="0" i="0" u="none" strike="noStrike" baseline="0" dirty="0"/>
              <a:t> é a principal </a:t>
            </a:r>
            <a:r>
              <a:rPr lang="en-US" sz="1900" b="0" i="0" u="none" strike="noStrike" baseline="0" dirty="0" err="1"/>
              <a:t>ligação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marítima</a:t>
            </a:r>
            <a:r>
              <a:rPr lang="en-US" sz="1900" b="0" i="0" u="none" strike="noStrike" baseline="0" dirty="0"/>
              <a:t> entre o Oceano </a:t>
            </a:r>
            <a:r>
              <a:rPr lang="en-US" sz="1900" b="0" i="0" u="none" strike="noStrike" baseline="0" dirty="0" err="1"/>
              <a:t>Índico</a:t>
            </a:r>
            <a:r>
              <a:rPr lang="en-US" sz="1900" b="0" i="0" u="none" strike="noStrike" baseline="0" dirty="0"/>
              <a:t> e o Oceano </a:t>
            </a:r>
            <a:r>
              <a:rPr lang="en-US" sz="1900" b="0" i="0" u="none" strike="noStrike" baseline="0" dirty="0" err="1"/>
              <a:t>Pacífico</a:t>
            </a:r>
            <a:r>
              <a:rPr lang="en-US" sz="1900" b="0" i="0" u="none" strike="noStrike" baseline="0" dirty="0"/>
              <a:t>. Essa </a:t>
            </a:r>
            <a:r>
              <a:rPr lang="en-US" sz="1900" b="0" i="0" u="none" strike="noStrike" baseline="0" dirty="0" err="1"/>
              <a:t>passagem</a:t>
            </a:r>
            <a:r>
              <a:rPr lang="en-US" sz="1900" b="0" i="0" u="none" strike="noStrike" baseline="0" dirty="0"/>
              <a:t>, com </a:t>
            </a:r>
            <a:r>
              <a:rPr lang="en-US" sz="1900" b="0" i="0" u="none" strike="noStrike" baseline="0" dirty="0" err="1"/>
              <a:t>cerca</a:t>
            </a:r>
            <a:r>
              <a:rPr lang="en-US" sz="1900" b="0" i="0" u="none" strike="noStrike" baseline="0" dirty="0"/>
              <a:t> de 800 km de </a:t>
            </a:r>
            <a:r>
              <a:rPr lang="en-US" sz="1900" b="0" i="0" u="none" strike="noStrike" baseline="0" dirty="0" err="1"/>
              <a:t>extensão</a:t>
            </a:r>
            <a:r>
              <a:rPr lang="en-US" sz="1900" b="0" i="0" u="none" strike="noStrike" baseline="0" dirty="0"/>
              <a:t>, é </a:t>
            </a:r>
            <a:r>
              <a:rPr lang="en-US" sz="1900" b="0" i="0" u="none" strike="noStrike" baseline="0" dirty="0" err="1"/>
              <a:t>considerada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uma</a:t>
            </a:r>
            <a:r>
              <a:rPr lang="en-US" sz="1900" b="0" i="0" u="none" strike="noStrike" baseline="0" dirty="0"/>
              <a:t> das </a:t>
            </a:r>
            <a:r>
              <a:rPr lang="en-US" sz="1900" b="0" i="0" u="none" strike="noStrike" baseline="0" dirty="0" err="1"/>
              <a:t>mais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movimentadas</a:t>
            </a:r>
            <a:r>
              <a:rPr lang="en-US" sz="1900" b="0" i="0" u="none" strike="noStrike" baseline="0" dirty="0"/>
              <a:t> do </a:t>
            </a:r>
            <a:r>
              <a:rPr lang="en-US" sz="1900" b="0" i="0" u="none" strike="noStrike" baseline="0" dirty="0" err="1"/>
              <a:t>mundo</a:t>
            </a:r>
            <a:r>
              <a:rPr lang="en-US" sz="1900" b="0" i="0" u="none" strike="noStrike" baseline="0" dirty="0"/>
              <a:t>, </a:t>
            </a:r>
            <a:r>
              <a:rPr lang="en-US" sz="1900" b="0" i="0" u="none" strike="noStrike" baseline="0" dirty="0" err="1"/>
              <a:t>essencial</a:t>
            </a:r>
            <a:r>
              <a:rPr lang="en-US" sz="1900" b="0" i="0" u="none" strike="noStrike" baseline="0" dirty="0"/>
              <a:t> para o </a:t>
            </a:r>
            <a:r>
              <a:rPr lang="en-US" sz="1900" b="0" i="0" u="none" strike="noStrike" baseline="0" dirty="0" err="1"/>
              <a:t>comércio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asiático</a:t>
            </a:r>
            <a:r>
              <a:rPr lang="en-US" sz="1900" b="0" i="0" u="none" strike="noStrike" baseline="0" dirty="0"/>
              <a:t>, </a:t>
            </a:r>
            <a:r>
              <a:rPr lang="en-US" sz="1900" b="0" i="0" u="none" strike="noStrike" baseline="0" dirty="0" err="1"/>
              <a:t>especialmente</a:t>
            </a:r>
            <a:r>
              <a:rPr lang="en-US" sz="1900" b="0" i="0" u="none" strike="noStrike" baseline="0" dirty="0"/>
              <a:t> de </a:t>
            </a:r>
            <a:r>
              <a:rPr lang="en-US" sz="1900" b="0" i="0" u="none" strike="noStrike" baseline="0" dirty="0" err="1"/>
              <a:t>países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como</a:t>
            </a:r>
            <a:r>
              <a:rPr lang="en-US" sz="1900" b="0" i="0" u="none" strike="noStrike" baseline="0" dirty="0"/>
              <a:t> China, </a:t>
            </a:r>
            <a:r>
              <a:rPr lang="en-US" sz="1900" b="0" i="0" u="none" strike="noStrike" baseline="0" dirty="0" err="1"/>
              <a:t>Japão</a:t>
            </a:r>
            <a:r>
              <a:rPr lang="en-US" sz="1900" b="0" i="0" u="none" strike="noStrike" baseline="0" dirty="0"/>
              <a:t> e </a:t>
            </a:r>
            <a:r>
              <a:rPr lang="en-US" sz="1900" b="0" i="0" u="none" strike="noStrike" baseline="0" dirty="0" err="1"/>
              <a:t>Índia</a:t>
            </a:r>
            <a:r>
              <a:rPr lang="en-US" sz="1900" b="0" i="0" u="none" strike="noStrike" baseline="0" dirty="0"/>
              <a:t>. A </a:t>
            </a:r>
            <a:r>
              <a:rPr lang="en-US" sz="1900" b="0" i="0" u="none" strike="noStrike" baseline="0" dirty="0" err="1"/>
              <a:t>rota</a:t>
            </a:r>
            <a:r>
              <a:rPr lang="en-US" sz="1900" b="0" i="0" u="none" strike="noStrike" baseline="0" dirty="0"/>
              <a:t> é vital para o </a:t>
            </a:r>
            <a:r>
              <a:rPr lang="en-US" sz="1900" b="0" i="0" u="none" strike="noStrike" baseline="0" dirty="0" err="1"/>
              <a:t>transporte</a:t>
            </a:r>
            <a:r>
              <a:rPr lang="en-US" sz="1900" b="0" i="0" u="none" strike="noStrike" baseline="0" dirty="0"/>
              <a:t> de </a:t>
            </a:r>
            <a:r>
              <a:rPr lang="en-US" sz="1900" b="0" i="0" u="none" strike="noStrike" baseline="0" dirty="0" err="1"/>
              <a:t>petróleo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proveniente</a:t>
            </a:r>
            <a:r>
              <a:rPr lang="en-US" sz="1900" b="0" i="0" u="none" strike="noStrike" baseline="0" dirty="0"/>
              <a:t> do Oriente </a:t>
            </a:r>
            <a:r>
              <a:rPr lang="en-US" sz="1900" b="0" i="0" u="none" strike="noStrike" baseline="0" dirty="0" err="1"/>
              <a:t>Médio</a:t>
            </a:r>
            <a:r>
              <a:rPr lang="en-US" sz="1900" b="0" i="0" u="none" strike="noStrike" baseline="0" dirty="0"/>
              <a:t>, </a:t>
            </a:r>
            <a:r>
              <a:rPr lang="en-US" sz="1900" b="0" i="0" u="none" strike="noStrike" baseline="0" dirty="0" err="1"/>
              <a:t>além</a:t>
            </a:r>
            <a:r>
              <a:rPr lang="en-US" sz="1900" b="0" i="0" u="none" strike="noStrike" baseline="0" dirty="0"/>
              <a:t> de </a:t>
            </a:r>
            <a:r>
              <a:rPr lang="en-US" sz="1900" b="0" i="0" u="none" strike="noStrike" baseline="0" dirty="0" err="1"/>
              <a:t>outras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mercadorias</a:t>
            </a:r>
            <a:r>
              <a:rPr lang="en-US" sz="1900" b="0" i="0" u="none" strike="noStrike" baseline="0" dirty="0"/>
              <a:t>, </a:t>
            </a:r>
            <a:r>
              <a:rPr lang="en-US" sz="1900" b="0" i="0" u="none" strike="noStrike" baseline="0" dirty="0" err="1"/>
              <a:t>como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eletrônicos</a:t>
            </a:r>
            <a:r>
              <a:rPr lang="en-US" sz="1900" b="0" i="0" u="none" strike="noStrike" baseline="0" dirty="0"/>
              <a:t> e commodities. </a:t>
            </a:r>
            <a:r>
              <a:rPr lang="en-US" sz="1900" b="0" i="0" u="none" strike="noStrike" baseline="0" dirty="0" err="1"/>
              <a:t>Apesar</a:t>
            </a:r>
            <a:r>
              <a:rPr lang="en-US" sz="1900" b="0" i="0" u="none" strike="noStrike" baseline="0" dirty="0"/>
              <a:t> de </a:t>
            </a:r>
            <a:r>
              <a:rPr lang="en-US" sz="1900" b="0" i="0" u="none" strike="noStrike" baseline="0" dirty="0" err="1"/>
              <a:t>sua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importância</a:t>
            </a:r>
            <a:r>
              <a:rPr lang="en-US" sz="1900" b="0" i="0" u="none" strike="noStrike" baseline="0" dirty="0"/>
              <a:t>, o </a:t>
            </a:r>
            <a:r>
              <a:rPr lang="en-US" sz="1900" b="0" i="0" u="none" strike="noStrike" baseline="0" dirty="0" err="1"/>
              <a:t>estreito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enfrenta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desafios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como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congestionamento</a:t>
            </a:r>
            <a:r>
              <a:rPr lang="en-US" sz="1900" b="0" i="0" u="none" strike="noStrike" baseline="0" dirty="0"/>
              <a:t>, </a:t>
            </a:r>
            <a:r>
              <a:rPr lang="en-US" sz="1900" b="0" i="0" u="none" strike="noStrike" baseline="0" dirty="0" err="1"/>
              <a:t>pirataria</a:t>
            </a:r>
            <a:r>
              <a:rPr lang="en-US" sz="1900" b="0" i="0" u="none" strike="noStrike" baseline="0" dirty="0"/>
              <a:t> e </a:t>
            </a:r>
            <a:r>
              <a:rPr lang="en-US" sz="1900" b="0" i="0" u="none" strike="noStrike" baseline="0" dirty="0" err="1"/>
              <a:t>riscos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ambientais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devido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ao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tráfego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intenso</a:t>
            </a:r>
            <a:r>
              <a:rPr lang="en-US" sz="1900" b="0" i="0" u="none" strike="noStrike" baseline="0" dirty="0"/>
              <a:t> de </a:t>
            </a:r>
            <a:r>
              <a:rPr lang="en-US" sz="1900" b="0" i="0" u="none" strike="noStrike" baseline="0" dirty="0" err="1"/>
              <a:t>navios</a:t>
            </a:r>
            <a:r>
              <a:rPr lang="en-US" sz="1900" b="0" i="0" u="none" strike="noStrike" baseline="0" dirty="0"/>
              <a:t>.</a:t>
            </a:r>
          </a:p>
          <a:p>
            <a:pPr marR="0" lvl="0"/>
            <a:r>
              <a:rPr lang="en-US" sz="1900" b="1" i="0" u="none" strike="noStrike" baseline="0" dirty="0"/>
              <a:t>Canal do Panamá: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Inaugurado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em</a:t>
            </a:r>
            <a:r>
              <a:rPr lang="en-US" sz="1900" b="0" i="0" u="none" strike="noStrike" baseline="0" dirty="0"/>
              <a:t> 1914 e </a:t>
            </a:r>
            <a:r>
              <a:rPr lang="en-US" sz="1900" b="0" i="0" u="none" strike="noStrike" baseline="0" dirty="0" err="1"/>
              <a:t>localizado</a:t>
            </a:r>
            <a:r>
              <a:rPr lang="en-US" sz="1900" b="0" i="0" u="none" strike="noStrike" baseline="0" dirty="0"/>
              <a:t> no Panamá, o canal </a:t>
            </a:r>
            <a:r>
              <a:rPr lang="en-US" sz="1900" b="0" i="0" u="none" strike="noStrike" baseline="0" dirty="0" err="1"/>
              <a:t>conecta</a:t>
            </a:r>
            <a:r>
              <a:rPr lang="en-US" sz="1900" b="0" i="0" u="none" strike="noStrike" baseline="0" dirty="0"/>
              <a:t> o Oceano </a:t>
            </a:r>
            <a:r>
              <a:rPr lang="en-US" sz="1900" b="0" i="0" u="none" strike="noStrike" baseline="0" dirty="0" err="1"/>
              <a:t>Atlântico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ao</a:t>
            </a:r>
            <a:r>
              <a:rPr lang="en-US" sz="1900" b="0" i="0" u="none" strike="noStrike" baseline="0" dirty="0"/>
              <a:t> Oceano </a:t>
            </a:r>
            <a:r>
              <a:rPr lang="en-US" sz="1900" b="0" i="0" u="none" strike="noStrike" baseline="0" dirty="0" err="1"/>
              <a:t>Pacífico</a:t>
            </a:r>
            <a:r>
              <a:rPr lang="en-US" sz="1900" b="0" i="0" u="none" strike="noStrike" baseline="0" dirty="0"/>
              <a:t>, </a:t>
            </a:r>
            <a:r>
              <a:rPr lang="en-US" sz="1900" b="0" i="0" u="none" strike="noStrike" baseline="0" dirty="0" err="1"/>
              <a:t>eliminando</a:t>
            </a:r>
            <a:r>
              <a:rPr lang="en-US" sz="1900" b="0" i="0" u="none" strike="noStrike" baseline="0" dirty="0"/>
              <a:t> a </a:t>
            </a:r>
            <a:r>
              <a:rPr lang="en-US" sz="1900" b="0" i="0" u="none" strike="noStrike" baseline="0" dirty="0" err="1"/>
              <a:t>necessidade</a:t>
            </a:r>
            <a:r>
              <a:rPr lang="en-US" sz="1900" b="0" i="0" u="none" strike="noStrike" baseline="0" dirty="0"/>
              <a:t> de </a:t>
            </a:r>
            <a:r>
              <a:rPr lang="en-US" sz="1900" b="0" i="0" u="none" strike="noStrike" baseline="0" dirty="0" err="1"/>
              <a:t>contornar</a:t>
            </a:r>
            <a:r>
              <a:rPr lang="en-US" sz="1900" b="0" i="0" u="none" strike="noStrike" baseline="0" dirty="0"/>
              <a:t> o extremo </a:t>
            </a:r>
            <a:r>
              <a:rPr lang="en-US" sz="1900" b="0" i="0" u="none" strike="noStrike" baseline="0" dirty="0" err="1"/>
              <a:t>sul</a:t>
            </a:r>
            <a:r>
              <a:rPr lang="en-US" sz="1900" b="0" i="0" u="none" strike="noStrike" baseline="0" dirty="0"/>
              <a:t> da América do Sul </a:t>
            </a:r>
            <a:r>
              <a:rPr lang="en-US" sz="1900" b="0" i="0" u="none" strike="noStrike" baseline="0" dirty="0" err="1"/>
              <a:t>pelo</a:t>
            </a:r>
            <a:r>
              <a:rPr lang="en-US" sz="1900" b="0" i="0" u="none" strike="noStrike" baseline="0" dirty="0"/>
              <a:t> Cabo Horn. Sua </a:t>
            </a:r>
            <a:r>
              <a:rPr lang="en-US" sz="1900" b="0" i="0" u="none" strike="noStrike" baseline="0" dirty="0" err="1"/>
              <a:t>construção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foi</a:t>
            </a:r>
            <a:r>
              <a:rPr lang="en-US" sz="1900" b="0" i="0" u="none" strike="noStrike" baseline="0" dirty="0"/>
              <a:t> um </a:t>
            </a:r>
            <a:r>
              <a:rPr lang="en-US" sz="1900" b="0" i="0" u="none" strike="noStrike" baseline="0" dirty="0" err="1"/>
              <a:t>marco</a:t>
            </a:r>
            <a:r>
              <a:rPr lang="en-US" sz="1900" b="0" i="0" u="none" strike="noStrike" baseline="0" dirty="0"/>
              <a:t> da </a:t>
            </a:r>
            <a:r>
              <a:rPr lang="en-US" sz="1900" b="0" i="0" u="none" strike="noStrike" baseline="0" dirty="0" err="1"/>
              <a:t>engenharia</a:t>
            </a:r>
            <a:r>
              <a:rPr lang="en-US" sz="1900" b="0" i="0" u="none" strike="noStrike" baseline="0" dirty="0"/>
              <a:t> e </a:t>
            </a:r>
            <a:r>
              <a:rPr lang="en-US" sz="1900" b="0" i="0" u="none" strike="noStrike" baseline="0" dirty="0" err="1"/>
              <a:t>revolucionou</a:t>
            </a:r>
            <a:r>
              <a:rPr lang="en-US" sz="1900" b="0" i="0" u="none" strike="noStrike" baseline="0" dirty="0"/>
              <a:t> o </a:t>
            </a:r>
            <a:r>
              <a:rPr lang="en-US" sz="1900" b="0" i="0" u="none" strike="noStrike" baseline="0" dirty="0" err="1"/>
              <a:t>comércio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marítimo</a:t>
            </a:r>
            <a:r>
              <a:rPr lang="en-US" sz="1900" b="0" i="0" u="none" strike="noStrike" baseline="0" dirty="0"/>
              <a:t> entre as </a:t>
            </a:r>
            <a:r>
              <a:rPr lang="en-US" sz="1900" b="0" i="0" u="none" strike="noStrike" baseline="0" dirty="0" err="1"/>
              <a:t>Américas</a:t>
            </a:r>
            <a:r>
              <a:rPr lang="en-US" sz="1900" b="0" i="0" u="none" strike="noStrike" baseline="0" dirty="0"/>
              <a:t> e a </a:t>
            </a:r>
            <a:r>
              <a:rPr lang="en-US" sz="1900" b="0" i="0" u="none" strike="noStrike" baseline="0" dirty="0" err="1"/>
              <a:t>Ásia</a:t>
            </a:r>
            <a:r>
              <a:rPr lang="en-US" sz="1900" b="0" i="0" u="none" strike="noStrike" baseline="0" dirty="0"/>
              <a:t>, </a:t>
            </a:r>
            <a:r>
              <a:rPr lang="en-US" sz="1900" b="0" i="0" u="none" strike="noStrike" baseline="0" dirty="0" err="1"/>
              <a:t>reduzindo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drasticamente</a:t>
            </a:r>
            <a:r>
              <a:rPr lang="en-US" sz="1900" b="0" i="0" u="none" strike="noStrike" baseline="0" dirty="0"/>
              <a:t> o tempo e o </a:t>
            </a:r>
            <a:r>
              <a:rPr lang="en-US" sz="1900" b="0" i="0" u="none" strike="noStrike" baseline="0" dirty="0" err="1"/>
              <a:t>custo</a:t>
            </a:r>
            <a:r>
              <a:rPr lang="en-US" sz="1900" b="0" i="0" u="none" strike="noStrike" baseline="0" dirty="0"/>
              <a:t> de </a:t>
            </a:r>
            <a:r>
              <a:rPr lang="en-US" sz="1900" b="0" i="0" u="none" strike="noStrike" baseline="0" dirty="0" err="1"/>
              <a:t>transporte</a:t>
            </a:r>
            <a:r>
              <a:rPr lang="en-US" sz="1900" b="0" i="0" u="none" strike="noStrike" baseline="0" dirty="0"/>
              <a:t>. </a:t>
            </a:r>
            <a:r>
              <a:rPr lang="en-US" sz="1900" b="0" i="0" u="none" strike="noStrike" baseline="0" dirty="0" err="1"/>
              <a:t>Desde</a:t>
            </a:r>
            <a:r>
              <a:rPr lang="en-US" sz="1900" b="0" i="0" u="none" strike="noStrike" baseline="0" dirty="0"/>
              <a:t> 2016, a </a:t>
            </a:r>
            <a:r>
              <a:rPr lang="en-US" sz="1900" b="0" i="0" u="none" strike="noStrike" baseline="0" dirty="0" err="1"/>
              <a:t>ampliação</a:t>
            </a:r>
            <a:r>
              <a:rPr lang="en-US" sz="1900" b="0" i="0" u="none" strike="noStrike" baseline="0" dirty="0"/>
              <a:t> do canal </a:t>
            </a:r>
            <a:r>
              <a:rPr lang="en-US" sz="1900" b="0" i="0" u="none" strike="noStrike" baseline="0" dirty="0" err="1"/>
              <a:t>permite</a:t>
            </a:r>
            <a:r>
              <a:rPr lang="en-US" sz="1900" b="0" i="0" u="none" strike="noStrike" baseline="0" dirty="0"/>
              <a:t> a </a:t>
            </a:r>
            <a:r>
              <a:rPr lang="en-US" sz="1900" b="0" i="0" u="none" strike="noStrike" baseline="0" dirty="0" err="1"/>
              <a:t>passagem</a:t>
            </a:r>
            <a:r>
              <a:rPr lang="en-US" sz="1900" b="0" i="0" u="none" strike="noStrike" baseline="0" dirty="0"/>
              <a:t> de </a:t>
            </a:r>
            <a:r>
              <a:rPr lang="en-US" sz="1900" b="0" i="0" u="none" strike="noStrike" baseline="0" dirty="0" err="1"/>
              <a:t>navios</a:t>
            </a:r>
            <a:r>
              <a:rPr lang="en-US" sz="1900" b="0" i="0" u="none" strike="noStrike" baseline="0" dirty="0"/>
              <a:t> de </a:t>
            </a:r>
            <a:r>
              <a:rPr lang="en-US" sz="1900" b="0" i="0" u="none" strike="noStrike" baseline="0" dirty="0" err="1"/>
              <a:t>maior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porte</a:t>
            </a:r>
            <a:r>
              <a:rPr lang="en-US" sz="1900" b="0" i="0" u="none" strike="noStrike" baseline="0" dirty="0"/>
              <a:t>, </a:t>
            </a:r>
            <a:r>
              <a:rPr lang="en-US" sz="1900" b="0" i="0" u="none" strike="noStrike" baseline="0" dirty="0" err="1"/>
              <a:t>conhecidos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como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Neopanamax</a:t>
            </a:r>
            <a:r>
              <a:rPr lang="en-US" sz="1900" b="0" i="0" u="none" strike="noStrike" baseline="0" dirty="0"/>
              <a:t>, </a:t>
            </a:r>
            <a:r>
              <a:rPr lang="en-US" sz="1900" b="0" i="0" u="none" strike="noStrike" baseline="0" dirty="0" err="1"/>
              <a:t>aumentando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sua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capacidade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comercial</a:t>
            </a:r>
            <a:r>
              <a:rPr lang="en-US" sz="1900" b="0" i="0" u="none" strike="noStrike" baseline="0" dirty="0"/>
              <a:t>. O canal </a:t>
            </a:r>
            <a:r>
              <a:rPr lang="en-US" sz="1900" b="0" i="0" u="none" strike="noStrike" baseline="0" dirty="0" err="1"/>
              <a:t>também</a:t>
            </a:r>
            <a:r>
              <a:rPr lang="en-US" sz="1900" b="0" i="0" u="none" strike="noStrike" baseline="0" dirty="0"/>
              <a:t> é </a:t>
            </a:r>
            <a:r>
              <a:rPr lang="en-US" sz="1900" b="0" i="0" u="none" strike="noStrike" baseline="0" dirty="0" err="1"/>
              <a:t>uma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fonte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significativa</a:t>
            </a:r>
            <a:r>
              <a:rPr lang="en-US" sz="1900" b="0" i="0" u="none" strike="noStrike" baseline="0" dirty="0"/>
              <a:t> de </a:t>
            </a:r>
            <a:r>
              <a:rPr lang="en-US" sz="1900" b="0" i="0" u="none" strike="noStrike" baseline="0" dirty="0" err="1"/>
              <a:t>receita</a:t>
            </a:r>
            <a:r>
              <a:rPr lang="en-US" sz="1900" b="0" i="0" u="none" strike="noStrike" baseline="0" dirty="0"/>
              <a:t> para o </a:t>
            </a:r>
            <a:r>
              <a:rPr lang="en-US" sz="1900" b="0" i="0" u="none" strike="noStrike" baseline="0" dirty="0" err="1"/>
              <a:t>governo</a:t>
            </a:r>
            <a:r>
              <a:rPr lang="en-US" sz="1900" b="0" i="0" u="none" strike="noStrike" baseline="0" dirty="0"/>
              <a:t> </a:t>
            </a:r>
            <a:r>
              <a:rPr lang="en-US" sz="1900" b="0" i="0" u="none" strike="noStrike" baseline="0" dirty="0" err="1"/>
              <a:t>panamenho</a:t>
            </a:r>
            <a:r>
              <a:rPr lang="en-US" sz="1900" b="0" i="0" u="none" strike="noStrike" baseline="0" dirty="0"/>
              <a:t> e </a:t>
            </a:r>
            <a:r>
              <a:rPr lang="en-US" sz="1900" b="0" i="0" u="none" strike="noStrike" baseline="0" dirty="0" err="1"/>
              <a:t>desempenha</a:t>
            </a:r>
            <a:r>
              <a:rPr lang="en-US" sz="1900" b="0" i="0" u="none" strike="noStrike" baseline="0" dirty="0"/>
              <a:t> um </a:t>
            </a:r>
            <a:r>
              <a:rPr lang="en-US" sz="1900" b="0" i="0" u="none" strike="noStrike" baseline="0" dirty="0" err="1"/>
              <a:t>papel</a:t>
            </a:r>
            <a:r>
              <a:rPr lang="en-US" sz="1900" b="0" i="0" u="none" strike="noStrike" baseline="0" dirty="0"/>
              <a:t> central no </a:t>
            </a:r>
            <a:r>
              <a:rPr lang="en-US" sz="1900" b="0" i="0" u="none" strike="noStrike" baseline="0" dirty="0" err="1"/>
              <a:t>comércio</a:t>
            </a:r>
            <a:r>
              <a:rPr lang="en-US" sz="1900" b="0" i="0" u="none" strike="noStrike" baseline="0" dirty="0"/>
              <a:t> global.</a:t>
            </a:r>
            <a:endParaRPr lang="en-US" sz="1900" b="1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1745564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83293-3899-B0D1-F6A1-BDF43C8B5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 Canal do Panamá: a rota marítima mais movimentada do mundo – PET  Engenharia Civil UEM">
            <a:extLst>
              <a:ext uri="{FF2B5EF4-FFF2-40B4-BE49-F238E27FC236}">
                <a16:creationId xmlns:a16="http://schemas.microsoft.com/office/drawing/2014/main" id="{CC720FB6-5F79-80E3-911D-3F84296FC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2" b="1978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3DF35C-FBEF-D2BD-D669-634FC5C53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ctr"/>
            <a:r>
              <a:rPr lang="en-US" sz="36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Canal do Panamá</a:t>
            </a:r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66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F17FD2-BA83-CDF1-DA4F-F3F95CAF3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38C1C8-AFBB-0896-5784-0BA4A9EED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CB0FF58-426B-AFD7-B829-5F599927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728089-D72A-229E-BC68-F192664EF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1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Rotas Marítimas e Seus Impactos Geopolíticos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B28E3933-C85A-77DA-A7B4-BFA575DC2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A5B39F-9FFF-160D-83FE-880FEFD08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319088"/>
            <a:ext cx="6906491" cy="62198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algn="just"/>
            <a:r>
              <a:rPr lang="en-US" b="1" i="0" u="none" strike="noStrike" baseline="0" dirty="0"/>
              <a:t>Rota do </a:t>
            </a:r>
            <a:r>
              <a:rPr lang="en-US" b="1" i="0" u="none" strike="noStrike" baseline="0" dirty="0" err="1"/>
              <a:t>Ártico</a:t>
            </a:r>
            <a:r>
              <a:rPr lang="en-US" b="1" i="0" u="none" strike="noStrike" baseline="0" dirty="0"/>
              <a:t>:</a:t>
            </a:r>
            <a:r>
              <a:rPr lang="en-US" b="0" i="0" u="none" strike="noStrike" baseline="0" dirty="0"/>
              <a:t> </a:t>
            </a:r>
            <a:r>
              <a:rPr lang="pt-BR" dirty="0"/>
              <a:t>O derretimento de gelo no ártico facilita o acesso aos recursos naturais da região — minerais essenciais, petróleo e gás. Também está abrindo possibilidades para novas rotas comerciais marítimas, reduzindo drasticamente o tempo de viagem entre a Ásia e a Europa.</a:t>
            </a:r>
            <a:endParaRPr lang="en-US" i="0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264074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 degelo do Ártico e o atalho na rota comercial norte entre o Leste  Asiático e a Europa. Artigo de José Eustáquio Diniz Alves - Instituto  Humanitas Unisinos - IHU">
            <a:extLst>
              <a:ext uri="{FF2B5EF4-FFF2-40B4-BE49-F238E27FC236}">
                <a16:creationId xmlns:a16="http://schemas.microsoft.com/office/drawing/2014/main" id="{78C470E3-CF85-792E-4B9E-7429A2E2F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21" y="420625"/>
            <a:ext cx="11894683" cy="600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0371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C122BE-B779-039E-C468-DD751562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6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Sustentabilidade e Desafios do Transporte Marítimo</a:t>
            </a:r>
          </a:p>
        </p:txBody>
      </p:sp>
      <p:graphicFrame>
        <p:nvGraphicFramePr>
          <p:cNvPr id="15" name="Espaço Reservado para Texto 2">
            <a:extLst>
              <a:ext uri="{FF2B5EF4-FFF2-40B4-BE49-F238E27FC236}">
                <a16:creationId xmlns:a16="http://schemas.microsoft.com/office/drawing/2014/main" id="{632FE8AD-1E88-C90D-D5C1-1A30F8C66F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261700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8976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8C102-DF02-5D82-3B11-41308224E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D30B7F7F-877B-06E5-2C47-7F9C2BCF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116670-8BC2-E03A-A144-3D03E1567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6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Sustentabilidade e Desafios do Transporte Marítimo</a:t>
            </a:r>
          </a:p>
        </p:txBody>
      </p:sp>
      <p:graphicFrame>
        <p:nvGraphicFramePr>
          <p:cNvPr id="15" name="Espaço Reservado para Texto 2">
            <a:extLst>
              <a:ext uri="{FF2B5EF4-FFF2-40B4-BE49-F238E27FC236}">
                <a16:creationId xmlns:a16="http://schemas.microsoft.com/office/drawing/2014/main" id="{2890A640-12A2-F3E2-DD03-B68F31D7E2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75929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8597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F1A762-71B7-7A5B-1DCC-3D3081FD6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9504" y="198120"/>
            <a:ext cx="6437376" cy="643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9970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976</Words>
  <Application>Microsoft Office PowerPoint</Application>
  <PresentationFormat>Widescreen</PresentationFormat>
  <Paragraphs>45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Tema do Office</vt:lpstr>
      <vt:lpstr>Sistemas de Transporte no Mundo</vt:lpstr>
      <vt:lpstr>Sistemas de Transporte no Mundo</vt:lpstr>
      <vt:lpstr>O Transporte Marítimo no Contexto Mundial</vt:lpstr>
      <vt:lpstr>Características do Transporte Marítimo</vt:lpstr>
      <vt:lpstr>1.2 Principais Tipos de Navios</vt:lpstr>
      <vt:lpstr>Os contêiners</vt:lpstr>
      <vt:lpstr>2. A Importância Econômica do Transporte Marítimo</vt:lpstr>
      <vt:lpstr>Rotas Marítimas e Seus Impactos Geopolíticos</vt:lpstr>
      <vt:lpstr>Rotas Marítimas e Seus Impactos Geopolíticos</vt:lpstr>
      <vt:lpstr>Canal de Suez</vt:lpstr>
      <vt:lpstr>Rotas Marítimas e Seus Impactos Geopolíticos</vt:lpstr>
      <vt:lpstr>Estreito de Ormuz</vt:lpstr>
      <vt:lpstr>Rotas Marítimas e Seus Impactos Geopolíticos</vt:lpstr>
      <vt:lpstr>Canal do Panamá</vt:lpstr>
      <vt:lpstr>Rotas Marítimas e Seus Impactos Geopolíticos</vt:lpstr>
      <vt:lpstr>Apresentação do PowerPoint</vt:lpstr>
      <vt:lpstr>Sustentabilidade e Desafios do Transporte Marítimo</vt:lpstr>
      <vt:lpstr>Sustentabilidade e Desafios do Transporte Marítimo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Rios</dc:creator>
  <cp:lastModifiedBy>Alex Rios</cp:lastModifiedBy>
  <cp:revision>1</cp:revision>
  <dcterms:created xsi:type="dcterms:W3CDTF">2025-01-24T21:40:54Z</dcterms:created>
  <dcterms:modified xsi:type="dcterms:W3CDTF">2026-01-24T14:27:48Z</dcterms:modified>
</cp:coreProperties>
</file>