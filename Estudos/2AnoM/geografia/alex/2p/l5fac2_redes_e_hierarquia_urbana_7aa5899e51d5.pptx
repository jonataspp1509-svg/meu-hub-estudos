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72" r:id="rId9"/>
    <p:sldId id="269" r:id="rId10"/>
    <p:sldId id="270" r:id="rId11"/>
    <p:sldId id="271" r:id="rId12"/>
    <p:sldId id="277" r:id="rId13"/>
    <p:sldId id="264" r:id="rId14"/>
    <p:sldId id="273" r:id="rId15"/>
    <p:sldId id="263" r:id="rId16"/>
    <p:sldId id="262" r:id="rId17"/>
    <p:sldId id="265" r:id="rId18"/>
    <p:sldId id="267" r:id="rId19"/>
    <p:sldId id="266" r:id="rId20"/>
    <p:sldId id="274" r:id="rId21"/>
    <p:sldId id="27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0E5C4-5403-4465-BF50-43E784924214}" v="45" dt="2026-05-02T13:25:57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EDAF6266-BA3D-4DCE-A57F-7AEA88DC3424}"/>
    <pc:docChg chg="undo custSel addSld delSld modSld sldOrd">
      <pc:chgData name="Alex Rios" userId="69fc135ea1c70fd1" providerId="LiveId" clId="{EDAF6266-BA3D-4DCE-A57F-7AEA88DC3424}" dt="2026-05-02T13:26:52.470" v="1138" actId="255"/>
      <pc:docMkLst>
        <pc:docMk/>
      </pc:docMkLst>
      <pc:sldChg chg="addSp modSp mod setBg addAnim">
        <pc:chgData name="Alex Rios" userId="69fc135ea1c70fd1" providerId="LiveId" clId="{EDAF6266-BA3D-4DCE-A57F-7AEA88DC3424}" dt="2026-04-23T21:57:41.144" v="768"/>
        <pc:sldMkLst>
          <pc:docMk/>
          <pc:sldMk cId="534778867" sldId="256"/>
        </pc:sldMkLst>
        <pc:spChg chg="mod">
          <ac:chgData name="Alex Rios" userId="69fc135ea1c70fd1" providerId="LiveId" clId="{EDAF6266-BA3D-4DCE-A57F-7AEA88DC3424}" dt="2026-04-23T21:57:41.131" v="766" actId="26606"/>
          <ac:spMkLst>
            <pc:docMk/>
            <pc:sldMk cId="534778867" sldId="256"/>
            <ac:spMk id="2" creationId="{E8F73EF9-A60F-FEAB-DA41-77A864296093}"/>
          </ac:spMkLst>
        </pc:spChg>
        <pc:spChg chg="mod">
          <ac:chgData name="Alex Rios" userId="69fc135ea1c70fd1" providerId="LiveId" clId="{EDAF6266-BA3D-4DCE-A57F-7AEA88DC3424}" dt="2026-04-23T21:57:41.131" v="766" actId="26606"/>
          <ac:spMkLst>
            <pc:docMk/>
            <pc:sldMk cId="534778867" sldId="256"/>
            <ac:spMk id="3" creationId="{D1D88BDE-5475-4B05-461B-B188430CB185}"/>
          </ac:spMkLst>
        </pc:spChg>
        <pc:spChg chg="add">
          <ac:chgData name="Alex Rios" userId="69fc135ea1c70fd1" providerId="LiveId" clId="{EDAF6266-BA3D-4DCE-A57F-7AEA88DC3424}" dt="2026-04-23T21:57:41.131" v="766" actId="26606"/>
          <ac:spMkLst>
            <pc:docMk/>
            <pc:sldMk cId="534778867" sldId="256"/>
            <ac:spMk id="9" creationId="{9B7AD9F6-8CE7-4299-8FC6-328F4DCD3FF9}"/>
          </ac:spMkLst>
        </pc:spChg>
        <pc:spChg chg="add">
          <ac:chgData name="Alex Rios" userId="69fc135ea1c70fd1" providerId="LiveId" clId="{EDAF6266-BA3D-4DCE-A57F-7AEA88DC3424}" dt="2026-04-23T21:57:41.131" v="766" actId="26606"/>
          <ac:spMkLst>
            <pc:docMk/>
            <pc:sldMk cId="534778867" sldId="256"/>
            <ac:spMk id="11" creationId="{F49775AF-8896-43EE-92C6-83497D6DC56F}"/>
          </ac:spMkLst>
        </pc:spChg>
        <pc:picChg chg="add">
          <ac:chgData name="Alex Rios" userId="69fc135ea1c70fd1" providerId="LiveId" clId="{EDAF6266-BA3D-4DCE-A57F-7AEA88DC3424}" dt="2026-04-23T21:57:41.131" v="766" actId="26606"/>
          <ac:picMkLst>
            <pc:docMk/>
            <pc:sldMk cId="534778867" sldId="256"/>
            <ac:picMk id="5" creationId="{A9883E38-EB26-C475-F69D-05B44759044D}"/>
          </ac:picMkLst>
        </pc:picChg>
      </pc:sldChg>
      <pc:sldChg chg="addSp modSp mod setBg">
        <pc:chgData name="Alex Rios" userId="69fc135ea1c70fd1" providerId="LiveId" clId="{EDAF6266-BA3D-4DCE-A57F-7AEA88DC3424}" dt="2026-04-23T22:00:54.986" v="791" actId="255"/>
        <pc:sldMkLst>
          <pc:docMk/>
          <pc:sldMk cId="890106326" sldId="257"/>
        </pc:sldMkLst>
        <pc:spChg chg="mod">
          <ac:chgData name="Alex Rios" userId="69fc135ea1c70fd1" providerId="LiveId" clId="{EDAF6266-BA3D-4DCE-A57F-7AEA88DC3424}" dt="2026-04-23T22:00:54.986" v="791" actId="255"/>
          <ac:spMkLst>
            <pc:docMk/>
            <pc:sldMk cId="890106326" sldId="257"/>
            <ac:spMk id="2" creationId="{DCCF88D2-BB8E-4DF4-08C8-F6FB5036478E}"/>
          </ac:spMkLst>
        </pc:spChg>
        <pc:spChg chg="mod">
          <ac:chgData name="Alex Rios" userId="69fc135ea1c70fd1" providerId="LiveId" clId="{EDAF6266-BA3D-4DCE-A57F-7AEA88DC3424}" dt="2026-04-23T21:57:53.935" v="769" actId="26606"/>
          <ac:spMkLst>
            <pc:docMk/>
            <pc:sldMk cId="890106326" sldId="257"/>
            <ac:spMk id="3" creationId="{DC91CE41-D9CC-8948-C8F4-38AFC49D5ECA}"/>
          </ac:spMkLst>
        </pc:spChg>
        <pc:spChg chg="add">
          <ac:chgData name="Alex Rios" userId="69fc135ea1c70fd1" providerId="LiveId" clId="{EDAF6266-BA3D-4DCE-A57F-7AEA88DC3424}" dt="2026-04-23T21:57:53.935" v="769" actId="26606"/>
          <ac:spMkLst>
            <pc:docMk/>
            <pc:sldMk cId="890106326" sldId="257"/>
            <ac:spMk id="10" creationId="{BCED4D40-4B67-4331-AC48-79B82B4A47D8}"/>
          </ac:spMkLst>
        </pc:spChg>
        <pc:spChg chg="add">
          <ac:chgData name="Alex Rios" userId="69fc135ea1c70fd1" providerId="LiveId" clId="{EDAF6266-BA3D-4DCE-A57F-7AEA88DC3424}" dt="2026-04-23T21:57:53.935" v="769" actId="26606"/>
          <ac:spMkLst>
            <pc:docMk/>
            <pc:sldMk cId="890106326" sldId="257"/>
            <ac:spMk id="12" creationId="{670CEDEF-4F34-412E-84EE-329C1E936AF5}"/>
          </ac:spMkLst>
        </pc:spChg>
        <pc:picChg chg="add mod">
          <ac:chgData name="Alex Rios" userId="69fc135ea1c70fd1" providerId="LiveId" clId="{EDAF6266-BA3D-4DCE-A57F-7AEA88DC3424}" dt="2026-04-23T21:57:53.935" v="769" actId="26606"/>
          <ac:picMkLst>
            <pc:docMk/>
            <pc:sldMk cId="890106326" sldId="257"/>
            <ac:picMk id="5" creationId="{44771963-1970-9531-779E-7A42313F5A9C}"/>
          </ac:picMkLst>
        </pc:picChg>
      </pc:sldChg>
      <pc:sldChg chg="addSp modSp mod setBg">
        <pc:chgData name="Alex Rios" userId="69fc135ea1c70fd1" providerId="LiveId" clId="{EDAF6266-BA3D-4DCE-A57F-7AEA88DC3424}" dt="2026-04-23T23:18:16.041" v="936" actId="1076"/>
        <pc:sldMkLst>
          <pc:docMk/>
          <pc:sldMk cId="2365696823" sldId="258"/>
        </pc:sldMkLst>
        <pc:spChg chg="mod">
          <ac:chgData name="Alex Rios" userId="69fc135ea1c70fd1" providerId="LiveId" clId="{EDAF6266-BA3D-4DCE-A57F-7AEA88DC3424}" dt="2026-04-23T21:58:01.569" v="770" actId="26606"/>
          <ac:spMkLst>
            <pc:docMk/>
            <pc:sldMk cId="2365696823" sldId="258"/>
            <ac:spMk id="2" creationId="{533C15BA-12A7-0C56-F292-F10FB3DA6152}"/>
          </ac:spMkLst>
        </pc:spChg>
        <pc:spChg chg="mod">
          <ac:chgData name="Alex Rios" userId="69fc135ea1c70fd1" providerId="LiveId" clId="{EDAF6266-BA3D-4DCE-A57F-7AEA88DC3424}" dt="2026-04-23T22:53:16.672" v="806" actId="207"/>
          <ac:spMkLst>
            <pc:docMk/>
            <pc:sldMk cId="2365696823" sldId="258"/>
            <ac:spMk id="3" creationId="{0B524208-9B65-DF17-A19E-D32ECBE901DD}"/>
          </ac:spMkLst>
        </pc:spChg>
        <pc:spChg chg="add">
          <ac:chgData name="Alex Rios" userId="69fc135ea1c70fd1" providerId="LiveId" clId="{EDAF6266-BA3D-4DCE-A57F-7AEA88DC3424}" dt="2026-04-23T21:58:01.569" v="770" actId="26606"/>
          <ac:spMkLst>
            <pc:docMk/>
            <pc:sldMk cId="2365696823" sldId="258"/>
            <ac:spMk id="12" creationId="{69D47016-023F-44BD-981C-50E7A10A6609}"/>
          </ac:spMkLst>
        </pc:spChg>
        <pc:spChg chg="add">
          <ac:chgData name="Alex Rios" userId="69fc135ea1c70fd1" providerId="LiveId" clId="{EDAF6266-BA3D-4DCE-A57F-7AEA88DC3424}" dt="2026-04-23T21:58:01.569" v="770" actId="26606"/>
          <ac:spMkLst>
            <pc:docMk/>
            <pc:sldMk cId="2365696823" sldId="258"/>
            <ac:spMk id="14" creationId="{6D8B37B0-0682-433E-BC8D-498C04ABD9A7}"/>
          </ac:spMkLst>
        </pc:spChg>
        <pc:picChg chg="add mod">
          <ac:chgData name="Alex Rios" userId="69fc135ea1c70fd1" providerId="LiveId" clId="{EDAF6266-BA3D-4DCE-A57F-7AEA88DC3424}" dt="2026-04-23T21:58:01.569" v="770" actId="26606"/>
          <ac:picMkLst>
            <pc:docMk/>
            <pc:sldMk cId="2365696823" sldId="258"/>
            <ac:picMk id="5" creationId="{B43BF990-C0A7-1A1B-3B01-F42D94FE22AD}"/>
          </ac:picMkLst>
        </pc:picChg>
        <pc:picChg chg="add mod">
          <ac:chgData name="Alex Rios" userId="69fc135ea1c70fd1" providerId="LiveId" clId="{EDAF6266-BA3D-4DCE-A57F-7AEA88DC3424}" dt="2026-04-23T23:18:16.041" v="936" actId="1076"/>
          <ac:picMkLst>
            <pc:docMk/>
            <pc:sldMk cId="2365696823" sldId="258"/>
            <ac:picMk id="7" creationId="{169FCD87-6B62-95BA-399B-A37E9692AE2E}"/>
          </ac:picMkLst>
        </pc:picChg>
      </pc:sldChg>
      <pc:sldChg chg="addSp modSp mod setBg addAnim">
        <pc:chgData name="Alex Rios" userId="69fc135ea1c70fd1" providerId="LiveId" clId="{EDAF6266-BA3D-4DCE-A57F-7AEA88DC3424}" dt="2026-04-23T23:18:44.597" v="937" actId="20577"/>
        <pc:sldMkLst>
          <pc:docMk/>
          <pc:sldMk cId="3433166798" sldId="259"/>
        </pc:sldMkLst>
        <pc:spChg chg="mod">
          <ac:chgData name="Alex Rios" userId="69fc135ea1c70fd1" providerId="LiveId" clId="{EDAF6266-BA3D-4DCE-A57F-7AEA88DC3424}" dt="2026-04-23T21:58:09.193" v="771" actId="26606"/>
          <ac:spMkLst>
            <pc:docMk/>
            <pc:sldMk cId="3433166798" sldId="259"/>
            <ac:spMk id="2" creationId="{75471D37-2BAD-CAEF-C0F1-063C5F3EC9F0}"/>
          </ac:spMkLst>
        </pc:spChg>
        <pc:spChg chg="mod">
          <ac:chgData name="Alex Rios" userId="69fc135ea1c70fd1" providerId="LiveId" clId="{EDAF6266-BA3D-4DCE-A57F-7AEA88DC3424}" dt="2026-04-23T23:18:44.597" v="937" actId="20577"/>
          <ac:spMkLst>
            <pc:docMk/>
            <pc:sldMk cId="3433166798" sldId="259"/>
            <ac:spMk id="3" creationId="{57821B7B-5510-5305-5D2C-315802B30EA9}"/>
          </ac:spMkLst>
        </pc:spChg>
        <pc:spChg chg="add">
          <ac:chgData name="Alex Rios" userId="69fc135ea1c70fd1" providerId="LiveId" clId="{EDAF6266-BA3D-4DCE-A57F-7AEA88DC3424}" dt="2026-04-23T21:58:09.193" v="771" actId="26606"/>
          <ac:spMkLst>
            <pc:docMk/>
            <pc:sldMk cId="3433166798" sldId="259"/>
            <ac:spMk id="10" creationId="{F13C74B1-5B17-4795-BED0-7140497B445A}"/>
          </ac:spMkLst>
        </pc:spChg>
        <pc:spChg chg="add">
          <ac:chgData name="Alex Rios" userId="69fc135ea1c70fd1" providerId="LiveId" clId="{EDAF6266-BA3D-4DCE-A57F-7AEA88DC3424}" dt="2026-04-23T21:58:09.193" v="771" actId="26606"/>
          <ac:spMkLst>
            <pc:docMk/>
            <pc:sldMk cId="3433166798" sldId="259"/>
            <ac:spMk id="12" creationId="{D4974D33-8DC5-464E-8C6D-BE58F0669C17}"/>
          </ac:spMkLst>
        </pc:spChg>
        <pc:picChg chg="add mod">
          <ac:chgData name="Alex Rios" userId="69fc135ea1c70fd1" providerId="LiveId" clId="{EDAF6266-BA3D-4DCE-A57F-7AEA88DC3424}" dt="2026-04-23T21:58:09.193" v="771" actId="26606"/>
          <ac:picMkLst>
            <pc:docMk/>
            <pc:sldMk cId="3433166798" sldId="259"/>
            <ac:picMk id="5" creationId="{8C23AE7B-3F7D-5405-501C-08BCCD6519BE}"/>
          </ac:picMkLst>
        </pc:picChg>
      </pc:sldChg>
      <pc:sldChg chg="addSp modSp mod setBg addAnim">
        <pc:chgData name="Alex Rios" userId="69fc135ea1c70fd1" providerId="LiveId" clId="{EDAF6266-BA3D-4DCE-A57F-7AEA88DC3424}" dt="2026-04-23T23:00:51.952" v="870" actId="20577"/>
        <pc:sldMkLst>
          <pc:docMk/>
          <pc:sldMk cId="3939115157" sldId="260"/>
        </pc:sldMkLst>
        <pc:spChg chg="mod">
          <ac:chgData name="Alex Rios" userId="69fc135ea1c70fd1" providerId="LiveId" clId="{EDAF6266-BA3D-4DCE-A57F-7AEA88DC3424}" dt="2026-04-23T21:58:17.041" v="773" actId="26606"/>
          <ac:spMkLst>
            <pc:docMk/>
            <pc:sldMk cId="3939115157" sldId="260"/>
            <ac:spMk id="2" creationId="{485D9F9E-3019-95C6-B834-05CA17BF506D}"/>
          </ac:spMkLst>
        </pc:spChg>
        <pc:spChg chg="mod">
          <ac:chgData name="Alex Rios" userId="69fc135ea1c70fd1" providerId="LiveId" clId="{EDAF6266-BA3D-4DCE-A57F-7AEA88DC3424}" dt="2026-04-23T23:00:51.952" v="870" actId="20577"/>
          <ac:spMkLst>
            <pc:docMk/>
            <pc:sldMk cId="3939115157" sldId="260"/>
            <ac:spMk id="3" creationId="{F0CDC54D-8629-BDBC-3C48-F76D12A86B15}"/>
          </ac:spMkLst>
        </pc:spChg>
        <pc:spChg chg="add">
          <ac:chgData name="Alex Rios" userId="69fc135ea1c70fd1" providerId="LiveId" clId="{EDAF6266-BA3D-4DCE-A57F-7AEA88DC3424}" dt="2026-04-23T21:58:17.041" v="773" actId="26606"/>
          <ac:spMkLst>
            <pc:docMk/>
            <pc:sldMk cId="3939115157" sldId="260"/>
            <ac:spMk id="8" creationId="{777A147A-9ED8-46B4-8660-1B3C2AA880B5}"/>
          </ac:spMkLst>
        </pc:spChg>
        <pc:spChg chg="add">
          <ac:chgData name="Alex Rios" userId="69fc135ea1c70fd1" providerId="LiveId" clId="{EDAF6266-BA3D-4DCE-A57F-7AEA88DC3424}" dt="2026-04-23T21:58:17.041" v="773" actId="26606"/>
          <ac:spMkLst>
            <pc:docMk/>
            <pc:sldMk cId="3939115157" sldId="260"/>
            <ac:spMk id="10" creationId="{5D6C15A0-C087-4593-8414-2B4EC1CDC3DE}"/>
          </ac:spMkLst>
        </pc:spChg>
      </pc:sldChg>
      <pc:sldChg chg="addSp modSp mod setBg">
        <pc:chgData name="Alex Rios" userId="69fc135ea1c70fd1" providerId="LiveId" clId="{EDAF6266-BA3D-4DCE-A57F-7AEA88DC3424}" dt="2026-04-23T23:02:57.077" v="877" actId="207"/>
        <pc:sldMkLst>
          <pc:docMk/>
          <pc:sldMk cId="1823513649" sldId="261"/>
        </pc:sldMkLst>
        <pc:spChg chg="mod">
          <ac:chgData name="Alex Rios" userId="69fc135ea1c70fd1" providerId="LiveId" clId="{EDAF6266-BA3D-4DCE-A57F-7AEA88DC3424}" dt="2026-04-23T21:58:36.040" v="775" actId="26606"/>
          <ac:spMkLst>
            <pc:docMk/>
            <pc:sldMk cId="1823513649" sldId="261"/>
            <ac:spMk id="2" creationId="{0F5FFE5F-01D9-BA0D-0D64-3471CD97B97B}"/>
          </ac:spMkLst>
        </pc:spChg>
        <pc:spChg chg="mod">
          <ac:chgData name="Alex Rios" userId="69fc135ea1c70fd1" providerId="LiveId" clId="{EDAF6266-BA3D-4DCE-A57F-7AEA88DC3424}" dt="2026-04-23T23:02:57.077" v="877" actId="207"/>
          <ac:spMkLst>
            <pc:docMk/>
            <pc:sldMk cId="1823513649" sldId="261"/>
            <ac:spMk id="3" creationId="{85A17C49-470D-A1C6-CD27-73883C85A7AC}"/>
          </ac:spMkLst>
        </pc:spChg>
        <pc:spChg chg="add">
          <ac:chgData name="Alex Rios" userId="69fc135ea1c70fd1" providerId="LiveId" clId="{EDAF6266-BA3D-4DCE-A57F-7AEA88DC3424}" dt="2026-04-23T21:58:36.040" v="775" actId="26606"/>
          <ac:spMkLst>
            <pc:docMk/>
            <pc:sldMk cId="1823513649" sldId="261"/>
            <ac:spMk id="8" creationId="{777A147A-9ED8-46B4-8660-1B3C2AA880B5}"/>
          </ac:spMkLst>
        </pc:spChg>
        <pc:spChg chg="add">
          <ac:chgData name="Alex Rios" userId="69fc135ea1c70fd1" providerId="LiveId" clId="{EDAF6266-BA3D-4DCE-A57F-7AEA88DC3424}" dt="2026-04-23T21:58:36.040" v="775" actId="26606"/>
          <ac:spMkLst>
            <pc:docMk/>
            <pc:sldMk cId="1823513649" sldId="261"/>
            <ac:spMk id="10" creationId="{5D6C15A0-C087-4593-8414-2B4EC1CDC3DE}"/>
          </ac:spMkLst>
        </pc:spChg>
      </pc:sldChg>
      <pc:sldChg chg="addSp delSp modSp add mod setBg">
        <pc:chgData name="Alex Rios" userId="69fc135ea1c70fd1" providerId="LiveId" clId="{EDAF6266-BA3D-4DCE-A57F-7AEA88DC3424}" dt="2026-04-23T23:24:24.270" v="944" actId="14100"/>
        <pc:sldMkLst>
          <pc:docMk/>
          <pc:sldMk cId="4142505467" sldId="262"/>
        </pc:sldMkLst>
        <pc:spChg chg="mod">
          <ac:chgData name="Alex Rios" userId="69fc135ea1c70fd1" providerId="LiveId" clId="{EDAF6266-BA3D-4DCE-A57F-7AEA88DC3424}" dt="2026-04-23T23:24:24.270" v="944" actId="14100"/>
          <ac:spMkLst>
            <pc:docMk/>
            <pc:sldMk cId="4142505467" sldId="262"/>
            <ac:spMk id="2" creationId="{AF2829C0-F457-928B-74AA-A21F0E16A5B2}"/>
          </ac:spMkLst>
        </pc:spChg>
        <pc:spChg chg="mod">
          <ac:chgData name="Alex Rios" userId="69fc135ea1c70fd1" providerId="LiveId" clId="{EDAF6266-BA3D-4DCE-A57F-7AEA88DC3424}" dt="2026-04-23T23:24:05.949" v="942" actId="207"/>
          <ac:spMkLst>
            <pc:docMk/>
            <pc:sldMk cId="4142505467" sldId="262"/>
            <ac:spMk id="3" creationId="{6B7ADF00-6F48-2024-30C4-C93506F6648C}"/>
          </ac:spMkLst>
        </pc:spChg>
        <pc:spChg chg="add">
          <ac:chgData name="Alex Rios" userId="69fc135ea1c70fd1" providerId="LiveId" clId="{EDAF6266-BA3D-4DCE-A57F-7AEA88DC3424}" dt="2026-04-23T23:23:55.714" v="941" actId="26606"/>
          <ac:spMkLst>
            <pc:docMk/>
            <pc:sldMk cId="4142505467" sldId="262"/>
            <ac:spMk id="2055" creationId="{665DBBEF-238B-476B-96AB-8AAC3224ECEA}"/>
          </ac:spMkLst>
        </pc:spChg>
        <pc:spChg chg="add">
          <ac:chgData name="Alex Rios" userId="69fc135ea1c70fd1" providerId="LiveId" clId="{EDAF6266-BA3D-4DCE-A57F-7AEA88DC3424}" dt="2026-04-23T23:23:55.714" v="941" actId="26606"/>
          <ac:spMkLst>
            <pc:docMk/>
            <pc:sldMk cId="4142505467" sldId="262"/>
            <ac:spMk id="2057" creationId="{3FCFB1DE-0B7E-48CC-BA90-B2AB0889F9D6}"/>
          </ac:spMkLst>
        </pc:spChg>
        <pc:picChg chg="add mod">
          <ac:chgData name="Alex Rios" userId="69fc135ea1c70fd1" providerId="LiveId" clId="{EDAF6266-BA3D-4DCE-A57F-7AEA88DC3424}" dt="2026-04-23T23:23:55.714" v="941" actId="26606"/>
          <ac:picMkLst>
            <pc:docMk/>
            <pc:sldMk cId="4142505467" sldId="262"/>
            <ac:picMk id="2050" creationId="{728C65EF-8D29-6010-473B-199EA7C32C02}"/>
          </ac:picMkLst>
        </pc:picChg>
      </pc:sldChg>
      <pc:sldChg chg="addSp delSp modSp add mod ord setBg">
        <pc:chgData name="Alex Rios" userId="69fc135ea1c70fd1" providerId="LiveId" clId="{EDAF6266-BA3D-4DCE-A57F-7AEA88DC3424}" dt="2026-04-23T23:28:53.283" v="979" actId="1076"/>
        <pc:sldMkLst>
          <pc:docMk/>
          <pc:sldMk cId="3458640267" sldId="263"/>
        </pc:sldMkLst>
        <pc:spChg chg="mod">
          <ac:chgData name="Alex Rios" userId="69fc135ea1c70fd1" providerId="LiveId" clId="{EDAF6266-BA3D-4DCE-A57F-7AEA88DC3424}" dt="2026-04-23T21:59:12.760" v="781" actId="26606"/>
          <ac:spMkLst>
            <pc:docMk/>
            <pc:sldMk cId="3458640267" sldId="263"/>
            <ac:spMk id="2" creationId="{F80BF371-746D-0934-D6F7-30C0DCD15F27}"/>
          </ac:spMkLst>
        </pc:spChg>
        <pc:spChg chg="add">
          <ac:chgData name="Alex Rios" userId="69fc135ea1c70fd1" providerId="LiveId" clId="{EDAF6266-BA3D-4DCE-A57F-7AEA88DC3424}" dt="2026-04-23T21:59:12.760" v="781" actId="26606"/>
          <ac:spMkLst>
            <pc:docMk/>
            <pc:sldMk cId="3458640267" sldId="263"/>
            <ac:spMk id="11" creationId="{A8908DB7-C3A6-4FCB-9820-CEE02B398C4A}"/>
          </ac:spMkLst>
        </pc:spChg>
        <pc:spChg chg="add">
          <ac:chgData name="Alex Rios" userId="69fc135ea1c70fd1" providerId="LiveId" clId="{EDAF6266-BA3D-4DCE-A57F-7AEA88DC3424}" dt="2026-04-23T21:59:12.760" v="781" actId="26606"/>
          <ac:spMkLst>
            <pc:docMk/>
            <pc:sldMk cId="3458640267" sldId="263"/>
            <ac:spMk id="13" creationId="{535742DD-1B16-4E9D-B715-0D74B4574A68}"/>
          </ac:spMkLst>
        </pc:spChg>
        <pc:picChg chg="add mod">
          <ac:chgData name="Alex Rios" userId="69fc135ea1c70fd1" providerId="LiveId" clId="{EDAF6266-BA3D-4DCE-A57F-7AEA88DC3424}" dt="2026-04-23T23:28:53.283" v="979" actId="1076"/>
          <ac:picMkLst>
            <pc:docMk/>
            <pc:sldMk cId="3458640267" sldId="263"/>
            <ac:picMk id="4" creationId="{936EE6B8-A9AC-0C20-7AE7-FC13F10D0313}"/>
          </ac:picMkLst>
        </pc:picChg>
      </pc:sldChg>
      <pc:sldChg chg="addSp delSp modSp add mod ord setBg addAnim">
        <pc:chgData name="Alex Rios" userId="69fc135ea1c70fd1" providerId="LiveId" clId="{EDAF6266-BA3D-4DCE-A57F-7AEA88DC3424}" dt="2026-04-23T23:15:24.244" v="932" actId="26606"/>
        <pc:sldMkLst>
          <pc:docMk/>
          <pc:sldMk cId="4079740648" sldId="264"/>
        </pc:sldMkLst>
        <pc:spChg chg="mod">
          <ac:chgData name="Alex Rios" userId="69fc135ea1c70fd1" providerId="LiveId" clId="{EDAF6266-BA3D-4DCE-A57F-7AEA88DC3424}" dt="2026-04-23T23:15:24.244" v="932" actId="26606"/>
          <ac:spMkLst>
            <pc:docMk/>
            <pc:sldMk cId="4079740648" sldId="264"/>
            <ac:spMk id="2" creationId="{E53D18BD-B4FE-6643-362A-AE9E4FCC314C}"/>
          </ac:spMkLst>
        </pc:spChg>
        <pc:spChg chg="add">
          <ac:chgData name="Alex Rios" userId="69fc135ea1c70fd1" providerId="LiveId" clId="{EDAF6266-BA3D-4DCE-A57F-7AEA88DC3424}" dt="2026-04-23T23:15:24.244" v="932" actId="26606"/>
          <ac:spMkLst>
            <pc:docMk/>
            <pc:sldMk cId="4079740648" sldId="264"/>
            <ac:spMk id="1031" creationId="{A8384FB5-9ADC-4DDC-881B-597D56F5B15D}"/>
          </ac:spMkLst>
        </pc:spChg>
        <pc:spChg chg="add">
          <ac:chgData name="Alex Rios" userId="69fc135ea1c70fd1" providerId="LiveId" clId="{EDAF6266-BA3D-4DCE-A57F-7AEA88DC3424}" dt="2026-04-23T23:15:24.244" v="932" actId="26606"/>
          <ac:spMkLst>
            <pc:docMk/>
            <pc:sldMk cId="4079740648" sldId="264"/>
            <ac:spMk id="1033" creationId="{91E5A9A7-95C6-4F4F-B00E-C82E07FE62EF}"/>
          </ac:spMkLst>
        </pc:spChg>
        <pc:spChg chg="add">
          <ac:chgData name="Alex Rios" userId="69fc135ea1c70fd1" providerId="LiveId" clId="{EDAF6266-BA3D-4DCE-A57F-7AEA88DC3424}" dt="2026-04-23T23:15:24.244" v="932" actId="26606"/>
          <ac:spMkLst>
            <pc:docMk/>
            <pc:sldMk cId="4079740648" sldId="264"/>
            <ac:spMk id="1035" creationId="{D07DD2DE-F619-49DD-B5E7-03A290FF4ED1}"/>
          </ac:spMkLst>
        </pc:spChg>
        <pc:spChg chg="add">
          <ac:chgData name="Alex Rios" userId="69fc135ea1c70fd1" providerId="LiveId" clId="{EDAF6266-BA3D-4DCE-A57F-7AEA88DC3424}" dt="2026-04-23T23:15:24.244" v="932" actId="26606"/>
          <ac:spMkLst>
            <pc:docMk/>
            <pc:sldMk cId="4079740648" sldId="264"/>
            <ac:spMk id="1037" creationId="{85149191-5F60-4A28-AAFF-039F96B0F3EC}"/>
          </ac:spMkLst>
        </pc:spChg>
        <pc:spChg chg="add">
          <ac:chgData name="Alex Rios" userId="69fc135ea1c70fd1" providerId="LiveId" clId="{EDAF6266-BA3D-4DCE-A57F-7AEA88DC3424}" dt="2026-04-23T23:15:24.244" v="932" actId="26606"/>
          <ac:spMkLst>
            <pc:docMk/>
            <pc:sldMk cId="4079740648" sldId="264"/>
            <ac:spMk id="1039" creationId="{F8260ED5-17F7-4158-B241-D51DD4CF1B7E}"/>
          </ac:spMkLst>
        </pc:spChg>
        <pc:picChg chg="add mod">
          <ac:chgData name="Alex Rios" userId="69fc135ea1c70fd1" providerId="LiveId" clId="{EDAF6266-BA3D-4DCE-A57F-7AEA88DC3424}" dt="2026-04-23T23:15:24.244" v="932" actId="26606"/>
          <ac:picMkLst>
            <pc:docMk/>
            <pc:sldMk cId="4079740648" sldId="264"/>
            <ac:picMk id="1026" creationId="{84FADD84-4FF8-0ED1-4697-606524E911ED}"/>
          </ac:picMkLst>
        </pc:picChg>
      </pc:sldChg>
      <pc:sldChg chg="addSp modSp add mod setBg">
        <pc:chgData name="Alex Rios" userId="69fc135ea1c70fd1" providerId="LiveId" clId="{EDAF6266-BA3D-4DCE-A57F-7AEA88DC3424}" dt="2026-04-23T23:24:54.228" v="947" actId="120"/>
        <pc:sldMkLst>
          <pc:docMk/>
          <pc:sldMk cId="1196759216" sldId="265"/>
        </pc:sldMkLst>
        <pc:spChg chg="mod">
          <ac:chgData name="Alex Rios" userId="69fc135ea1c70fd1" providerId="LiveId" clId="{EDAF6266-BA3D-4DCE-A57F-7AEA88DC3424}" dt="2026-04-21T18:30:59.858" v="763" actId="26606"/>
          <ac:spMkLst>
            <pc:docMk/>
            <pc:sldMk cId="1196759216" sldId="265"/>
            <ac:spMk id="2" creationId="{FEAC3D9B-A63C-3CAC-92F5-22F9C74D69FD}"/>
          </ac:spMkLst>
        </pc:spChg>
        <pc:spChg chg="mod">
          <ac:chgData name="Alex Rios" userId="69fc135ea1c70fd1" providerId="LiveId" clId="{EDAF6266-BA3D-4DCE-A57F-7AEA88DC3424}" dt="2026-04-23T23:24:54.228" v="947" actId="120"/>
          <ac:spMkLst>
            <pc:docMk/>
            <pc:sldMk cId="1196759216" sldId="265"/>
            <ac:spMk id="3" creationId="{1F65BDDE-1C96-578E-C071-99C331BE8C31}"/>
          </ac:spMkLst>
        </pc:spChg>
        <pc:spChg chg="add">
          <ac:chgData name="Alex Rios" userId="69fc135ea1c70fd1" providerId="LiveId" clId="{EDAF6266-BA3D-4DCE-A57F-7AEA88DC3424}" dt="2026-04-21T18:30:59.858" v="763" actId="26606"/>
          <ac:spMkLst>
            <pc:docMk/>
            <pc:sldMk cId="1196759216" sldId="265"/>
            <ac:spMk id="3079" creationId="{3C54F4CE-85F0-46ED-80DA-9518C9251AD1}"/>
          </ac:spMkLst>
        </pc:spChg>
        <pc:spChg chg="add">
          <ac:chgData name="Alex Rios" userId="69fc135ea1c70fd1" providerId="LiveId" clId="{EDAF6266-BA3D-4DCE-A57F-7AEA88DC3424}" dt="2026-04-21T18:30:59.858" v="763" actId="26606"/>
          <ac:spMkLst>
            <pc:docMk/>
            <pc:sldMk cId="1196759216" sldId="265"/>
            <ac:spMk id="3081" creationId="{DADD1FCA-8ACB-4958-81DD-4CDD6D3E1921}"/>
          </ac:spMkLst>
        </pc:spChg>
        <pc:picChg chg="add mod">
          <ac:chgData name="Alex Rios" userId="69fc135ea1c70fd1" providerId="LiveId" clId="{EDAF6266-BA3D-4DCE-A57F-7AEA88DC3424}" dt="2026-04-21T18:31:09.460" v="765" actId="14100"/>
          <ac:picMkLst>
            <pc:docMk/>
            <pc:sldMk cId="1196759216" sldId="265"/>
            <ac:picMk id="3074" creationId="{60789CB8-5F44-FCC4-BB2C-36D2A8B62122}"/>
          </ac:picMkLst>
        </pc:picChg>
      </pc:sldChg>
      <pc:sldChg chg="addSp delSp modSp add mod setBg">
        <pc:chgData name="Alex Rios" userId="69fc135ea1c70fd1" providerId="LiveId" clId="{EDAF6266-BA3D-4DCE-A57F-7AEA88DC3424}" dt="2026-04-23T23:17:38.761" v="935" actId="20577"/>
        <pc:sldMkLst>
          <pc:docMk/>
          <pc:sldMk cId="3562688413" sldId="266"/>
        </pc:sldMkLst>
        <pc:spChg chg="mod">
          <ac:chgData name="Alex Rios" userId="69fc135ea1c70fd1" providerId="LiveId" clId="{EDAF6266-BA3D-4DCE-A57F-7AEA88DC3424}" dt="2026-04-23T23:17:38.761" v="935" actId="20577"/>
          <ac:spMkLst>
            <pc:docMk/>
            <pc:sldMk cId="3562688413" sldId="266"/>
            <ac:spMk id="2" creationId="{22A94F53-DCFA-E7C1-79B7-3BCA70E47AD9}"/>
          </ac:spMkLst>
        </pc:spChg>
        <pc:spChg chg="add">
          <ac:chgData name="Alex Rios" userId="69fc135ea1c70fd1" providerId="LiveId" clId="{EDAF6266-BA3D-4DCE-A57F-7AEA88DC3424}" dt="2026-04-23T22:00:07.494" v="784" actId="26606"/>
          <ac:spMkLst>
            <pc:docMk/>
            <pc:sldMk cId="3562688413" sldId="266"/>
            <ac:spMk id="9" creationId="{C05CBC3C-2E5A-4839-8B9B-2E5A6ADF0F58}"/>
          </ac:spMkLst>
        </pc:spChg>
        <pc:spChg chg="add">
          <ac:chgData name="Alex Rios" userId="69fc135ea1c70fd1" providerId="LiveId" clId="{EDAF6266-BA3D-4DCE-A57F-7AEA88DC3424}" dt="2026-04-23T22:00:07.494" v="784" actId="26606"/>
          <ac:spMkLst>
            <pc:docMk/>
            <pc:sldMk cId="3562688413" sldId="266"/>
            <ac:spMk id="11" creationId="{DB5B423A-57CC-4C58-AA26-8E2E862B03A0}"/>
          </ac:spMkLst>
        </pc:spChg>
        <pc:graphicFrameChg chg="add mod">
          <ac:chgData name="Alex Rios" userId="69fc135ea1c70fd1" providerId="LiveId" clId="{EDAF6266-BA3D-4DCE-A57F-7AEA88DC3424}" dt="2026-04-23T23:16:22.862" v="933" actId="123"/>
          <ac:graphicFrameMkLst>
            <pc:docMk/>
            <pc:sldMk cId="3562688413" sldId="266"/>
            <ac:graphicFrameMk id="5" creationId="{63C6AB64-C426-037A-2B04-854D06E019EB}"/>
          </ac:graphicFrameMkLst>
        </pc:graphicFrameChg>
      </pc:sldChg>
      <pc:sldChg chg="addSp delSp modSp add mod ord setBg">
        <pc:chgData name="Alex Rios" userId="69fc135ea1c70fd1" providerId="LiveId" clId="{EDAF6266-BA3D-4DCE-A57F-7AEA88DC3424}" dt="2026-04-26T11:56:12.738" v="1016" actId="1076"/>
        <pc:sldMkLst>
          <pc:docMk/>
          <pc:sldMk cId="3455571302" sldId="267"/>
        </pc:sldMkLst>
        <pc:spChg chg="add del mod replId">
          <ac:chgData name="Alex Rios" userId="69fc135ea1c70fd1" providerId="LiveId" clId="{EDAF6266-BA3D-4DCE-A57F-7AEA88DC3424}" dt="2026-04-26T11:55:10.747" v="1008" actId="255"/>
          <ac:spMkLst>
            <pc:docMk/>
            <pc:sldMk cId="3455571302" sldId="267"/>
            <ac:spMk id="2" creationId="{C1393FC6-657C-4D47-4987-BC123340841F}"/>
          </ac:spMkLst>
        </pc:spChg>
        <pc:spChg chg="add">
          <ac:chgData name="Alex Rios" userId="69fc135ea1c70fd1" providerId="LiveId" clId="{EDAF6266-BA3D-4DCE-A57F-7AEA88DC3424}" dt="2026-04-26T11:54:37.157" v="982" actId="26606"/>
          <ac:spMkLst>
            <pc:docMk/>
            <pc:sldMk cId="3455571302" sldId="267"/>
            <ac:spMk id="10" creationId="{D4771268-CB57-404A-9271-370EB28F6090}"/>
          </ac:spMkLst>
        </pc:spChg>
        <pc:picChg chg="add mod">
          <ac:chgData name="Alex Rios" userId="69fc135ea1c70fd1" providerId="LiveId" clId="{EDAF6266-BA3D-4DCE-A57F-7AEA88DC3424}" dt="2026-04-26T11:56:12.738" v="1016" actId="1076"/>
          <ac:picMkLst>
            <pc:docMk/>
            <pc:sldMk cId="3455571302" sldId="267"/>
            <ac:picMk id="7" creationId="{D8E66CE0-44D2-5B34-C4C4-4C5DE49C5E32}"/>
          </ac:picMkLst>
        </pc:picChg>
      </pc:sldChg>
      <pc:sldChg chg="addSp delSp modSp add mod ord setBg">
        <pc:chgData name="Alex Rios" userId="69fc135ea1c70fd1" providerId="LiveId" clId="{EDAF6266-BA3D-4DCE-A57F-7AEA88DC3424}" dt="2026-04-23T23:27:23.749" v="974" actId="14100"/>
        <pc:sldMkLst>
          <pc:docMk/>
          <pc:sldMk cId="523531287" sldId="268"/>
        </pc:sldMkLst>
        <pc:spChg chg="add del mod ord">
          <ac:chgData name="Alex Rios" userId="69fc135ea1c70fd1" providerId="LiveId" clId="{EDAF6266-BA3D-4DCE-A57F-7AEA88DC3424}" dt="2026-04-23T23:27:10.437" v="968" actId="26606"/>
          <ac:spMkLst>
            <pc:docMk/>
            <pc:sldMk cId="523531287" sldId="268"/>
            <ac:spMk id="9" creationId="{2DC1F66C-B53D-3B5A-1A08-0A18E67CBC8A}"/>
          </ac:spMkLst>
        </pc:spChg>
        <pc:spChg chg="add">
          <ac:chgData name="Alex Rios" userId="69fc135ea1c70fd1" providerId="LiveId" clId="{EDAF6266-BA3D-4DCE-A57F-7AEA88DC3424}" dt="2026-04-23T23:27:10.437" v="968" actId="26606"/>
          <ac:spMkLst>
            <pc:docMk/>
            <pc:sldMk cId="523531287" sldId="268"/>
            <ac:spMk id="1042" creationId="{AF2A46FC-A8BE-4771-BE51-D9123E91856E}"/>
          </ac:spMkLst>
        </pc:spChg>
        <pc:picChg chg="add mod">
          <ac:chgData name="Alex Rios" userId="69fc135ea1c70fd1" providerId="LiveId" clId="{EDAF6266-BA3D-4DCE-A57F-7AEA88DC3424}" dt="2026-04-23T23:27:23.749" v="974" actId="14100"/>
          <ac:picMkLst>
            <pc:docMk/>
            <pc:sldMk cId="523531287" sldId="268"/>
            <ac:picMk id="5" creationId="{D13A3C8A-67DE-53D3-723E-B51BF743E521}"/>
          </ac:picMkLst>
        </pc:picChg>
      </pc:sldChg>
      <pc:sldChg chg="addSp modSp add mod setBg">
        <pc:chgData name="Alex Rios" userId="69fc135ea1c70fd1" providerId="LiveId" clId="{EDAF6266-BA3D-4DCE-A57F-7AEA88DC3424}" dt="2026-04-23T21:58:45.648" v="777" actId="26606"/>
        <pc:sldMkLst>
          <pc:docMk/>
          <pc:sldMk cId="1100976310" sldId="269"/>
        </pc:sldMkLst>
        <pc:spChg chg="mod">
          <ac:chgData name="Alex Rios" userId="69fc135ea1c70fd1" providerId="LiveId" clId="{EDAF6266-BA3D-4DCE-A57F-7AEA88DC3424}" dt="2026-04-23T21:58:45.648" v="777" actId="26606"/>
          <ac:spMkLst>
            <pc:docMk/>
            <pc:sldMk cId="1100976310" sldId="269"/>
            <ac:spMk id="2" creationId="{19D140B9-82A2-FCAC-142A-3C828A61084C}"/>
          </ac:spMkLst>
        </pc:spChg>
        <pc:spChg chg="add">
          <ac:chgData name="Alex Rios" userId="69fc135ea1c70fd1" providerId="LiveId" clId="{EDAF6266-BA3D-4DCE-A57F-7AEA88DC3424}" dt="2026-04-23T21:58:45.648" v="777" actId="26606"/>
          <ac:spMkLst>
            <pc:docMk/>
            <pc:sldMk cId="1100976310" sldId="269"/>
            <ac:spMk id="13" creationId="{665DBBEF-238B-476B-96AB-8AAC3224ECEA}"/>
          </ac:spMkLst>
        </pc:spChg>
        <pc:spChg chg="add">
          <ac:chgData name="Alex Rios" userId="69fc135ea1c70fd1" providerId="LiveId" clId="{EDAF6266-BA3D-4DCE-A57F-7AEA88DC3424}" dt="2026-04-23T21:58:45.648" v="777" actId="26606"/>
          <ac:spMkLst>
            <pc:docMk/>
            <pc:sldMk cId="1100976310" sldId="269"/>
            <ac:spMk id="15" creationId="{3FCFB1DE-0B7E-48CC-BA90-B2AB0889F9D6}"/>
          </ac:spMkLst>
        </pc:spChg>
        <pc:picChg chg="mod">
          <ac:chgData name="Alex Rios" userId="69fc135ea1c70fd1" providerId="LiveId" clId="{EDAF6266-BA3D-4DCE-A57F-7AEA88DC3424}" dt="2026-04-23T21:58:45.648" v="777" actId="26606"/>
          <ac:picMkLst>
            <pc:docMk/>
            <pc:sldMk cId="1100976310" sldId="269"/>
            <ac:picMk id="8" creationId="{ABF9A486-755A-445B-CE59-4DCC34E4C478}"/>
          </ac:picMkLst>
        </pc:picChg>
      </pc:sldChg>
      <pc:sldChg chg="addSp delSp modSp add mod setBg">
        <pc:chgData name="Alex Rios" userId="69fc135ea1c70fd1" providerId="LiveId" clId="{EDAF6266-BA3D-4DCE-A57F-7AEA88DC3424}" dt="2026-04-23T21:58:51.934" v="778" actId="26606"/>
        <pc:sldMkLst>
          <pc:docMk/>
          <pc:sldMk cId="2722966020" sldId="270"/>
        </pc:sldMkLst>
        <pc:spChg chg="mod">
          <ac:chgData name="Alex Rios" userId="69fc135ea1c70fd1" providerId="LiveId" clId="{EDAF6266-BA3D-4DCE-A57F-7AEA88DC3424}" dt="2026-04-23T21:58:51.934" v="778" actId="26606"/>
          <ac:spMkLst>
            <pc:docMk/>
            <pc:sldMk cId="2722966020" sldId="270"/>
            <ac:spMk id="2" creationId="{8069DEFC-99FC-C946-0281-1920A71BAE97}"/>
          </ac:spMkLst>
        </pc:spChg>
        <pc:spChg chg="add">
          <ac:chgData name="Alex Rios" userId="69fc135ea1c70fd1" providerId="LiveId" clId="{EDAF6266-BA3D-4DCE-A57F-7AEA88DC3424}" dt="2026-04-23T21:58:51.934" v="778" actId="26606"/>
          <ac:spMkLst>
            <pc:docMk/>
            <pc:sldMk cId="2722966020" sldId="270"/>
            <ac:spMk id="2055" creationId="{665DBBEF-238B-476B-96AB-8AAC3224ECEA}"/>
          </ac:spMkLst>
        </pc:spChg>
        <pc:spChg chg="add">
          <ac:chgData name="Alex Rios" userId="69fc135ea1c70fd1" providerId="LiveId" clId="{EDAF6266-BA3D-4DCE-A57F-7AEA88DC3424}" dt="2026-04-23T21:58:51.934" v="778" actId="26606"/>
          <ac:spMkLst>
            <pc:docMk/>
            <pc:sldMk cId="2722966020" sldId="270"/>
            <ac:spMk id="2057" creationId="{3FCFB1DE-0B7E-48CC-BA90-B2AB0889F9D6}"/>
          </ac:spMkLst>
        </pc:spChg>
        <pc:picChg chg="add mod">
          <ac:chgData name="Alex Rios" userId="69fc135ea1c70fd1" providerId="LiveId" clId="{EDAF6266-BA3D-4DCE-A57F-7AEA88DC3424}" dt="2026-04-23T21:58:51.934" v="778" actId="26606"/>
          <ac:picMkLst>
            <pc:docMk/>
            <pc:sldMk cId="2722966020" sldId="270"/>
            <ac:picMk id="2050" creationId="{4E94183B-8C8F-FD62-ADF1-278E431C0615}"/>
          </ac:picMkLst>
        </pc:picChg>
      </pc:sldChg>
      <pc:sldChg chg="addSp delSp modSp add mod">
        <pc:chgData name="Alex Rios" userId="69fc135ea1c70fd1" providerId="LiveId" clId="{EDAF6266-BA3D-4DCE-A57F-7AEA88DC3424}" dt="2026-04-23T23:14:07.415" v="927" actId="14100"/>
        <pc:sldMkLst>
          <pc:docMk/>
          <pc:sldMk cId="102833208" sldId="271"/>
        </pc:sldMkLst>
        <pc:spChg chg="add mod">
          <ac:chgData name="Alex Rios" userId="69fc135ea1c70fd1" providerId="LiveId" clId="{EDAF6266-BA3D-4DCE-A57F-7AEA88DC3424}" dt="2026-04-23T23:14:07.415" v="927" actId="14100"/>
          <ac:spMkLst>
            <pc:docMk/>
            <pc:sldMk cId="102833208" sldId="271"/>
            <ac:spMk id="10" creationId="{E3FD98D1-86E1-4694-5D15-960737265098}"/>
          </ac:spMkLst>
        </pc:spChg>
        <pc:picChg chg="add mod">
          <ac:chgData name="Alex Rios" userId="69fc135ea1c70fd1" providerId="LiveId" clId="{EDAF6266-BA3D-4DCE-A57F-7AEA88DC3424}" dt="2026-04-23T23:13:05.618" v="897" actId="1076"/>
          <ac:picMkLst>
            <pc:docMk/>
            <pc:sldMk cId="102833208" sldId="271"/>
            <ac:picMk id="7" creationId="{F313633A-C5AF-362E-8010-8D24FE3F7FBA}"/>
          </ac:picMkLst>
        </pc:picChg>
        <pc:picChg chg="add">
          <ac:chgData name="Alex Rios" userId="69fc135ea1c70fd1" providerId="LiveId" clId="{EDAF6266-BA3D-4DCE-A57F-7AEA88DC3424}" dt="2026-04-23T23:13:26.918" v="898" actId="22"/>
          <ac:picMkLst>
            <pc:docMk/>
            <pc:sldMk cId="102833208" sldId="271"/>
            <ac:picMk id="9" creationId="{B04DEA99-DDAC-3984-3740-AB33668E179B}"/>
          </ac:picMkLst>
        </pc:picChg>
      </pc:sldChg>
      <pc:sldChg chg="modSp add mod">
        <pc:chgData name="Alex Rios" userId="69fc135ea1c70fd1" providerId="LiveId" clId="{EDAF6266-BA3D-4DCE-A57F-7AEA88DC3424}" dt="2026-04-23T23:28:04.476" v="976" actId="1076"/>
        <pc:sldMkLst>
          <pc:docMk/>
          <pc:sldMk cId="3583944369" sldId="272"/>
        </pc:sldMkLst>
        <pc:spChg chg="mod">
          <ac:chgData name="Alex Rios" userId="69fc135ea1c70fd1" providerId="LiveId" clId="{EDAF6266-BA3D-4DCE-A57F-7AEA88DC3424}" dt="2026-04-23T23:26:35.311" v="961" actId="20577"/>
          <ac:spMkLst>
            <pc:docMk/>
            <pc:sldMk cId="3583944369" sldId="272"/>
            <ac:spMk id="2" creationId="{1C1513A0-82AE-4295-89B6-A31F883637E9}"/>
          </ac:spMkLst>
        </pc:spChg>
        <pc:picChg chg="mod">
          <ac:chgData name="Alex Rios" userId="69fc135ea1c70fd1" providerId="LiveId" clId="{EDAF6266-BA3D-4DCE-A57F-7AEA88DC3424}" dt="2026-04-23T23:28:04.476" v="976" actId="1076"/>
          <ac:picMkLst>
            <pc:docMk/>
            <pc:sldMk cId="3583944369" sldId="272"/>
            <ac:picMk id="1030" creationId="{F405E1DA-91F4-E8BF-E3F3-EBE996FD9FA6}"/>
          </ac:picMkLst>
        </pc:picChg>
      </pc:sldChg>
      <pc:sldChg chg="add">
        <pc:chgData name="Alex Rios" userId="69fc135ea1c70fd1" providerId="LiveId" clId="{EDAF6266-BA3D-4DCE-A57F-7AEA88DC3424}" dt="2026-04-23T23:28:38.575" v="977"/>
        <pc:sldMkLst>
          <pc:docMk/>
          <pc:sldMk cId="0" sldId="273"/>
        </pc:sldMkLst>
      </pc:sldChg>
      <pc:sldChg chg="addSp delSp modSp add mod setBg">
        <pc:chgData name="Alex Rios" userId="69fc135ea1c70fd1" providerId="LiveId" clId="{EDAF6266-BA3D-4DCE-A57F-7AEA88DC3424}" dt="2026-04-26T11:57:18.109" v="1018" actId="26606"/>
        <pc:sldMkLst>
          <pc:docMk/>
          <pc:sldMk cId="2770620357" sldId="274"/>
        </pc:sldMkLst>
        <pc:spChg chg="mod">
          <ac:chgData name="Alex Rios" userId="69fc135ea1c70fd1" providerId="LiveId" clId="{EDAF6266-BA3D-4DCE-A57F-7AEA88DC3424}" dt="2026-04-26T11:57:18.109" v="1018" actId="26606"/>
          <ac:spMkLst>
            <pc:docMk/>
            <pc:sldMk cId="2770620357" sldId="274"/>
            <ac:spMk id="2" creationId="{35ED07D9-21D4-7021-D2AB-E32880ABDCDB}"/>
          </ac:spMkLst>
        </pc:spChg>
        <pc:spChg chg="add">
          <ac:chgData name="Alex Rios" userId="69fc135ea1c70fd1" providerId="LiveId" clId="{EDAF6266-BA3D-4DCE-A57F-7AEA88DC3424}" dt="2026-04-26T11:57:18.109" v="1018" actId="26606"/>
          <ac:spMkLst>
            <pc:docMk/>
            <pc:sldMk cId="2770620357" sldId="274"/>
            <ac:spMk id="10" creationId="{32E62931-8EB4-42BB-BAAB-D8757BE66D8E}"/>
          </ac:spMkLst>
        </pc:spChg>
        <pc:picChg chg="add mod ord">
          <ac:chgData name="Alex Rios" userId="69fc135ea1c70fd1" providerId="LiveId" clId="{EDAF6266-BA3D-4DCE-A57F-7AEA88DC3424}" dt="2026-04-26T11:57:18.109" v="1018" actId="26606"/>
          <ac:picMkLst>
            <pc:docMk/>
            <pc:sldMk cId="2770620357" sldId="274"/>
            <ac:picMk id="5" creationId="{7DC37A40-1893-5ABA-3805-D20B7C52AC32}"/>
          </ac:picMkLst>
        </pc:picChg>
      </pc:sldChg>
      <pc:sldChg chg="addSp delSp modSp add mod">
        <pc:chgData name="Alex Rios" userId="69fc135ea1c70fd1" providerId="LiveId" clId="{EDAF6266-BA3D-4DCE-A57F-7AEA88DC3424}" dt="2026-04-26T11:59:13.689" v="1069" actId="20577"/>
        <pc:sldMkLst>
          <pc:docMk/>
          <pc:sldMk cId="2529293965" sldId="275"/>
        </pc:sldMkLst>
        <pc:spChg chg="mod">
          <ac:chgData name="Alex Rios" userId="69fc135ea1c70fd1" providerId="LiveId" clId="{EDAF6266-BA3D-4DCE-A57F-7AEA88DC3424}" dt="2026-04-26T11:59:13.689" v="1069" actId="20577"/>
          <ac:spMkLst>
            <pc:docMk/>
            <pc:sldMk cId="2529293965" sldId="275"/>
            <ac:spMk id="2" creationId="{61CA7B29-9643-FABA-1949-4A879B2E3493}"/>
          </ac:spMkLst>
        </pc:spChg>
        <pc:spChg chg="add">
          <ac:chgData name="Alex Rios" userId="69fc135ea1c70fd1" providerId="LiveId" clId="{EDAF6266-BA3D-4DCE-A57F-7AEA88DC3424}" dt="2026-04-26T11:58:42.774" v="1022" actId="26606"/>
          <ac:spMkLst>
            <pc:docMk/>
            <pc:sldMk cId="2529293965" sldId="275"/>
            <ac:spMk id="1031" creationId="{6753252F-4873-4F63-801D-CC719279A7D5}"/>
          </ac:spMkLst>
        </pc:spChg>
        <pc:spChg chg="add">
          <ac:chgData name="Alex Rios" userId="69fc135ea1c70fd1" providerId="LiveId" clId="{EDAF6266-BA3D-4DCE-A57F-7AEA88DC3424}" dt="2026-04-26T11:58:42.774" v="1022" actId="26606"/>
          <ac:spMkLst>
            <pc:docMk/>
            <pc:sldMk cId="2529293965" sldId="275"/>
            <ac:spMk id="1033" creationId="{047C8CCB-F95D-4249-92DD-651249D3535A}"/>
          </ac:spMkLst>
        </pc:spChg>
        <pc:picChg chg="add mod">
          <ac:chgData name="Alex Rios" userId="69fc135ea1c70fd1" providerId="LiveId" clId="{EDAF6266-BA3D-4DCE-A57F-7AEA88DC3424}" dt="2026-04-26T11:58:42.774" v="1022" actId="26606"/>
          <ac:picMkLst>
            <pc:docMk/>
            <pc:sldMk cId="2529293965" sldId="275"/>
            <ac:picMk id="1026" creationId="{56BC3CB4-E625-1DB1-8965-F34C1342E455}"/>
          </ac:picMkLst>
        </pc:picChg>
      </pc:sldChg>
      <pc:sldChg chg="addSp delSp modSp add mod">
        <pc:chgData name="Alex Rios" userId="69fc135ea1c70fd1" providerId="LiveId" clId="{EDAF6266-BA3D-4DCE-A57F-7AEA88DC3424}" dt="2026-05-02T13:22:53.712" v="1086" actId="123"/>
        <pc:sldMkLst>
          <pc:docMk/>
          <pc:sldMk cId="3122669699" sldId="276"/>
        </pc:sldMkLst>
        <pc:spChg chg="mod">
          <ac:chgData name="Alex Rios" userId="69fc135ea1c70fd1" providerId="LiveId" clId="{EDAF6266-BA3D-4DCE-A57F-7AEA88DC3424}" dt="2026-05-02T13:22:43.875" v="1085" actId="14100"/>
          <ac:spMkLst>
            <pc:docMk/>
            <pc:sldMk cId="3122669699" sldId="276"/>
            <ac:spMk id="2" creationId="{608206F6-786F-F40B-021F-D70C2CC859A3}"/>
          </ac:spMkLst>
        </pc:spChg>
        <pc:spChg chg="add del mod">
          <ac:chgData name="Alex Rios" userId="69fc135ea1c70fd1" providerId="LiveId" clId="{EDAF6266-BA3D-4DCE-A57F-7AEA88DC3424}" dt="2026-05-02T13:21:09.431" v="1072" actId="21"/>
          <ac:spMkLst>
            <pc:docMk/>
            <pc:sldMk cId="3122669699" sldId="276"/>
            <ac:spMk id="4" creationId="{CC520F02-8A3A-63DA-DC95-0EA8EA9E8AF0}"/>
          </ac:spMkLst>
        </pc:spChg>
        <pc:spChg chg="add mod">
          <ac:chgData name="Alex Rios" userId="69fc135ea1c70fd1" providerId="LiveId" clId="{EDAF6266-BA3D-4DCE-A57F-7AEA88DC3424}" dt="2026-05-02T13:22:53.712" v="1086" actId="123"/>
          <ac:spMkLst>
            <pc:docMk/>
            <pc:sldMk cId="3122669699" sldId="276"/>
            <ac:spMk id="6" creationId="{36B395D2-DD51-BA38-53F0-9D3EADFA5265}"/>
          </ac:spMkLst>
        </pc:spChg>
        <pc:spChg chg="del">
          <ac:chgData name="Alex Rios" userId="69fc135ea1c70fd1" providerId="LiveId" clId="{EDAF6266-BA3D-4DCE-A57F-7AEA88DC3424}" dt="2026-05-02T13:22:01.848" v="1079" actId="26606"/>
          <ac:spMkLst>
            <pc:docMk/>
            <pc:sldMk cId="3122669699" sldId="276"/>
            <ac:spMk id="10" creationId="{1BC2893C-6DB2-E11E-10D2-0F7D3B3FF6D6}"/>
          </ac:spMkLst>
        </pc:spChg>
        <pc:spChg chg="add">
          <ac:chgData name="Alex Rios" userId="69fc135ea1c70fd1" providerId="LiveId" clId="{EDAF6266-BA3D-4DCE-A57F-7AEA88DC3424}" dt="2026-05-02T13:22:01.848" v="1079" actId="26606"/>
          <ac:spMkLst>
            <pc:docMk/>
            <pc:sldMk cId="3122669699" sldId="276"/>
            <ac:spMk id="15" creationId="{70DFC902-7D23-471A-B557-B6B6917D7A0D}"/>
          </ac:spMkLst>
        </pc:spChg>
        <pc:spChg chg="add">
          <ac:chgData name="Alex Rios" userId="69fc135ea1c70fd1" providerId="LiveId" clId="{EDAF6266-BA3D-4DCE-A57F-7AEA88DC3424}" dt="2026-05-02T13:22:01.848" v="1079" actId="26606"/>
          <ac:spMkLst>
            <pc:docMk/>
            <pc:sldMk cId="3122669699" sldId="276"/>
            <ac:spMk id="17" creationId="{A55D5633-D557-4DCA-982C-FF36EB7A1C00}"/>
          </ac:spMkLst>
        </pc:spChg>
        <pc:spChg chg="add">
          <ac:chgData name="Alex Rios" userId="69fc135ea1c70fd1" providerId="LiveId" clId="{EDAF6266-BA3D-4DCE-A57F-7AEA88DC3424}" dt="2026-05-02T13:22:01.848" v="1079" actId="26606"/>
          <ac:spMkLst>
            <pc:docMk/>
            <pc:sldMk cId="3122669699" sldId="276"/>
            <ac:spMk id="19" creationId="{450D3AD2-FA80-415F-A9CE-54D884561CD7}"/>
          </ac:spMkLst>
        </pc:spChg>
        <pc:picChg chg="del">
          <ac:chgData name="Alex Rios" userId="69fc135ea1c70fd1" providerId="LiveId" clId="{EDAF6266-BA3D-4DCE-A57F-7AEA88DC3424}" dt="2026-05-02T13:21:06.826" v="1071" actId="21"/>
          <ac:picMkLst>
            <pc:docMk/>
            <pc:sldMk cId="3122669699" sldId="276"/>
            <ac:picMk id="5" creationId="{15AB43DA-5F1C-1F55-7246-3D45E91E2560}"/>
          </ac:picMkLst>
        </pc:picChg>
      </pc:sldChg>
      <pc:sldChg chg="addSp delSp modSp add del mod">
        <pc:chgData name="Alex Rios" userId="69fc135ea1c70fd1" providerId="LiveId" clId="{EDAF6266-BA3D-4DCE-A57F-7AEA88DC3424}" dt="2026-05-02T13:26:52.470" v="1138" actId="255"/>
        <pc:sldMkLst>
          <pc:docMk/>
          <pc:sldMk cId="604697666" sldId="277"/>
        </pc:sldMkLst>
        <pc:spChg chg="mod">
          <ac:chgData name="Alex Rios" userId="69fc135ea1c70fd1" providerId="LiveId" clId="{EDAF6266-BA3D-4DCE-A57F-7AEA88DC3424}" dt="2026-05-02T13:26:52.470" v="1138" actId="255"/>
          <ac:spMkLst>
            <pc:docMk/>
            <pc:sldMk cId="604697666" sldId="277"/>
            <ac:spMk id="10" creationId="{EF0EA7FF-6BDF-D9A1-5A42-25AA3C71B03F}"/>
          </ac:spMkLst>
        </pc:spChg>
        <pc:graphicFrameChg chg="add mod">
          <ac:chgData name="Alex Rios" userId="69fc135ea1c70fd1" providerId="LiveId" clId="{EDAF6266-BA3D-4DCE-A57F-7AEA88DC3424}" dt="2026-05-02T13:26:01.117" v="1135" actId="1076"/>
          <ac:graphicFrameMkLst>
            <pc:docMk/>
            <pc:sldMk cId="604697666" sldId="277"/>
            <ac:graphicFrameMk id="2" creationId="{D9996A52-BF48-E647-3E99-AC71D205C18D}"/>
          </ac:graphicFrameMkLst>
        </pc:graphicFrameChg>
        <pc:picChg chg="del">
          <ac:chgData name="Alex Rios" userId="69fc135ea1c70fd1" providerId="LiveId" clId="{EDAF6266-BA3D-4DCE-A57F-7AEA88DC3424}" dt="2026-05-02T13:25:01.374" v="1089" actId="21"/>
          <ac:picMkLst>
            <pc:docMk/>
            <pc:sldMk cId="604697666" sldId="277"/>
            <ac:picMk id="7" creationId="{22825D4A-E67B-AC62-C127-7F8710DBEAB0}"/>
          </ac:picMkLst>
        </pc:picChg>
        <pc:picChg chg="del">
          <ac:chgData name="Alex Rios" userId="69fc135ea1c70fd1" providerId="LiveId" clId="{EDAF6266-BA3D-4DCE-A57F-7AEA88DC3424}" dt="2026-05-02T13:24:59.249" v="1088" actId="21"/>
          <ac:picMkLst>
            <pc:docMk/>
            <pc:sldMk cId="604697666" sldId="277"/>
            <ac:picMk id="9" creationId="{CF9F84B7-8DAF-73D6-8D19-FD23EA370964}"/>
          </ac:picMkLst>
        </pc:picChg>
      </pc:sldChg>
      <pc:sldChg chg="add del">
        <pc:chgData name="Alex Rios" userId="69fc135ea1c70fd1" providerId="LiveId" clId="{EDAF6266-BA3D-4DCE-A57F-7AEA88DC3424}" dt="2026-05-02T13:26:45.059" v="1137" actId="2696"/>
        <pc:sldMkLst>
          <pc:docMk/>
          <pc:sldMk cId="0" sldId="27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CA3C-CE7F-4B4D-A54B-55E092339D7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628A9B1-8EFF-4A92-98F6-32D9517BC636}">
      <dgm:prSet/>
      <dgm:spPr/>
      <dgm:t>
        <a:bodyPr/>
        <a:lstStyle/>
        <a:p>
          <a:r>
            <a:rPr lang="en-US" dirty="0" err="1" smtClean="0"/>
            <a:t>Conceito</a:t>
          </a:r>
          <a:r>
            <a:rPr lang="en-US" dirty="0" smtClean="0"/>
            <a:t> </a:t>
          </a:r>
          <a:r>
            <a:rPr lang="en-US" dirty="0" err="1" smtClean="0"/>
            <a:t>estatístico</a:t>
          </a:r>
          <a:r>
            <a:rPr lang="en-US" dirty="0" smtClean="0"/>
            <a:t> e </a:t>
          </a:r>
          <a:r>
            <a:rPr lang="en-US" dirty="0" err="1" smtClean="0"/>
            <a:t>geográfico</a:t>
          </a:r>
          <a:r>
            <a:rPr lang="en-US" dirty="0" smtClean="0"/>
            <a:t> </a:t>
          </a:r>
          <a:r>
            <a:rPr lang="en-US" dirty="0" err="1" smtClean="0"/>
            <a:t>criado</a:t>
          </a:r>
          <a:r>
            <a:rPr lang="en-US" dirty="0" smtClean="0"/>
            <a:t> </a:t>
          </a:r>
          <a:r>
            <a:rPr lang="en-US" dirty="0" err="1" smtClean="0"/>
            <a:t>pelo</a:t>
          </a:r>
          <a:r>
            <a:rPr lang="en-US" dirty="0" smtClean="0"/>
            <a:t> IBGE, </a:t>
          </a:r>
          <a:r>
            <a:rPr lang="en-US" dirty="0" err="1" smtClean="0"/>
            <a:t>envolve</a:t>
          </a:r>
          <a:r>
            <a:rPr lang="en-US" dirty="0" smtClean="0"/>
            <a:t> um </a:t>
          </a:r>
          <a:r>
            <a:rPr lang="en-US" dirty="0" err="1" smtClean="0"/>
            <a:t>agrupamento</a:t>
          </a:r>
          <a:r>
            <a:rPr lang="en-US" dirty="0" smtClean="0"/>
            <a:t> de dois </a:t>
          </a:r>
          <a:r>
            <a:rPr lang="en-US" dirty="0" err="1" smtClean="0"/>
            <a:t>ou</a:t>
          </a:r>
          <a:r>
            <a:rPr lang="en-US" dirty="0" smtClean="0"/>
            <a:t> </a:t>
          </a:r>
          <a:r>
            <a:rPr lang="en-US" dirty="0" err="1" smtClean="0"/>
            <a:t>mais</a:t>
          </a:r>
          <a:r>
            <a:rPr lang="en-US" dirty="0" smtClean="0"/>
            <a:t> </a:t>
          </a:r>
          <a:r>
            <a:rPr lang="en-US" dirty="0" err="1" smtClean="0"/>
            <a:t>municípios</a:t>
          </a:r>
          <a:r>
            <a:rPr lang="en-US" dirty="0" smtClean="0"/>
            <a:t>.</a:t>
          </a:r>
          <a:endParaRPr lang="en-US" dirty="0"/>
        </a:p>
      </dgm:t>
    </dgm:pt>
    <dgm:pt modelId="{00E49930-0D8A-4E6C-A73C-AC55F648CCB2}" type="parTrans" cxnId="{3C02C4D6-568E-4EEA-8048-455D0B9C7613}">
      <dgm:prSet/>
      <dgm:spPr/>
      <dgm:t>
        <a:bodyPr/>
        <a:lstStyle/>
        <a:p>
          <a:endParaRPr lang="en-US"/>
        </a:p>
      </dgm:t>
    </dgm:pt>
    <dgm:pt modelId="{64BF5D05-3702-4DAF-B291-65F5B1324B3F}" type="sibTrans" cxnId="{3C02C4D6-568E-4EEA-8048-455D0B9C7613}">
      <dgm:prSet/>
      <dgm:spPr/>
      <dgm:t>
        <a:bodyPr/>
        <a:lstStyle/>
        <a:p>
          <a:endParaRPr lang="en-US"/>
        </a:p>
      </dgm:t>
    </dgm:pt>
    <dgm:pt modelId="{1F214A98-C55E-4FD4-98C0-FE37735A62F0}">
      <dgm:prSet/>
      <dgm:spPr/>
      <dgm:t>
        <a:bodyPr/>
        <a:lstStyle/>
        <a:p>
          <a:r>
            <a:rPr lang="en-US" dirty="0" err="1" smtClean="0">
              <a:solidFill>
                <a:schemeClr val="bg1"/>
              </a:solidFill>
            </a:rPr>
            <a:t>Exige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contiguidade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urbana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ou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migração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pendular</a:t>
          </a:r>
          <a:r>
            <a:rPr lang="en-US" dirty="0" smtClean="0">
              <a:solidFill>
                <a:schemeClr val="bg1"/>
              </a:solidFill>
            </a:rPr>
            <a:t> superior a 25% da </a:t>
          </a:r>
          <a:r>
            <a:rPr lang="en-US" dirty="0" err="1" smtClean="0">
              <a:solidFill>
                <a:schemeClr val="bg1"/>
              </a:solidFill>
            </a:rPr>
            <a:t>população</a:t>
          </a:r>
          <a:r>
            <a:rPr lang="en-US" dirty="0" smtClean="0">
              <a:solidFill>
                <a:schemeClr val="bg1"/>
              </a:solidFill>
            </a:rPr>
            <a:t> local, </a:t>
          </a:r>
          <a:r>
            <a:rPr lang="pt-BR" b="0" dirty="0" smtClean="0">
              <a:solidFill>
                <a:schemeClr val="bg1"/>
              </a:solidFill>
            </a:rPr>
            <a:t>é uma ferramenta para organizar políticas públicas integradas.</a:t>
          </a:r>
          <a:endParaRPr lang="en-US" dirty="0">
            <a:solidFill>
              <a:schemeClr val="bg1"/>
            </a:solidFill>
          </a:endParaRPr>
        </a:p>
      </dgm:t>
    </dgm:pt>
    <dgm:pt modelId="{20201A01-0752-4330-88FF-ABE6977DE083}" type="parTrans" cxnId="{550B1466-94B7-481A-A1F1-8495338D0C67}">
      <dgm:prSet/>
      <dgm:spPr/>
      <dgm:t>
        <a:bodyPr/>
        <a:lstStyle/>
        <a:p>
          <a:endParaRPr lang="en-US"/>
        </a:p>
      </dgm:t>
    </dgm:pt>
    <dgm:pt modelId="{4F996616-7481-402B-9CC7-6AA6B4CDFF64}" type="sibTrans" cxnId="{550B1466-94B7-481A-A1F1-8495338D0C67}">
      <dgm:prSet/>
      <dgm:spPr/>
      <dgm:t>
        <a:bodyPr/>
        <a:lstStyle/>
        <a:p>
          <a:endParaRPr lang="en-US"/>
        </a:p>
      </dgm:t>
    </dgm:pt>
    <dgm:pt modelId="{A6F83E86-CFE6-4B05-B569-799DC385C390}" type="pres">
      <dgm:prSet presAssocID="{9B03CA3C-CE7F-4B4D-A54B-55E092339D7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D9AC5BC6-C834-444B-B2F5-0357212B7AD3}" type="pres">
      <dgm:prSet presAssocID="{C628A9B1-8EFF-4A92-98F6-32D9517BC636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3A08685-8513-4687-A36F-8F766F463FD0}" type="pres">
      <dgm:prSet presAssocID="{64BF5D05-3702-4DAF-B291-65F5B1324B3F}" presName="spacer" presStyleCnt="0"/>
      <dgm:spPr/>
    </dgm:pt>
    <dgm:pt modelId="{2C7FEED7-E10D-487D-A77F-AFFADD252AEC}" type="pres">
      <dgm:prSet presAssocID="{1F214A98-C55E-4FD4-98C0-FE37735A62F0}" presName="parentText" presStyleLbl="node1" presStyleIdx="1" presStyleCnt="2" custLinFactNeighborX="24359" custLinFactNeighborY="7812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DCBBDE88-1F15-4C3E-A9D4-5BC7CC21FEBB}" type="presOf" srcId="{C628A9B1-8EFF-4A92-98F6-32D9517BC636}" destId="{D9AC5BC6-C834-444B-B2F5-0357212B7AD3}" srcOrd="0" destOrd="0" presId="urn:microsoft.com/office/officeart/2005/8/layout/vList2"/>
    <dgm:cxn modelId="{550B1466-94B7-481A-A1F1-8495338D0C67}" srcId="{9B03CA3C-CE7F-4B4D-A54B-55E092339D70}" destId="{1F214A98-C55E-4FD4-98C0-FE37735A62F0}" srcOrd="1" destOrd="0" parTransId="{20201A01-0752-4330-88FF-ABE6977DE083}" sibTransId="{4F996616-7481-402B-9CC7-6AA6B4CDFF64}"/>
    <dgm:cxn modelId="{AB4D4447-BB13-41BA-9B9B-7829958825D9}" type="presOf" srcId="{9B03CA3C-CE7F-4B4D-A54B-55E092339D70}" destId="{A6F83E86-CFE6-4B05-B569-799DC385C390}" srcOrd="0" destOrd="0" presId="urn:microsoft.com/office/officeart/2005/8/layout/vList2"/>
    <dgm:cxn modelId="{87C9A493-D78B-4E92-913C-1922A66C10D9}" type="presOf" srcId="{1F214A98-C55E-4FD4-98C0-FE37735A62F0}" destId="{2C7FEED7-E10D-487D-A77F-AFFADD252AEC}" srcOrd="0" destOrd="0" presId="urn:microsoft.com/office/officeart/2005/8/layout/vList2"/>
    <dgm:cxn modelId="{3C02C4D6-568E-4EEA-8048-455D0B9C7613}" srcId="{9B03CA3C-CE7F-4B4D-A54B-55E092339D70}" destId="{C628A9B1-8EFF-4A92-98F6-32D9517BC636}" srcOrd="0" destOrd="0" parTransId="{00E49930-0D8A-4E6C-A73C-AC55F648CCB2}" sibTransId="{64BF5D05-3702-4DAF-B291-65F5B1324B3F}"/>
    <dgm:cxn modelId="{30C362AC-C902-472F-8B5B-D8EA54AD8EB1}" type="presParOf" srcId="{A6F83E86-CFE6-4B05-B569-799DC385C390}" destId="{D9AC5BC6-C834-444B-B2F5-0357212B7AD3}" srcOrd="0" destOrd="0" presId="urn:microsoft.com/office/officeart/2005/8/layout/vList2"/>
    <dgm:cxn modelId="{10C21AD4-0DF0-42CD-9E9C-F72C47190650}" type="presParOf" srcId="{A6F83E86-CFE6-4B05-B569-799DC385C390}" destId="{03A08685-8513-4687-A36F-8F766F463FD0}" srcOrd="1" destOrd="0" presId="urn:microsoft.com/office/officeart/2005/8/layout/vList2"/>
    <dgm:cxn modelId="{3CCF4D10-B1C3-480B-A001-7DB04196EC15}" type="presParOf" srcId="{A6F83E86-CFE6-4B05-B569-799DC385C390}" destId="{2C7FEED7-E10D-487D-A77F-AFFADD252AE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AC5BC6-C834-444B-B2F5-0357212B7AD3}">
      <dsp:nvSpPr>
        <dsp:cNvPr id="0" name=""/>
        <dsp:cNvSpPr/>
      </dsp:nvSpPr>
      <dsp:spPr>
        <a:xfrm>
          <a:off x="0" y="339550"/>
          <a:ext cx="5811128" cy="24621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 smtClean="0"/>
            <a:t>Conceito</a:t>
          </a:r>
          <a:r>
            <a:rPr lang="en-US" sz="2600" kern="1200" dirty="0" smtClean="0"/>
            <a:t> </a:t>
          </a:r>
          <a:r>
            <a:rPr lang="en-US" sz="2600" kern="1200" dirty="0" err="1" smtClean="0"/>
            <a:t>estatístico</a:t>
          </a:r>
          <a:r>
            <a:rPr lang="en-US" sz="2600" kern="1200" dirty="0" smtClean="0"/>
            <a:t> e </a:t>
          </a:r>
          <a:r>
            <a:rPr lang="en-US" sz="2600" kern="1200" dirty="0" err="1" smtClean="0"/>
            <a:t>geográfico</a:t>
          </a:r>
          <a:r>
            <a:rPr lang="en-US" sz="2600" kern="1200" dirty="0" smtClean="0"/>
            <a:t> </a:t>
          </a:r>
          <a:r>
            <a:rPr lang="en-US" sz="2600" kern="1200" dirty="0" err="1" smtClean="0"/>
            <a:t>criado</a:t>
          </a:r>
          <a:r>
            <a:rPr lang="en-US" sz="2600" kern="1200" dirty="0" smtClean="0"/>
            <a:t> </a:t>
          </a:r>
          <a:r>
            <a:rPr lang="en-US" sz="2600" kern="1200" dirty="0" err="1" smtClean="0"/>
            <a:t>pelo</a:t>
          </a:r>
          <a:r>
            <a:rPr lang="en-US" sz="2600" kern="1200" dirty="0" smtClean="0"/>
            <a:t> IBGE, </a:t>
          </a:r>
          <a:r>
            <a:rPr lang="en-US" sz="2600" kern="1200" dirty="0" err="1" smtClean="0"/>
            <a:t>envolve</a:t>
          </a:r>
          <a:r>
            <a:rPr lang="en-US" sz="2600" kern="1200" dirty="0" smtClean="0"/>
            <a:t> um </a:t>
          </a:r>
          <a:r>
            <a:rPr lang="en-US" sz="2600" kern="1200" dirty="0" err="1" smtClean="0"/>
            <a:t>agrupamento</a:t>
          </a:r>
          <a:r>
            <a:rPr lang="en-US" sz="2600" kern="1200" dirty="0" smtClean="0"/>
            <a:t> de dois </a:t>
          </a:r>
          <a:r>
            <a:rPr lang="en-US" sz="2600" kern="1200" dirty="0" err="1" smtClean="0"/>
            <a:t>ou</a:t>
          </a:r>
          <a:r>
            <a:rPr lang="en-US" sz="2600" kern="1200" dirty="0" smtClean="0"/>
            <a:t> </a:t>
          </a:r>
          <a:r>
            <a:rPr lang="en-US" sz="2600" kern="1200" dirty="0" err="1" smtClean="0"/>
            <a:t>mais</a:t>
          </a:r>
          <a:r>
            <a:rPr lang="en-US" sz="2600" kern="1200" dirty="0" smtClean="0"/>
            <a:t> </a:t>
          </a:r>
          <a:r>
            <a:rPr lang="en-US" sz="2600" kern="1200" dirty="0" err="1" smtClean="0"/>
            <a:t>municípios</a:t>
          </a:r>
          <a:r>
            <a:rPr lang="en-US" sz="2600" kern="1200" dirty="0" smtClean="0"/>
            <a:t>.</a:t>
          </a:r>
          <a:endParaRPr lang="en-US" sz="2600" kern="1200" dirty="0"/>
        </a:p>
      </dsp:txBody>
      <dsp:txXfrm>
        <a:off x="120191" y="459741"/>
        <a:ext cx="5570746" cy="2221736"/>
      </dsp:txXfrm>
    </dsp:sp>
    <dsp:sp modelId="{2C7FEED7-E10D-487D-A77F-AFFADD252AEC}">
      <dsp:nvSpPr>
        <dsp:cNvPr id="0" name=""/>
        <dsp:cNvSpPr/>
      </dsp:nvSpPr>
      <dsp:spPr>
        <a:xfrm>
          <a:off x="0" y="2882399"/>
          <a:ext cx="5811128" cy="246211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 smtClean="0">
              <a:solidFill>
                <a:schemeClr val="bg1"/>
              </a:solidFill>
            </a:rPr>
            <a:t>Exige</a:t>
          </a:r>
          <a:r>
            <a:rPr lang="en-US" sz="2600" kern="1200" dirty="0" smtClean="0">
              <a:solidFill>
                <a:schemeClr val="bg1"/>
              </a:solidFill>
            </a:rPr>
            <a:t> </a:t>
          </a:r>
          <a:r>
            <a:rPr lang="en-US" sz="2600" kern="1200" dirty="0" err="1" smtClean="0">
              <a:solidFill>
                <a:schemeClr val="bg1"/>
              </a:solidFill>
            </a:rPr>
            <a:t>contiguidade</a:t>
          </a:r>
          <a:r>
            <a:rPr lang="en-US" sz="2600" kern="1200" dirty="0" smtClean="0">
              <a:solidFill>
                <a:schemeClr val="bg1"/>
              </a:solidFill>
            </a:rPr>
            <a:t> </a:t>
          </a:r>
          <a:r>
            <a:rPr lang="en-US" sz="2600" kern="1200" dirty="0" err="1" smtClean="0">
              <a:solidFill>
                <a:schemeClr val="bg1"/>
              </a:solidFill>
            </a:rPr>
            <a:t>urbana</a:t>
          </a:r>
          <a:r>
            <a:rPr lang="en-US" sz="2600" kern="1200" dirty="0" smtClean="0">
              <a:solidFill>
                <a:schemeClr val="bg1"/>
              </a:solidFill>
            </a:rPr>
            <a:t> </a:t>
          </a:r>
          <a:r>
            <a:rPr lang="en-US" sz="2600" kern="1200" dirty="0" err="1" smtClean="0">
              <a:solidFill>
                <a:schemeClr val="bg1"/>
              </a:solidFill>
            </a:rPr>
            <a:t>ou</a:t>
          </a:r>
          <a:r>
            <a:rPr lang="en-US" sz="2600" kern="1200" dirty="0" smtClean="0">
              <a:solidFill>
                <a:schemeClr val="bg1"/>
              </a:solidFill>
            </a:rPr>
            <a:t> </a:t>
          </a:r>
          <a:r>
            <a:rPr lang="en-US" sz="2600" kern="1200" dirty="0" err="1" smtClean="0">
              <a:solidFill>
                <a:schemeClr val="bg1"/>
              </a:solidFill>
            </a:rPr>
            <a:t>migração</a:t>
          </a:r>
          <a:r>
            <a:rPr lang="en-US" sz="2600" kern="1200" dirty="0" smtClean="0">
              <a:solidFill>
                <a:schemeClr val="bg1"/>
              </a:solidFill>
            </a:rPr>
            <a:t> </a:t>
          </a:r>
          <a:r>
            <a:rPr lang="en-US" sz="2600" kern="1200" dirty="0" err="1" smtClean="0">
              <a:solidFill>
                <a:schemeClr val="bg1"/>
              </a:solidFill>
            </a:rPr>
            <a:t>pendular</a:t>
          </a:r>
          <a:r>
            <a:rPr lang="en-US" sz="2600" kern="1200" dirty="0" smtClean="0">
              <a:solidFill>
                <a:schemeClr val="bg1"/>
              </a:solidFill>
            </a:rPr>
            <a:t> superior a 25% da </a:t>
          </a:r>
          <a:r>
            <a:rPr lang="en-US" sz="2600" kern="1200" dirty="0" err="1" smtClean="0">
              <a:solidFill>
                <a:schemeClr val="bg1"/>
              </a:solidFill>
            </a:rPr>
            <a:t>população</a:t>
          </a:r>
          <a:r>
            <a:rPr lang="en-US" sz="2600" kern="1200" dirty="0" smtClean="0">
              <a:solidFill>
                <a:schemeClr val="bg1"/>
              </a:solidFill>
            </a:rPr>
            <a:t> local, </a:t>
          </a:r>
          <a:r>
            <a:rPr lang="pt-BR" sz="2600" b="0" kern="1200" dirty="0" smtClean="0">
              <a:solidFill>
                <a:schemeClr val="bg1"/>
              </a:solidFill>
            </a:rPr>
            <a:t>é uma ferramenta para organizar políticas públicas integradas.</a:t>
          </a:r>
          <a:endParaRPr lang="en-US" sz="2600" kern="1200" dirty="0">
            <a:solidFill>
              <a:schemeClr val="bg1"/>
            </a:solidFill>
          </a:endParaRPr>
        </a:p>
      </dsp:txBody>
      <dsp:txXfrm>
        <a:off x="120191" y="3002590"/>
        <a:ext cx="5570746" cy="2221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39B2B-67B3-C186-58D1-D2AA68F15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CF368B-F334-37A7-3301-AFDC6EA79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A4B9A8-2A24-1F43-B9D8-0D2B8CBC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47546F-36D9-105D-A0D1-28057B08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7A1432-F719-63D3-3A65-196EAB49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483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FF003-D34F-106A-B88D-A5665D05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2A1BFF-E312-1663-9AF9-980EDD4BD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24BA57-C781-30D6-2BD9-049C82532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6AB067-FC82-E0D7-A664-4BC0CBC5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DFB00F-6382-ED88-D1C4-636A2B5D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16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95063-7C81-BAFD-9245-E244DB72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180272-B030-298B-A08F-EDE251C84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9938B1-A2CE-C55D-5AC8-D0C6167D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F3FF3B-62A5-0BF4-3C70-BCB328E4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F56801-C52B-8054-C7D9-BE69BDF5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74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B7280-86A9-CC6D-A886-C20848E1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1CDA36-B19D-E118-9C5E-D83325E4D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C6BDD9-5AC8-7B85-2E9C-EEE1B8EE7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8371D2-1404-103D-BC8F-16C5571F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F1FC04-A9EB-2E2D-671C-9C3CB033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4F66B6-61C9-2E96-A9B6-6AB82D05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79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FA14F-86CB-F423-F1FB-4238C878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85AA2E-5234-279F-06E7-B515645B4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AB4307-E392-0164-B56F-36192824A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49A896-8FF7-1C10-88F1-3C5834B01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B5DA8D-A70D-7739-9FC0-77A869E9A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693C8D-D5D4-3A32-28E6-E7FF5A34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E4F6B4-4330-A24E-08B3-0FE8518A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75DB920-4CAB-CBAF-71D6-66DBBE35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612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B90F8-1FC6-B66B-4551-336E70BC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8B52333-F3C6-7B94-DD6E-7B0A0D5F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9E926E-5AA2-D53E-13AB-63A34F3E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B825794-F929-F748-2EC8-F55A9AB3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835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27B09AD-48F4-26E7-F95F-9A5613987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F02860F-44D9-EFE0-E301-9A9BFDD6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FBDA5B-E6FE-C473-29DC-551F5D3A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486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1389A-E43A-73FA-EB5A-D99CC207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4251D3-A5B0-AE40-4349-D0182EF44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0D993C-49CF-0602-87B9-BB3E3F9F6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10EF9E-A7F9-AEF0-AC72-57CFD832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4C15EC-5E06-0C91-1810-1843E2C6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F678AA-9512-9714-17E7-12BA8211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38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FD550-1FE4-F01A-5EFB-38906E99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EE011C-44F3-3D6B-8CDA-855E69AAD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563638-F697-06C2-1AA8-A4B174B00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87614E-5A01-4916-82A5-86707EED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5B6280-AC8C-7E1B-4101-BFE3ADD5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11814F-1968-F1C5-42CE-5A6F82BB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800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77191-F7F2-6DDB-C64F-149D80F6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451174-D65E-32EC-776A-5F1058D3C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98A717-3F62-5263-78AF-5F986753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2BF6BA-D8F3-EC7B-55D3-4180A067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CDD793-2AE9-22A7-DD47-E81A0DC7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578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B3E5DD-E736-2C3E-AD1F-F6EF5DB58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C9659E-3954-3EC8-C041-29ED00544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FC62EF-A44D-C0AD-A916-3CB4ECDD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450827-7BE9-7123-902E-0D4870A58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C30FBA-E6DD-A04B-4392-7F2F74C3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527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81EF8D0-4841-B584-894C-51A5BB39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DE03F3-DA5E-D2CF-E63E-800E49B46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857B0B-BC80-4DDB-C9BD-BC82C1369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C8324-C5B3-49DE-BE90-655CF75F78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E1C808-D6BC-DCFB-F0CE-7A6B67C8D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5FB811-9DA1-8E7E-543E-11704987D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C9A61-A18D-4B45-AC59-D3F6DE1581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523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F73EF9-A60F-FEAB-DA41-77A864296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pt-BR" sz="5400"/>
              <a:t>Redes e Hierarquia Urbana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D88BDE-5475-4B05-461B-B188430CB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Capítulo 2 – Livro 5</a:t>
            </a:r>
            <a:endParaRPr lang="pt-BR"/>
          </a:p>
        </p:txBody>
      </p:sp>
      <p:pic>
        <p:nvPicPr>
          <p:cNvPr id="5" name="Picture 4" descr="Uma rede formada por pontos brancos">
            <a:extLst>
              <a:ext uri="{FF2B5EF4-FFF2-40B4-BE49-F238E27FC236}">
                <a16:creationId xmlns:a16="http://schemas.microsoft.com/office/drawing/2014/main" id="{A9883E38-EB26-C475-F69D-05B4475904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61" r="2647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7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CF88D2-BB8E-4DF4-08C8-F6FB5036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Redes Urbanas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91CE41-D9CC-8948-C8F4-38AFC49D5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Conjunto de cidades que apresentam uma articulação funcional entre si.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771963-1970-9531-779E-7A42313F5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267" y="2633472"/>
            <a:ext cx="7796418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0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3C15BA-12A7-0C56-F292-F10FB3DA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86" y="457200"/>
            <a:ext cx="4766861" cy="1929384"/>
          </a:xfrm>
        </p:spPr>
        <p:txBody>
          <a:bodyPr anchor="ctr">
            <a:normAutofit/>
          </a:bodyPr>
          <a:lstStyle/>
          <a:p>
            <a:r>
              <a:rPr lang="pt-BR" sz="4200" dirty="0"/>
              <a:t>Metropolização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24208-9B65-DF17-A19E-D32ECBE90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pt-BR" sz="2400" dirty="0"/>
              <a:t>A intensificação da urbanização e o crescimento desigual das cidades: </a:t>
            </a:r>
            <a:r>
              <a:rPr lang="pt-BR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verticalização</a:t>
            </a:r>
            <a:r>
              <a:rPr lang="pt-BR" sz="2400" dirty="0"/>
              <a:t> e </a:t>
            </a:r>
            <a:r>
              <a:rPr lang="pt-BR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periferização</a:t>
            </a:r>
            <a:r>
              <a:rPr lang="pt-BR" sz="2400" dirty="0"/>
              <a:t>. </a:t>
            </a:r>
          </a:p>
          <a:p>
            <a:pPr marL="0" indent="0">
              <a:buNone/>
            </a:pPr>
            <a:endParaRPr lang="pt-BR" sz="2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3BF990-C0A7-1A1B-3B01-F42D94FE2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700147"/>
            <a:ext cx="5468112" cy="341756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9FCD87-6B62-95BA-399B-A37E9692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544" y="2700147"/>
            <a:ext cx="5468112" cy="323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9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471D37-2BAD-CAEF-C0F1-063C5F3E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25369"/>
            <a:ext cx="4818186" cy="1956841"/>
          </a:xfrm>
        </p:spPr>
        <p:txBody>
          <a:bodyPr anchor="b">
            <a:normAutofit/>
          </a:bodyPr>
          <a:lstStyle/>
          <a:p>
            <a:r>
              <a:rPr lang="pt-BR" sz="4200" dirty="0"/>
              <a:t>Metropolização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821B7B-5510-5305-5D2C-315802B30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pt-BR" sz="2400" dirty="0"/>
              <a:t>O processo de </a:t>
            </a:r>
            <a:r>
              <a:rPr lang="pt-BR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conurbação</a:t>
            </a:r>
            <a:r>
              <a:rPr lang="pt-BR" sz="2400" dirty="0"/>
              <a:t> e a formação das </a:t>
            </a:r>
            <a:r>
              <a:rPr lang="pt-BR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metrópoles</a:t>
            </a:r>
            <a:r>
              <a:rPr lang="pt-BR" sz="2400" dirty="0"/>
              <a:t>.</a:t>
            </a:r>
            <a:endParaRPr lang="pt-BR" sz="2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23AE7B-3F7D-5405-501C-08BCCD651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41" r="24108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3316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3B540-6A6A-3F74-01C9-BFE0C3B8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5D9F9E-3019-95C6-B834-05CA17BF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48640"/>
            <a:ext cx="4619296" cy="5431536"/>
          </a:xfrm>
        </p:spPr>
        <p:txBody>
          <a:bodyPr>
            <a:normAutofit/>
          </a:bodyPr>
          <a:lstStyle/>
          <a:p>
            <a:r>
              <a:rPr lang="pt-BR" sz="3900" dirty="0"/>
              <a:t>Metropolização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CDC54D-8629-BDBC-3C48-F76D12A86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pt-BR" sz="2200" dirty="0"/>
              <a:t>O crescimento das metrópoles pode levar à formação de </a:t>
            </a:r>
            <a:r>
              <a:rPr lang="pt-BR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megacidades</a:t>
            </a:r>
            <a:r>
              <a:rPr lang="pt-BR" sz="2200" dirty="0"/>
              <a:t>.</a:t>
            </a:r>
          </a:p>
          <a:p>
            <a:r>
              <a:rPr lang="pt-BR" sz="2200" dirty="0"/>
              <a:t>Macrocefalia urbana</a:t>
            </a:r>
          </a:p>
        </p:txBody>
      </p:sp>
    </p:spTree>
    <p:extLst>
      <p:ext uri="{BB962C8B-B14F-4D97-AF65-F5344CB8AC3E}">
        <p14:creationId xmlns:p14="http://schemas.microsoft.com/office/powerpoint/2010/main" val="393911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2470A-3D51-7EA7-BA4E-CF28FCAC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5FFE5F-01D9-BA0D-0D64-3471CD97B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83" y="548640"/>
            <a:ext cx="4398579" cy="5431536"/>
          </a:xfrm>
        </p:spPr>
        <p:txBody>
          <a:bodyPr>
            <a:normAutofit/>
          </a:bodyPr>
          <a:lstStyle/>
          <a:p>
            <a:r>
              <a:rPr lang="pt-BR" sz="3900" dirty="0"/>
              <a:t>Metropolização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A17C49-470D-A1C6-CD27-73883C85A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pt-BR" sz="2200" dirty="0"/>
              <a:t>As </a:t>
            </a:r>
            <a:r>
              <a:rPr lang="pt-BR" sz="2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megalópoles</a:t>
            </a:r>
            <a:r>
              <a:rPr lang="pt-BR" sz="2200" dirty="0"/>
              <a:t>.</a:t>
            </a:r>
          </a:p>
          <a:p>
            <a:r>
              <a:rPr lang="pt-BR" sz="2200" dirty="0"/>
              <a:t>As megalópoles mundiais: EUA, Europa, Japão e China</a:t>
            </a:r>
          </a:p>
        </p:txBody>
      </p:sp>
    </p:spTree>
    <p:extLst>
      <p:ext uri="{BB962C8B-B14F-4D97-AF65-F5344CB8AC3E}">
        <p14:creationId xmlns:p14="http://schemas.microsoft.com/office/powerpoint/2010/main" val="182351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C87D0-C757-D2DD-4B3B-D63061CA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AF2A46FC-A8BE-4771-BE51-D9123E9185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61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13A3C8A-67DE-53D3-723E-B51BF743E5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00"/>
          <a:stretch>
            <a:fillRect/>
          </a:stretch>
        </p:blipFill>
        <p:spPr>
          <a:xfrm>
            <a:off x="472966" y="427178"/>
            <a:ext cx="11367960" cy="6008083"/>
          </a:xfrm>
          <a:custGeom>
            <a:avLst/>
            <a:gdLst/>
            <a:ahLst/>
            <a:cxnLst/>
            <a:rect l="l" t="t" r="r" b="b"/>
            <a:pathLst>
              <a:path w="10485104" h="5523506">
                <a:moveTo>
                  <a:pt x="5949681" y="536"/>
                </a:moveTo>
                <a:cubicBezTo>
                  <a:pt x="6074035" y="-2131"/>
                  <a:pt x="6198411" y="5173"/>
                  <a:pt x="6321822" y="22405"/>
                </a:cubicBezTo>
                <a:cubicBezTo>
                  <a:pt x="6498937" y="51493"/>
                  <a:pt x="6677824" y="73364"/>
                  <a:pt x="6857694" y="55210"/>
                </a:cubicBezTo>
                <a:cubicBezTo>
                  <a:pt x="6981675" y="42526"/>
                  <a:pt x="7105459" y="35089"/>
                  <a:pt x="7230031" y="35528"/>
                </a:cubicBezTo>
                <a:cubicBezTo>
                  <a:pt x="7516370" y="35528"/>
                  <a:pt x="7802902" y="38152"/>
                  <a:pt x="8089242" y="32684"/>
                </a:cubicBezTo>
                <a:cubicBezTo>
                  <a:pt x="8344090" y="27873"/>
                  <a:pt x="8597956" y="17377"/>
                  <a:pt x="8853003" y="43837"/>
                </a:cubicBezTo>
                <a:cubicBezTo>
                  <a:pt x="9229472" y="82767"/>
                  <a:pt x="9607909" y="70300"/>
                  <a:pt x="9985559" y="65708"/>
                </a:cubicBezTo>
                <a:cubicBezTo>
                  <a:pt x="10083101" y="64320"/>
                  <a:pt x="10180599" y="61132"/>
                  <a:pt x="10278047" y="56140"/>
                </a:cubicBezTo>
                <a:lnTo>
                  <a:pt x="10449151" y="44199"/>
                </a:lnTo>
                <a:lnTo>
                  <a:pt x="10468533" y="198724"/>
                </a:lnTo>
                <a:cubicBezTo>
                  <a:pt x="10475933" y="234109"/>
                  <a:pt x="10480462" y="270161"/>
                  <a:pt x="10482057" y="306442"/>
                </a:cubicBezTo>
                <a:cubicBezTo>
                  <a:pt x="10492136" y="438884"/>
                  <a:pt x="10475168" y="569479"/>
                  <a:pt x="10461007" y="700359"/>
                </a:cubicBezTo>
                <a:cubicBezTo>
                  <a:pt x="10451566" y="783776"/>
                  <a:pt x="10437150" y="868045"/>
                  <a:pt x="10461007" y="950608"/>
                </a:cubicBezTo>
                <a:cubicBezTo>
                  <a:pt x="10477350" y="1008147"/>
                  <a:pt x="10480985" y="1069224"/>
                  <a:pt x="10471595" y="1128666"/>
                </a:cubicBezTo>
                <a:cubicBezTo>
                  <a:pt x="10455763" y="1234166"/>
                  <a:pt x="10452459" y="1341527"/>
                  <a:pt x="10461772" y="1447979"/>
                </a:cubicBezTo>
                <a:cubicBezTo>
                  <a:pt x="10467921" y="1518165"/>
                  <a:pt x="10466977" y="1588906"/>
                  <a:pt x="10458965" y="1658865"/>
                </a:cubicBezTo>
                <a:cubicBezTo>
                  <a:pt x="10448377" y="1752939"/>
                  <a:pt x="10431919" y="1848719"/>
                  <a:pt x="10451949" y="1943076"/>
                </a:cubicBezTo>
                <a:cubicBezTo>
                  <a:pt x="10483843" y="2092999"/>
                  <a:pt x="10477464" y="2242779"/>
                  <a:pt x="10464706" y="2393837"/>
                </a:cubicBezTo>
                <a:cubicBezTo>
                  <a:pt x="10455138" y="2506243"/>
                  <a:pt x="10444549" y="2619928"/>
                  <a:pt x="10463686" y="2733613"/>
                </a:cubicBezTo>
                <a:cubicBezTo>
                  <a:pt x="10471914" y="2786362"/>
                  <a:pt x="10471914" y="2840306"/>
                  <a:pt x="10463686" y="2893056"/>
                </a:cubicBezTo>
                <a:cubicBezTo>
                  <a:pt x="10453735" y="2964109"/>
                  <a:pt x="10444294" y="3034452"/>
                  <a:pt x="10457052" y="3106215"/>
                </a:cubicBezTo>
                <a:cubicBezTo>
                  <a:pt x="10462665" y="3137479"/>
                  <a:pt x="10466875" y="3169026"/>
                  <a:pt x="10469810" y="3200574"/>
                </a:cubicBezTo>
                <a:cubicBezTo>
                  <a:pt x="10475653" y="3281119"/>
                  <a:pt x="10473561" y="3362120"/>
                  <a:pt x="10463559" y="3442154"/>
                </a:cubicBezTo>
                <a:cubicBezTo>
                  <a:pt x="10453990" y="3535091"/>
                  <a:pt x="10469554" y="3628597"/>
                  <a:pt x="10456797" y="3721250"/>
                </a:cubicBezTo>
                <a:cubicBezTo>
                  <a:pt x="10447738" y="3795870"/>
                  <a:pt x="10447394" y="3871485"/>
                  <a:pt x="10455776" y="3946204"/>
                </a:cubicBezTo>
                <a:cubicBezTo>
                  <a:pt x="10470855" y="4087457"/>
                  <a:pt x="10469912" y="4230260"/>
                  <a:pt x="10452970" y="4371244"/>
                </a:cubicBezTo>
                <a:cubicBezTo>
                  <a:pt x="10442508" y="4453523"/>
                  <a:pt x="10436512" y="4538218"/>
                  <a:pt x="10455266" y="4618934"/>
                </a:cubicBezTo>
                <a:cubicBezTo>
                  <a:pt x="10499408" y="4808646"/>
                  <a:pt x="10473637" y="4998642"/>
                  <a:pt x="10455266" y="5187359"/>
                </a:cubicBezTo>
                <a:cubicBezTo>
                  <a:pt x="10444103" y="5288708"/>
                  <a:pt x="10443847" y="5391181"/>
                  <a:pt x="10454500" y="5492602"/>
                </a:cubicBezTo>
                <a:lnTo>
                  <a:pt x="10454510" y="5492731"/>
                </a:lnTo>
                <a:lnTo>
                  <a:pt x="10414967" y="5491139"/>
                </a:lnTo>
                <a:cubicBezTo>
                  <a:pt x="10117611" y="5495732"/>
                  <a:pt x="9820450" y="5526349"/>
                  <a:pt x="9523092" y="5507105"/>
                </a:cubicBezTo>
                <a:cubicBezTo>
                  <a:pt x="9272964" y="5490920"/>
                  <a:pt x="9023034" y="5477142"/>
                  <a:pt x="8772711" y="5490483"/>
                </a:cubicBezTo>
                <a:cubicBezTo>
                  <a:pt x="8636774" y="5499549"/>
                  <a:pt x="8500636" y="5503107"/>
                  <a:pt x="8364561" y="5501172"/>
                </a:cubicBezTo>
                <a:lnTo>
                  <a:pt x="8196562" y="5491993"/>
                </a:lnTo>
                <a:lnTo>
                  <a:pt x="8077075" y="5475562"/>
                </a:lnTo>
                <a:lnTo>
                  <a:pt x="7915670" y="5468917"/>
                </a:lnTo>
                <a:lnTo>
                  <a:pt x="7914092" y="5467957"/>
                </a:lnTo>
                <a:lnTo>
                  <a:pt x="7894412" y="5467957"/>
                </a:lnTo>
                <a:lnTo>
                  <a:pt x="7892834" y="5468758"/>
                </a:lnTo>
                <a:lnTo>
                  <a:pt x="7727602" y="5475562"/>
                </a:lnTo>
                <a:lnTo>
                  <a:pt x="7690606" y="5480649"/>
                </a:lnTo>
                <a:lnTo>
                  <a:pt x="7624212" y="5484579"/>
                </a:lnTo>
                <a:cubicBezTo>
                  <a:pt x="7434738" y="5508001"/>
                  <a:pt x="7243868" y="5514147"/>
                  <a:pt x="7053506" y="5502949"/>
                </a:cubicBezTo>
                <a:cubicBezTo>
                  <a:pt x="6777009" y="5485453"/>
                  <a:pt x="6500117" y="5474737"/>
                  <a:pt x="6223029" y="5498574"/>
                </a:cubicBezTo>
                <a:cubicBezTo>
                  <a:pt x="6065592" y="5511916"/>
                  <a:pt x="5908157" y="5526131"/>
                  <a:pt x="5750720" y="5507761"/>
                </a:cubicBezTo>
                <a:cubicBezTo>
                  <a:pt x="5616170" y="5490965"/>
                  <a:pt x="5480520" y="5488253"/>
                  <a:pt x="5345518" y="5499668"/>
                </a:cubicBezTo>
                <a:cubicBezTo>
                  <a:pt x="5197844" y="5511040"/>
                  <a:pt x="5049616" y="5511040"/>
                  <a:pt x="4901942" y="5499668"/>
                </a:cubicBezTo>
                <a:cubicBezTo>
                  <a:pt x="4760445" y="5490920"/>
                  <a:pt x="4618556" y="5476268"/>
                  <a:pt x="4477454" y="5492013"/>
                </a:cubicBezTo>
                <a:cubicBezTo>
                  <a:pt x="4279085" y="5513884"/>
                  <a:pt x="4081305" y="5506667"/>
                  <a:pt x="3883329" y="5493326"/>
                </a:cubicBezTo>
                <a:cubicBezTo>
                  <a:pt x="3719792" y="5482391"/>
                  <a:pt x="3555664" y="5466425"/>
                  <a:pt x="3392914" y="5492233"/>
                </a:cubicBezTo>
                <a:cubicBezTo>
                  <a:pt x="3175771" y="5523222"/>
                  <a:pt x="2956480" y="5531206"/>
                  <a:pt x="2737979" y="5516072"/>
                </a:cubicBezTo>
                <a:cubicBezTo>
                  <a:pt x="2289680" y="5492670"/>
                  <a:pt x="1840986" y="5498574"/>
                  <a:pt x="1392489" y="5480641"/>
                </a:cubicBezTo>
                <a:cubicBezTo>
                  <a:pt x="1244499" y="5474519"/>
                  <a:pt x="1097296" y="5507322"/>
                  <a:pt x="949699" y="5509072"/>
                </a:cubicBezTo>
                <a:cubicBezTo>
                  <a:pt x="684469" y="5512352"/>
                  <a:pt x="418241" y="5493120"/>
                  <a:pt x="151598" y="5492249"/>
                </a:cubicBezTo>
                <a:lnTo>
                  <a:pt x="1415" y="5496057"/>
                </a:lnTo>
                <a:lnTo>
                  <a:pt x="3772" y="5431261"/>
                </a:lnTo>
                <a:cubicBezTo>
                  <a:pt x="7163" y="5398149"/>
                  <a:pt x="12808" y="5364994"/>
                  <a:pt x="20909" y="5331792"/>
                </a:cubicBezTo>
                <a:cubicBezTo>
                  <a:pt x="51502" y="5208362"/>
                  <a:pt x="50009" y="5079152"/>
                  <a:pt x="16572" y="4956462"/>
                </a:cubicBezTo>
                <a:cubicBezTo>
                  <a:pt x="9172" y="4924695"/>
                  <a:pt x="4643" y="4892329"/>
                  <a:pt x="3048" y="4859758"/>
                </a:cubicBezTo>
                <a:cubicBezTo>
                  <a:pt x="-7031" y="4740857"/>
                  <a:pt x="9937" y="4623614"/>
                  <a:pt x="24098" y="4506116"/>
                </a:cubicBezTo>
                <a:cubicBezTo>
                  <a:pt x="33539" y="4431228"/>
                  <a:pt x="47955" y="4355575"/>
                  <a:pt x="24098" y="4281453"/>
                </a:cubicBezTo>
                <a:cubicBezTo>
                  <a:pt x="7755" y="4229797"/>
                  <a:pt x="4120" y="4174965"/>
                  <a:pt x="13510" y="4121600"/>
                </a:cubicBezTo>
                <a:cubicBezTo>
                  <a:pt x="29342" y="4026887"/>
                  <a:pt x="32646" y="3930503"/>
                  <a:pt x="23333" y="3834935"/>
                </a:cubicBezTo>
                <a:cubicBezTo>
                  <a:pt x="17184" y="3771925"/>
                  <a:pt x="18128" y="3708417"/>
                  <a:pt x="26140" y="3645611"/>
                </a:cubicBezTo>
                <a:cubicBezTo>
                  <a:pt x="36728" y="3561155"/>
                  <a:pt x="53186" y="3475168"/>
                  <a:pt x="33156" y="3390458"/>
                </a:cubicBezTo>
                <a:cubicBezTo>
                  <a:pt x="1262" y="3255864"/>
                  <a:pt x="7641" y="3121398"/>
                  <a:pt x="20399" y="2985784"/>
                </a:cubicBezTo>
                <a:cubicBezTo>
                  <a:pt x="29967" y="2884871"/>
                  <a:pt x="40556" y="2782810"/>
                  <a:pt x="21419" y="2680748"/>
                </a:cubicBezTo>
                <a:cubicBezTo>
                  <a:pt x="13191" y="2633392"/>
                  <a:pt x="13191" y="2584964"/>
                  <a:pt x="21419" y="2537607"/>
                </a:cubicBezTo>
                <a:cubicBezTo>
                  <a:pt x="31370" y="2473819"/>
                  <a:pt x="40811" y="2410668"/>
                  <a:pt x="28053" y="2346242"/>
                </a:cubicBezTo>
                <a:cubicBezTo>
                  <a:pt x="22440" y="2318175"/>
                  <a:pt x="18230" y="2289853"/>
                  <a:pt x="15295" y="2261531"/>
                </a:cubicBezTo>
                <a:cubicBezTo>
                  <a:pt x="9452" y="2189221"/>
                  <a:pt x="11544" y="2116502"/>
                  <a:pt x="21546" y="2044651"/>
                </a:cubicBezTo>
                <a:cubicBezTo>
                  <a:pt x="31115" y="1961216"/>
                  <a:pt x="15551" y="1877270"/>
                  <a:pt x="28308" y="1794090"/>
                </a:cubicBezTo>
                <a:cubicBezTo>
                  <a:pt x="37367" y="1727100"/>
                  <a:pt x="37711" y="1659216"/>
                  <a:pt x="29329" y="1592136"/>
                </a:cubicBezTo>
                <a:cubicBezTo>
                  <a:pt x="14250" y="1465325"/>
                  <a:pt x="15193" y="1337123"/>
                  <a:pt x="32135" y="1210554"/>
                </a:cubicBezTo>
                <a:cubicBezTo>
                  <a:pt x="42597" y="1136687"/>
                  <a:pt x="48593" y="1060652"/>
                  <a:pt x="29839" y="988188"/>
                </a:cubicBezTo>
                <a:cubicBezTo>
                  <a:pt x="-14303" y="817873"/>
                  <a:pt x="11468" y="647303"/>
                  <a:pt x="29839" y="477881"/>
                </a:cubicBezTo>
                <a:cubicBezTo>
                  <a:pt x="41002" y="386894"/>
                  <a:pt x="41258" y="294898"/>
                  <a:pt x="30605" y="203847"/>
                </a:cubicBezTo>
                <a:lnTo>
                  <a:pt x="17136" y="42362"/>
                </a:lnTo>
                <a:lnTo>
                  <a:pt x="155390" y="51827"/>
                </a:lnTo>
                <a:cubicBezTo>
                  <a:pt x="380715" y="63616"/>
                  <a:pt x="606095" y="63411"/>
                  <a:pt x="831032" y="41432"/>
                </a:cubicBezTo>
                <a:cubicBezTo>
                  <a:pt x="1107234" y="18075"/>
                  <a:pt x="1384519" y="14708"/>
                  <a:pt x="1661115" y="31372"/>
                </a:cubicBezTo>
                <a:cubicBezTo>
                  <a:pt x="1911045" y="42962"/>
                  <a:pt x="2160581" y="71395"/>
                  <a:pt x="2411103" y="47120"/>
                </a:cubicBezTo>
                <a:cubicBezTo>
                  <a:pt x="2497298" y="38807"/>
                  <a:pt x="2581920" y="18689"/>
                  <a:pt x="2668707" y="14096"/>
                </a:cubicBezTo>
                <a:cubicBezTo>
                  <a:pt x="3075287" y="-7775"/>
                  <a:pt x="3480488" y="25030"/>
                  <a:pt x="3885690" y="51930"/>
                </a:cubicBezTo>
                <a:cubicBezTo>
                  <a:pt x="4033287" y="61770"/>
                  <a:pt x="4180883" y="73799"/>
                  <a:pt x="4328480" y="46900"/>
                </a:cubicBezTo>
                <a:cubicBezTo>
                  <a:pt x="4453032" y="25577"/>
                  <a:pt x="4579453" y="21181"/>
                  <a:pt x="4704949" y="33778"/>
                </a:cubicBezTo>
                <a:cubicBezTo>
                  <a:pt x="4816098" y="46376"/>
                  <a:pt x="4927939" y="49371"/>
                  <a:pt x="5039501" y="42745"/>
                </a:cubicBezTo>
                <a:cubicBezTo>
                  <a:pt x="5342568" y="15407"/>
                  <a:pt x="5645828" y="318"/>
                  <a:pt x="5949681" y="536"/>
                </a:cubicBezTo>
                <a:close/>
              </a:path>
            </a:pathLst>
          </a:cu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DC1F66C-B53D-3B5A-1A08-0A18E67CBC8A}"/>
              </a:ext>
            </a:extLst>
          </p:cNvPr>
          <p:cNvSpPr txBox="1"/>
          <p:nvPr/>
        </p:nvSpPr>
        <p:spPr>
          <a:xfrm>
            <a:off x="11747562" y="2315229"/>
            <a:ext cx="4218948" cy="2881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3531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548B2-1BF7-B45F-358A-F6148163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835D3AAF-3C87-0294-473B-24EE0AFBAA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1513A0-82AE-4295-89B6-A31F883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 err="1"/>
              <a:t>Megalópoles</a:t>
            </a:r>
            <a:r>
              <a:rPr lang="en-US" dirty="0"/>
              <a:t> </a:t>
            </a:r>
            <a:r>
              <a:rPr lang="en-US" dirty="0" err="1"/>
              <a:t>mundiais</a:t>
            </a:r>
            <a:r>
              <a:rPr lang="en-US" dirty="0"/>
              <a:t>: </a:t>
            </a:r>
            <a:r>
              <a:rPr lang="en-US" dirty="0" err="1"/>
              <a:t>Tokkaido</a:t>
            </a:r>
            <a:endParaRPr lang="en-US" dirty="0"/>
          </a:p>
        </p:txBody>
      </p:sp>
      <p:sp>
        <p:nvSpPr>
          <p:cNvPr id="1037" name="sketch line">
            <a:extLst>
              <a:ext uri="{FF2B5EF4-FFF2-40B4-BE49-F238E27FC236}">
                <a16:creationId xmlns:a16="http://schemas.microsoft.com/office/drawing/2014/main" id="{D88C0F98-EC5B-48C9-3E50-7EBF7E91E9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JAPANESE METROPOLITAN STRUCTURE DEFINED THROUGH CORRELATED DEMOGRAPHICS AND  LOCAL SERVICE SECTOR EMPLOYMENT PROVISION">
            <a:extLst>
              <a:ext uri="{FF2B5EF4-FFF2-40B4-BE49-F238E27FC236}">
                <a16:creationId xmlns:a16="http://schemas.microsoft.com/office/drawing/2014/main" id="{F405E1DA-91F4-E8BF-E3F3-EBE996FD9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36364" y="2136112"/>
            <a:ext cx="3633640" cy="472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81FA2E1-074C-F817-41AE-FCE7E6E5C0F5}"/>
              </a:ext>
            </a:extLst>
          </p:cNvPr>
          <p:cNvSpPr txBox="1"/>
          <p:nvPr/>
        </p:nvSpPr>
        <p:spPr>
          <a:xfrm>
            <a:off x="11747562" y="2315229"/>
            <a:ext cx="4218948" cy="2881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394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B7C03-FEAE-7653-9199-F9A8DBEC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D140B9-82A2-FCAC-142A-3C828A61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80" y="639193"/>
            <a:ext cx="4024712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Megalópoles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mundiais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BF9A486-755A-445B-CE59-4DCC34E4C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08205"/>
            <a:ext cx="7214616" cy="501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7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3B84A-F1F5-97DA-AF41-49DCAFDE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69DEFC-99FC-C946-0281-1920A71B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Megalópoles mundiais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Nenhuma descrição de foto disponível.">
            <a:extLst>
              <a:ext uri="{FF2B5EF4-FFF2-40B4-BE49-F238E27FC236}">
                <a16:creationId xmlns:a16="http://schemas.microsoft.com/office/drawing/2014/main" id="{4E94183B-8C8F-FD62-ADF1-278E431C0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863114"/>
            <a:ext cx="7214616" cy="510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966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4D397-CE9D-8067-8B9E-A9E9E5C7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E9E1DE0-BC13-D710-7BC3-7ED2501512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4CDCE364-D977-FF22-905B-6CF641C210A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313633A-C5AF-362E-8010-8D24FE3F7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410" y="835573"/>
            <a:ext cx="8211180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04DEA99-DDAC-3984-3740-AB33668E1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44" y="351995"/>
            <a:ext cx="11002911" cy="615400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3FD98D1-86E1-4694-5D15-960737265098}"/>
              </a:ext>
            </a:extLst>
          </p:cNvPr>
          <p:cNvSpPr txBox="1"/>
          <p:nvPr/>
        </p:nvSpPr>
        <p:spPr>
          <a:xfrm>
            <a:off x="1308538" y="835573"/>
            <a:ext cx="4619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As megalópoles chinesas</a:t>
            </a:r>
          </a:p>
        </p:txBody>
      </p:sp>
    </p:spTree>
    <p:extLst>
      <p:ext uri="{BB962C8B-B14F-4D97-AF65-F5344CB8AC3E}">
        <p14:creationId xmlns:p14="http://schemas.microsoft.com/office/powerpoint/2010/main" val="102833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12A78-FC9C-A008-AE5F-A579FB35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E8B4A57-125A-F881-4A4D-96B47F1CD4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B0BA3A45-0829-D3F1-7BEE-5BE67A3734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F0EA7FF-6BDF-D9A1-5A42-25AA3C71B03F}"/>
              </a:ext>
            </a:extLst>
          </p:cNvPr>
          <p:cNvSpPr txBox="1"/>
          <p:nvPr/>
        </p:nvSpPr>
        <p:spPr>
          <a:xfrm>
            <a:off x="643278" y="835573"/>
            <a:ext cx="9020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A formação da megalópole brasileira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D9996A52-BF48-E647-3E99-AC71D205C18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2407904"/>
              </p:ext>
            </p:extLst>
          </p:nvPr>
        </p:nvGraphicFramePr>
        <p:xfrm>
          <a:off x="643278" y="1761989"/>
          <a:ext cx="8655100" cy="475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Imagem de bitmap" r:id="rId3" imgW="9000000" imgH="4944165" progId="Paint.Picture">
                  <p:embed/>
                </p:oleObj>
              </mc:Choice>
              <mc:Fallback>
                <p:oleObj name="Imagem de bitmap" r:id="rId3" imgW="9000000" imgH="4944165" progId="Paint.Picture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D9996A52-BF48-E647-3E99-AC71D205C1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20000" contrast="4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78" y="1761989"/>
                        <a:ext cx="8655100" cy="4754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4697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E7BFB-5451-54C6-ABFA-F90CAABD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3D18BD-B4FE-6643-362A-AE9E4FCC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86" y="2767106"/>
            <a:ext cx="3626069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Hierarquia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urbana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Lista de Exercícios sobre hierarquia urbana - Mundo Educação">
            <a:extLst>
              <a:ext uri="{FF2B5EF4-FFF2-40B4-BE49-F238E27FC236}">
                <a16:creationId xmlns:a16="http://schemas.microsoft.com/office/drawing/2014/main" id="{84FADD84-4FF8-0ED1-4697-606524E911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7331" y="467208"/>
            <a:ext cx="6515942" cy="592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74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BE1FA-5701-E2E4-29A5-510C948E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0BF371-746D-0934-D6F7-30C0DCD1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pt-BR" sz="5400" dirty="0"/>
              <a:t>Cidades Globais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36EE6B8-A9AC-0C20-7AE7-FC13F10D0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579" y="1103744"/>
            <a:ext cx="7500825" cy="465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40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6C4B5-7251-659D-7049-7D01C278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2829C0-F457-928B-74AA-A21F0E16A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102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Redes e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Hierarquia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Urbana no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Brasil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7ADF00-6F48-2024-30C4-C93506F66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concentração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Sudeste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à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desconcentração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 </a:t>
            </a:r>
            <a:r>
              <a:rPr lang="en-US" sz="2400" kern="12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desmetropolização</a:t>
            </a:r>
            <a:endParaRPr lang="en-US" sz="2400" kern="1200" dirty="0">
              <a:solidFill>
                <a:schemeClr val="tx2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Esquema dos momentos de um processo de desmetropolização">
            <a:extLst>
              <a:ext uri="{FF2B5EF4-FFF2-40B4-BE49-F238E27FC236}">
                <a16:creationId xmlns:a16="http://schemas.microsoft.com/office/drawing/2014/main" id="{728C65EF-8D29-6010-473B-199EA7C32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709803"/>
            <a:ext cx="7214616" cy="541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505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ED902-B381-21D0-E391-F995A9DA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AC3D9B-A63C-3CAC-92F5-22F9C74D6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992094"/>
            <a:ext cx="4500748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Regiões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metropolitanas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Brasil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65BDDE-1C96-578E-C071-99C331BE8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172" y="4097502"/>
            <a:ext cx="4408586" cy="113684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Região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metropolitana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instrumento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planejamento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urbano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regional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0789CB8-5F44-FCC4-BB2C-36D2A8B62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29601" y="472966"/>
            <a:ext cx="6367958" cy="600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759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66F50-E0AE-FEB6-4AC0-39F3241D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393FC6-657C-4D47-4987-BC123340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422" y="1967266"/>
            <a:ext cx="3260812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Macrometrópole Paulista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8E66CE0-44D2-5B34-C4C4-4C5DE49C5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593" y="343033"/>
            <a:ext cx="7000272" cy="617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71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D8322-44FD-5078-2854-532E6E5A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A94F53-DCFA-E7C1-79B7-3BCA70E4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04" y="673770"/>
            <a:ext cx="4275117" cy="2027227"/>
          </a:xfrm>
        </p:spPr>
        <p:txBody>
          <a:bodyPr anchor="t">
            <a:normAutofit/>
          </a:bodyPr>
          <a:lstStyle/>
          <a:p>
            <a:r>
              <a:rPr lang="pt-BR" sz="4000" dirty="0" smtClean="0">
                <a:solidFill>
                  <a:srgbClr val="FFFFFF"/>
                </a:solidFill>
              </a:rPr>
              <a:t>Arranjos Populacionais</a:t>
            </a:r>
            <a:endParaRPr lang="pt-BR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63C6AB64-C426-037A-2B04-854D06E01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314999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268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36D65-ADBD-04FE-E024-117D54DD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ED07D9-21D4-7021-D2AB-E32880A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7461" y="728664"/>
            <a:ext cx="4984813" cy="315708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Hierarquia Urbana brasileira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DC37A40-1893-5ABA-3805-D20B7C52A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3506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20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2E6A7-B821-8179-43D6-B0CDA2BA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8206F6-786F-F40B-021F-D70C2CC8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945" y="637762"/>
            <a:ext cx="7545402" cy="90013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 dirty="0" err="1">
                <a:solidFill>
                  <a:schemeClr val="bg1"/>
                </a:solidFill>
              </a:rPr>
              <a:t>Hierarquia</a:t>
            </a:r>
            <a:r>
              <a:rPr lang="en-US" sz="3600" dirty="0">
                <a:solidFill>
                  <a:schemeClr val="bg1"/>
                </a:solidFill>
              </a:rPr>
              <a:t> Urbana Brasileira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B395D2-DD51-BA38-53F0-9D3EADFA52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5548" y="2217343"/>
            <a:ext cx="10668590" cy="4281205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ü"/>
            </a:pPr>
            <a:r>
              <a:rPr lang="pt-BR" altLang="pt-BR" sz="2200" dirty="0"/>
              <a:t>As 12 metrópoles brasileiras dividem-se em 3 grupos: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pt-BR" altLang="pt-BR" sz="2200" dirty="0"/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sz="2200" u="sng" dirty="0"/>
              <a:t>Grande Metrópole Nacional</a:t>
            </a:r>
            <a:r>
              <a:rPr lang="pt-BR" altLang="pt-BR" sz="2200" dirty="0"/>
              <a:t>: São Paulo.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sz="2200" u="sng" dirty="0"/>
              <a:t>Metrópoles nacionais</a:t>
            </a:r>
            <a:r>
              <a:rPr lang="pt-BR" altLang="pt-BR" sz="2200" dirty="0"/>
              <a:t>: Rio de Janeiro e Brasília.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pt-BR" altLang="pt-BR" sz="2200" u="sng" dirty="0"/>
              <a:t>Metrópoles </a:t>
            </a:r>
            <a:r>
              <a:rPr lang="pt-BR" altLang="pt-BR" sz="2200" dirty="0"/>
              <a:t>: Belém, Manaus, Goiânia, Fortaleza, Recife, Salvador, Belo Horizonte, Curitiba, Porto Alegre.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  <a:p>
            <a:pPr algn="just" eaLnBrk="1" hangingPunct="1">
              <a:buFont typeface="Wingdings" panose="05000000000000000000" pitchFamily="2" charset="2"/>
              <a:buChar char="ü"/>
            </a:pPr>
            <a:r>
              <a:rPr lang="pt-BR" altLang="pt-BR" sz="2200" dirty="0"/>
              <a:t>São Paulo e Rio de Janeiro também são metrópoles globais, porque sediam grandes empresas, grandes bancos, grandes universidades e centros de pesquisa, diversas feiras internacionais e eventos. Para elas converge um grande fluxo de turistas internacionais.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pt-BR" altLang="pt-BR" sz="2200" dirty="0"/>
          </a:p>
        </p:txBody>
      </p:sp>
    </p:spTree>
    <p:extLst>
      <p:ext uri="{BB962C8B-B14F-4D97-AF65-F5344CB8AC3E}">
        <p14:creationId xmlns:p14="http://schemas.microsoft.com/office/powerpoint/2010/main" val="31226696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265</Words>
  <Application>Microsoft Office PowerPoint</Application>
  <PresentationFormat>Widescreen</PresentationFormat>
  <Paragraphs>38</Paragraphs>
  <Slides>21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Wingdings</vt:lpstr>
      <vt:lpstr>Tema do Office</vt:lpstr>
      <vt:lpstr>Imagem de bitmap</vt:lpstr>
      <vt:lpstr>Redes e Hierarquia Urbana</vt:lpstr>
      <vt:lpstr>Redes Urbanas</vt:lpstr>
      <vt:lpstr>Metropolização</vt:lpstr>
      <vt:lpstr>Metropolização</vt:lpstr>
      <vt:lpstr>Metropolização</vt:lpstr>
      <vt:lpstr>Metropolização</vt:lpstr>
      <vt:lpstr>Apresentação do PowerPoint</vt:lpstr>
      <vt:lpstr>Megalópoles mundiais: Tokkaido</vt:lpstr>
      <vt:lpstr>Megalópoles mundiais</vt:lpstr>
      <vt:lpstr>Megalópoles mundiais</vt:lpstr>
      <vt:lpstr>Apresentação do PowerPoint</vt:lpstr>
      <vt:lpstr>Apresentação do PowerPoint</vt:lpstr>
      <vt:lpstr>Hierarquia urbana</vt:lpstr>
      <vt:lpstr>Apresentação do PowerPoint</vt:lpstr>
      <vt:lpstr>Cidades Globais</vt:lpstr>
      <vt:lpstr>Redes e Hierarquia Urbana no Brasil</vt:lpstr>
      <vt:lpstr>Regiões metropolitanas no Brasil</vt:lpstr>
      <vt:lpstr>Macrometrópole Paulista</vt:lpstr>
      <vt:lpstr>Arranjos Populacionais</vt:lpstr>
      <vt:lpstr>Hierarquia Urbana brasileira</vt:lpstr>
      <vt:lpstr>Hierarquia Urbana Brasileira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e Hierarquia Urbana</dc:title>
  <dc:creator>Alex Rios</dc:creator>
  <cp:lastModifiedBy>Agostiniano Mendel - Olimpíadas Ensino Médio</cp:lastModifiedBy>
  <cp:revision>12</cp:revision>
  <dcterms:created xsi:type="dcterms:W3CDTF">2026-04-21T15:31:01Z</dcterms:created>
  <dcterms:modified xsi:type="dcterms:W3CDTF">2026-05-13T10:53:10Z</dcterms:modified>
</cp:coreProperties>
</file>