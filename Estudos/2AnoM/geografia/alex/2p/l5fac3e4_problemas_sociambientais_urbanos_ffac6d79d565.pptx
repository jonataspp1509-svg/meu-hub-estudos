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19"/>
  </p:notesMasterIdLst>
  <p:sldIdLst>
    <p:sldId id="256" r:id="rId2"/>
    <p:sldId id="268" r:id="rId3"/>
    <p:sldId id="264" r:id="rId4"/>
    <p:sldId id="289" r:id="rId5"/>
    <p:sldId id="263" r:id="rId6"/>
    <p:sldId id="294" r:id="rId7"/>
    <p:sldId id="296" r:id="rId8"/>
    <p:sldId id="298" r:id="rId9"/>
    <p:sldId id="284" r:id="rId10"/>
    <p:sldId id="265" r:id="rId11"/>
    <p:sldId id="288" r:id="rId12"/>
    <p:sldId id="291" r:id="rId13"/>
    <p:sldId id="286" r:id="rId14"/>
    <p:sldId id="292" r:id="rId15"/>
    <p:sldId id="290" r:id="rId16"/>
    <p:sldId id="287" r:id="rId17"/>
    <p:sldId id="29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2F33CA-9888-4500-852B-91E93647DA29}" v="72" dt="2026-06-20T20:48:15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Rios" userId="69fc135ea1c70fd1" providerId="LiveId" clId="{EDAF6266-BA3D-4DCE-A57F-7AEA88DC3424}"/>
    <pc:docChg chg="undo custSel addSld delSld modSld sldOrd">
      <pc:chgData name="Alex Rios" userId="69fc135ea1c70fd1" providerId="LiveId" clId="{EDAF6266-BA3D-4DCE-A57F-7AEA88DC3424}" dt="2026-06-20T20:48:36.358" v="411"/>
      <pc:docMkLst>
        <pc:docMk/>
      </pc:docMkLst>
      <pc:sldChg chg="modSp mod">
        <pc:chgData name="Alex Rios" userId="69fc135ea1c70fd1" providerId="LiveId" clId="{EDAF6266-BA3D-4DCE-A57F-7AEA88DC3424}" dt="2026-06-20T20:48:15.796" v="409" actId="255"/>
        <pc:sldMkLst>
          <pc:docMk/>
          <pc:sldMk cId="0" sldId="256"/>
        </pc:sldMkLst>
        <pc:spChg chg="mod">
          <ac:chgData name="Alex Rios" userId="69fc135ea1c70fd1" providerId="LiveId" clId="{EDAF6266-BA3D-4DCE-A57F-7AEA88DC3424}" dt="2026-06-20T20:48:15.796" v="409" actId="255"/>
          <ac:spMkLst>
            <pc:docMk/>
            <pc:sldMk cId="0" sldId="256"/>
            <ac:spMk id="3074" creationId="{77070147-F499-0BB4-693A-4F4CE2DDA4DB}"/>
          </ac:spMkLst>
        </pc:spChg>
      </pc:sldChg>
      <pc:sldChg chg="del">
        <pc:chgData name="Alex Rios" userId="69fc135ea1c70fd1" providerId="LiveId" clId="{EDAF6266-BA3D-4DCE-A57F-7AEA88DC3424}" dt="2026-06-20T20:13:59.428" v="0" actId="47"/>
        <pc:sldMkLst>
          <pc:docMk/>
          <pc:sldMk cId="0" sldId="257"/>
        </pc:sldMkLst>
      </pc:sldChg>
      <pc:sldChg chg="del">
        <pc:chgData name="Alex Rios" userId="69fc135ea1c70fd1" providerId="LiveId" clId="{EDAF6266-BA3D-4DCE-A57F-7AEA88DC3424}" dt="2026-06-20T20:13:59.428" v="0" actId="47"/>
        <pc:sldMkLst>
          <pc:docMk/>
          <pc:sldMk cId="0" sldId="258"/>
        </pc:sldMkLst>
      </pc:sldChg>
      <pc:sldChg chg="del">
        <pc:chgData name="Alex Rios" userId="69fc135ea1c70fd1" providerId="LiveId" clId="{EDAF6266-BA3D-4DCE-A57F-7AEA88DC3424}" dt="2026-06-20T20:13:59.428" v="0" actId="47"/>
        <pc:sldMkLst>
          <pc:docMk/>
          <pc:sldMk cId="0" sldId="260"/>
        </pc:sldMkLst>
      </pc:sldChg>
      <pc:sldChg chg="del">
        <pc:chgData name="Alex Rios" userId="69fc135ea1c70fd1" providerId="LiveId" clId="{EDAF6266-BA3D-4DCE-A57F-7AEA88DC3424}" dt="2026-06-20T20:13:59.428" v="0" actId="47"/>
        <pc:sldMkLst>
          <pc:docMk/>
          <pc:sldMk cId="0" sldId="262"/>
        </pc:sldMkLst>
      </pc:sldChg>
      <pc:sldChg chg="modSp mod">
        <pc:chgData name="Alex Rios" userId="69fc135ea1c70fd1" providerId="LiveId" clId="{EDAF6266-BA3D-4DCE-A57F-7AEA88DC3424}" dt="2026-06-20T20:22:00.570" v="167" actId="113"/>
        <pc:sldMkLst>
          <pc:docMk/>
          <pc:sldMk cId="0" sldId="263"/>
        </pc:sldMkLst>
        <pc:spChg chg="mod">
          <ac:chgData name="Alex Rios" userId="69fc135ea1c70fd1" providerId="LiveId" clId="{EDAF6266-BA3D-4DCE-A57F-7AEA88DC3424}" dt="2026-06-20T20:22:00.570" v="167" actId="113"/>
          <ac:spMkLst>
            <pc:docMk/>
            <pc:sldMk cId="0" sldId="263"/>
            <ac:spMk id="20483" creationId="{FC15732B-CD07-223C-B87B-AB35B2161D56}"/>
          </ac:spMkLst>
        </pc:spChg>
      </pc:sldChg>
      <pc:sldChg chg="del">
        <pc:chgData name="Alex Rios" userId="69fc135ea1c70fd1" providerId="LiveId" clId="{EDAF6266-BA3D-4DCE-A57F-7AEA88DC3424}" dt="2026-06-20T20:15:38.632" v="54" actId="2696"/>
        <pc:sldMkLst>
          <pc:docMk/>
          <pc:sldMk cId="0" sldId="266"/>
        </pc:sldMkLst>
      </pc:sldChg>
      <pc:sldChg chg="del">
        <pc:chgData name="Alex Rios" userId="69fc135ea1c70fd1" providerId="LiveId" clId="{EDAF6266-BA3D-4DCE-A57F-7AEA88DC3424}" dt="2026-06-20T20:13:59.428" v="0" actId="47"/>
        <pc:sldMkLst>
          <pc:docMk/>
          <pc:sldMk cId="0" sldId="267"/>
        </pc:sldMkLst>
      </pc:sldChg>
      <pc:sldChg chg="del">
        <pc:chgData name="Alex Rios" userId="69fc135ea1c70fd1" providerId="LiveId" clId="{EDAF6266-BA3D-4DCE-A57F-7AEA88DC3424}" dt="2026-06-20T20:13:59.428" v="0" actId="47"/>
        <pc:sldMkLst>
          <pc:docMk/>
          <pc:sldMk cId="0" sldId="269"/>
        </pc:sldMkLst>
      </pc:sldChg>
      <pc:sldChg chg="del">
        <pc:chgData name="Alex Rios" userId="69fc135ea1c70fd1" providerId="LiveId" clId="{EDAF6266-BA3D-4DCE-A57F-7AEA88DC3424}" dt="2026-06-20T20:13:59.428" v="0" actId="47"/>
        <pc:sldMkLst>
          <pc:docMk/>
          <pc:sldMk cId="0" sldId="270"/>
        </pc:sldMkLst>
      </pc:sldChg>
      <pc:sldChg chg="del">
        <pc:chgData name="Alex Rios" userId="69fc135ea1c70fd1" providerId="LiveId" clId="{EDAF6266-BA3D-4DCE-A57F-7AEA88DC3424}" dt="2026-06-20T20:13:59.428" v="0" actId="47"/>
        <pc:sldMkLst>
          <pc:docMk/>
          <pc:sldMk cId="0" sldId="271"/>
        </pc:sldMkLst>
      </pc:sldChg>
      <pc:sldChg chg="del">
        <pc:chgData name="Alex Rios" userId="69fc135ea1c70fd1" providerId="LiveId" clId="{EDAF6266-BA3D-4DCE-A57F-7AEA88DC3424}" dt="2026-06-20T20:13:59.428" v="0" actId="47"/>
        <pc:sldMkLst>
          <pc:docMk/>
          <pc:sldMk cId="0" sldId="277"/>
        </pc:sldMkLst>
      </pc:sldChg>
      <pc:sldChg chg="del">
        <pc:chgData name="Alex Rios" userId="69fc135ea1c70fd1" providerId="LiveId" clId="{EDAF6266-BA3D-4DCE-A57F-7AEA88DC3424}" dt="2026-06-20T20:13:59.428" v="0" actId="47"/>
        <pc:sldMkLst>
          <pc:docMk/>
          <pc:sldMk cId="0" sldId="278"/>
        </pc:sldMkLst>
      </pc:sldChg>
      <pc:sldChg chg="del">
        <pc:chgData name="Alex Rios" userId="69fc135ea1c70fd1" providerId="LiveId" clId="{EDAF6266-BA3D-4DCE-A57F-7AEA88DC3424}" dt="2026-06-20T20:13:59.428" v="0" actId="47"/>
        <pc:sldMkLst>
          <pc:docMk/>
          <pc:sldMk cId="0" sldId="279"/>
        </pc:sldMkLst>
      </pc:sldChg>
      <pc:sldChg chg="del">
        <pc:chgData name="Alex Rios" userId="69fc135ea1c70fd1" providerId="LiveId" clId="{EDAF6266-BA3D-4DCE-A57F-7AEA88DC3424}" dt="2026-06-20T20:13:59.428" v="0" actId="47"/>
        <pc:sldMkLst>
          <pc:docMk/>
          <pc:sldMk cId="0" sldId="280"/>
        </pc:sldMkLst>
      </pc:sldChg>
      <pc:sldChg chg="del">
        <pc:chgData name="Alex Rios" userId="69fc135ea1c70fd1" providerId="LiveId" clId="{EDAF6266-BA3D-4DCE-A57F-7AEA88DC3424}" dt="2026-06-20T20:13:59.428" v="0" actId="47"/>
        <pc:sldMkLst>
          <pc:docMk/>
          <pc:sldMk cId="0" sldId="281"/>
        </pc:sldMkLst>
      </pc:sldChg>
      <pc:sldChg chg="del">
        <pc:chgData name="Alex Rios" userId="69fc135ea1c70fd1" providerId="LiveId" clId="{EDAF6266-BA3D-4DCE-A57F-7AEA88DC3424}" dt="2026-06-20T20:13:59.428" v="0" actId="47"/>
        <pc:sldMkLst>
          <pc:docMk/>
          <pc:sldMk cId="0" sldId="282"/>
        </pc:sldMkLst>
      </pc:sldChg>
      <pc:sldChg chg="addSp delSp modSp mod ord setBg">
        <pc:chgData name="Alex Rios" userId="69fc135ea1c70fd1" providerId="LiveId" clId="{EDAF6266-BA3D-4DCE-A57F-7AEA88DC3424}" dt="2026-06-20T20:21:34.882" v="166" actId="1076"/>
        <pc:sldMkLst>
          <pc:docMk/>
          <pc:sldMk cId="1911393645" sldId="287"/>
        </pc:sldMkLst>
        <pc:spChg chg="add del mod">
          <ac:chgData name="Alex Rios" userId="69fc135ea1c70fd1" providerId="LiveId" clId="{EDAF6266-BA3D-4DCE-A57F-7AEA88DC3424}" dt="2026-06-20T20:18:07.368" v="59" actId="21"/>
          <ac:spMkLst>
            <pc:docMk/>
            <pc:sldMk cId="1911393645" sldId="287"/>
            <ac:spMk id="3" creationId="{4F7B2F83-051D-1E14-6408-7B49059A4536}"/>
          </ac:spMkLst>
        </pc:spChg>
        <pc:spChg chg="add mod">
          <ac:chgData name="Alex Rios" userId="69fc135ea1c70fd1" providerId="LiveId" clId="{EDAF6266-BA3D-4DCE-A57F-7AEA88DC3424}" dt="2026-06-20T20:21:34.882" v="166" actId="1076"/>
          <ac:spMkLst>
            <pc:docMk/>
            <pc:sldMk cId="1911393645" sldId="287"/>
            <ac:spMk id="5" creationId="{6CC75CD7-136C-40C2-F87D-60645262995A}"/>
          </ac:spMkLst>
        </pc:spChg>
        <pc:spChg chg="mod">
          <ac:chgData name="Alex Rios" userId="69fc135ea1c70fd1" providerId="LiveId" clId="{EDAF6266-BA3D-4DCE-A57F-7AEA88DC3424}" dt="2026-06-20T20:18:45.248" v="87" actId="20577"/>
          <ac:spMkLst>
            <pc:docMk/>
            <pc:sldMk cId="1911393645" sldId="287"/>
            <ac:spMk id="26626" creationId="{E153F68C-667A-4CAC-9479-A5E8036228CF}"/>
          </ac:spMkLst>
        </pc:spChg>
        <pc:spChg chg="del">
          <ac:chgData name="Alex Rios" userId="69fc135ea1c70fd1" providerId="LiveId" clId="{EDAF6266-BA3D-4DCE-A57F-7AEA88DC3424}" dt="2026-06-20T20:18:04.109" v="58" actId="21"/>
          <ac:spMkLst>
            <pc:docMk/>
            <pc:sldMk cId="1911393645" sldId="287"/>
            <ac:spMk id="26627" creationId="{072319A7-C6BB-E272-53B7-8CBEFD8F846F}"/>
          </ac:spMkLst>
        </pc:spChg>
        <pc:spChg chg="add del">
          <ac:chgData name="Alex Rios" userId="69fc135ea1c70fd1" providerId="LiveId" clId="{EDAF6266-BA3D-4DCE-A57F-7AEA88DC3424}" dt="2026-06-20T20:18:30.971" v="64" actId="26606"/>
          <ac:spMkLst>
            <pc:docMk/>
            <pc:sldMk cId="1911393645" sldId="287"/>
            <ac:spMk id="26631" creationId="{B217C2AD-51B4-40CE-A71F-F5D3F846D97B}"/>
          </ac:spMkLst>
        </pc:spChg>
        <pc:spChg chg="add del">
          <ac:chgData name="Alex Rios" userId="69fc135ea1c70fd1" providerId="LiveId" clId="{EDAF6266-BA3D-4DCE-A57F-7AEA88DC3424}" dt="2026-06-20T20:18:30.971" v="64" actId="26606"/>
          <ac:spMkLst>
            <pc:docMk/>
            <pc:sldMk cId="1911393645" sldId="287"/>
            <ac:spMk id="26633" creationId="{6F1BF92E-23CF-4BFE-9E1F-C359BACFA3C5}"/>
          </ac:spMkLst>
        </pc:spChg>
        <pc:spChg chg="add del">
          <ac:chgData name="Alex Rios" userId="69fc135ea1c70fd1" providerId="LiveId" clId="{EDAF6266-BA3D-4DCE-A57F-7AEA88DC3424}" dt="2026-06-20T20:18:30.971" v="64" actId="26606"/>
          <ac:spMkLst>
            <pc:docMk/>
            <pc:sldMk cId="1911393645" sldId="287"/>
            <ac:spMk id="26635" creationId="{DFEF8384-2545-4ACD-9071-49DD1CFC4E99}"/>
          </ac:spMkLst>
        </pc:spChg>
        <pc:spChg chg="add del">
          <ac:chgData name="Alex Rios" userId="69fc135ea1c70fd1" providerId="LiveId" clId="{EDAF6266-BA3D-4DCE-A57F-7AEA88DC3424}" dt="2026-06-20T20:18:30.971" v="64" actId="26606"/>
          <ac:spMkLst>
            <pc:docMk/>
            <pc:sldMk cId="1911393645" sldId="287"/>
            <ac:spMk id="26637" creationId="{F77DB8FA-61A7-4DE7-A777-6D258D172484}"/>
          </ac:spMkLst>
        </pc:spChg>
        <pc:picChg chg="add mod">
          <ac:chgData name="Alex Rios" userId="69fc135ea1c70fd1" providerId="LiveId" clId="{EDAF6266-BA3D-4DCE-A57F-7AEA88DC3424}" dt="2026-06-20T20:18:35.827" v="67" actId="1076"/>
          <ac:picMkLst>
            <pc:docMk/>
            <pc:sldMk cId="1911393645" sldId="287"/>
            <ac:picMk id="4" creationId="{33FA29F5-97C4-B2DA-43AD-AD31E0D3ECA1}"/>
          </ac:picMkLst>
        </pc:picChg>
        <pc:picChg chg="del">
          <ac:chgData name="Alex Rios" userId="69fc135ea1c70fd1" providerId="LiveId" clId="{EDAF6266-BA3D-4DCE-A57F-7AEA88DC3424}" dt="2026-06-20T20:18:08.954" v="60" actId="21"/>
          <ac:picMkLst>
            <pc:docMk/>
            <pc:sldMk cId="1911393645" sldId="287"/>
            <ac:picMk id="40962" creationId="{8209D152-54C4-E57A-4199-1144B89CEB31}"/>
          </ac:picMkLst>
        </pc:picChg>
      </pc:sldChg>
      <pc:sldChg chg="add">
        <pc:chgData name="Alex Rios" userId="69fc135ea1c70fd1" providerId="LiveId" clId="{EDAF6266-BA3D-4DCE-A57F-7AEA88DC3424}" dt="2026-06-20T20:17:54.570" v="55" actId="2890"/>
        <pc:sldMkLst>
          <pc:docMk/>
          <pc:sldMk cId="1117524274" sldId="292"/>
        </pc:sldMkLst>
      </pc:sldChg>
      <pc:sldChg chg="addSp delSp modSp add mod">
        <pc:chgData name="Alex Rios" userId="69fc135ea1c70fd1" providerId="LiveId" clId="{EDAF6266-BA3D-4DCE-A57F-7AEA88DC3424}" dt="2026-06-20T20:21:16.225" v="154" actId="1076"/>
        <pc:sldMkLst>
          <pc:docMk/>
          <pc:sldMk cId="1262654373" sldId="293"/>
        </pc:sldMkLst>
        <pc:spChg chg="add mod">
          <ac:chgData name="Alex Rios" userId="69fc135ea1c70fd1" providerId="LiveId" clId="{EDAF6266-BA3D-4DCE-A57F-7AEA88DC3424}" dt="2026-06-20T20:21:16.225" v="154" actId="1076"/>
          <ac:spMkLst>
            <pc:docMk/>
            <pc:sldMk cId="1262654373" sldId="293"/>
            <ac:spMk id="5" creationId="{0F6E44E3-5276-81E9-D1CE-FF7B8EFBD07D}"/>
          </ac:spMkLst>
        </pc:spChg>
        <pc:spChg chg="mod">
          <ac:chgData name="Alex Rios" userId="69fc135ea1c70fd1" providerId="LiveId" clId="{EDAF6266-BA3D-4DCE-A57F-7AEA88DC3424}" dt="2026-06-20T20:21:09.462" v="152" actId="20577"/>
          <ac:spMkLst>
            <pc:docMk/>
            <pc:sldMk cId="1262654373" sldId="293"/>
            <ac:spMk id="26626" creationId="{449D55D1-1E22-56A8-074F-DE109A2F44C8}"/>
          </ac:spMkLst>
        </pc:spChg>
        <pc:picChg chg="add del">
          <ac:chgData name="Alex Rios" userId="69fc135ea1c70fd1" providerId="LiveId" clId="{EDAF6266-BA3D-4DCE-A57F-7AEA88DC3424}" dt="2026-06-20T20:19:57.721" v="92" actId="22"/>
          <ac:picMkLst>
            <pc:docMk/>
            <pc:sldMk cId="1262654373" sldId="293"/>
            <ac:picMk id="2" creationId="{A9BCF884-F4DA-43F8-CCFB-D1CCF4DCA413}"/>
          </ac:picMkLst>
        </pc:picChg>
        <pc:picChg chg="add mod">
          <ac:chgData name="Alex Rios" userId="69fc135ea1c70fd1" providerId="LiveId" clId="{EDAF6266-BA3D-4DCE-A57F-7AEA88DC3424}" dt="2026-06-20T20:21:13.141" v="153" actId="14100"/>
          <ac:picMkLst>
            <pc:docMk/>
            <pc:sldMk cId="1262654373" sldId="293"/>
            <ac:picMk id="3" creationId="{2AD2AC39-AF1F-9D80-25E9-AF69AB674378}"/>
          </ac:picMkLst>
        </pc:picChg>
        <pc:picChg chg="del">
          <ac:chgData name="Alex Rios" userId="69fc135ea1c70fd1" providerId="LiveId" clId="{EDAF6266-BA3D-4DCE-A57F-7AEA88DC3424}" dt="2026-06-20T20:19:11.713" v="89" actId="21"/>
          <ac:picMkLst>
            <pc:docMk/>
            <pc:sldMk cId="1262654373" sldId="293"/>
            <ac:picMk id="4" creationId="{BDE8DF2B-C887-F7B1-7D7A-406AF9DE787E}"/>
          </ac:picMkLst>
        </pc:picChg>
      </pc:sldChg>
      <pc:sldChg chg="addSp delSp modSp add mod ord">
        <pc:chgData name="Alex Rios" userId="69fc135ea1c70fd1" providerId="LiveId" clId="{EDAF6266-BA3D-4DCE-A57F-7AEA88DC3424}" dt="2026-06-20T20:27:08.945" v="216"/>
        <pc:sldMkLst>
          <pc:docMk/>
          <pc:sldMk cId="799415391" sldId="294"/>
        </pc:sldMkLst>
        <pc:spChg chg="add del mod">
          <ac:chgData name="Alex Rios" userId="69fc135ea1c70fd1" providerId="LiveId" clId="{EDAF6266-BA3D-4DCE-A57F-7AEA88DC3424}" dt="2026-06-20T20:22:58.215" v="177"/>
          <ac:spMkLst>
            <pc:docMk/>
            <pc:sldMk cId="799415391" sldId="294"/>
            <ac:spMk id="3" creationId="{DC5592C0-6078-4E02-248A-3B512D9AFF61}"/>
          </ac:spMkLst>
        </pc:spChg>
        <pc:spChg chg="add mod">
          <ac:chgData name="Alex Rios" userId="69fc135ea1c70fd1" providerId="LiveId" clId="{EDAF6266-BA3D-4DCE-A57F-7AEA88DC3424}" dt="2026-06-20T20:25:30.414" v="195" actId="123"/>
          <ac:spMkLst>
            <pc:docMk/>
            <pc:sldMk cId="799415391" sldId="294"/>
            <ac:spMk id="5" creationId="{851A81F6-4B5E-3407-58FE-12536794E2EF}"/>
          </ac:spMkLst>
        </pc:spChg>
        <pc:spChg chg="add mod">
          <ac:chgData name="Alex Rios" userId="69fc135ea1c70fd1" providerId="LiveId" clId="{EDAF6266-BA3D-4DCE-A57F-7AEA88DC3424}" dt="2026-06-20T20:25:48.013" v="198" actId="14100"/>
          <ac:spMkLst>
            <pc:docMk/>
            <pc:sldMk cId="799415391" sldId="294"/>
            <ac:spMk id="6" creationId="{3BEB714B-E813-5079-6A91-64DB24B87FD4}"/>
          </ac:spMkLst>
        </pc:spChg>
        <pc:spChg chg="mod">
          <ac:chgData name="Alex Rios" userId="69fc135ea1c70fd1" providerId="LiveId" clId="{EDAF6266-BA3D-4DCE-A57F-7AEA88DC3424}" dt="2026-06-20T20:25:54.818" v="211" actId="20577"/>
          <ac:spMkLst>
            <pc:docMk/>
            <pc:sldMk cId="799415391" sldId="294"/>
            <ac:spMk id="19458" creationId="{722744E1-C702-10B5-3906-D1FE533E7AB4}"/>
          </ac:spMkLst>
        </pc:spChg>
        <pc:picChg chg="add mod">
          <ac:chgData name="Alex Rios" userId="69fc135ea1c70fd1" providerId="LiveId" clId="{EDAF6266-BA3D-4DCE-A57F-7AEA88DC3424}" dt="2026-06-20T20:23:02.671" v="179" actId="14100"/>
          <ac:picMkLst>
            <pc:docMk/>
            <pc:sldMk cId="799415391" sldId="294"/>
            <ac:picMk id="4" creationId="{81FC01D9-6EDD-D6C4-8E4E-B9DF7ECA2DFD}"/>
          </ac:picMkLst>
        </pc:picChg>
        <pc:picChg chg="del">
          <ac:chgData name="Alex Rios" userId="69fc135ea1c70fd1" providerId="LiveId" clId="{EDAF6266-BA3D-4DCE-A57F-7AEA88DC3424}" dt="2026-06-20T20:22:50.536" v="176" actId="21"/>
          <ac:picMkLst>
            <pc:docMk/>
            <pc:sldMk cId="799415391" sldId="294"/>
            <ac:picMk id="19459" creationId="{C88B29A0-5688-432B-43E8-91CE1A0EF50A}"/>
          </ac:picMkLst>
        </pc:picChg>
      </pc:sldChg>
      <pc:sldChg chg="delSp add del mod ord">
        <pc:chgData name="Alex Rios" userId="69fc135ea1c70fd1" providerId="LiveId" clId="{EDAF6266-BA3D-4DCE-A57F-7AEA88DC3424}" dt="2026-06-20T20:22:43.511" v="174" actId="2696"/>
        <pc:sldMkLst>
          <pc:docMk/>
          <pc:sldMk cId="2196468127" sldId="294"/>
        </pc:sldMkLst>
        <pc:picChg chg="del">
          <ac:chgData name="Alex Rios" userId="69fc135ea1c70fd1" providerId="LiveId" clId="{EDAF6266-BA3D-4DCE-A57F-7AEA88DC3424}" dt="2026-06-20T20:22:34.047" v="173" actId="21"/>
          <ac:picMkLst>
            <pc:docMk/>
            <pc:sldMk cId="2196468127" sldId="294"/>
            <ac:picMk id="3" creationId="{F1FFC959-7E78-FFC9-8FCE-A993230CD2DC}"/>
          </ac:picMkLst>
        </pc:picChg>
      </pc:sldChg>
      <pc:sldChg chg="addSp delSp modSp add del mod">
        <pc:chgData name="Alex Rios" userId="69fc135ea1c70fd1" providerId="LiveId" clId="{EDAF6266-BA3D-4DCE-A57F-7AEA88DC3424}" dt="2026-06-20T20:29:49.811" v="254" actId="2696"/>
        <pc:sldMkLst>
          <pc:docMk/>
          <pc:sldMk cId="3335247240" sldId="295"/>
        </pc:sldMkLst>
        <pc:spChg chg="add del mod">
          <ac:chgData name="Alex Rios" userId="69fc135ea1c70fd1" providerId="LiveId" clId="{EDAF6266-BA3D-4DCE-A57F-7AEA88DC3424}" dt="2026-06-20T20:28:21.509" v="223"/>
          <ac:spMkLst>
            <pc:docMk/>
            <pc:sldMk cId="3335247240" sldId="295"/>
            <ac:spMk id="3" creationId="{716175CF-DC58-50B1-2819-D607383B16BB}"/>
          </ac:spMkLst>
        </pc:spChg>
        <pc:spChg chg="mod">
          <ac:chgData name="Alex Rios" userId="69fc135ea1c70fd1" providerId="LiveId" clId="{EDAF6266-BA3D-4DCE-A57F-7AEA88DC3424}" dt="2026-06-20T20:27:31.965" v="222" actId="20577"/>
          <ac:spMkLst>
            <pc:docMk/>
            <pc:sldMk cId="3335247240" sldId="295"/>
            <ac:spMk id="5" creationId="{EC5B5D9F-246B-7FDF-8A8E-52842A0EF692}"/>
          </ac:spMkLst>
        </pc:spChg>
        <pc:picChg chg="del">
          <ac:chgData name="Alex Rios" userId="69fc135ea1c70fd1" providerId="LiveId" clId="{EDAF6266-BA3D-4DCE-A57F-7AEA88DC3424}" dt="2026-06-20T20:27:16.041" v="217" actId="21"/>
          <ac:picMkLst>
            <pc:docMk/>
            <pc:sldMk cId="3335247240" sldId="295"/>
            <ac:picMk id="4" creationId="{B3E5DF23-B47A-9245-9E46-EE0EFE4B3B90}"/>
          </ac:picMkLst>
        </pc:picChg>
        <pc:picChg chg="add mod">
          <ac:chgData name="Alex Rios" userId="69fc135ea1c70fd1" providerId="LiveId" clId="{EDAF6266-BA3D-4DCE-A57F-7AEA88DC3424}" dt="2026-06-20T20:28:23.944" v="224" actId="1076"/>
          <ac:picMkLst>
            <pc:docMk/>
            <pc:sldMk cId="3335247240" sldId="295"/>
            <ac:picMk id="7" creationId="{FBF2F423-6804-8E65-777F-374D4981F873}"/>
          </ac:picMkLst>
        </pc:picChg>
        <pc:picChg chg="add del">
          <ac:chgData name="Alex Rios" userId="69fc135ea1c70fd1" providerId="LiveId" clId="{EDAF6266-BA3D-4DCE-A57F-7AEA88DC3424}" dt="2026-06-20T20:29:25.998" v="227" actId="22"/>
          <ac:picMkLst>
            <pc:docMk/>
            <pc:sldMk cId="3335247240" sldId="295"/>
            <ac:picMk id="8" creationId="{F46374F0-31B0-2962-32CC-93EB522B9058}"/>
          </ac:picMkLst>
        </pc:picChg>
      </pc:sldChg>
      <pc:sldChg chg="addSp delSp modSp add mod ord">
        <pc:chgData name="Alex Rios" userId="69fc135ea1c70fd1" providerId="LiveId" clId="{EDAF6266-BA3D-4DCE-A57F-7AEA88DC3424}" dt="2026-06-20T20:48:36.358" v="411"/>
        <pc:sldMkLst>
          <pc:docMk/>
          <pc:sldMk cId="3659211664" sldId="296"/>
        </pc:sldMkLst>
        <pc:spChg chg="add mod">
          <ac:chgData name="Alex Rios" userId="69fc135ea1c70fd1" providerId="LiveId" clId="{EDAF6266-BA3D-4DCE-A57F-7AEA88DC3424}" dt="2026-06-20T20:46:34.121" v="397" actId="123"/>
          <ac:spMkLst>
            <pc:docMk/>
            <pc:sldMk cId="3659211664" sldId="296"/>
            <ac:spMk id="3" creationId="{E8325FC1-79FF-398B-660A-C8A1AC7AA652}"/>
          </ac:spMkLst>
        </pc:spChg>
        <pc:spChg chg="add mod">
          <ac:chgData name="Alex Rios" userId="69fc135ea1c70fd1" providerId="LiveId" clId="{EDAF6266-BA3D-4DCE-A57F-7AEA88DC3424}" dt="2026-06-20T20:47:34.767" v="401" actId="14100"/>
          <ac:spMkLst>
            <pc:docMk/>
            <pc:sldMk cId="3659211664" sldId="296"/>
            <ac:spMk id="4" creationId="{44F2FD92-98EC-CD6E-11BE-467C336CDB30}"/>
          </ac:spMkLst>
        </pc:spChg>
        <pc:spChg chg="mod">
          <ac:chgData name="Alex Rios" userId="69fc135ea1c70fd1" providerId="LiveId" clId="{EDAF6266-BA3D-4DCE-A57F-7AEA88DC3424}" dt="2026-06-20T20:46:42.320" v="398" actId="1076"/>
          <ac:spMkLst>
            <pc:docMk/>
            <pc:sldMk cId="3659211664" sldId="296"/>
            <ac:spMk id="5" creationId="{282F29F8-8137-D1C9-5EBB-9FFDD1A94E3A}"/>
          </ac:spMkLst>
        </pc:spChg>
        <pc:spChg chg="del">
          <ac:chgData name="Alex Rios" userId="69fc135ea1c70fd1" providerId="LiveId" clId="{EDAF6266-BA3D-4DCE-A57F-7AEA88DC3424}" dt="2026-06-20T20:30:01.786" v="256" actId="21"/>
          <ac:spMkLst>
            <pc:docMk/>
            <pc:sldMk cId="3659211664" sldId="296"/>
            <ac:spMk id="6" creationId="{037C78E1-1DEF-54E1-2E22-C98E9BECC1A8}"/>
          </ac:spMkLst>
        </pc:spChg>
        <pc:spChg chg="add del mod">
          <ac:chgData name="Alex Rios" userId="69fc135ea1c70fd1" providerId="LiveId" clId="{EDAF6266-BA3D-4DCE-A57F-7AEA88DC3424}" dt="2026-06-20T20:47:18.452" v="400" actId="21"/>
          <ac:spMkLst>
            <pc:docMk/>
            <pc:sldMk cId="3659211664" sldId="296"/>
            <ac:spMk id="9" creationId="{41B8DA8F-0A86-8527-EABA-82D381BFD8EC}"/>
          </ac:spMkLst>
        </pc:spChg>
        <pc:spChg chg="mod">
          <ac:chgData name="Alex Rios" userId="69fc135ea1c70fd1" providerId="LiveId" clId="{EDAF6266-BA3D-4DCE-A57F-7AEA88DC3424}" dt="2026-06-20T20:29:44.165" v="253" actId="20577"/>
          <ac:spMkLst>
            <pc:docMk/>
            <pc:sldMk cId="3659211664" sldId="296"/>
            <ac:spMk id="19458" creationId="{044A4ACC-C4CC-EE3C-7AB4-E70001980A44}"/>
          </ac:spMkLst>
        </pc:spChg>
        <pc:picChg chg="add mod">
          <ac:chgData name="Alex Rios" userId="69fc135ea1c70fd1" providerId="LiveId" clId="{EDAF6266-BA3D-4DCE-A57F-7AEA88DC3424}" dt="2026-06-20T20:42:05.814" v="323" actId="1076"/>
          <ac:picMkLst>
            <pc:docMk/>
            <pc:sldMk cId="3659211664" sldId="296"/>
            <ac:picMk id="2" creationId="{66EABD78-AD64-E49B-8D21-4F5CE66E12EF}"/>
          </ac:picMkLst>
        </pc:picChg>
        <pc:picChg chg="add del mod">
          <ac:chgData name="Alex Rios" userId="69fc135ea1c70fd1" providerId="LiveId" clId="{EDAF6266-BA3D-4DCE-A57F-7AEA88DC3424}" dt="2026-06-20T20:47:18.452" v="400" actId="21"/>
          <ac:picMkLst>
            <pc:docMk/>
            <pc:sldMk cId="3659211664" sldId="296"/>
            <ac:picMk id="7" creationId="{CCC52768-6041-4B49-8B74-27A4D98849AB}"/>
          </ac:picMkLst>
        </pc:picChg>
      </pc:sldChg>
      <pc:sldChg chg="addSp delSp modSp add del mod">
        <pc:chgData name="Alex Rios" userId="69fc135ea1c70fd1" providerId="LiveId" clId="{EDAF6266-BA3D-4DCE-A57F-7AEA88DC3424}" dt="2026-06-20T20:32:12.744" v="270" actId="2696"/>
        <pc:sldMkLst>
          <pc:docMk/>
          <pc:sldMk cId="1889334672" sldId="297"/>
        </pc:sldMkLst>
        <pc:spChg chg="add del mod">
          <ac:chgData name="Alex Rios" userId="69fc135ea1c70fd1" providerId="LiveId" clId="{EDAF6266-BA3D-4DCE-A57F-7AEA88DC3424}" dt="2026-06-20T20:30:20.947" v="260"/>
          <ac:spMkLst>
            <pc:docMk/>
            <pc:sldMk cId="1889334672" sldId="297"/>
            <ac:spMk id="3" creationId="{D2F3F643-A8C9-5422-2203-F43AED9F1E07}"/>
          </ac:spMkLst>
        </pc:spChg>
        <pc:spChg chg="del mod">
          <ac:chgData name="Alex Rios" userId="69fc135ea1c70fd1" providerId="LiveId" clId="{EDAF6266-BA3D-4DCE-A57F-7AEA88DC3424}" dt="2026-06-20T20:30:28.667" v="263" actId="21"/>
          <ac:spMkLst>
            <pc:docMk/>
            <pc:sldMk cId="1889334672" sldId="297"/>
            <ac:spMk id="5" creationId="{814A223A-7725-DEC4-4FC7-87F8773B48C0}"/>
          </ac:spMkLst>
        </pc:spChg>
        <pc:spChg chg="del">
          <ac:chgData name="Alex Rios" userId="69fc135ea1c70fd1" providerId="LiveId" clId="{EDAF6266-BA3D-4DCE-A57F-7AEA88DC3424}" dt="2026-06-20T20:30:31.342" v="264" actId="21"/>
          <ac:spMkLst>
            <pc:docMk/>
            <pc:sldMk cId="1889334672" sldId="297"/>
            <ac:spMk id="6" creationId="{3899700E-C19B-8AA2-E8BF-CF50DB0DF7C8}"/>
          </ac:spMkLst>
        </pc:spChg>
        <pc:picChg chg="add mod">
          <ac:chgData name="Alex Rios" userId="69fc135ea1c70fd1" providerId="LiveId" clId="{EDAF6266-BA3D-4DCE-A57F-7AEA88DC3424}" dt="2026-06-20T20:30:36.939" v="268" actId="1076"/>
          <ac:picMkLst>
            <pc:docMk/>
            <pc:sldMk cId="1889334672" sldId="297"/>
            <ac:picMk id="4" creationId="{6AB70AC7-CB87-7AC4-2C00-99A046DB5723}"/>
          </ac:picMkLst>
        </pc:picChg>
        <pc:picChg chg="del">
          <ac:chgData name="Alex Rios" userId="69fc135ea1c70fd1" providerId="LiveId" clId="{EDAF6266-BA3D-4DCE-A57F-7AEA88DC3424}" dt="2026-06-20T20:30:15.687" v="259" actId="21"/>
          <ac:picMkLst>
            <pc:docMk/>
            <pc:sldMk cId="1889334672" sldId="297"/>
            <ac:picMk id="7" creationId="{E5DFA9F7-3C3D-C780-7B68-47AA44F16070}"/>
          </ac:picMkLst>
        </pc:picChg>
      </pc:sldChg>
      <pc:sldChg chg="addSp delSp modSp add mod ord">
        <pc:chgData name="Alex Rios" userId="69fc135ea1c70fd1" providerId="LiveId" clId="{EDAF6266-BA3D-4DCE-A57F-7AEA88DC3424}" dt="2026-06-20T20:48:36.358" v="411"/>
        <pc:sldMkLst>
          <pc:docMk/>
          <pc:sldMk cId="3620750126" sldId="298"/>
        </pc:sldMkLst>
        <pc:spChg chg="add del mod">
          <ac:chgData name="Alex Rios" userId="69fc135ea1c70fd1" providerId="LiveId" clId="{EDAF6266-BA3D-4DCE-A57F-7AEA88DC3424}" dt="2026-06-20T20:33:17.329" v="272" actId="22"/>
          <ac:spMkLst>
            <pc:docMk/>
            <pc:sldMk cId="3620750126" sldId="298"/>
            <ac:spMk id="3" creationId="{FA07F745-8957-35CE-BCE8-B5258D70343C}"/>
          </ac:spMkLst>
        </pc:spChg>
        <pc:spChg chg="add mod">
          <ac:chgData name="Alex Rios" userId="69fc135ea1c70fd1" providerId="LiveId" clId="{EDAF6266-BA3D-4DCE-A57F-7AEA88DC3424}" dt="2026-06-20T20:35:43.457" v="301" actId="123"/>
          <ac:spMkLst>
            <pc:docMk/>
            <pc:sldMk cId="3620750126" sldId="298"/>
            <ac:spMk id="7" creationId="{2EECAD4C-30A1-A066-CDE3-C7AAF95A8FE7}"/>
          </ac:spMkLst>
        </pc:spChg>
        <pc:spChg chg="mod">
          <ac:chgData name="Alex Rios" userId="69fc135ea1c70fd1" providerId="LiveId" clId="{EDAF6266-BA3D-4DCE-A57F-7AEA88DC3424}" dt="2026-06-20T20:33:30.664" v="294" actId="20577"/>
          <ac:spMkLst>
            <pc:docMk/>
            <pc:sldMk cId="3620750126" sldId="298"/>
            <ac:spMk id="19458" creationId="{6F8DD58E-7F45-FE34-D11D-A97CD556DC19}"/>
          </ac:spMkLst>
        </pc:spChg>
        <pc:picChg chg="del">
          <ac:chgData name="Alex Rios" userId="69fc135ea1c70fd1" providerId="LiveId" clId="{EDAF6266-BA3D-4DCE-A57F-7AEA88DC3424}" dt="2026-06-20T20:32:15.179" v="271" actId="21"/>
          <ac:picMkLst>
            <pc:docMk/>
            <pc:sldMk cId="3620750126" sldId="298"/>
            <ac:picMk id="4" creationId="{A40432E4-A5C1-3A38-2A53-65FD5F06059D}"/>
          </ac:picMkLst>
        </pc:picChg>
        <pc:picChg chg="add mod ord">
          <ac:chgData name="Alex Rios" userId="69fc135ea1c70fd1" providerId="LiveId" clId="{EDAF6266-BA3D-4DCE-A57F-7AEA88DC3424}" dt="2026-06-20T20:35:50.243" v="303" actId="1076"/>
          <ac:picMkLst>
            <pc:docMk/>
            <pc:sldMk cId="3620750126" sldId="298"/>
            <ac:picMk id="6" creationId="{14AC92D1-13CC-13EE-19FE-E98BA4AED64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27667-7980-4042-9E18-25462491590D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3A496-793B-485B-BDC9-32EEDE022E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243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E1B7FAB5-753B-4282-886B-F494BC969B4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199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7FAB5-753B-4282-886B-F494BC969B4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79293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C043912-29D6-46CE-AFAC-8918DF93EB9F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26149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30B6DF-1610-49EA-964C-E17A562A1F51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45087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10E05-31C8-4A0C-913C-A6D44BB23CA8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240116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7FAB5-753B-4282-886B-F494BC969B4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77356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7FAB5-753B-4282-886B-F494BC969B4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87995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pPr>
              <a:defRPr/>
            </a:pPr>
            <a:fld id="{B3ADD4A2-DE98-41C1-A61A-DB205AAD3838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78255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pPr>
              <a:defRPr/>
            </a:pPr>
            <a:fld id="{C33C1F6D-9F48-4573-8148-E951F6BA65CA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06569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7FAB5-753B-4282-886B-F494BC969B4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2642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7FAB5-753B-4282-886B-F494BC969B4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5824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e conteúdo em cima do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7010400" cy="19812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524000" y="4038600"/>
            <a:ext cx="7010400" cy="19812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78E214-6AF1-0D89-643B-61CA6CC2D7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86FE4F-518A-92E7-A624-A812830644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18B366-98FF-37CA-3AF2-033CBF2803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EAB67-3BDD-4B76-BACE-51A3DDA41FD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6962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E1B7FAB5-753B-4282-886B-F494BC969B4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2433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92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594">
          <p15:clr>
            <a:srgbClr val="F26B43"/>
          </p15:clr>
        </p15:guide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73AECD97-688D-4AE7-9838-616620200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77070147-F499-0BB4-693A-4F4CE2DDA4D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204589" y="1231506"/>
            <a:ext cx="5939410" cy="4394988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4800" dirty="0"/>
              <a:t>Problemas socioambientais urbanos</a:t>
            </a:r>
            <a:br>
              <a:rPr lang="pt-BR" altLang="pt-BR" sz="5300" dirty="0"/>
            </a:br>
            <a:br>
              <a:rPr lang="pt-BR" altLang="pt-BR" sz="5300" dirty="0"/>
            </a:br>
            <a:r>
              <a:rPr lang="pt-BR" altLang="pt-BR" sz="3200" dirty="0"/>
              <a:t>Capítulos 3 e 4</a:t>
            </a:r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0047FB3A-C0F9-4DD9-A4E0-B203F96AA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3204588" cy="6858000"/>
          </a:xfrm>
          <a:custGeom>
            <a:avLst/>
            <a:gdLst>
              <a:gd name="connsiteX0" fmla="*/ 0 w 4272784"/>
              <a:gd name="connsiteY0" fmla="*/ 0 h 6858000"/>
              <a:gd name="connsiteX1" fmla="*/ 4082989 w 4272784"/>
              <a:gd name="connsiteY1" fmla="*/ 0 h 6858000"/>
              <a:gd name="connsiteX2" fmla="*/ 4088029 w 4272784"/>
              <a:gd name="connsiteY2" fmla="*/ 66675 h 6858000"/>
              <a:gd name="connsiteX3" fmla="*/ 4096426 w 4272784"/>
              <a:gd name="connsiteY3" fmla="*/ 122237 h 6858000"/>
              <a:gd name="connsiteX4" fmla="*/ 4106504 w 4272784"/>
              <a:gd name="connsiteY4" fmla="*/ 174625 h 6858000"/>
              <a:gd name="connsiteX5" fmla="*/ 4123300 w 4272784"/>
              <a:gd name="connsiteY5" fmla="*/ 217487 h 6858000"/>
              <a:gd name="connsiteX6" fmla="*/ 4140096 w 4272784"/>
              <a:gd name="connsiteY6" fmla="*/ 260350 h 6858000"/>
              <a:gd name="connsiteX7" fmla="*/ 4160251 w 4272784"/>
              <a:gd name="connsiteY7" fmla="*/ 296862 h 6858000"/>
              <a:gd name="connsiteX8" fmla="*/ 4180406 w 4272784"/>
              <a:gd name="connsiteY8" fmla="*/ 334962 h 6858000"/>
              <a:gd name="connsiteX9" fmla="*/ 4198882 w 4272784"/>
              <a:gd name="connsiteY9" fmla="*/ 369887 h 6858000"/>
              <a:gd name="connsiteX10" fmla="*/ 4217357 w 4272784"/>
              <a:gd name="connsiteY10" fmla="*/ 409575 h 6858000"/>
              <a:gd name="connsiteX11" fmla="*/ 4234153 w 4272784"/>
              <a:gd name="connsiteY11" fmla="*/ 450850 h 6858000"/>
              <a:gd name="connsiteX12" fmla="*/ 4249270 w 4272784"/>
              <a:gd name="connsiteY12" fmla="*/ 496887 h 6858000"/>
              <a:gd name="connsiteX13" fmla="*/ 4261027 w 4272784"/>
              <a:gd name="connsiteY13" fmla="*/ 546100 h 6858000"/>
              <a:gd name="connsiteX14" fmla="*/ 4269425 w 4272784"/>
              <a:gd name="connsiteY14" fmla="*/ 606425 h 6858000"/>
              <a:gd name="connsiteX15" fmla="*/ 4272784 w 4272784"/>
              <a:gd name="connsiteY15" fmla="*/ 673100 h 6858000"/>
              <a:gd name="connsiteX16" fmla="*/ 4269425 w 4272784"/>
              <a:gd name="connsiteY16" fmla="*/ 744537 h 6858000"/>
              <a:gd name="connsiteX17" fmla="*/ 4261027 w 4272784"/>
              <a:gd name="connsiteY17" fmla="*/ 801687 h 6858000"/>
              <a:gd name="connsiteX18" fmla="*/ 4249270 w 4272784"/>
              <a:gd name="connsiteY18" fmla="*/ 854075 h 6858000"/>
              <a:gd name="connsiteX19" fmla="*/ 4234153 w 4272784"/>
              <a:gd name="connsiteY19" fmla="*/ 901700 h 6858000"/>
              <a:gd name="connsiteX20" fmla="*/ 4217357 w 4272784"/>
              <a:gd name="connsiteY20" fmla="*/ 942975 h 6858000"/>
              <a:gd name="connsiteX21" fmla="*/ 4197202 w 4272784"/>
              <a:gd name="connsiteY21" fmla="*/ 981075 h 6858000"/>
              <a:gd name="connsiteX22" fmla="*/ 4177047 w 4272784"/>
              <a:gd name="connsiteY22" fmla="*/ 1017587 h 6858000"/>
              <a:gd name="connsiteX23" fmla="*/ 4156892 w 4272784"/>
              <a:gd name="connsiteY23" fmla="*/ 1055687 h 6858000"/>
              <a:gd name="connsiteX24" fmla="*/ 4138416 w 4272784"/>
              <a:gd name="connsiteY24" fmla="*/ 1095375 h 6858000"/>
              <a:gd name="connsiteX25" fmla="*/ 4119940 w 4272784"/>
              <a:gd name="connsiteY25" fmla="*/ 1136650 h 6858000"/>
              <a:gd name="connsiteX26" fmla="*/ 4104825 w 4272784"/>
              <a:gd name="connsiteY26" fmla="*/ 1182687 h 6858000"/>
              <a:gd name="connsiteX27" fmla="*/ 4094747 w 4272784"/>
              <a:gd name="connsiteY27" fmla="*/ 1235075 h 6858000"/>
              <a:gd name="connsiteX28" fmla="*/ 4084669 w 4272784"/>
              <a:gd name="connsiteY28" fmla="*/ 1295400 h 6858000"/>
              <a:gd name="connsiteX29" fmla="*/ 4082989 w 4272784"/>
              <a:gd name="connsiteY29" fmla="*/ 1363662 h 6858000"/>
              <a:gd name="connsiteX30" fmla="*/ 4084669 w 4272784"/>
              <a:gd name="connsiteY30" fmla="*/ 1431925 h 6858000"/>
              <a:gd name="connsiteX31" fmla="*/ 4094747 w 4272784"/>
              <a:gd name="connsiteY31" fmla="*/ 1492250 h 6858000"/>
              <a:gd name="connsiteX32" fmla="*/ 4104825 w 4272784"/>
              <a:gd name="connsiteY32" fmla="*/ 1544637 h 6858000"/>
              <a:gd name="connsiteX33" fmla="*/ 4119940 w 4272784"/>
              <a:gd name="connsiteY33" fmla="*/ 1589087 h 6858000"/>
              <a:gd name="connsiteX34" fmla="*/ 4138416 w 4272784"/>
              <a:gd name="connsiteY34" fmla="*/ 1631950 h 6858000"/>
              <a:gd name="connsiteX35" fmla="*/ 4156892 w 4272784"/>
              <a:gd name="connsiteY35" fmla="*/ 1671637 h 6858000"/>
              <a:gd name="connsiteX36" fmla="*/ 4177047 w 4272784"/>
              <a:gd name="connsiteY36" fmla="*/ 1708150 h 6858000"/>
              <a:gd name="connsiteX37" fmla="*/ 4197202 w 4272784"/>
              <a:gd name="connsiteY37" fmla="*/ 1743075 h 6858000"/>
              <a:gd name="connsiteX38" fmla="*/ 4217357 w 4272784"/>
              <a:gd name="connsiteY38" fmla="*/ 1782762 h 6858000"/>
              <a:gd name="connsiteX39" fmla="*/ 4234153 w 4272784"/>
              <a:gd name="connsiteY39" fmla="*/ 1824037 h 6858000"/>
              <a:gd name="connsiteX40" fmla="*/ 4249270 w 4272784"/>
              <a:gd name="connsiteY40" fmla="*/ 1870075 h 6858000"/>
              <a:gd name="connsiteX41" fmla="*/ 4261027 w 4272784"/>
              <a:gd name="connsiteY41" fmla="*/ 1922462 h 6858000"/>
              <a:gd name="connsiteX42" fmla="*/ 4269425 w 4272784"/>
              <a:gd name="connsiteY42" fmla="*/ 1982787 h 6858000"/>
              <a:gd name="connsiteX43" fmla="*/ 4272784 w 4272784"/>
              <a:gd name="connsiteY43" fmla="*/ 2051050 h 6858000"/>
              <a:gd name="connsiteX44" fmla="*/ 4269425 w 4272784"/>
              <a:gd name="connsiteY44" fmla="*/ 2119312 h 6858000"/>
              <a:gd name="connsiteX45" fmla="*/ 4261027 w 4272784"/>
              <a:gd name="connsiteY45" fmla="*/ 2179637 h 6858000"/>
              <a:gd name="connsiteX46" fmla="*/ 4249270 w 4272784"/>
              <a:gd name="connsiteY46" fmla="*/ 2232025 h 6858000"/>
              <a:gd name="connsiteX47" fmla="*/ 4234153 w 4272784"/>
              <a:gd name="connsiteY47" fmla="*/ 2278062 h 6858000"/>
              <a:gd name="connsiteX48" fmla="*/ 4217357 w 4272784"/>
              <a:gd name="connsiteY48" fmla="*/ 2319337 h 6858000"/>
              <a:gd name="connsiteX49" fmla="*/ 4197202 w 4272784"/>
              <a:gd name="connsiteY49" fmla="*/ 2359025 h 6858000"/>
              <a:gd name="connsiteX50" fmla="*/ 4177047 w 4272784"/>
              <a:gd name="connsiteY50" fmla="*/ 2395537 h 6858000"/>
              <a:gd name="connsiteX51" fmla="*/ 4156892 w 4272784"/>
              <a:gd name="connsiteY51" fmla="*/ 2433637 h 6858000"/>
              <a:gd name="connsiteX52" fmla="*/ 4138416 w 4272784"/>
              <a:gd name="connsiteY52" fmla="*/ 2471737 h 6858000"/>
              <a:gd name="connsiteX53" fmla="*/ 4119940 w 4272784"/>
              <a:gd name="connsiteY53" fmla="*/ 2513012 h 6858000"/>
              <a:gd name="connsiteX54" fmla="*/ 4104825 w 4272784"/>
              <a:gd name="connsiteY54" fmla="*/ 2560637 h 6858000"/>
              <a:gd name="connsiteX55" fmla="*/ 4094747 w 4272784"/>
              <a:gd name="connsiteY55" fmla="*/ 2613025 h 6858000"/>
              <a:gd name="connsiteX56" fmla="*/ 4084669 w 4272784"/>
              <a:gd name="connsiteY56" fmla="*/ 2671762 h 6858000"/>
              <a:gd name="connsiteX57" fmla="*/ 4082989 w 4272784"/>
              <a:gd name="connsiteY57" fmla="*/ 2741612 h 6858000"/>
              <a:gd name="connsiteX58" fmla="*/ 4084669 w 4272784"/>
              <a:gd name="connsiteY58" fmla="*/ 2809875 h 6858000"/>
              <a:gd name="connsiteX59" fmla="*/ 4094747 w 4272784"/>
              <a:gd name="connsiteY59" fmla="*/ 2868612 h 6858000"/>
              <a:gd name="connsiteX60" fmla="*/ 4104825 w 4272784"/>
              <a:gd name="connsiteY60" fmla="*/ 2922587 h 6858000"/>
              <a:gd name="connsiteX61" fmla="*/ 4119940 w 4272784"/>
              <a:gd name="connsiteY61" fmla="*/ 2967037 h 6858000"/>
              <a:gd name="connsiteX62" fmla="*/ 4138416 w 4272784"/>
              <a:gd name="connsiteY62" fmla="*/ 3009900 h 6858000"/>
              <a:gd name="connsiteX63" fmla="*/ 4156892 w 4272784"/>
              <a:gd name="connsiteY63" fmla="*/ 3046412 h 6858000"/>
              <a:gd name="connsiteX64" fmla="*/ 4177047 w 4272784"/>
              <a:gd name="connsiteY64" fmla="*/ 3084512 h 6858000"/>
              <a:gd name="connsiteX65" fmla="*/ 4197202 w 4272784"/>
              <a:gd name="connsiteY65" fmla="*/ 3121025 h 6858000"/>
              <a:gd name="connsiteX66" fmla="*/ 4217357 w 4272784"/>
              <a:gd name="connsiteY66" fmla="*/ 3160712 h 6858000"/>
              <a:gd name="connsiteX67" fmla="*/ 4234153 w 4272784"/>
              <a:gd name="connsiteY67" fmla="*/ 3201987 h 6858000"/>
              <a:gd name="connsiteX68" fmla="*/ 4249270 w 4272784"/>
              <a:gd name="connsiteY68" fmla="*/ 3248025 h 6858000"/>
              <a:gd name="connsiteX69" fmla="*/ 4261027 w 4272784"/>
              <a:gd name="connsiteY69" fmla="*/ 3300412 h 6858000"/>
              <a:gd name="connsiteX70" fmla="*/ 4269425 w 4272784"/>
              <a:gd name="connsiteY70" fmla="*/ 3360737 h 6858000"/>
              <a:gd name="connsiteX71" fmla="*/ 4272784 w 4272784"/>
              <a:gd name="connsiteY71" fmla="*/ 3427412 h 6858000"/>
              <a:gd name="connsiteX72" fmla="*/ 4269425 w 4272784"/>
              <a:gd name="connsiteY72" fmla="*/ 3497262 h 6858000"/>
              <a:gd name="connsiteX73" fmla="*/ 4261027 w 4272784"/>
              <a:gd name="connsiteY73" fmla="*/ 3557587 h 6858000"/>
              <a:gd name="connsiteX74" fmla="*/ 4249270 w 4272784"/>
              <a:gd name="connsiteY74" fmla="*/ 3609975 h 6858000"/>
              <a:gd name="connsiteX75" fmla="*/ 4234153 w 4272784"/>
              <a:gd name="connsiteY75" fmla="*/ 3656012 h 6858000"/>
              <a:gd name="connsiteX76" fmla="*/ 4217357 w 4272784"/>
              <a:gd name="connsiteY76" fmla="*/ 3697287 h 6858000"/>
              <a:gd name="connsiteX77" fmla="*/ 4197202 w 4272784"/>
              <a:gd name="connsiteY77" fmla="*/ 3736975 h 6858000"/>
              <a:gd name="connsiteX78" fmla="*/ 4156892 w 4272784"/>
              <a:gd name="connsiteY78" fmla="*/ 3811587 h 6858000"/>
              <a:gd name="connsiteX79" fmla="*/ 4138416 w 4272784"/>
              <a:gd name="connsiteY79" fmla="*/ 3848100 h 6858000"/>
              <a:gd name="connsiteX80" fmla="*/ 4119940 w 4272784"/>
              <a:gd name="connsiteY80" fmla="*/ 3890962 h 6858000"/>
              <a:gd name="connsiteX81" fmla="*/ 4104825 w 4272784"/>
              <a:gd name="connsiteY81" fmla="*/ 3935412 h 6858000"/>
              <a:gd name="connsiteX82" fmla="*/ 4094747 w 4272784"/>
              <a:gd name="connsiteY82" fmla="*/ 3987800 h 6858000"/>
              <a:gd name="connsiteX83" fmla="*/ 4084669 w 4272784"/>
              <a:gd name="connsiteY83" fmla="*/ 4048125 h 6858000"/>
              <a:gd name="connsiteX84" fmla="*/ 4082989 w 4272784"/>
              <a:gd name="connsiteY84" fmla="*/ 4116387 h 6858000"/>
              <a:gd name="connsiteX85" fmla="*/ 4084669 w 4272784"/>
              <a:gd name="connsiteY85" fmla="*/ 4186237 h 6858000"/>
              <a:gd name="connsiteX86" fmla="*/ 4094747 w 4272784"/>
              <a:gd name="connsiteY86" fmla="*/ 4244975 h 6858000"/>
              <a:gd name="connsiteX87" fmla="*/ 4104825 w 4272784"/>
              <a:gd name="connsiteY87" fmla="*/ 4297362 h 6858000"/>
              <a:gd name="connsiteX88" fmla="*/ 4119940 w 4272784"/>
              <a:gd name="connsiteY88" fmla="*/ 4343400 h 6858000"/>
              <a:gd name="connsiteX89" fmla="*/ 4138416 w 4272784"/>
              <a:gd name="connsiteY89" fmla="*/ 4386262 h 6858000"/>
              <a:gd name="connsiteX90" fmla="*/ 4156892 w 4272784"/>
              <a:gd name="connsiteY90" fmla="*/ 4424362 h 6858000"/>
              <a:gd name="connsiteX91" fmla="*/ 4197202 w 4272784"/>
              <a:gd name="connsiteY91" fmla="*/ 4498975 h 6858000"/>
              <a:gd name="connsiteX92" fmla="*/ 4217357 w 4272784"/>
              <a:gd name="connsiteY92" fmla="*/ 4537075 h 6858000"/>
              <a:gd name="connsiteX93" fmla="*/ 4234153 w 4272784"/>
              <a:gd name="connsiteY93" fmla="*/ 4579937 h 6858000"/>
              <a:gd name="connsiteX94" fmla="*/ 4249270 w 4272784"/>
              <a:gd name="connsiteY94" fmla="*/ 4625975 h 6858000"/>
              <a:gd name="connsiteX95" fmla="*/ 4261027 w 4272784"/>
              <a:gd name="connsiteY95" fmla="*/ 4678362 h 6858000"/>
              <a:gd name="connsiteX96" fmla="*/ 4269425 w 4272784"/>
              <a:gd name="connsiteY96" fmla="*/ 4738687 h 6858000"/>
              <a:gd name="connsiteX97" fmla="*/ 4272784 w 4272784"/>
              <a:gd name="connsiteY97" fmla="*/ 4806950 h 6858000"/>
              <a:gd name="connsiteX98" fmla="*/ 4269425 w 4272784"/>
              <a:gd name="connsiteY98" fmla="*/ 4875212 h 6858000"/>
              <a:gd name="connsiteX99" fmla="*/ 4261027 w 4272784"/>
              <a:gd name="connsiteY99" fmla="*/ 4935537 h 6858000"/>
              <a:gd name="connsiteX100" fmla="*/ 4249270 w 4272784"/>
              <a:gd name="connsiteY100" fmla="*/ 4987925 h 6858000"/>
              <a:gd name="connsiteX101" fmla="*/ 4234153 w 4272784"/>
              <a:gd name="connsiteY101" fmla="*/ 5033962 h 6858000"/>
              <a:gd name="connsiteX102" fmla="*/ 4217357 w 4272784"/>
              <a:gd name="connsiteY102" fmla="*/ 5075237 h 6858000"/>
              <a:gd name="connsiteX103" fmla="*/ 4197202 w 4272784"/>
              <a:gd name="connsiteY103" fmla="*/ 5114925 h 6858000"/>
              <a:gd name="connsiteX104" fmla="*/ 4177047 w 4272784"/>
              <a:gd name="connsiteY104" fmla="*/ 5149850 h 6858000"/>
              <a:gd name="connsiteX105" fmla="*/ 4156892 w 4272784"/>
              <a:gd name="connsiteY105" fmla="*/ 5186362 h 6858000"/>
              <a:gd name="connsiteX106" fmla="*/ 4138416 w 4272784"/>
              <a:gd name="connsiteY106" fmla="*/ 5226050 h 6858000"/>
              <a:gd name="connsiteX107" fmla="*/ 4119940 w 4272784"/>
              <a:gd name="connsiteY107" fmla="*/ 5268912 h 6858000"/>
              <a:gd name="connsiteX108" fmla="*/ 4104825 w 4272784"/>
              <a:gd name="connsiteY108" fmla="*/ 5313362 h 6858000"/>
              <a:gd name="connsiteX109" fmla="*/ 4094747 w 4272784"/>
              <a:gd name="connsiteY109" fmla="*/ 5365750 h 6858000"/>
              <a:gd name="connsiteX110" fmla="*/ 4084669 w 4272784"/>
              <a:gd name="connsiteY110" fmla="*/ 5426075 h 6858000"/>
              <a:gd name="connsiteX111" fmla="*/ 4082989 w 4272784"/>
              <a:gd name="connsiteY111" fmla="*/ 5494337 h 6858000"/>
              <a:gd name="connsiteX112" fmla="*/ 4084669 w 4272784"/>
              <a:gd name="connsiteY112" fmla="*/ 5562600 h 6858000"/>
              <a:gd name="connsiteX113" fmla="*/ 4094747 w 4272784"/>
              <a:gd name="connsiteY113" fmla="*/ 5622925 h 6858000"/>
              <a:gd name="connsiteX114" fmla="*/ 4104825 w 4272784"/>
              <a:gd name="connsiteY114" fmla="*/ 5675312 h 6858000"/>
              <a:gd name="connsiteX115" fmla="*/ 4119940 w 4272784"/>
              <a:gd name="connsiteY115" fmla="*/ 5721350 h 6858000"/>
              <a:gd name="connsiteX116" fmla="*/ 4138416 w 4272784"/>
              <a:gd name="connsiteY116" fmla="*/ 5762625 h 6858000"/>
              <a:gd name="connsiteX117" fmla="*/ 4156892 w 4272784"/>
              <a:gd name="connsiteY117" fmla="*/ 5802312 h 6858000"/>
              <a:gd name="connsiteX118" fmla="*/ 4177047 w 4272784"/>
              <a:gd name="connsiteY118" fmla="*/ 5840412 h 6858000"/>
              <a:gd name="connsiteX119" fmla="*/ 4197202 w 4272784"/>
              <a:gd name="connsiteY119" fmla="*/ 5876925 h 6858000"/>
              <a:gd name="connsiteX120" fmla="*/ 4217357 w 4272784"/>
              <a:gd name="connsiteY120" fmla="*/ 5915025 h 6858000"/>
              <a:gd name="connsiteX121" fmla="*/ 4234153 w 4272784"/>
              <a:gd name="connsiteY121" fmla="*/ 5956300 h 6858000"/>
              <a:gd name="connsiteX122" fmla="*/ 4249270 w 4272784"/>
              <a:gd name="connsiteY122" fmla="*/ 6003925 h 6858000"/>
              <a:gd name="connsiteX123" fmla="*/ 4261027 w 4272784"/>
              <a:gd name="connsiteY123" fmla="*/ 6056312 h 6858000"/>
              <a:gd name="connsiteX124" fmla="*/ 4269425 w 4272784"/>
              <a:gd name="connsiteY124" fmla="*/ 6113462 h 6858000"/>
              <a:gd name="connsiteX125" fmla="*/ 4272784 w 4272784"/>
              <a:gd name="connsiteY125" fmla="*/ 6183312 h 6858000"/>
              <a:gd name="connsiteX126" fmla="*/ 4269425 w 4272784"/>
              <a:gd name="connsiteY126" fmla="*/ 6251575 h 6858000"/>
              <a:gd name="connsiteX127" fmla="*/ 4261027 w 4272784"/>
              <a:gd name="connsiteY127" fmla="*/ 6311900 h 6858000"/>
              <a:gd name="connsiteX128" fmla="*/ 4249270 w 4272784"/>
              <a:gd name="connsiteY128" fmla="*/ 6361112 h 6858000"/>
              <a:gd name="connsiteX129" fmla="*/ 4234153 w 4272784"/>
              <a:gd name="connsiteY129" fmla="*/ 6407150 h 6858000"/>
              <a:gd name="connsiteX130" fmla="*/ 4217357 w 4272784"/>
              <a:gd name="connsiteY130" fmla="*/ 6448425 h 6858000"/>
              <a:gd name="connsiteX131" fmla="*/ 4198882 w 4272784"/>
              <a:gd name="connsiteY131" fmla="*/ 6488112 h 6858000"/>
              <a:gd name="connsiteX132" fmla="*/ 4180406 w 4272784"/>
              <a:gd name="connsiteY132" fmla="*/ 6523037 h 6858000"/>
              <a:gd name="connsiteX133" fmla="*/ 4160251 w 4272784"/>
              <a:gd name="connsiteY133" fmla="*/ 6561137 h 6858000"/>
              <a:gd name="connsiteX134" fmla="*/ 4140096 w 4272784"/>
              <a:gd name="connsiteY134" fmla="*/ 6597650 h 6858000"/>
              <a:gd name="connsiteX135" fmla="*/ 4123300 w 4272784"/>
              <a:gd name="connsiteY135" fmla="*/ 6640512 h 6858000"/>
              <a:gd name="connsiteX136" fmla="*/ 4106504 w 4272784"/>
              <a:gd name="connsiteY136" fmla="*/ 6683375 h 6858000"/>
              <a:gd name="connsiteX137" fmla="*/ 4096426 w 4272784"/>
              <a:gd name="connsiteY137" fmla="*/ 6735762 h 6858000"/>
              <a:gd name="connsiteX138" fmla="*/ 4088029 w 4272784"/>
              <a:gd name="connsiteY138" fmla="*/ 6791325 h 6858000"/>
              <a:gd name="connsiteX139" fmla="*/ 4082989 w 4272784"/>
              <a:gd name="connsiteY139" fmla="*/ 6858000 h 6858000"/>
              <a:gd name="connsiteX140" fmla="*/ 0 w 427278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272784" h="6858000">
                <a:moveTo>
                  <a:pt x="0" y="0"/>
                </a:moveTo>
                <a:lnTo>
                  <a:pt x="4082989" y="0"/>
                </a:lnTo>
                <a:lnTo>
                  <a:pt x="4088029" y="66675"/>
                </a:lnTo>
                <a:lnTo>
                  <a:pt x="4096426" y="122237"/>
                </a:lnTo>
                <a:lnTo>
                  <a:pt x="4106504" y="174625"/>
                </a:lnTo>
                <a:lnTo>
                  <a:pt x="4123300" y="217487"/>
                </a:lnTo>
                <a:lnTo>
                  <a:pt x="4140096" y="260350"/>
                </a:lnTo>
                <a:lnTo>
                  <a:pt x="4160251" y="296862"/>
                </a:lnTo>
                <a:lnTo>
                  <a:pt x="4180406" y="334962"/>
                </a:lnTo>
                <a:lnTo>
                  <a:pt x="4198882" y="369887"/>
                </a:lnTo>
                <a:lnTo>
                  <a:pt x="4217357" y="409575"/>
                </a:lnTo>
                <a:lnTo>
                  <a:pt x="4234153" y="450850"/>
                </a:lnTo>
                <a:lnTo>
                  <a:pt x="4249270" y="496887"/>
                </a:lnTo>
                <a:lnTo>
                  <a:pt x="4261027" y="546100"/>
                </a:lnTo>
                <a:lnTo>
                  <a:pt x="4269425" y="606425"/>
                </a:lnTo>
                <a:lnTo>
                  <a:pt x="4272784" y="673100"/>
                </a:lnTo>
                <a:lnTo>
                  <a:pt x="4269425" y="744537"/>
                </a:lnTo>
                <a:lnTo>
                  <a:pt x="4261027" y="801687"/>
                </a:lnTo>
                <a:lnTo>
                  <a:pt x="4249270" y="854075"/>
                </a:lnTo>
                <a:lnTo>
                  <a:pt x="4234153" y="901700"/>
                </a:lnTo>
                <a:lnTo>
                  <a:pt x="4217357" y="942975"/>
                </a:lnTo>
                <a:lnTo>
                  <a:pt x="4197202" y="981075"/>
                </a:lnTo>
                <a:lnTo>
                  <a:pt x="4177047" y="1017587"/>
                </a:lnTo>
                <a:lnTo>
                  <a:pt x="4156892" y="1055687"/>
                </a:lnTo>
                <a:lnTo>
                  <a:pt x="4138416" y="1095375"/>
                </a:lnTo>
                <a:lnTo>
                  <a:pt x="4119940" y="1136650"/>
                </a:lnTo>
                <a:lnTo>
                  <a:pt x="4104825" y="1182687"/>
                </a:lnTo>
                <a:lnTo>
                  <a:pt x="4094747" y="1235075"/>
                </a:lnTo>
                <a:lnTo>
                  <a:pt x="4084669" y="1295400"/>
                </a:lnTo>
                <a:lnTo>
                  <a:pt x="4082989" y="1363662"/>
                </a:lnTo>
                <a:lnTo>
                  <a:pt x="4084669" y="1431925"/>
                </a:lnTo>
                <a:lnTo>
                  <a:pt x="4094747" y="1492250"/>
                </a:lnTo>
                <a:lnTo>
                  <a:pt x="4104825" y="1544637"/>
                </a:lnTo>
                <a:lnTo>
                  <a:pt x="4119940" y="1589087"/>
                </a:lnTo>
                <a:lnTo>
                  <a:pt x="4138416" y="1631950"/>
                </a:lnTo>
                <a:lnTo>
                  <a:pt x="4156892" y="1671637"/>
                </a:lnTo>
                <a:lnTo>
                  <a:pt x="4177047" y="1708150"/>
                </a:lnTo>
                <a:lnTo>
                  <a:pt x="4197202" y="1743075"/>
                </a:lnTo>
                <a:lnTo>
                  <a:pt x="4217357" y="1782762"/>
                </a:lnTo>
                <a:lnTo>
                  <a:pt x="4234153" y="1824037"/>
                </a:lnTo>
                <a:lnTo>
                  <a:pt x="4249270" y="1870075"/>
                </a:lnTo>
                <a:lnTo>
                  <a:pt x="4261027" y="1922462"/>
                </a:lnTo>
                <a:lnTo>
                  <a:pt x="4269425" y="1982787"/>
                </a:lnTo>
                <a:lnTo>
                  <a:pt x="4272784" y="2051050"/>
                </a:lnTo>
                <a:lnTo>
                  <a:pt x="4269425" y="2119312"/>
                </a:lnTo>
                <a:lnTo>
                  <a:pt x="4261027" y="2179637"/>
                </a:lnTo>
                <a:lnTo>
                  <a:pt x="4249270" y="2232025"/>
                </a:lnTo>
                <a:lnTo>
                  <a:pt x="4234153" y="2278062"/>
                </a:lnTo>
                <a:lnTo>
                  <a:pt x="4217357" y="2319337"/>
                </a:lnTo>
                <a:lnTo>
                  <a:pt x="4197202" y="2359025"/>
                </a:lnTo>
                <a:lnTo>
                  <a:pt x="4177047" y="2395537"/>
                </a:lnTo>
                <a:lnTo>
                  <a:pt x="4156892" y="2433637"/>
                </a:lnTo>
                <a:lnTo>
                  <a:pt x="4138416" y="2471737"/>
                </a:lnTo>
                <a:lnTo>
                  <a:pt x="4119940" y="2513012"/>
                </a:lnTo>
                <a:lnTo>
                  <a:pt x="4104825" y="2560637"/>
                </a:lnTo>
                <a:lnTo>
                  <a:pt x="4094747" y="2613025"/>
                </a:lnTo>
                <a:lnTo>
                  <a:pt x="4084669" y="2671762"/>
                </a:lnTo>
                <a:lnTo>
                  <a:pt x="4082989" y="2741612"/>
                </a:lnTo>
                <a:lnTo>
                  <a:pt x="4084669" y="2809875"/>
                </a:lnTo>
                <a:lnTo>
                  <a:pt x="4094747" y="2868612"/>
                </a:lnTo>
                <a:lnTo>
                  <a:pt x="4104825" y="2922587"/>
                </a:lnTo>
                <a:lnTo>
                  <a:pt x="4119940" y="2967037"/>
                </a:lnTo>
                <a:lnTo>
                  <a:pt x="4138416" y="3009900"/>
                </a:lnTo>
                <a:lnTo>
                  <a:pt x="4156892" y="3046412"/>
                </a:lnTo>
                <a:lnTo>
                  <a:pt x="4177047" y="3084512"/>
                </a:lnTo>
                <a:lnTo>
                  <a:pt x="4197202" y="3121025"/>
                </a:lnTo>
                <a:lnTo>
                  <a:pt x="4217357" y="3160712"/>
                </a:lnTo>
                <a:lnTo>
                  <a:pt x="4234153" y="3201987"/>
                </a:lnTo>
                <a:lnTo>
                  <a:pt x="4249270" y="3248025"/>
                </a:lnTo>
                <a:lnTo>
                  <a:pt x="4261027" y="3300412"/>
                </a:lnTo>
                <a:lnTo>
                  <a:pt x="4269425" y="3360737"/>
                </a:lnTo>
                <a:lnTo>
                  <a:pt x="4272784" y="3427412"/>
                </a:lnTo>
                <a:lnTo>
                  <a:pt x="4269425" y="3497262"/>
                </a:lnTo>
                <a:lnTo>
                  <a:pt x="4261027" y="3557587"/>
                </a:lnTo>
                <a:lnTo>
                  <a:pt x="4249270" y="3609975"/>
                </a:lnTo>
                <a:lnTo>
                  <a:pt x="4234153" y="3656012"/>
                </a:lnTo>
                <a:lnTo>
                  <a:pt x="4217357" y="3697287"/>
                </a:lnTo>
                <a:lnTo>
                  <a:pt x="4197202" y="3736975"/>
                </a:lnTo>
                <a:lnTo>
                  <a:pt x="4156892" y="3811587"/>
                </a:lnTo>
                <a:lnTo>
                  <a:pt x="4138416" y="3848100"/>
                </a:lnTo>
                <a:lnTo>
                  <a:pt x="4119940" y="3890962"/>
                </a:lnTo>
                <a:lnTo>
                  <a:pt x="4104825" y="3935412"/>
                </a:lnTo>
                <a:lnTo>
                  <a:pt x="4094747" y="3987800"/>
                </a:lnTo>
                <a:lnTo>
                  <a:pt x="4084669" y="4048125"/>
                </a:lnTo>
                <a:lnTo>
                  <a:pt x="4082989" y="4116387"/>
                </a:lnTo>
                <a:lnTo>
                  <a:pt x="4084669" y="4186237"/>
                </a:lnTo>
                <a:lnTo>
                  <a:pt x="4094747" y="4244975"/>
                </a:lnTo>
                <a:lnTo>
                  <a:pt x="4104825" y="4297362"/>
                </a:lnTo>
                <a:lnTo>
                  <a:pt x="4119940" y="4343400"/>
                </a:lnTo>
                <a:lnTo>
                  <a:pt x="4138416" y="4386262"/>
                </a:lnTo>
                <a:lnTo>
                  <a:pt x="4156892" y="4424362"/>
                </a:lnTo>
                <a:lnTo>
                  <a:pt x="4197202" y="4498975"/>
                </a:lnTo>
                <a:lnTo>
                  <a:pt x="4217357" y="4537075"/>
                </a:lnTo>
                <a:lnTo>
                  <a:pt x="4234153" y="4579937"/>
                </a:lnTo>
                <a:lnTo>
                  <a:pt x="4249270" y="4625975"/>
                </a:lnTo>
                <a:lnTo>
                  <a:pt x="4261027" y="4678362"/>
                </a:lnTo>
                <a:lnTo>
                  <a:pt x="4269425" y="4738687"/>
                </a:lnTo>
                <a:lnTo>
                  <a:pt x="4272784" y="4806950"/>
                </a:lnTo>
                <a:lnTo>
                  <a:pt x="4269425" y="4875212"/>
                </a:lnTo>
                <a:lnTo>
                  <a:pt x="4261027" y="4935537"/>
                </a:lnTo>
                <a:lnTo>
                  <a:pt x="4249270" y="4987925"/>
                </a:lnTo>
                <a:lnTo>
                  <a:pt x="4234153" y="5033962"/>
                </a:lnTo>
                <a:lnTo>
                  <a:pt x="4217357" y="5075237"/>
                </a:lnTo>
                <a:lnTo>
                  <a:pt x="4197202" y="5114925"/>
                </a:lnTo>
                <a:lnTo>
                  <a:pt x="4177047" y="5149850"/>
                </a:lnTo>
                <a:lnTo>
                  <a:pt x="4156892" y="5186362"/>
                </a:lnTo>
                <a:lnTo>
                  <a:pt x="4138416" y="5226050"/>
                </a:lnTo>
                <a:lnTo>
                  <a:pt x="4119940" y="5268912"/>
                </a:lnTo>
                <a:lnTo>
                  <a:pt x="4104825" y="5313362"/>
                </a:lnTo>
                <a:lnTo>
                  <a:pt x="4094747" y="5365750"/>
                </a:lnTo>
                <a:lnTo>
                  <a:pt x="4084669" y="5426075"/>
                </a:lnTo>
                <a:lnTo>
                  <a:pt x="4082989" y="5494337"/>
                </a:lnTo>
                <a:lnTo>
                  <a:pt x="4084669" y="5562600"/>
                </a:lnTo>
                <a:lnTo>
                  <a:pt x="4094747" y="5622925"/>
                </a:lnTo>
                <a:lnTo>
                  <a:pt x="4104825" y="5675312"/>
                </a:lnTo>
                <a:lnTo>
                  <a:pt x="4119940" y="5721350"/>
                </a:lnTo>
                <a:lnTo>
                  <a:pt x="4138416" y="5762625"/>
                </a:lnTo>
                <a:lnTo>
                  <a:pt x="4156892" y="5802312"/>
                </a:lnTo>
                <a:lnTo>
                  <a:pt x="4177047" y="5840412"/>
                </a:lnTo>
                <a:lnTo>
                  <a:pt x="4197202" y="5876925"/>
                </a:lnTo>
                <a:lnTo>
                  <a:pt x="4217357" y="5915025"/>
                </a:lnTo>
                <a:lnTo>
                  <a:pt x="4234153" y="5956300"/>
                </a:lnTo>
                <a:lnTo>
                  <a:pt x="4249270" y="6003925"/>
                </a:lnTo>
                <a:lnTo>
                  <a:pt x="4261027" y="6056312"/>
                </a:lnTo>
                <a:lnTo>
                  <a:pt x="4269425" y="6113462"/>
                </a:lnTo>
                <a:lnTo>
                  <a:pt x="4272784" y="6183312"/>
                </a:lnTo>
                <a:lnTo>
                  <a:pt x="4269425" y="6251575"/>
                </a:lnTo>
                <a:lnTo>
                  <a:pt x="4261027" y="6311900"/>
                </a:lnTo>
                <a:lnTo>
                  <a:pt x="4249270" y="6361112"/>
                </a:lnTo>
                <a:lnTo>
                  <a:pt x="4234153" y="6407150"/>
                </a:lnTo>
                <a:lnTo>
                  <a:pt x="4217357" y="6448425"/>
                </a:lnTo>
                <a:lnTo>
                  <a:pt x="4198882" y="6488112"/>
                </a:lnTo>
                <a:lnTo>
                  <a:pt x="4180406" y="6523037"/>
                </a:lnTo>
                <a:lnTo>
                  <a:pt x="4160251" y="6561137"/>
                </a:lnTo>
                <a:lnTo>
                  <a:pt x="4140096" y="6597650"/>
                </a:lnTo>
                <a:lnTo>
                  <a:pt x="4123300" y="6640512"/>
                </a:lnTo>
                <a:lnTo>
                  <a:pt x="4106504" y="6683375"/>
                </a:lnTo>
                <a:lnTo>
                  <a:pt x="4096426" y="6735762"/>
                </a:lnTo>
                <a:lnTo>
                  <a:pt x="4088029" y="6791325"/>
                </a:lnTo>
                <a:lnTo>
                  <a:pt x="408298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E5FCFD1D-1E9C-4E30-A7D3-F7C247FDC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874907E-D3F4-C880-C6F7-4466929E9D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200">
                <a:solidFill>
                  <a:srgbClr val="4D4D4D"/>
                </a:solidFill>
              </a:rPr>
              <a:t>Estatuto da Cidade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FF6FE96-75F2-AD8A-CB5F-CDF6D6A06E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557338"/>
            <a:ext cx="8281987" cy="48958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400" dirty="0"/>
          </a:p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pt-BR" altLang="pt-BR" sz="2400" dirty="0">
                <a:solidFill>
                  <a:schemeClr val="tx1"/>
                </a:solidFill>
              </a:rPr>
              <a:t>Lei de outubro de 2001, fornece as principais diretrizes de ordem pública e de interesse social a serem aplicadas nos municípios do país.</a:t>
            </a:r>
          </a:p>
          <a:p>
            <a:pPr algn="just" eaLnBrk="1" hangingPunct="1">
              <a:buFont typeface="Wingdings" panose="05000000000000000000" pitchFamily="2" charset="2"/>
              <a:buChar char="ü"/>
            </a:pPr>
            <a:endParaRPr lang="pt-BR" altLang="pt-BR" sz="2400" dirty="0">
              <a:solidFill>
                <a:schemeClr val="tx1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pt-BR" altLang="pt-BR" sz="2400" dirty="0">
                <a:solidFill>
                  <a:schemeClr val="tx1"/>
                </a:solidFill>
              </a:rPr>
              <a:t>Traz os instrumentos da política urbana como, por exemplo, o plano diretor, disciplina do parcelamento, do uso e da ocupação do solo, zoneamento ambiental, plano plurianual, gestão orçamentária participativa, diretrizes orçamentárias e orçamento anual, etc.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4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A28B0E1-BDF9-6771-CE48-7CBC437ECE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3" y="260648"/>
            <a:ext cx="7010400" cy="1527175"/>
          </a:xfrm>
        </p:spPr>
        <p:txBody>
          <a:bodyPr/>
          <a:lstStyle/>
          <a:p>
            <a:pPr eaLnBrk="1" hangingPunct="1"/>
            <a:r>
              <a:rPr lang="pt-BR" altLang="pt-BR" sz="3200" dirty="0">
                <a:solidFill>
                  <a:srgbClr val="4D4D4D"/>
                </a:solidFill>
              </a:rPr>
              <a:t>Estatuto da Cidade</a:t>
            </a:r>
          </a:p>
        </p:txBody>
      </p:sp>
      <p:pic>
        <p:nvPicPr>
          <p:cNvPr id="19459" name="Picture 6" descr="Infográfico - Estatuto - Repórter Unesp">
            <a:extLst>
              <a:ext uri="{FF2B5EF4-FFF2-40B4-BE49-F238E27FC236}">
                <a16:creationId xmlns:a16="http://schemas.microsoft.com/office/drawing/2014/main" id="{2E9736A3-C9B9-9253-2CD8-6A831F4EE08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1913" y="1452563"/>
            <a:ext cx="7010400" cy="5259387"/>
          </a:xfr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488" name="Rectangle 20487">
            <a:extLst>
              <a:ext uri="{FF2B5EF4-FFF2-40B4-BE49-F238E27FC236}">
                <a16:creationId xmlns:a16="http://schemas.microsoft.com/office/drawing/2014/main" id="{CA77D789-9DE0-43A3-B196-F13CFECFA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DD7D2B1B-CB7C-A2C8-8C80-11C805726E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3788" y="382385"/>
            <a:ext cx="4511923" cy="1492132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3600"/>
              <a:t>Principais problemas urbanos</a:t>
            </a:r>
          </a:p>
        </p:txBody>
      </p:sp>
      <p:sp>
        <p:nvSpPr>
          <p:cNvPr id="20490" name="Rectangle 20489">
            <a:extLst>
              <a:ext uri="{FF2B5EF4-FFF2-40B4-BE49-F238E27FC236}">
                <a16:creationId xmlns:a16="http://schemas.microsoft.com/office/drawing/2014/main" id="{F9BC648B-BC3C-4674-B1FD-2F9F1C6D7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C15732B-CD07-223C-B87B-AB35B2161D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3788" y="1874517"/>
            <a:ext cx="4511923" cy="4794843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pt-BR" altLang="pt-BR" sz="1700" dirty="0"/>
          </a:p>
        </p:txBody>
      </p:sp>
      <p:pic>
        <p:nvPicPr>
          <p:cNvPr id="2" name="Picture 7" descr="Resultado de imagem para favelas">
            <a:extLst>
              <a:ext uri="{FF2B5EF4-FFF2-40B4-BE49-F238E27FC236}">
                <a16:creationId xmlns:a16="http://schemas.microsoft.com/office/drawing/2014/main" id="{DB954FD9-4159-595E-1C20-62C10B3368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04" r="31972"/>
          <a:stretch/>
        </p:blipFill>
        <p:spPr>
          <a:xfrm>
            <a:off x="5542359" y="10"/>
            <a:ext cx="3601641" cy="6857990"/>
          </a:xfrm>
          <a:custGeom>
            <a:avLst/>
            <a:gdLst/>
            <a:ahLst/>
            <a:cxnLst/>
            <a:rect l="l" t="t" r="r" b="b"/>
            <a:pathLst>
              <a:path w="4802188" h="6858000">
                <a:moveTo>
                  <a:pt x="0" y="0"/>
                </a:moveTo>
                <a:lnTo>
                  <a:pt x="4802188" y="0"/>
                </a:lnTo>
                <a:lnTo>
                  <a:pt x="4802188" y="6858000"/>
                </a:lnTo>
                <a:lnTo>
                  <a:pt x="0" y="6858000"/>
                </a:lnTo>
                <a:lnTo>
                  <a:pt x="4763" y="6791325"/>
                </a:lnTo>
                <a:lnTo>
                  <a:pt x="12700" y="6735762"/>
                </a:lnTo>
                <a:lnTo>
                  <a:pt x="22225" y="6683375"/>
                </a:lnTo>
                <a:lnTo>
                  <a:pt x="38100" y="6640512"/>
                </a:lnTo>
                <a:lnTo>
                  <a:pt x="53975" y="6597650"/>
                </a:lnTo>
                <a:lnTo>
                  <a:pt x="73025" y="6561137"/>
                </a:lnTo>
                <a:lnTo>
                  <a:pt x="92075" y="6523037"/>
                </a:lnTo>
                <a:lnTo>
                  <a:pt x="109538" y="6488112"/>
                </a:lnTo>
                <a:lnTo>
                  <a:pt x="127000" y="6448425"/>
                </a:lnTo>
                <a:lnTo>
                  <a:pt x="142875" y="6407150"/>
                </a:lnTo>
                <a:lnTo>
                  <a:pt x="157163" y="6361112"/>
                </a:lnTo>
                <a:lnTo>
                  <a:pt x="168275" y="6311900"/>
                </a:lnTo>
                <a:lnTo>
                  <a:pt x="176213" y="6251575"/>
                </a:lnTo>
                <a:lnTo>
                  <a:pt x="179388" y="6183312"/>
                </a:lnTo>
                <a:lnTo>
                  <a:pt x="176213" y="6113462"/>
                </a:lnTo>
                <a:lnTo>
                  <a:pt x="168275" y="6056312"/>
                </a:lnTo>
                <a:lnTo>
                  <a:pt x="157163" y="6003925"/>
                </a:lnTo>
                <a:lnTo>
                  <a:pt x="142875" y="5956300"/>
                </a:lnTo>
                <a:lnTo>
                  <a:pt x="127000" y="5915025"/>
                </a:lnTo>
                <a:lnTo>
                  <a:pt x="107950" y="5876925"/>
                </a:lnTo>
                <a:lnTo>
                  <a:pt x="88900" y="5840412"/>
                </a:lnTo>
                <a:lnTo>
                  <a:pt x="69850" y="5802312"/>
                </a:lnTo>
                <a:lnTo>
                  <a:pt x="52388" y="5762625"/>
                </a:lnTo>
                <a:lnTo>
                  <a:pt x="34925" y="5721350"/>
                </a:lnTo>
                <a:lnTo>
                  <a:pt x="20638" y="5675312"/>
                </a:lnTo>
                <a:lnTo>
                  <a:pt x="11113" y="5622925"/>
                </a:lnTo>
                <a:lnTo>
                  <a:pt x="1588" y="5562600"/>
                </a:lnTo>
                <a:lnTo>
                  <a:pt x="0" y="5494337"/>
                </a:lnTo>
                <a:lnTo>
                  <a:pt x="1588" y="5426075"/>
                </a:lnTo>
                <a:lnTo>
                  <a:pt x="11113" y="5365750"/>
                </a:lnTo>
                <a:lnTo>
                  <a:pt x="20638" y="5313362"/>
                </a:lnTo>
                <a:lnTo>
                  <a:pt x="34925" y="5268912"/>
                </a:lnTo>
                <a:lnTo>
                  <a:pt x="52388" y="5226050"/>
                </a:lnTo>
                <a:lnTo>
                  <a:pt x="69850" y="5186362"/>
                </a:lnTo>
                <a:lnTo>
                  <a:pt x="88900" y="5149850"/>
                </a:lnTo>
                <a:lnTo>
                  <a:pt x="107950" y="5114925"/>
                </a:lnTo>
                <a:lnTo>
                  <a:pt x="127000" y="5075237"/>
                </a:lnTo>
                <a:lnTo>
                  <a:pt x="142875" y="5033962"/>
                </a:lnTo>
                <a:lnTo>
                  <a:pt x="157163" y="4987925"/>
                </a:lnTo>
                <a:lnTo>
                  <a:pt x="168275" y="4935537"/>
                </a:lnTo>
                <a:lnTo>
                  <a:pt x="176213" y="4875212"/>
                </a:lnTo>
                <a:lnTo>
                  <a:pt x="179388" y="4806950"/>
                </a:lnTo>
                <a:lnTo>
                  <a:pt x="176213" y="4738687"/>
                </a:lnTo>
                <a:lnTo>
                  <a:pt x="168275" y="4678362"/>
                </a:lnTo>
                <a:lnTo>
                  <a:pt x="157163" y="4625975"/>
                </a:lnTo>
                <a:lnTo>
                  <a:pt x="142875" y="4579937"/>
                </a:lnTo>
                <a:lnTo>
                  <a:pt x="127000" y="4537075"/>
                </a:lnTo>
                <a:lnTo>
                  <a:pt x="107950" y="4498975"/>
                </a:lnTo>
                <a:lnTo>
                  <a:pt x="69850" y="4424362"/>
                </a:lnTo>
                <a:lnTo>
                  <a:pt x="52388" y="4386262"/>
                </a:lnTo>
                <a:lnTo>
                  <a:pt x="34925" y="4343400"/>
                </a:lnTo>
                <a:lnTo>
                  <a:pt x="20638" y="4297362"/>
                </a:lnTo>
                <a:lnTo>
                  <a:pt x="11113" y="4244975"/>
                </a:lnTo>
                <a:lnTo>
                  <a:pt x="1588" y="4186237"/>
                </a:lnTo>
                <a:lnTo>
                  <a:pt x="0" y="4116387"/>
                </a:lnTo>
                <a:lnTo>
                  <a:pt x="1588" y="4048125"/>
                </a:lnTo>
                <a:lnTo>
                  <a:pt x="11113" y="3987800"/>
                </a:lnTo>
                <a:lnTo>
                  <a:pt x="20638" y="3935412"/>
                </a:lnTo>
                <a:lnTo>
                  <a:pt x="34925" y="3890962"/>
                </a:lnTo>
                <a:lnTo>
                  <a:pt x="52388" y="3848100"/>
                </a:lnTo>
                <a:lnTo>
                  <a:pt x="69850" y="3811587"/>
                </a:lnTo>
                <a:lnTo>
                  <a:pt x="107950" y="3736975"/>
                </a:lnTo>
                <a:lnTo>
                  <a:pt x="127000" y="3697287"/>
                </a:lnTo>
                <a:lnTo>
                  <a:pt x="142875" y="3656012"/>
                </a:lnTo>
                <a:lnTo>
                  <a:pt x="157163" y="3609975"/>
                </a:lnTo>
                <a:lnTo>
                  <a:pt x="168275" y="3557587"/>
                </a:lnTo>
                <a:lnTo>
                  <a:pt x="176213" y="3497262"/>
                </a:lnTo>
                <a:lnTo>
                  <a:pt x="179388" y="3427412"/>
                </a:lnTo>
                <a:lnTo>
                  <a:pt x="176213" y="3360737"/>
                </a:lnTo>
                <a:lnTo>
                  <a:pt x="168275" y="3300412"/>
                </a:lnTo>
                <a:lnTo>
                  <a:pt x="157163" y="3248025"/>
                </a:lnTo>
                <a:lnTo>
                  <a:pt x="142875" y="3201987"/>
                </a:lnTo>
                <a:lnTo>
                  <a:pt x="127000" y="3160712"/>
                </a:lnTo>
                <a:lnTo>
                  <a:pt x="107950" y="3121025"/>
                </a:lnTo>
                <a:lnTo>
                  <a:pt x="88900" y="3084512"/>
                </a:lnTo>
                <a:lnTo>
                  <a:pt x="69850" y="3046412"/>
                </a:lnTo>
                <a:lnTo>
                  <a:pt x="52388" y="3009900"/>
                </a:lnTo>
                <a:lnTo>
                  <a:pt x="34925" y="2967037"/>
                </a:lnTo>
                <a:lnTo>
                  <a:pt x="20638" y="2922587"/>
                </a:lnTo>
                <a:lnTo>
                  <a:pt x="11113" y="2868612"/>
                </a:lnTo>
                <a:lnTo>
                  <a:pt x="1588" y="2809875"/>
                </a:lnTo>
                <a:lnTo>
                  <a:pt x="0" y="2741612"/>
                </a:lnTo>
                <a:lnTo>
                  <a:pt x="1588" y="2671762"/>
                </a:lnTo>
                <a:lnTo>
                  <a:pt x="11113" y="2613025"/>
                </a:lnTo>
                <a:lnTo>
                  <a:pt x="20638" y="2560637"/>
                </a:lnTo>
                <a:lnTo>
                  <a:pt x="34925" y="2513012"/>
                </a:lnTo>
                <a:lnTo>
                  <a:pt x="52388" y="2471737"/>
                </a:lnTo>
                <a:lnTo>
                  <a:pt x="69850" y="2433637"/>
                </a:lnTo>
                <a:lnTo>
                  <a:pt x="88900" y="2395537"/>
                </a:lnTo>
                <a:lnTo>
                  <a:pt x="107950" y="2359025"/>
                </a:lnTo>
                <a:lnTo>
                  <a:pt x="127000" y="2319337"/>
                </a:lnTo>
                <a:lnTo>
                  <a:pt x="142875" y="2278062"/>
                </a:lnTo>
                <a:lnTo>
                  <a:pt x="157163" y="2232025"/>
                </a:lnTo>
                <a:lnTo>
                  <a:pt x="168275" y="2179637"/>
                </a:lnTo>
                <a:lnTo>
                  <a:pt x="176213" y="2119312"/>
                </a:lnTo>
                <a:lnTo>
                  <a:pt x="179388" y="2051050"/>
                </a:lnTo>
                <a:lnTo>
                  <a:pt x="176213" y="1982787"/>
                </a:lnTo>
                <a:lnTo>
                  <a:pt x="168275" y="1922462"/>
                </a:lnTo>
                <a:lnTo>
                  <a:pt x="157163" y="1870075"/>
                </a:lnTo>
                <a:lnTo>
                  <a:pt x="142875" y="1824037"/>
                </a:lnTo>
                <a:lnTo>
                  <a:pt x="127000" y="1782762"/>
                </a:lnTo>
                <a:lnTo>
                  <a:pt x="107950" y="1743075"/>
                </a:lnTo>
                <a:lnTo>
                  <a:pt x="88900" y="1708150"/>
                </a:lnTo>
                <a:lnTo>
                  <a:pt x="69850" y="1671637"/>
                </a:lnTo>
                <a:lnTo>
                  <a:pt x="52388" y="1631950"/>
                </a:lnTo>
                <a:lnTo>
                  <a:pt x="34925" y="1589087"/>
                </a:lnTo>
                <a:lnTo>
                  <a:pt x="20638" y="1544637"/>
                </a:lnTo>
                <a:lnTo>
                  <a:pt x="11113" y="1492250"/>
                </a:lnTo>
                <a:lnTo>
                  <a:pt x="1588" y="1431925"/>
                </a:lnTo>
                <a:lnTo>
                  <a:pt x="0" y="1363662"/>
                </a:lnTo>
                <a:lnTo>
                  <a:pt x="1588" y="1295400"/>
                </a:lnTo>
                <a:lnTo>
                  <a:pt x="11113" y="1235075"/>
                </a:lnTo>
                <a:lnTo>
                  <a:pt x="20638" y="1182687"/>
                </a:lnTo>
                <a:lnTo>
                  <a:pt x="34925" y="1136650"/>
                </a:lnTo>
                <a:lnTo>
                  <a:pt x="52388" y="1095375"/>
                </a:lnTo>
                <a:lnTo>
                  <a:pt x="69850" y="1055687"/>
                </a:lnTo>
                <a:lnTo>
                  <a:pt x="88900" y="1017587"/>
                </a:lnTo>
                <a:lnTo>
                  <a:pt x="107950" y="981075"/>
                </a:lnTo>
                <a:lnTo>
                  <a:pt x="127000" y="942975"/>
                </a:lnTo>
                <a:lnTo>
                  <a:pt x="142875" y="901700"/>
                </a:lnTo>
                <a:lnTo>
                  <a:pt x="157163" y="854075"/>
                </a:lnTo>
                <a:lnTo>
                  <a:pt x="168275" y="801687"/>
                </a:lnTo>
                <a:lnTo>
                  <a:pt x="176213" y="744537"/>
                </a:lnTo>
                <a:lnTo>
                  <a:pt x="179388" y="673100"/>
                </a:lnTo>
                <a:lnTo>
                  <a:pt x="176213" y="606425"/>
                </a:lnTo>
                <a:lnTo>
                  <a:pt x="168275" y="546100"/>
                </a:lnTo>
                <a:lnTo>
                  <a:pt x="157163" y="496887"/>
                </a:lnTo>
                <a:lnTo>
                  <a:pt x="142875" y="450850"/>
                </a:lnTo>
                <a:lnTo>
                  <a:pt x="127000" y="409575"/>
                </a:lnTo>
                <a:lnTo>
                  <a:pt x="109538" y="369887"/>
                </a:lnTo>
                <a:lnTo>
                  <a:pt x="92075" y="334962"/>
                </a:lnTo>
                <a:lnTo>
                  <a:pt x="73025" y="296862"/>
                </a:lnTo>
                <a:lnTo>
                  <a:pt x="53975" y="260350"/>
                </a:lnTo>
                <a:lnTo>
                  <a:pt x="38100" y="217487"/>
                </a:lnTo>
                <a:lnTo>
                  <a:pt x="22225" y="174625"/>
                </a:lnTo>
                <a:lnTo>
                  <a:pt x="12700" y="122237"/>
                </a:lnTo>
                <a:lnTo>
                  <a:pt x="4763" y="66675"/>
                </a:lnTo>
                <a:close/>
              </a:path>
            </a:pathLst>
          </a:custGeom>
          <a:noFill/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7CE310F9-8091-18E2-9BA3-BE3D2019F83E}"/>
              </a:ext>
            </a:extLst>
          </p:cNvPr>
          <p:cNvSpPr txBox="1">
            <a:spLocks noChangeArrowheads="1"/>
          </p:cNvSpPr>
          <p:nvPr/>
        </p:nvSpPr>
        <p:spPr>
          <a:xfrm>
            <a:off x="573788" y="1700808"/>
            <a:ext cx="4511923" cy="47748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6858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6858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6858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6858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6858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pt-BR" altLang="pt-BR" sz="1600" dirty="0">
                <a:solidFill>
                  <a:schemeClr val="tx1"/>
                </a:solidFill>
              </a:rPr>
              <a:t>Moradia: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pt-BR" altLang="pt-BR" sz="16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pt-BR" altLang="pt-BR" sz="1600" dirty="0">
                <a:solidFill>
                  <a:schemeClr val="tx1"/>
                </a:solidFill>
              </a:rPr>
              <a:t>intensificação do processo de favelização.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pt-BR" altLang="pt-BR" sz="1600" dirty="0">
              <a:solidFill>
                <a:schemeClr val="tx1"/>
              </a:solidFill>
            </a:endParaRPr>
          </a:p>
          <a:p>
            <a:pPr marL="457200" lvl="1" indent="-457200">
              <a:lnSpc>
                <a:spcPct val="100000"/>
              </a:lnSpc>
              <a:buFont typeface="Gill Sans MT" panose="020B0502020104020203" pitchFamily="34" charset="0"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Favelas e comunidades urbanas (caracterização):</a:t>
            </a:r>
          </a:p>
          <a:p>
            <a:pPr fontAlgn="base">
              <a:lnSpc>
                <a:spcPct val="100000"/>
              </a:lnSpc>
            </a:pPr>
            <a:r>
              <a:rPr lang="pt-BR" sz="1600" dirty="0">
                <a:solidFill>
                  <a:schemeClr val="tx1"/>
                </a:solidFill>
              </a:rPr>
              <a:t>Domicílios com graus diferenciados de insegurança jurídica da posse;</a:t>
            </a:r>
          </a:p>
          <a:p>
            <a:pPr fontAlgn="base">
              <a:lnSpc>
                <a:spcPct val="100000"/>
              </a:lnSpc>
            </a:pPr>
            <a:r>
              <a:rPr lang="pt-BR" sz="1600" dirty="0">
                <a:solidFill>
                  <a:schemeClr val="tx1"/>
                </a:solidFill>
              </a:rPr>
              <a:t>Ausência ou oferta incompleta e/ou precária de serviços públicos, como iluminação, água, esgoto, drenagem e coleta de lixo por parte de quem deveria fornecer esses serviços;</a:t>
            </a:r>
          </a:p>
          <a:p>
            <a:pPr fontAlgn="base">
              <a:lnSpc>
                <a:spcPct val="100000"/>
              </a:lnSpc>
            </a:pPr>
            <a:r>
              <a:rPr lang="pt-BR" sz="1600" dirty="0">
                <a:solidFill>
                  <a:schemeClr val="tx1"/>
                </a:solidFill>
              </a:rPr>
              <a:t>Predomínio de edificações, arruamento e infraestrutura geralmente feitos pela própria comunidade, seguindo parâmetros diferentes dos definidos pelos órgãos públicos;</a:t>
            </a:r>
          </a:p>
          <a:p>
            <a:pPr fontAlgn="base">
              <a:lnSpc>
                <a:spcPct val="100000"/>
              </a:lnSpc>
            </a:pPr>
            <a:r>
              <a:rPr lang="pt-BR" sz="1600" dirty="0">
                <a:solidFill>
                  <a:schemeClr val="tx1"/>
                </a:solidFill>
              </a:rPr>
              <a:t>Localização em áreas com restrição à ocupação, como áreas de rodovias e ferrovias, linhas de transmissão de energia e áreas protegidas, entre outras; ou de risco</a:t>
            </a:r>
            <a:endParaRPr lang="pt-BR" altLang="pt-BR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pt-BR" altLang="pt-BR" sz="1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pt-BR" altLang="pt-BR" sz="1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BB54454-7965-4CFE-7C89-947A1391C484}"/>
              </a:ext>
            </a:extLst>
          </p:cNvPr>
          <p:cNvSpPr txBox="1"/>
          <p:nvPr/>
        </p:nvSpPr>
        <p:spPr>
          <a:xfrm>
            <a:off x="3851920" y="6367893"/>
            <a:ext cx="8737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800" dirty="0"/>
              <a:t>Fonte: G1/IBGE</a:t>
            </a:r>
          </a:p>
        </p:txBody>
      </p:sp>
    </p:spTree>
    <p:extLst>
      <p:ext uri="{BB962C8B-B14F-4D97-AF65-F5344CB8AC3E}">
        <p14:creationId xmlns:p14="http://schemas.microsoft.com/office/powerpoint/2010/main" val="2042094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8AB4816-8253-0B14-C047-0CF48D47D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00" r="30904"/>
          <a:stretch/>
        </p:blipFill>
        <p:spPr bwMode="auto">
          <a:xfrm>
            <a:off x="5503984" y="10"/>
            <a:ext cx="3640016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95" name="Freeform 10">
            <a:extLst>
              <a:ext uri="{FF2B5EF4-FFF2-40B4-BE49-F238E27FC236}">
                <a16:creationId xmlns:a16="http://schemas.microsoft.com/office/drawing/2014/main" id="{E1CE536E-134A-4A35-900B-30F927D5B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56769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DD7D2B1B-CB7C-A2C8-8C80-11C805726E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3788" y="382385"/>
            <a:ext cx="4511923" cy="1492132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3600"/>
              <a:t>Principais problemas urbanos</a:t>
            </a:r>
          </a:p>
        </p:txBody>
      </p:sp>
      <p:sp>
        <p:nvSpPr>
          <p:cNvPr id="20497" name="Rectangle 20496">
            <a:extLst>
              <a:ext uri="{FF2B5EF4-FFF2-40B4-BE49-F238E27FC236}">
                <a16:creationId xmlns:a16="http://schemas.microsoft.com/office/drawing/2014/main" id="{FA0382D1-1594-4E3D-842E-04E1E5E75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C15732B-CD07-223C-B87B-AB35B2161D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3788" y="1700808"/>
            <a:ext cx="4511923" cy="4774807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pt-BR" altLang="pt-BR" dirty="0">
                <a:solidFill>
                  <a:schemeClr val="tx1"/>
                </a:solidFill>
              </a:rPr>
              <a:t>Moradia: </a:t>
            </a: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endParaRPr lang="pt-BR" altLang="pt-BR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pt-BR" altLang="pt-BR" sz="2000" dirty="0">
                <a:solidFill>
                  <a:schemeClr val="tx1"/>
                </a:solidFill>
              </a:rPr>
              <a:t>ocupação irregular de áreas de risco e de proteção ambiental;</a:t>
            </a:r>
          </a:p>
          <a:p>
            <a:pPr lvl="1" eaLnBrk="1" hangingPunct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pt-BR" altLang="pt-BR" sz="2000" dirty="0">
                <a:solidFill>
                  <a:schemeClr val="tx1"/>
                </a:solidFill>
              </a:rPr>
              <a:t>déficit de moradias;</a:t>
            </a:r>
          </a:p>
          <a:p>
            <a:pPr lvl="1" eaLnBrk="1" hangingPunct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pt-BR" altLang="pt-BR" sz="2000" b="1" dirty="0">
                <a:solidFill>
                  <a:schemeClr val="tx1"/>
                </a:solidFill>
              </a:rPr>
              <a:t>especulação imobiliária</a:t>
            </a:r>
            <a:r>
              <a:rPr lang="pt-BR" altLang="pt-BR" sz="2000" dirty="0">
                <a:solidFill>
                  <a:schemeClr val="tx1"/>
                </a:solidFill>
              </a:rPr>
              <a:t>, que promove o aumento dos preços dos imóveis e consequente segregação social.</a:t>
            </a: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endParaRPr lang="pt-BR" altLang="pt-BR" sz="1000" dirty="0"/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pt-BR" altLang="pt-BR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1CE0F-1175-E190-A357-73EDDDC23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22744E1-C702-10B5-3906-D1FE533E7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3" y="260648"/>
            <a:ext cx="7010400" cy="1527175"/>
          </a:xfrm>
        </p:spPr>
        <p:txBody>
          <a:bodyPr/>
          <a:lstStyle/>
          <a:p>
            <a:pPr eaLnBrk="1" hangingPunct="1"/>
            <a:r>
              <a:rPr lang="pt-BR" altLang="pt-BR" sz="3200" dirty="0">
                <a:solidFill>
                  <a:srgbClr val="4D4D4D"/>
                </a:solidFill>
              </a:rPr>
              <a:t>gentrificação</a:t>
            </a:r>
          </a:p>
        </p:txBody>
      </p:sp>
      <p:pic>
        <p:nvPicPr>
          <p:cNvPr id="4" name="Espaço Reservado para Conteúdo 3" descr="O que é Gentrificação e por que você deveria se preocupar com isso - COURB">
            <a:extLst>
              <a:ext uri="{FF2B5EF4-FFF2-40B4-BE49-F238E27FC236}">
                <a16:creationId xmlns:a16="http://schemas.microsoft.com/office/drawing/2014/main" id="{81FC01D9-6EDD-D6C4-8E4E-B9DF7ECA2D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15616" y="1589547"/>
            <a:ext cx="7238090" cy="241551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51A81F6-4B5E-3407-58FE-12536794E2EF}"/>
              </a:ext>
            </a:extLst>
          </p:cNvPr>
          <p:cNvSpPr txBox="1"/>
          <p:nvPr/>
        </p:nvSpPr>
        <p:spPr>
          <a:xfrm>
            <a:off x="1115616" y="4437112"/>
            <a:ext cx="74543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Processo de transformação urbana onde bairros populares ou degradados sofrem valorização imobiliária e comercial. Isso atrai moradores de maior poder aquisitivo e expulsa a população original, que não consegue mais pagar pelos novos custos de vida e aluguéis.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EB714B-E813-5079-6A91-64DB24B87FD4}"/>
              </a:ext>
            </a:extLst>
          </p:cNvPr>
          <p:cNvSpPr txBox="1"/>
          <p:nvPr/>
        </p:nvSpPr>
        <p:spPr>
          <a:xfrm>
            <a:off x="5868144" y="6453336"/>
            <a:ext cx="2808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https://habitatbrasil.org.br/gentrificacao/</a:t>
            </a:r>
          </a:p>
        </p:txBody>
      </p:sp>
    </p:spTree>
    <p:extLst>
      <p:ext uri="{BB962C8B-B14F-4D97-AF65-F5344CB8AC3E}">
        <p14:creationId xmlns:p14="http://schemas.microsoft.com/office/powerpoint/2010/main" val="799415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A1752-A016-5B58-05D8-B0DE4AD9C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44A4ACC-C4CC-EE3C-7AB4-E70001980A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3" y="260648"/>
            <a:ext cx="7010400" cy="1527175"/>
          </a:xfrm>
        </p:spPr>
        <p:txBody>
          <a:bodyPr/>
          <a:lstStyle/>
          <a:p>
            <a:pPr eaLnBrk="1" hangingPunct="1"/>
            <a:r>
              <a:rPr lang="pt-BR" altLang="pt-BR" sz="3200" dirty="0">
                <a:solidFill>
                  <a:srgbClr val="4D4D4D"/>
                </a:solidFill>
              </a:rPr>
              <a:t>Segregação socioespacial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82F29F8-8137-D1C9-5EBB-9FFDD1A94E3A}"/>
              </a:ext>
            </a:extLst>
          </p:cNvPr>
          <p:cNvSpPr txBox="1"/>
          <p:nvPr/>
        </p:nvSpPr>
        <p:spPr>
          <a:xfrm>
            <a:off x="4572000" y="1024235"/>
            <a:ext cx="40360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Divisão das cidades em áreas separadas com base na renda, classe social ou raça.</a:t>
            </a:r>
          </a:p>
        </p:txBody>
      </p:sp>
      <p:pic>
        <p:nvPicPr>
          <p:cNvPr id="7" name="Espaço Reservado para Conteúdo 6" descr="Segregação socioespacial: o que é e quais são os impactos? - Summit  Mobilidade">
            <a:extLst>
              <a:ext uri="{FF2B5EF4-FFF2-40B4-BE49-F238E27FC236}">
                <a16:creationId xmlns:a16="http://schemas.microsoft.com/office/drawing/2014/main" id="{CCC52768-6041-4B49-8B74-27A4D98849A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01687" y="953447"/>
            <a:ext cx="3626297" cy="2422252"/>
          </a:xfrm>
          <a:prstGeom prst="rect">
            <a:avLst/>
          </a:prstGeom>
        </p:spPr>
      </p:pic>
      <p:pic>
        <p:nvPicPr>
          <p:cNvPr id="2" name="Imagem 1" descr="Impactos da Covid-19 nas periferias - Le Monde Diplomatique">
            <a:extLst>
              <a:ext uri="{FF2B5EF4-FFF2-40B4-BE49-F238E27FC236}">
                <a16:creationId xmlns:a16="http://schemas.microsoft.com/office/drawing/2014/main" id="{66EABD78-AD64-E49B-8D21-4F5CE66E1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487320"/>
            <a:ext cx="4180111" cy="306541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8325FC1-79FF-398B-660A-C8A1AC7AA652}"/>
              </a:ext>
            </a:extLst>
          </p:cNvPr>
          <p:cNvSpPr txBox="1"/>
          <p:nvPr/>
        </p:nvSpPr>
        <p:spPr>
          <a:xfrm>
            <a:off x="4572000" y="1975852"/>
            <a:ext cx="40360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Periferias e Favelas:</a:t>
            </a:r>
            <a:r>
              <a:rPr lang="pt-BR" sz="1600" dirty="0"/>
              <a:t> Concentração de populações de baixa renda em áreas afastadas dos centros urbanos, frequentemente caracterizadas por moradias precárias e vulnerabilidade.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4F2FD92-98EC-CD6E-11BE-467C336CDB30}"/>
              </a:ext>
            </a:extLst>
          </p:cNvPr>
          <p:cNvSpPr txBox="1"/>
          <p:nvPr/>
        </p:nvSpPr>
        <p:spPr>
          <a:xfrm>
            <a:off x="791383" y="3717032"/>
            <a:ext cx="36366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Enclaves Fortificados:</a:t>
            </a:r>
            <a:r>
              <a:rPr lang="pt-BR" sz="1600" dirty="0"/>
              <a:t> Condomínios fechados, loteamentos exclusivos e shoppings centers que isolam as classes mais altas do restante da cidade, muitas vezes vigiados por controle de acesso e segurança privada.</a:t>
            </a:r>
          </a:p>
        </p:txBody>
      </p:sp>
    </p:spTree>
    <p:extLst>
      <p:ext uri="{BB962C8B-B14F-4D97-AF65-F5344CB8AC3E}">
        <p14:creationId xmlns:p14="http://schemas.microsoft.com/office/powerpoint/2010/main" val="3659211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54D03-B0BD-9090-DD46-B39A39D9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F8DD58E-7F45-FE34-D11D-A97CD556D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3" y="260648"/>
            <a:ext cx="7010400" cy="1527175"/>
          </a:xfrm>
        </p:spPr>
        <p:txBody>
          <a:bodyPr/>
          <a:lstStyle/>
          <a:p>
            <a:pPr eaLnBrk="1" hangingPunct="1"/>
            <a:r>
              <a:rPr lang="pt-BR" altLang="pt-BR" sz="3200" dirty="0">
                <a:solidFill>
                  <a:srgbClr val="4D4D4D"/>
                </a:solidFill>
              </a:rPr>
              <a:t>Racismo ambiental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14AC92D1-13CC-13EE-19FE-E98BA4AED6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87760" y="1052736"/>
            <a:ext cx="6768479" cy="389500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EECAD4C-30A1-A066-CDE3-C7AAF95A8FE7}"/>
              </a:ext>
            </a:extLst>
          </p:cNvPr>
          <p:cNvSpPr txBox="1"/>
          <p:nvPr/>
        </p:nvSpPr>
        <p:spPr>
          <a:xfrm>
            <a:off x="1331913" y="5397023"/>
            <a:ext cx="67684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Conceito que descreve como as injustiças e degradações ambientais não afetam a população de forma igualitária, recaindo de maneira desproporcional sobre minorias étnicas, populações de baixa renda e grupos historicamente vulnerabilizados.</a:t>
            </a:r>
          </a:p>
        </p:txBody>
      </p:sp>
    </p:spTree>
    <p:extLst>
      <p:ext uri="{BB962C8B-B14F-4D97-AF65-F5344CB8AC3E}">
        <p14:creationId xmlns:p14="http://schemas.microsoft.com/office/powerpoint/2010/main" val="3620750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9C2055E-E472-7F3C-2F78-A519F5A583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8759" y="645107"/>
            <a:ext cx="2538247" cy="1640894"/>
          </a:xfrm>
        </p:spPr>
        <p:txBody>
          <a:bodyPr anchor="t">
            <a:normAutofit/>
          </a:bodyPr>
          <a:lstStyle/>
          <a:p>
            <a:pPr eaLnBrk="1" hangingPunct="1"/>
            <a:r>
              <a:rPr lang="pt-BR" altLang="pt-BR" sz="3500"/>
              <a:t>Principais problemas urbanos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22CF61FF-A4DF-9875-4C20-AA4FCDD0C9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8759" y="2286001"/>
            <a:ext cx="2538247" cy="3940844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dirty="0">
                <a:solidFill>
                  <a:schemeClr val="tx1"/>
                </a:solidFill>
              </a:rPr>
              <a:t>Mobilidade: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dirty="0">
              <a:solidFill>
                <a:schemeClr val="tx1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pt-BR" altLang="pt-BR" dirty="0">
                <a:solidFill>
                  <a:schemeClr val="tx1"/>
                </a:solidFill>
              </a:rPr>
              <a:t>Trânsito caótico (ênfase no </a:t>
            </a:r>
            <a:r>
              <a:rPr lang="pt-BR" altLang="pt-BR" b="1" dirty="0">
                <a:solidFill>
                  <a:schemeClr val="tx1"/>
                </a:solidFill>
              </a:rPr>
              <a:t>transporte individual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pt-BR" altLang="pt-BR" dirty="0">
                <a:solidFill>
                  <a:schemeClr val="tx1"/>
                </a:solidFill>
              </a:rPr>
              <a:t>Deficiências no transporte de massa (coletivo).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dirty="0"/>
          </a:p>
        </p:txBody>
      </p:sp>
      <p:pic>
        <p:nvPicPr>
          <p:cNvPr id="2" name="Picture 8" descr="Resultado de imagem para transito caotico sp">
            <a:extLst>
              <a:ext uri="{FF2B5EF4-FFF2-40B4-BE49-F238E27FC236}">
                <a16:creationId xmlns:a16="http://schemas.microsoft.com/office/drawing/2014/main" id="{0C5C7717-2DE1-C2E0-2C0A-3C87A802B5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3" r="25860" b="-2"/>
          <a:stretch/>
        </p:blipFill>
        <p:spPr>
          <a:xfrm>
            <a:off x="3959604" y="645107"/>
            <a:ext cx="4496598" cy="559404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C0E5D38-5FD0-BCC0-3697-77C82F4AC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200">
                <a:solidFill>
                  <a:srgbClr val="4D4D4D"/>
                </a:solidFill>
              </a:rPr>
              <a:t>Principais problemas urbanos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3E5D0FD-A2B1-0AD6-A444-D488EABD3C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9" y="1340768"/>
            <a:ext cx="8136904" cy="446405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2400" dirty="0">
                <a:solidFill>
                  <a:schemeClr val="tx1"/>
                </a:solidFill>
              </a:rPr>
              <a:t>Ambientais: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400" dirty="0">
              <a:solidFill>
                <a:schemeClr val="tx1"/>
              </a:solidFill>
            </a:endParaRPr>
          </a:p>
          <a:p>
            <a:pPr lvl="1" algn="just" eaLnBrk="1" hangingPunct="1">
              <a:buFont typeface="Wingdings" panose="05000000000000000000" pitchFamily="2" charset="2"/>
              <a:buChar char="ü"/>
            </a:pPr>
            <a:r>
              <a:rPr lang="pt-BR" altLang="pt-BR" sz="2200" dirty="0">
                <a:solidFill>
                  <a:schemeClr val="tx1"/>
                </a:solidFill>
              </a:rPr>
              <a:t>aumento das dificuldades de abastecimento de água, em função do aumento da poluição (esgoto não tratado) e da ocupação de áreas de mananciais.</a:t>
            </a:r>
          </a:p>
          <a:p>
            <a:pPr lvl="1" algn="just" eaLnBrk="1" hangingPunct="1">
              <a:buFont typeface="Wingdings" panose="05000000000000000000" pitchFamily="2" charset="2"/>
              <a:buChar char="ü"/>
            </a:pPr>
            <a:endParaRPr lang="pt-BR" altLang="pt-BR" sz="2200" dirty="0">
              <a:solidFill>
                <a:schemeClr val="tx1"/>
              </a:solidFill>
            </a:endParaRPr>
          </a:p>
          <a:p>
            <a:pPr lvl="1" algn="just" eaLnBrk="1" hangingPunct="1">
              <a:buFont typeface="Wingdings" panose="05000000000000000000" pitchFamily="2" charset="2"/>
              <a:buChar char="ü"/>
            </a:pPr>
            <a:r>
              <a:rPr lang="pt-BR" altLang="pt-BR" sz="2200" dirty="0">
                <a:solidFill>
                  <a:schemeClr val="tx1"/>
                </a:solidFill>
              </a:rPr>
              <a:t>falta de </a:t>
            </a:r>
            <a:r>
              <a:rPr lang="pt-BR" altLang="pt-BR" sz="2200" b="1" dirty="0">
                <a:solidFill>
                  <a:schemeClr val="tx1"/>
                </a:solidFill>
              </a:rPr>
              <a:t>saneamento básico </a:t>
            </a:r>
            <a:r>
              <a:rPr lang="pt-BR" altLang="pt-BR" sz="2200" dirty="0">
                <a:solidFill>
                  <a:schemeClr val="tx1"/>
                </a:solidFill>
              </a:rPr>
              <a:t>(tratamento de água e esgoto e coleta de lixo) adequado em muitas áreas; o problema afeta principalmente jovens, pretos, pardos e indígenas.</a:t>
            </a:r>
          </a:p>
          <a:p>
            <a:pPr lvl="1" algn="just" eaLnBrk="1" hangingPunct="1">
              <a:buFont typeface="Wingdings" panose="05000000000000000000" pitchFamily="2" charset="2"/>
              <a:buChar char="ü"/>
            </a:pPr>
            <a:endParaRPr lang="pt-BR" altLang="pt-BR" sz="2200" dirty="0">
              <a:solidFill>
                <a:schemeClr val="tx1"/>
              </a:solidFill>
            </a:endParaRPr>
          </a:p>
          <a:p>
            <a:pPr lvl="1" algn="just" eaLnBrk="1" hangingPunct="1">
              <a:buFont typeface="Wingdings" panose="05000000000000000000" pitchFamily="2" charset="2"/>
              <a:buChar char="ü"/>
            </a:pPr>
            <a:r>
              <a:rPr lang="pt-BR" altLang="pt-BR" sz="2200" dirty="0">
                <a:solidFill>
                  <a:schemeClr val="tx1"/>
                </a:solidFill>
              </a:rPr>
              <a:t>destinação adequada do lixo.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4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>
            <a:extLst>
              <a:ext uri="{FF2B5EF4-FFF2-40B4-BE49-F238E27FC236}">
                <a16:creationId xmlns:a16="http://schemas.microsoft.com/office/drawing/2014/main" id="{825F9D28-3981-A4A2-5AA3-AE32ACC1D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136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3887B-9CA1-C0E4-CC87-75528A553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5481FF1-7457-B049-E79C-A363B3B11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57779"/>
            <a:ext cx="7632848" cy="654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40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153F68C-667A-4CAC-9479-A5E803622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209" y="424260"/>
            <a:ext cx="8025729" cy="551645"/>
          </a:xfrm>
        </p:spPr>
        <p:txBody>
          <a:bodyPr anchor="t">
            <a:normAutofit fontScale="90000"/>
          </a:bodyPr>
          <a:lstStyle/>
          <a:p>
            <a:pPr eaLnBrk="1" hangingPunct="1"/>
            <a:r>
              <a:rPr lang="pt-BR" altLang="pt-BR" sz="3500" dirty="0"/>
              <a:t>Principais problemas urbanos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072319A7-C6BB-E272-53B7-8CBEFD8F84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611651"/>
            <a:ext cx="3092114" cy="3940844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pt-BR" altLang="pt-BR" dirty="0"/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pt-BR" altLang="pt-BR" sz="9600" b="1" dirty="0">
                <a:solidFill>
                  <a:schemeClr val="tx1"/>
                </a:solidFill>
              </a:rPr>
              <a:t>Ilhas de calor</a:t>
            </a:r>
            <a:r>
              <a:rPr lang="pt-BR" altLang="pt-BR" sz="9600" dirty="0">
                <a:solidFill>
                  <a:schemeClr val="tx1"/>
                </a:solidFill>
              </a:rPr>
              <a:t>, decorrentes da grande concentração de concreto, asfalto e poluentes nas áreas centrais.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endParaRPr lang="pt-BR" altLang="pt-BR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dirty="0"/>
          </a:p>
        </p:txBody>
      </p:sp>
      <p:pic>
        <p:nvPicPr>
          <p:cNvPr id="26629" name="Picture 5" descr="Gráfico, Gráfico de linhas&#10;&#10;Descrição gerada automaticamente">
            <a:extLst>
              <a:ext uri="{FF2B5EF4-FFF2-40B4-BE49-F238E27FC236}">
                <a16:creationId xmlns:a16="http://schemas.microsoft.com/office/drawing/2014/main" id="{B0280356-0376-8493-5F83-53E885B73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39952" y="1611651"/>
            <a:ext cx="4496598" cy="4822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C4E425-80E4-B8D9-82A0-7E3473DDD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6C0DEF1-F2CA-E8C7-060D-9E62F6F6F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821" y="367542"/>
            <a:ext cx="7737697" cy="541178"/>
          </a:xfrm>
        </p:spPr>
        <p:txBody>
          <a:bodyPr anchor="t">
            <a:normAutofit fontScale="90000"/>
          </a:bodyPr>
          <a:lstStyle/>
          <a:p>
            <a:pPr eaLnBrk="1" hangingPunct="1"/>
            <a:r>
              <a:rPr lang="pt-BR" altLang="pt-BR" sz="3500" dirty="0"/>
              <a:t>Principais problemas urbanos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465AA989-9E95-EFB1-3C87-726503E476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576" y="4941168"/>
            <a:ext cx="8125318" cy="1549290"/>
          </a:xfrm>
        </p:spPr>
        <p:txBody>
          <a:bodyPr>
            <a:normAutofit/>
          </a:bodyPr>
          <a:lstStyle/>
          <a:p>
            <a:pPr marL="457200" lvl="1" indent="0" eaLnBrk="1" hangingPunct="1">
              <a:lnSpc>
                <a:spcPct val="100000"/>
              </a:lnSpc>
              <a:buNone/>
            </a:pPr>
            <a:endParaRPr lang="pt-BR" altLang="pt-BR" sz="2000" dirty="0">
              <a:solidFill>
                <a:schemeClr val="tx1"/>
              </a:solidFill>
            </a:endParaRPr>
          </a:p>
          <a:p>
            <a:pPr marL="457200" lvl="1" indent="0" algn="just" eaLnBrk="1" hangingPunct="1">
              <a:lnSpc>
                <a:spcPct val="100000"/>
              </a:lnSpc>
              <a:buNone/>
            </a:pPr>
            <a:r>
              <a:rPr lang="pt-BR" altLang="pt-BR" sz="2000" dirty="0">
                <a:solidFill>
                  <a:schemeClr val="tx1"/>
                </a:solidFill>
              </a:rPr>
              <a:t>Piora na qualidade do ar, decorrente da elevada emissão de poluentes e da falta cada vez maior de áreas verdes na maioria das grandes cidades. Aumento da concentração em dias de </a:t>
            </a:r>
            <a:r>
              <a:rPr lang="pt-BR" altLang="pt-BR" sz="2000" b="1" dirty="0">
                <a:solidFill>
                  <a:schemeClr val="tx1"/>
                </a:solidFill>
              </a:rPr>
              <a:t>inversão térmica</a:t>
            </a:r>
            <a:r>
              <a:rPr lang="pt-BR" altLang="pt-BR" sz="2000" dirty="0">
                <a:solidFill>
                  <a:schemeClr val="tx1"/>
                </a:solidFill>
              </a:rPr>
              <a:t>.</a:t>
            </a: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pt-BR" altLang="pt-BR" sz="1700" dirty="0"/>
          </a:p>
        </p:txBody>
      </p:sp>
      <p:pic>
        <p:nvPicPr>
          <p:cNvPr id="40962" name="Picture 2" descr="Inversão Térmica - Toda Matéria">
            <a:extLst>
              <a:ext uri="{FF2B5EF4-FFF2-40B4-BE49-F238E27FC236}">
                <a16:creationId xmlns:a16="http://schemas.microsoft.com/office/drawing/2014/main" id="{02D7AEBB-7ED8-199B-E860-02CB6AE2E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87624" y="1196752"/>
            <a:ext cx="6525147" cy="3931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7524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153F68C-667A-4CAC-9479-A5E803622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8758" y="260648"/>
            <a:ext cx="7913816" cy="766183"/>
          </a:xfrm>
        </p:spPr>
        <p:txBody>
          <a:bodyPr anchor="t">
            <a:noAutofit/>
          </a:bodyPr>
          <a:lstStyle/>
          <a:p>
            <a:pPr eaLnBrk="1" hangingPunct="1"/>
            <a:r>
              <a:rPr lang="pt-BR" altLang="pt-BR" sz="3200" dirty="0"/>
              <a:t>Principais problemas urbanos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072319A7-C6BB-E272-53B7-8CBEFD8F84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576" y="1026831"/>
            <a:ext cx="3493975" cy="5831169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pt-BR" altLang="pt-BR" dirty="0"/>
          </a:p>
          <a:p>
            <a:pPr marL="0" lvl="1" indent="0" eaLnBrk="1" hangingPunct="1">
              <a:buNone/>
            </a:pPr>
            <a:r>
              <a:rPr lang="pt-BR" altLang="pt-BR" sz="2900" b="1" dirty="0">
                <a:solidFill>
                  <a:schemeClr val="tx1"/>
                </a:solidFill>
              </a:rPr>
              <a:t>Chuva ácida </a:t>
            </a:r>
            <a:r>
              <a:rPr lang="pt-BR" altLang="pt-BR" sz="2900" dirty="0">
                <a:solidFill>
                  <a:schemeClr val="tx1"/>
                </a:solidFill>
              </a:rPr>
              <a:t>(consequências):</a:t>
            </a:r>
            <a:endParaRPr lang="pt-BR" altLang="pt-BR" sz="2900" b="1" dirty="0">
              <a:solidFill>
                <a:schemeClr val="tx1"/>
              </a:solidFill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pt-BR" sz="25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alteram o PH do solo, geralmente abaixo do valor 5,6 e essa acidificação mata a microbiota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pt-BR" sz="25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alteram o PH de córregos, rios, lagos e mananciais, acidificando a água, desequilibrando o ambiente e causando a morte de peixes e outros seres aquáticos;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pt-BR" sz="25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causam patologias em vegetais e animais;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pt-BR" sz="25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destroem extensas áreas florestais e lavouras;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pt-BR" sz="25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danos à saúde humano, com agravamento de problemas respiratórios e oculares;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pt-BR" sz="25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corroem metais, pedras, rochas calcárias, madeira (ação desidratante);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pt-BR" sz="25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desgastam construções.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endParaRPr lang="pt-BR" altLang="pt-BR" dirty="0">
              <a:solidFill>
                <a:schemeClr val="tx1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ü"/>
            </a:pPr>
            <a:endParaRPr lang="pt-BR" altLang="pt-BR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8260E85-FA43-D6DE-E59B-8078AA91B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55976" y="1334571"/>
            <a:ext cx="4496598" cy="449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9289E34-0B7D-1BD9-1A93-FD4B10E039E0}"/>
              </a:ext>
            </a:extLst>
          </p:cNvPr>
          <p:cNvSpPr txBox="1"/>
          <p:nvPr/>
        </p:nvSpPr>
        <p:spPr>
          <a:xfrm>
            <a:off x="7086791" y="5831132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Fonte: arvoreagua.org</a:t>
            </a:r>
          </a:p>
        </p:txBody>
      </p:sp>
    </p:spTree>
    <p:extLst>
      <p:ext uri="{BB962C8B-B14F-4D97-AF65-F5344CB8AC3E}">
        <p14:creationId xmlns:p14="http://schemas.microsoft.com/office/powerpoint/2010/main" val="2041367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153F68C-667A-4CAC-9479-A5E803622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821" y="367542"/>
            <a:ext cx="7737697" cy="541178"/>
          </a:xfrm>
        </p:spPr>
        <p:txBody>
          <a:bodyPr anchor="t">
            <a:normAutofit fontScale="90000"/>
          </a:bodyPr>
          <a:lstStyle/>
          <a:p>
            <a:pPr eaLnBrk="1" hangingPunct="1"/>
            <a:r>
              <a:rPr lang="pt-BR" altLang="pt-BR" sz="3500" dirty="0"/>
              <a:t>Movimentos de massa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3FA29F5-97C4-B2DA-43AD-AD31E0D3E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124744"/>
            <a:ext cx="5683404" cy="556608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CC75CD7-136C-40C2-F87D-60645262995A}"/>
              </a:ext>
            </a:extLst>
          </p:cNvPr>
          <p:cNvSpPr txBox="1"/>
          <p:nvPr/>
        </p:nvSpPr>
        <p:spPr>
          <a:xfrm>
            <a:off x="6799020" y="6466733"/>
            <a:ext cx="1152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Fonte:G1</a:t>
            </a:r>
          </a:p>
        </p:txBody>
      </p:sp>
    </p:spTree>
    <p:extLst>
      <p:ext uri="{BB962C8B-B14F-4D97-AF65-F5344CB8AC3E}">
        <p14:creationId xmlns:p14="http://schemas.microsoft.com/office/powerpoint/2010/main" val="1911393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15426-DDED-253C-E331-303B2DE15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49D55D1-1E22-56A8-074F-DE109A2F4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821" y="367542"/>
            <a:ext cx="7737697" cy="541178"/>
          </a:xfrm>
        </p:spPr>
        <p:txBody>
          <a:bodyPr anchor="t">
            <a:normAutofit fontScale="90000"/>
          </a:bodyPr>
          <a:lstStyle/>
          <a:p>
            <a:pPr eaLnBrk="1" hangingPunct="1"/>
            <a:r>
              <a:rPr lang="pt-BR" altLang="pt-BR" sz="3500" dirty="0"/>
              <a:t>Enchentes, inundações e alagamentos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AD2AC39-AF1F-9D80-25E9-AF69AB674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484" y="1713725"/>
            <a:ext cx="7737697" cy="38058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F6E44E3-5276-81E9-D1CE-FF7B8EFBD07D}"/>
              </a:ext>
            </a:extLst>
          </p:cNvPr>
          <p:cNvSpPr txBox="1"/>
          <p:nvPr/>
        </p:nvSpPr>
        <p:spPr>
          <a:xfrm>
            <a:off x="7524328" y="5531622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Fonte: Cemaden</a:t>
            </a:r>
          </a:p>
        </p:txBody>
      </p:sp>
    </p:spTree>
    <p:extLst>
      <p:ext uri="{BB962C8B-B14F-4D97-AF65-F5344CB8AC3E}">
        <p14:creationId xmlns:p14="http://schemas.microsoft.com/office/powerpoint/2010/main" val="1262654373"/>
      </p:ext>
    </p:extLst>
  </p:cSld>
  <p:clrMapOvr>
    <a:masterClrMapping/>
  </p:clrMapOvr>
</p:sld>
</file>

<file path=ppt/theme/theme1.xml><?xml version="1.0" encoding="utf-8"?>
<a:theme xmlns:a="http://schemas.openxmlformats.org/drawingml/2006/main" name="Selo">
  <a:themeElements>
    <a:clrScheme name="Sel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Sel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l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Selo</Template>
  <TotalTime>532</TotalTime>
  <Words>670</Words>
  <Application>Microsoft Office PowerPoint</Application>
  <PresentationFormat>Apresentação na tela (4:3)</PresentationFormat>
  <Paragraphs>71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Aptos</vt:lpstr>
      <vt:lpstr>Arial</vt:lpstr>
      <vt:lpstr>Gill Sans MT</vt:lpstr>
      <vt:lpstr>Helvetica</vt:lpstr>
      <vt:lpstr>Impact</vt:lpstr>
      <vt:lpstr>Wingdings</vt:lpstr>
      <vt:lpstr>Selo</vt:lpstr>
      <vt:lpstr>Problemas socioambientais urbanos  Capítulos 3 e 4</vt:lpstr>
      <vt:lpstr>Estatuto da Cidade</vt:lpstr>
      <vt:lpstr>Estatuto da Cidade</vt:lpstr>
      <vt:lpstr>Principais problemas urbanos</vt:lpstr>
      <vt:lpstr>Principais problemas urbanos</vt:lpstr>
      <vt:lpstr>gentrificação</vt:lpstr>
      <vt:lpstr>Segregação socioespacial</vt:lpstr>
      <vt:lpstr>Racismo ambiental</vt:lpstr>
      <vt:lpstr>Principais problemas urbanos</vt:lpstr>
      <vt:lpstr>Principais problemas urbanos</vt:lpstr>
      <vt:lpstr>Apresentação do PowerPoint</vt:lpstr>
      <vt:lpstr>Apresentação do PowerPoint</vt:lpstr>
      <vt:lpstr>Principais problemas urbanos</vt:lpstr>
      <vt:lpstr>Principais problemas urbanos</vt:lpstr>
      <vt:lpstr>Principais problemas urbanos</vt:lpstr>
      <vt:lpstr>Movimentos de massa</vt:lpstr>
      <vt:lpstr>Enchentes, inundações e alagamentos</vt:lpstr>
    </vt:vector>
  </TitlesOfParts>
  <Company>Colégio Sir Isaac Newton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Urbanização brasileira</dc:title>
  <dc:creator>alex_rios</dc:creator>
  <cp:lastModifiedBy>Alex Rios</cp:lastModifiedBy>
  <cp:revision>131</cp:revision>
  <dcterms:created xsi:type="dcterms:W3CDTF">2011-08-22T17:28:33Z</dcterms:created>
  <dcterms:modified xsi:type="dcterms:W3CDTF">2026-06-20T20:48:45Z</dcterms:modified>
</cp:coreProperties>
</file>