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foescola.com/historia/alta-idade-media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foescola.com/filosofia/empirismo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foescola.com/movimentos-culturais/renascimento/" TargetMode="External"/><Relationship Id="rId2" Type="http://schemas.openxmlformats.org/officeDocument/2006/relationships/hyperlink" Target="https://www.infoescola.com/sociologia/movimentos-sociais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infoescola.com/filosofia/pensamento-critico/" TargetMode="External"/><Relationship Id="rId5" Type="http://schemas.openxmlformats.org/officeDocument/2006/relationships/hyperlink" Target="https://www.infoescola.com/psicologia/psicologia-humanista/" TargetMode="External"/><Relationship Id="rId4" Type="http://schemas.openxmlformats.org/officeDocument/2006/relationships/hyperlink" Target="https://www.infoescola.com/filosofia/antropocentrismo/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foescola.com/comunicacao/imprensa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foescola.com/historia/reforma-protestante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foescola.com/biografias/galileu-galilei/" TargetMode="External"/><Relationship Id="rId7" Type="http://schemas.openxmlformats.org/officeDocument/2006/relationships/hyperlink" Target="https://www.infoescola.com/biografias/louis-pasteur/" TargetMode="External"/><Relationship Id="rId2" Type="http://schemas.openxmlformats.org/officeDocument/2006/relationships/hyperlink" Target="https://www.infoescola.com/biografias/isaac-newton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infoescola.com/biografias/nicolau-copernico/" TargetMode="External"/><Relationship Id="rId5" Type="http://schemas.openxmlformats.org/officeDocument/2006/relationships/hyperlink" Target="https://www.infoescola.com/filosofos/francis-bacon/" TargetMode="External"/><Relationship Id="rId4" Type="http://schemas.openxmlformats.org/officeDocument/2006/relationships/hyperlink" Target="https://www.infoescola.com/filosofos/rene-descarte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Filosofia Moderna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A apologia da razão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71739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262641" y="278673"/>
            <a:ext cx="8915400" cy="626581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apologia da razão</a:t>
            </a:r>
          </a:p>
          <a:p>
            <a:pPr marL="0" indent="0" algn="ctr">
              <a:buNone/>
            </a:pP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compararmos um indivíduo medieval a um indivíduo moderno, as diferenças serão gritantes. As roupas, os costumes, a relação com o tempo e com o espaço, as construções, a comida, o transporte, a família, a educação, a ciência, a arte, o imaginário, muita coisa é diferente. Pareceria que esse dois indivíduos viveram em dois mundos distintos. </a:t>
            </a:r>
          </a:p>
          <a:p>
            <a:pPr marL="0" indent="0" algn="just">
              <a:buNone/>
            </a:pPr>
            <a:endParaRPr lang="pt-BR" sz="2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que forma a mentalidade moderna, compreendendo a ciência, a filosofia e a arte, foi estabelecida? O fortalecimento da burguesia, a centralização do poder monárquico, o Renascimento e as reformas religiosas eram evidências de que as mudanças que marcavam o colapso do  mundo feudal afetavam o conjunto da vida social na Europa</a:t>
            </a: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6629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406332" y="409303"/>
            <a:ext cx="8915400" cy="618744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esteio de um profundo desenvolvimento científico, o homem vai refletir:</a:t>
            </a:r>
          </a:p>
          <a:p>
            <a:pPr marL="0" indent="0" algn="just">
              <a:buNone/>
            </a:pPr>
            <a:endParaRPr lang="pt-BR" sz="2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sobre a sua capacidade de conhecimento,</a:t>
            </a:r>
          </a:p>
          <a:p>
            <a:pPr marL="0" indent="0" algn="just">
              <a:buNone/>
            </a:pPr>
            <a:endParaRPr lang="pt-BR" sz="2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sobre os métodos de investigação da natureza,</a:t>
            </a:r>
          </a:p>
          <a:p>
            <a:pPr marL="0" indent="0" algn="just">
              <a:buNone/>
            </a:pPr>
            <a:endParaRPr lang="pt-BR" sz="2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sobre as formas de organização social e política e, finalmente,</a:t>
            </a:r>
          </a:p>
          <a:p>
            <a:pPr marL="0" indent="0" algn="just">
              <a:buNone/>
            </a:pPr>
            <a:endParaRPr lang="pt-BR" sz="2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2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vai </a:t>
            </a:r>
            <a:r>
              <a:rPr lang="pt-BR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enaltecer a razão autônoma como o grande bem da humanidade.</a:t>
            </a: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523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pt-B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 sétimo selo,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(filme de Ingmar Bergman, 1957</a:t>
            </a:r>
            <a:r>
              <a:rPr lang="pt-B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Diálogo de </a:t>
            </a:r>
            <a:r>
              <a:rPr lang="pt-BR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Antonius</a:t>
            </a:r>
            <a:r>
              <a:rPr lang="pt-B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lang="pt-B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com 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pt-B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Morte</a:t>
            </a:r>
            <a:br>
              <a:rPr lang="pt-B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https://www.youtube.com/watch?v=YknL-BWzSwY</a:t>
            </a:r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Espaço Reservado para Conteúdo 10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8580" y="2133600"/>
            <a:ext cx="7196666" cy="3778250"/>
          </a:xfrm>
        </p:spPr>
      </p:pic>
    </p:spTree>
    <p:extLst>
      <p:ext uri="{BB962C8B-B14F-4D97-AF65-F5344CB8AC3E}">
        <p14:creationId xmlns:p14="http://schemas.microsoft.com/office/powerpoint/2010/main" val="3760294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497772" y="304799"/>
            <a:ext cx="8915400" cy="6448697"/>
          </a:xfrm>
        </p:spPr>
        <p:txBody>
          <a:bodyPr/>
          <a:lstStyle/>
          <a:p>
            <a:pPr marL="0" indent="0" algn="ctr">
              <a:buNone/>
            </a:pPr>
            <a:r>
              <a:rPr lang="pt-BR" sz="2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Revolução Científica</a:t>
            </a:r>
          </a:p>
          <a:p>
            <a:pPr marL="0" indent="0" algn="just">
              <a:buNone/>
            </a:pP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.A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Revolução Científica 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iniciou no século XV um conhecimento mais estruturado e prático, desenvolvendo formas empíricas de se constatar os fatos</a:t>
            </a:r>
            <a:r>
              <a:rPr lang="pt-BR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pt-BR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.Até 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 </a:t>
            </a:r>
            <a:r>
              <a:rPr lang="pt-BR" sz="22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Idade Média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 conhecimento humano estava muito atrelado ao modo de concepção da vida que a religiosidade propagava. A ciência, por sua vez, estava muito atrelada à Filosofia e possuía suas restrições. Mas o florescer de novas concepções a partir do século XV permitiu uma reformulação no modo de se constatar as coisas. </a:t>
            </a:r>
            <a:endParaRPr lang="pt-BR" sz="2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nova forma de pensar, comprovar e, principalmente, fazer ciência prosperou-se intensamente em um período que se prolongou até o fim do século XVI</a:t>
            </a:r>
            <a:r>
              <a:rPr lang="pt-BR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0440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89212" y="326571"/>
            <a:ext cx="8915400" cy="617873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 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Revolução Científica 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tornou o conhecimento mais estruturado e mais prático, absorvendo o </a:t>
            </a:r>
            <a:r>
              <a:rPr lang="pt-BR" sz="22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empirismo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como mecanismo para se consolidar as constatações. </a:t>
            </a:r>
            <a:endParaRPr lang="pt-BR" sz="2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Esse 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período marcou uma ruptura com as práticas ditas científicas da Idade Média, fase em que a Igreja Católica ditava o conhecimento de acordo com os preceitos religiosos. </a:t>
            </a:r>
            <a:endParaRPr lang="pt-BR" sz="2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Embora 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 época tenha havido grande movimentação com a divulgação de novos conhecimentos e novas abordagens sobre a natureza e o mundo, o termo 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Revolução Científica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só foi criado em 1939 por 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Alexandre 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Koyré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7633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89212" y="261257"/>
            <a:ext cx="8915400" cy="6244046"/>
          </a:xfrm>
        </p:spPr>
        <p:txBody>
          <a:bodyPr/>
          <a:lstStyle/>
          <a:p>
            <a:pPr marL="0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Diversos </a:t>
            </a:r>
            <a:r>
              <a:rPr lang="pt-BR" sz="22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movimentos sociais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culturais e religiosas prestaram suas valiosas contribuições para o incremento da Revolução Científica. Aquele era o período do </a:t>
            </a:r>
            <a:r>
              <a:rPr lang="pt-BR" sz="2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Renascimento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uma fase que pregava a volta da cultura Greco-romana e propagava a mudança de orientação do teocentrismo para o </a:t>
            </a:r>
            <a:r>
              <a:rPr lang="pt-BR" sz="22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 tooltip="Antropocentrismo"/>
              </a:rPr>
              <a:t>antropocentrismo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pt-BR" sz="2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Outra 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característica era o </a:t>
            </a:r>
            <a:r>
              <a:rPr lang="pt-BR" sz="2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humanismo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uma corrente de pensamento interessada em um </a:t>
            </a:r>
            <a:r>
              <a:rPr lang="pt-BR" sz="22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 tooltip="Pensamento Crítico"/>
              </a:rPr>
              <a:t>pensamento mais crítico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e, principalmente, valorizava mais os homens. Tais abordagens mudaram muito o pensamento humano.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96332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36960" y="391886"/>
            <a:ext cx="8915400" cy="6309360"/>
          </a:xfrm>
        </p:spPr>
        <p:txBody>
          <a:bodyPr/>
          <a:lstStyle/>
          <a:p>
            <a:pPr marL="0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ciência ganhou muitas novas ferramentas. Passou a ser mais aceita e vista como importante para um novo tipo de sociedade que nascia. </a:t>
            </a:r>
            <a:r>
              <a:rPr lang="pt-BR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pt-BR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comprovações empíricas 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ganharam espaço e reduziram as influências </a:t>
            </a:r>
            <a:r>
              <a:rPr lang="pt-BR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 influências 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místicas da Idade Média. </a:t>
            </a:r>
            <a:endParaRPr lang="pt-BR" sz="2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conhecimento ganhou impulso para ser difundido com a invenção de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Joahannes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Gutenberg, a </a:t>
            </a:r>
            <a:r>
              <a:rPr lang="pt-BR" sz="2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imprensa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A capacidade de reproduzir livros com exatidão e espalhá-los por vários lugares foi fundamental para a Revolução Científica na medida em que restringia as possibilidades de releituras e interpretações equivocadas dos escritos.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10253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54081" y="43542"/>
            <a:ext cx="8915400" cy="665770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modo místico da Igreja Católica de determinar o conhecimento perdeu ainda mais espaço com a </a:t>
            </a:r>
            <a:r>
              <a:rPr lang="pt-BR" sz="2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Reforma Protestante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Os reformistas eram favoráveis à leitura da Bíblia em todas as línguas e também acreditavam que as descobertas da ciência eram válidas para apreciar a existência de Deus</a:t>
            </a:r>
            <a:r>
              <a:rPr lang="pt-BR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meio 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toda essa efervescência favorável à 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Revolução Científica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 </a:t>
            </a:r>
            <a:r>
              <a:rPr lang="pt-BR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hermetismo* 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também apresentou sua parcela de contribuição para o progresso do conhecimento. Usando </a:t>
            </a:r>
            <a:r>
              <a:rPr lang="pt-BR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ideias 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quase mágicas, apoiava-se e incentivava no uso da matemática para demonstrar as verdades. Com um novo horizonte, a matemática ganhou espaço e se desenvolveu com grande relevância para o desenvolvimento de um método científico mais rigoroso e crítico</a:t>
            </a:r>
            <a:r>
              <a:rPr lang="pt-BR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pt-BR" sz="1600" b="1" dirty="0">
                <a:solidFill>
                  <a:schemeClr val="tx1"/>
                </a:solidFill>
              </a:rPr>
              <a:t>Hermetismo</a:t>
            </a:r>
            <a:r>
              <a:rPr lang="pt-BR" sz="1600" dirty="0">
                <a:solidFill>
                  <a:schemeClr val="tx1"/>
                </a:solidFill>
              </a:rPr>
              <a:t> ou </a:t>
            </a:r>
            <a:r>
              <a:rPr lang="pt-BR" sz="1600" dirty="0" err="1">
                <a:solidFill>
                  <a:schemeClr val="tx1"/>
                </a:solidFill>
              </a:rPr>
              <a:t>hermeticismo</a:t>
            </a:r>
            <a:r>
              <a:rPr lang="pt-BR" sz="1600" dirty="0">
                <a:solidFill>
                  <a:schemeClr val="tx1"/>
                </a:solidFill>
              </a:rPr>
              <a:t> é o estudo e prática da filosofia oculta e da magia associados a escritos atribuídos a Hermes </a:t>
            </a:r>
            <a:r>
              <a:rPr lang="pt-BR" sz="1600" dirty="0" err="1">
                <a:solidFill>
                  <a:schemeClr val="tx1"/>
                </a:solidFill>
              </a:rPr>
              <a:t>Trismegisto</a:t>
            </a:r>
            <a:r>
              <a:rPr lang="pt-BR" sz="1600" dirty="0">
                <a:solidFill>
                  <a:schemeClr val="tx1"/>
                </a:solidFill>
              </a:rPr>
              <a:t>, "Hermes Três-Vezes-Grande", uma deidade sincrética que combina aspectos do deus grego Hermes e do deus egípcio </a:t>
            </a:r>
            <a:r>
              <a:rPr lang="pt-BR" sz="1600" dirty="0" err="1">
                <a:solidFill>
                  <a:schemeClr val="tx1"/>
                </a:solidFill>
              </a:rPr>
              <a:t>Thoth</a:t>
            </a:r>
            <a:r>
              <a:rPr lang="pt-BR" sz="1600" dirty="0">
                <a:solidFill>
                  <a:schemeClr val="tx1"/>
                </a:solidFill>
              </a:rPr>
              <a:t>.</a:t>
            </a:r>
            <a:endParaRPr lang="pt-B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9678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63086" y="418011"/>
            <a:ext cx="8915400" cy="624404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 efeitos da 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Revolução Científica 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foram incontáveis e mudaram significativamente a história da humanidade. Provou-se que a Terra é que girava em torno do Sol, a física explicou diversos comportamentos da natureza, a matemática descreveu verdades e o humanismo tornou os pensamentos mais críticos, por exemplo. Entre os grandes nomes do período que deram suas contribuições para o avanço da ciência estão: </a:t>
            </a:r>
            <a:r>
              <a:rPr lang="pt-BR" sz="2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Isaac Newton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pt-BR" sz="2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Galileu Galilei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pt-BR" sz="2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René Descartes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pt-BR" sz="2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Francis Bacon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pt-BR" sz="2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Nicolau Copérnico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pt-BR" sz="2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Louis Pasteur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 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Francesco 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Redi</a:t>
            </a:r>
            <a:r>
              <a:rPr lang="pt-BR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Fontes</a:t>
            </a:r>
            <a:r>
              <a:rPr lang="pt-BR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RONAN, Colin A. </a:t>
            </a:r>
            <a:r>
              <a:rPr lang="pt-BR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História Ilustrada da Ciência.</a:t>
            </a: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São Paulo: Círculo do Livro, 1987.</a:t>
            </a:r>
            <a:b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http://proquimica.iqm.unicamp.br/revcien.htm</a:t>
            </a:r>
          </a:p>
          <a:p>
            <a:pPr algn="just"/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3287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acho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104</TotalTime>
  <Words>289</Words>
  <Application>Microsoft Office PowerPoint</Application>
  <PresentationFormat>Widescreen</PresentationFormat>
  <Paragraphs>41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Arial</vt:lpstr>
      <vt:lpstr>Century Gothic</vt:lpstr>
      <vt:lpstr>Times New Roman</vt:lpstr>
      <vt:lpstr>Wingdings 3</vt:lpstr>
      <vt:lpstr>Cacho</vt:lpstr>
      <vt:lpstr>Filosofia Moderna</vt:lpstr>
      <vt:lpstr>Apresentação do PowerPoint</vt:lpstr>
      <vt:lpstr>Apresentação do PowerPoint</vt:lpstr>
      <vt:lpstr>O sétimo selo, (filme de Ingmar Bergman, 1957)  Diálogo de Antonius Block com a Morte  https://www.youtube.com/watch?v=YknL-BWzSwY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Filosofia Moderna</dc:title>
  <dc:creator>Elaine Zaleschi</dc:creator>
  <cp:lastModifiedBy>Professores 1 Ensino Medio</cp:lastModifiedBy>
  <cp:revision>9</cp:revision>
  <dcterms:created xsi:type="dcterms:W3CDTF">2021-02-01T18:15:55Z</dcterms:created>
  <dcterms:modified xsi:type="dcterms:W3CDTF">2025-01-28T12:58:57Z</dcterms:modified>
</cp:coreProperties>
</file>