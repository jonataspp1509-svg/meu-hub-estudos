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00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7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6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83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4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6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2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46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9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65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379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615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27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777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978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529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88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524652-EE0F-4A68-A643-94911CBE8D26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E9BE9F-2396-45D9-A6D4-91E3C69468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19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444976" y="722489"/>
            <a:ext cx="8086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/>
              <a:t>EXERCÍCIOS CALORIMETRIA </a:t>
            </a:r>
            <a:r>
              <a:rPr lang="pt-BR" sz="2000" b="1" dirty="0" smtClean="0">
                <a:solidFill>
                  <a:srgbClr val="FF0000"/>
                </a:solidFill>
              </a:rPr>
              <a:t>LIVRO 4</a:t>
            </a:r>
            <a:r>
              <a:rPr lang="pt-BR" sz="2000" b="1" dirty="0" smtClean="0"/>
              <a:t> PÁGINA 162 ( EX01 AO 08) PÁGINA 167 (EX 02 E 03)</a:t>
            </a:r>
            <a:endParaRPr lang="pt-BR" sz="2000" b="1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60" y="1648178"/>
            <a:ext cx="9624268" cy="45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4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73" y="595841"/>
            <a:ext cx="7029450" cy="20764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73" y="3122084"/>
            <a:ext cx="3457575" cy="27813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348" y="3122084"/>
            <a:ext cx="3952875" cy="27813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537" y="2478423"/>
            <a:ext cx="4770681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50" y="1093788"/>
            <a:ext cx="830896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4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54" y="647682"/>
            <a:ext cx="10773124" cy="542450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667" y="2788709"/>
            <a:ext cx="1095375" cy="4000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017" y="4292423"/>
            <a:ext cx="962025" cy="4857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641" y="5423957"/>
            <a:ext cx="8667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2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474838"/>
            <a:ext cx="9398538" cy="310603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3580871"/>
            <a:ext cx="6838950" cy="267652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4809067" y="4402667"/>
            <a:ext cx="2348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RESPOSTA (A)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07448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523869"/>
            <a:ext cx="11029949" cy="5813682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264356" y="2506133"/>
            <a:ext cx="372533" cy="3386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87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36" y="702380"/>
            <a:ext cx="7448550" cy="403895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386" y="4117974"/>
            <a:ext cx="876300" cy="2076450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8183386" y="5825067"/>
            <a:ext cx="328436" cy="2822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908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11" y="643468"/>
            <a:ext cx="7664097" cy="480906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030" y="3165915"/>
            <a:ext cx="2394303" cy="2961657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8443030" y="3793067"/>
            <a:ext cx="339726" cy="327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37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92" y="661988"/>
            <a:ext cx="9282867" cy="550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759" y="3093140"/>
            <a:ext cx="1224000" cy="3217363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10024759" y="4515554"/>
            <a:ext cx="315864" cy="37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47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32" y="690914"/>
            <a:ext cx="8244000" cy="418112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832" y="2587575"/>
            <a:ext cx="2375003" cy="3600000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8987832" y="3465689"/>
            <a:ext cx="314212" cy="34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11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31" y="655638"/>
            <a:ext cx="9826234" cy="352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36" y="4372149"/>
            <a:ext cx="1296000" cy="183416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736" y="4281837"/>
            <a:ext cx="1440000" cy="1361249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557867" y="5825067"/>
            <a:ext cx="259644" cy="237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50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5" y="652814"/>
            <a:ext cx="10661068" cy="3240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84" y="4014786"/>
            <a:ext cx="1582219" cy="2088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720" y="4014786"/>
            <a:ext cx="1737939" cy="1332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3646311" y="4188178"/>
            <a:ext cx="282222" cy="2822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02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94</TotalTime>
  <Words>23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Orgânico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</dc:creator>
  <cp:lastModifiedBy>I</cp:lastModifiedBy>
  <cp:revision>12</cp:revision>
  <dcterms:created xsi:type="dcterms:W3CDTF">2025-08-27T22:44:43Z</dcterms:created>
  <dcterms:modified xsi:type="dcterms:W3CDTF">2025-08-28T00:19:32Z</dcterms:modified>
</cp:coreProperties>
</file>