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60" r:id="rId3"/>
    <p:sldId id="258" r:id="rId4"/>
    <p:sldId id="261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05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A9AAAF-55D0-4F93-A6F3-FDA413144130}" v="119" dt="2023-08-29T00:37:55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 PENDL JUNIOR" userId="a7519bb9f12db4d8" providerId="LiveId" clId="{D1A9AAAF-55D0-4F93-A6F3-FDA413144130}"/>
    <pc:docChg chg="undo custSel addSld modSld sldOrd">
      <pc:chgData name="WILLI PENDL JUNIOR" userId="a7519bb9f12db4d8" providerId="LiveId" clId="{D1A9AAAF-55D0-4F93-A6F3-FDA413144130}" dt="2023-08-29T00:45:21.587" v="1041" actId="1076"/>
      <pc:docMkLst>
        <pc:docMk/>
      </pc:docMkLst>
      <pc:sldChg chg="addSp modSp mod modAnim">
        <pc:chgData name="WILLI PENDL JUNIOR" userId="a7519bb9f12db4d8" providerId="LiveId" clId="{D1A9AAAF-55D0-4F93-A6F3-FDA413144130}" dt="2023-08-29T00:45:21.587" v="1041" actId="1076"/>
        <pc:sldMkLst>
          <pc:docMk/>
          <pc:sldMk cId="1046837255" sldId="256"/>
        </pc:sldMkLst>
        <pc:spChg chg="add mod">
          <ac:chgData name="WILLI PENDL JUNIOR" userId="a7519bb9f12db4d8" providerId="LiveId" clId="{D1A9AAAF-55D0-4F93-A6F3-FDA413144130}" dt="2023-08-29T00:45:21.587" v="1041" actId="1076"/>
          <ac:spMkLst>
            <pc:docMk/>
            <pc:sldMk cId="1046837255" sldId="256"/>
            <ac:spMk id="4" creationId="{7B31D57F-30B8-15EB-276B-CA617567340B}"/>
          </ac:spMkLst>
        </pc:spChg>
        <pc:spChg chg="add mod">
          <ac:chgData name="WILLI PENDL JUNIOR" userId="a7519bb9f12db4d8" providerId="LiveId" clId="{D1A9AAAF-55D0-4F93-A6F3-FDA413144130}" dt="2023-08-23T02:24:59.903" v="73" actId="207"/>
          <ac:spMkLst>
            <pc:docMk/>
            <pc:sldMk cId="1046837255" sldId="256"/>
            <ac:spMk id="6" creationId="{4C47919B-19AB-D5F0-93E4-166F01272396}"/>
          </ac:spMkLst>
        </pc:spChg>
        <pc:spChg chg="add mod">
          <ac:chgData name="WILLI PENDL JUNIOR" userId="a7519bb9f12db4d8" providerId="LiveId" clId="{D1A9AAAF-55D0-4F93-A6F3-FDA413144130}" dt="2023-08-23T02:32:04.049" v="117" actId="1076"/>
          <ac:spMkLst>
            <pc:docMk/>
            <pc:sldMk cId="1046837255" sldId="256"/>
            <ac:spMk id="8" creationId="{9089ED41-D37A-DAB6-9BDE-D730C74940E7}"/>
          </ac:spMkLst>
        </pc:spChg>
        <pc:spChg chg="add mod">
          <ac:chgData name="WILLI PENDL JUNIOR" userId="a7519bb9f12db4d8" providerId="LiveId" clId="{D1A9AAAF-55D0-4F93-A6F3-FDA413144130}" dt="2023-08-23T02:31:36.429" v="116" actId="1076"/>
          <ac:spMkLst>
            <pc:docMk/>
            <pc:sldMk cId="1046837255" sldId="256"/>
            <ac:spMk id="11" creationId="{7EC3CE2B-3FBE-4693-FBCA-B3A5A6950F98}"/>
          </ac:spMkLst>
        </pc:spChg>
        <pc:picChg chg="mod">
          <ac:chgData name="WILLI PENDL JUNIOR" userId="a7519bb9f12db4d8" providerId="LiveId" clId="{D1A9AAAF-55D0-4F93-A6F3-FDA413144130}" dt="2023-08-23T02:30:17.688" v="98" actId="1076"/>
          <ac:picMkLst>
            <pc:docMk/>
            <pc:sldMk cId="1046837255" sldId="256"/>
            <ac:picMk id="9" creationId="{6DEAC6CE-B0C6-1B41-4314-7CAAECB3408E}"/>
          </ac:picMkLst>
        </pc:picChg>
        <pc:picChg chg="mod">
          <ac:chgData name="WILLI PENDL JUNIOR" userId="a7519bb9f12db4d8" providerId="LiveId" clId="{D1A9AAAF-55D0-4F93-A6F3-FDA413144130}" dt="2023-08-23T02:32:35.525" v="118" actId="1076"/>
          <ac:picMkLst>
            <pc:docMk/>
            <pc:sldMk cId="1046837255" sldId="256"/>
            <ac:picMk id="13" creationId="{05812573-AFDF-81DD-9DFD-B02862539A04}"/>
          </ac:picMkLst>
        </pc:picChg>
      </pc:sldChg>
      <pc:sldChg chg="addSp modSp new mod modAnim">
        <pc:chgData name="WILLI PENDL JUNIOR" userId="a7519bb9f12db4d8" providerId="LiveId" clId="{D1A9AAAF-55D0-4F93-A6F3-FDA413144130}" dt="2023-08-23T02:41:01.348" v="183"/>
        <pc:sldMkLst>
          <pc:docMk/>
          <pc:sldMk cId="1658989687" sldId="257"/>
        </pc:sldMkLst>
        <pc:spChg chg="add mod">
          <ac:chgData name="WILLI PENDL JUNIOR" userId="a7519bb9f12db4d8" providerId="LiveId" clId="{D1A9AAAF-55D0-4F93-A6F3-FDA413144130}" dt="2023-08-23T02:33:13.451" v="125"/>
          <ac:spMkLst>
            <pc:docMk/>
            <pc:sldMk cId="1658989687" sldId="257"/>
            <ac:spMk id="2" creationId="{3CB78169-6B65-60C2-093A-D0EDABE68672}"/>
          </ac:spMkLst>
        </pc:spChg>
        <pc:spChg chg="add mod">
          <ac:chgData name="WILLI PENDL JUNIOR" userId="a7519bb9f12db4d8" providerId="LiveId" clId="{D1A9AAAF-55D0-4F93-A6F3-FDA413144130}" dt="2023-08-23T02:34:49.450" v="140" actId="14100"/>
          <ac:spMkLst>
            <pc:docMk/>
            <pc:sldMk cId="1658989687" sldId="257"/>
            <ac:spMk id="4" creationId="{341CC7FC-E865-9948-768D-FFFAB9B4223A}"/>
          </ac:spMkLst>
        </pc:spChg>
        <pc:spChg chg="add mod">
          <ac:chgData name="WILLI PENDL JUNIOR" userId="a7519bb9f12db4d8" providerId="LiveId" clId="{D1A9AAAF-55D0-4F93-A6F3-FDA413144130}" dt="2023-08-23T02:37:58.257" v="162" actId="207"/>
          <ac:spMkLst>
            <pc:docMk/>
            <pc:sldMk cId="1658989687" sldId="257"/>
            <ac:spMk id="8" creationId="{2CB937FF-C3BF-21EA-67B4-25A19F4EC71B}"/>
          </ac:spMkLst>
        </pc:spChg>
        <pc:spChg chg="add mod">
          <ac:chgData name="WILLI PENDL JUNIOR" userId="a7519bb9f12db4d8" providerId="LiveId" clId="{D1A9AAAF-55D0-4F93-A6F3-FDA413144130}" dt="2023-08-23T02:40:05.105" v="177" actId="20577"/>
          <ac:spMkLst>
            <pc:docMk/>
            <pc:sldMk cId="1658989687" sldId="257"/>
            <ac:spMk id="10" creationId="{4DC96D9F-A0AD-0F14-F068-69ADDD15B4A6}"/>
          </ac:spMkLst>
        </pc:spChg>
        <pc:picChg chg="add mod">
          <ac:chgData name="WILLI PENDL JUNIOR" userId="a7519bb9f12db4d8" providerId="LiveId" clId="{D1A9AAAF-55D0-4F93-A6F3-FDA413144130}" dt="2023-08-23T02:37:04.243" v="157" actId="1076"/>
          <ac:picMkLst>
            <pc:docMk/>
            <pc:sldMk cId="1658989687" sldId="257"/>
            <ac:picMk id="6" creationId="{9FE582A3-7FB0-39A7-8235-C3DCC6B59254}"/>
          </ac:picMkLst>
        </pc:picChg>
        <pc:picChg chg="mod">
          <ac:chgData name="WILLI PENDL JUNIOR" userId="a7519bb9f12db4d8" providerId="LiveId" clId="{D1A9AAAF-55D0-4F93-A6F3-FDA413144130}" dt="2023-08-23T02:40:37.118" v="179" actId="1076"/>
          <ac:picMkLst>
            <pc:docMk/>
            <pc:sldMk cId="1658989687" sldId="257"/>
            <ac:picMk id="12" creationId="{2C01D0F5-739A-1976-5A2C-5EF39C512C27}"/>
          </ac:picMkLst>
        </pc:picChg>
      </pc:sldChg>
      <pc:sldChg chg="addSp delSp modSp add mod modAnim">
        <pc:chgData name="WILLI PENDL JUNIOR" userId="a7519bb9f12db4d8" providerId="LiveId" clId="{D1A9AAAF-55D0-4F93-A6F3-FDA413144130}" dt="2023-08-23T02:50:17.978" v="246"/>
        <pc:sldMkLst>
          <pc:docMk/>
          <pc:sldMk cId="3781553274" sldId="258"/>
        </pc:sldMkLst>
        <pc:spChg chg="add mod">
          <ac:chgData name="WILLI PENDL JUNIOR" userId="a7519bb9f12db4d8" providerId="LiveId" clId="{D1A9AAAF-55D0-4F93-A6F3-FDA413144130}" dt="2023-08-23T02:46:41.863" v="204" actId="207"/>
          <ac:spMkLst>
            <pc:docMk/>
            <pc:sldMk cId="3781553274" sldId="258"/>
            <ac:spMk id="8" creationId="{2674417F-BC8D-993D-CAA1-5CA5121D8282}"/>
          </ac:spMkLst>
        </pc:spChg>
        <pc:spChg chg="add mod">
          <ac:chgData name="WILLI PENDL JUNIOR" userId="a7519bb9f12db4d8" providerId="LiveId" clId="{D1A9AAAF-55D0-4F93-A6F3-FDA413144130}" dt="2023-08-23T02:47:41.384" v="218" actId="207"/>
          <ac:spMkLst>
            <pc:docMk/>
            <pc:sldMk cId="3781553274" sldId="258"/>
            <ac:spMk id="10" creationId="{2BB5AF4B-C2D3-23B7-86C0-87D43B62997E}"/>
          </ac:spMkLst>
        </pc:spChg>
        <pc:spChg chg="add mod">
          <ac:chgData name="WILLI PENDL JUNIOR" userId="a7519bb9f12db4d8" providerId="LiveId" clId="{D1A9AAAF-55D0-4F93-A6F3-FDA413144130}" dt="2023-08-23T02:49:24.154" v="240" actId="20577"/>
          <ac:spMkLst>
            <pc:docMk/>
            <pc:sldMk cId="3781553274" sldId="258"/>
            <ac:spMk id="12" creationId="{D2C54675-F008-A06F-58FA-4EE194B3C42A}"/>
          </ac:spMkLst>
        </pc:spChg>
        <pc:picChg chg="add del mod">
          <ac:chgData name="WILLI PENDL JUNIOR" userId="a7519bb9f12db4d8" providerId="LiveId" clId="{D1A9AAAF-55D0-4F93-A6F3-FDA413144130}" dt="2023-08-23T02:41:42.584" v="188" actId="478"/>
          <ac:picMkLst>
            <pc:docMk/>
            <pc:sldMk cId="3781553274" sldId="258"/>
            <ac:picMk id="4" creationId="{8F3FE9DB-5A62-1F08-0518-01262FDA5C58}"/>
          </ac:picMkLst>
        </pc:picChg>
        <pc:picChg chg="mod">
          <ac:chgData name="WILLI PENDL JUNIOR" userId="a7519bb9f12db4d8" providerId="LiveId" clId="{D1A9AAAF-55D0-4F93-A6F3-FDA413144130}" dt="2023-08-23T02:45:21.882" v="189" actId="1076"/>
          <ac:picMkLst>
            <pc:docMk/>
            <pc:sldMk cId="3781553274" sldId="258"/>
            <ac:picMk id="6" creationId="{BF675154-26D4-6B51-6B35-F1E9885B3544}"/>
          </ac:picMkLst>
        </pc:picChg>
        <pc:picChg chg="mod">
          <ac:chgData name="WILLI PENDL JUNIOR" userId="a7519bb9f12db4d8" providerId="LiveId" clId="{D1A9AAAF-55D0-4F93-A6F3-FDA413144130}" dt="2023-08-23T02:49:56.512" v="241" actId="1076"/>
          <ac:picMkLst>
            <pc:docMk/>
            <pc:sldMk cId="3781553274" sldId="258"/>
            <ac:picMk id="14" creationId="{A674AA5C-924C-A9C9-3765-71DCD2C28BE4}"/>
          </ac:picMkLst>
        </pc:picChg>
      </pc:sldChg>
      <pc:sldChg chg="addSp delSp modSp add mod ord modAnim">
        <pc:chgData name="WILLI PENDL JUNIOR" userId="a7519bb9f12db4d8" providerId="LiveId" clId="{D1A9AAAF-55D0-4F93-A6F3-FDA413144130}" dt="2023-08-25T00:01:03.689" v="448"/>
        <pc:sldMkLst>
          <pc:docMk/>
          <pc:sldMk cId="1627749219" sldId="259"/>
        </pc:sldMkLst>
        <pc:spChg chg="add mod">
          <ac:chgData name="WILLI PENDL JUNIOR" userId="a7519bb9f12db4d8" providerId="LiveId" clId="{D1A9AAAF-55D0-4F93-A6F3-FDA413144130}" dt="2023-08-24T23:46:56.065" v="328" actId="207"/>
          <ac:spMkLst>
            <pc:docMk/>
            <pc:sldMk cId="1627749219" sldId="259"/>
            <ac:spMk id="5" creationId="{056E7958-581C-7BB2-B83B-636E43AB20DF}"/>
          </ac:spMkLst>
        </pc:spChg>
        <pc:picChg chg="del mod">
          <ac:chgData name="WILLI PENDL JUNIOR" userId="a7519bb9f12db4d8" providerId="LiveId" clId="{D1A9AAAF-55D0-4F93-A6F3-FDA413144130}" dt="2023-08-24T23:43:58.983" v="283" actId="478"/>
          <ac:picMkLst>
            <pc:docMk/>
            <pc:sldMk cId="1627749219" sldId="259"/>
            <ac:picMk id="3" creationId="{D60EE0C0-BC9E-E778-596D-7A14F58F4ABC}"/>
          </ac:picMkLst>
        </pc:picChg>
        <pc:picChg chg="mod">
          <ac:chgData name="WILLI PENDL JUNIOR" userId="a7519bb9f12db4d8" providerId="LiveId" clId="{D1A9AAAF-55D0-4F93-A6F3-FDA413144130}" dt="2023-08-24T23:44:03.035" v="284" actId="1076"/>
          <ac:picMkLst>
            <pc:docMk/>
            <pc:sldMk cId="1627749219" sldId="259"/>
            <ac:picMk id="4" creationId="{9F11D064-9EBD-F8E6-1EFE-5226E7BA38EC}"/>
          </ac:picMkLst>
        </pc:picChg>
        <pc:picChg chg="add mod">
          <ac:chgData name="WILLI PENDL JUNIOR" userId="a7519bb9f12db4d8" providerId="LiveId" clId="{D1A9AAAF-55D0-4F93-A6F3-FDA413144130}" dt="2023-08-25T00:00:52.987" v="446" actId="1076"/>
          <ac:picMkLst>
            <pc:docMk/>
            <pc:sldMk cId="1627749219" sldId="259"/>
            <ac:picMk id="7" creationId="{FFA60F11-C49E-A783-4874-B8713DC6FF9A}"/>
          </ac:picMkLst>
        </pc:picChg>
      </pc:sldChg>
      <pc:sldChg chg="addSp delSp modSp add mod ord modAnim">
        <pc:chgData name="WILLI PENDL JUNIOR" userId="a7519bb9f12db4d8" providerId="LiveId" clId="{D1A9AAAF-55D0-4F93-A6F3-FDA413144130}" dt="2023-08-24T23:53:43.932" v="373"/>
        <pc:sldMkLst>
          <pc:docMk/>
          <pc:sldMk cId="2232680938" sldId="260"/>
        </pc:sldMkLst>
        <pc:spChg chg="add mod">
          <ac:chgData name="WILLI PENDL JUNIOR" userId="a7519bb9f12db4d8" providerId="LiveId" clId="{D1A9AAAF-55D0-4F93-A6F3-FDA413144130}" dt="2023-08-23T22:01:14.306" v="259" actId="14100"/>
          <ac:spMkLst>
            <pc:docMk/>
            <pc:sldMk cId="2232680938" sldId="260"/>
            <ac:spMk id="3" creationId="{90C92E6F-4C7E-F47C-574F-CE546967B2C3}"/>
          </ac:spMkLst>
        </pc:spChg>
        <pc:spChg chg="add mod">
          <ac:chgData name="WILLI PENDL JUNIOR" userId="a7519bb9f12db4d8" providerId="LiveId" clId="{D1A9AAAF-55D0-4F93-A6F3-FDA413144130}" dt="2023-08-24T23:52:05.338" v="364" actId="164"/>
          <ac:spMkLst>
            <pc:docMk/>
            <pc:sldMk cId="2232680938" sldId="260"/>
            <ac:spMk id="10" creationId="{EEE7B4B6-C2CC-5DA2-02B2-490E5E686B01}"/>
          </ac:spMkLst>
        </pc:spChg>
        <pc:grpChg chg="add mod">
          <ac:chgData name="WILLI PENDL JUNIOR" userId="a7519bb9f12db4d8" providerId="LiveId" clId="{D1A9AAAF-55D0-4F93-A6F3-FDA413144130}" dt="2023-08-24T23:52:05.338" v="364" actId="164"/>
          <ac:grpSpMkLst>
            <pc:docMk/>
            <pc:sldMk cId="2232680938" sldId="260"/>
            <ac:grpSpMk id="11" creationId="{CB2C81B3-F5E0-89E9-EFE7-C1E1A9F7340E}"/>
          </ac:grpSpMkLst>
        </pc:grpChg>
        <pc:picChg chg="del mod">
          <ac:chgData name="WILLI PENDL JUNIOR" userId="a7519bb9f12db4d8" providerId="LiveId" clId="{D1A9AAAF-55D0-4F93-A6F3-FDA413144130}" dt="2023-08-23T22:01:47.468" v="266"/>
          <ac:picMkLst>
            <pc:docMk/>
            <pc:sldMk cId="2232680938" sldId="260"/>
            <ac:picMk id="4" creationId="{84B53BA5-EFB8-DA16-7E4B-C6CEADFD3121}"/>
          </ac:picMkLst>
        </pc:picChg>
        <pc:picChg chg="add del mod ord">
          <ac:chgData name="WILLI PENDL JUNIOR" userId="a7519bb9f12db4d8" providerId="LiveId" clId="{D1A9AAAF-55D0-4F93-A6F3-FDA413144130}" dt="2023-08-24T23:51:20.573" v="338" actId="478"/>
          <ac:picMkLst>
            <pc:docMk/>
            <pc:sldMk cId="2232680938" sldId="260"/>
            <ac:picMk id="5" creationId="{659057BE-625E-7C2D-4ACE-E16AC976E0EB}"/>
          </ac:picMkLst>
        </pc:picChg>
        <pc:picChg chg="add mod">
          <ac:chgData name="WILLI PENDL JUNIOR" userId="a7519bb9f12db4d8" providerId="LiveId" clId="{D1A9AAAF-55D0-4F93-A6F3-FDA413144130}" dt="2023-08-24T23:52:56.610" v="365" actId="1076"/>
          <ac:picMkLst>
            <pc:docMk/>
            <pc:sldMk cId="2232680938" sldId="260"/>
            <ac:picMk id="6" creationId="{FC57C2F3-6A2C-3DE8-89F0-30E1FF5A48CF}"/>
          </ac:picMkLst>
        </pc:picChg>
        <pc:picChg chg="mod">
          <ac:chgData name="WILLI PENDL JUNIOR" userId="a7519bb9f12db4d8" providerId="LiveId" clId="{D1A9AAAF-55D0-4F93-A6F3-FDA413144130}" dt="2023-08-24T23:50:44.280" v="335" actId="1076"/>
          <ac:picMkLst>
            <pc:docMk/>
            <pc:sldMk cId="2232680938" sldId="260"/>
            <ac:picMk id="7" creationId="{C4D0796B-851E-F33A-E458-65CC07593E98}"/>
          </ac:picMkLst>
        </pc:picChg>
        <pc:picChg chg="add mod">
          <ac:chgData name="WILLI PENDL JUNIOR" userId="a7519bb9f12db4d8" providerId="LiveId" clId="{D1A9AAAF-55D0-4F93-A6F3-FDA413144130}" dt="2023-08-24T23:52:05.338" v="364" actId="164"/>
          <ac:picMkLst>
            <pc:docMk/>
            <pc:sldMk cId="2232680938" sldId="260"/>
            <ac:picMk id="9" creationId="{2F14F29F-2368-6A5B-3E92-6A70172E1761}"/>
          </ac:picMkLst>
        </pc:picChg>
        <pc:picChg chg="add mod">
          <ac:chgData name="WILLI PENDL JUNIOR" userId="a7519bb9f12db4d8" providerId="LiveId" clId="{D1A9AAAF-55D0-4F93-A6F3-FDA413144130}" dt="2023-08-24T23:53:09.675" v="368" actId="14100"/>
          <ac:picMkLst>
            <pc:docMk/>
            <pc:sldMk cId="2232680938" sldId="260"/>
            <ac:picMk id="13" creationId="{8B553F69-2C89-E53A-9431-88448CD49D41}"/>
          </ac:picMkLst>
        </pc:picChg>
      </pc:sldChg>
      <pc:sldChg chg="addSp delSp modSp add mod modAnim">
        <pc:chgData name="WILLI PENDL JUNIOR" userId="a7519bb9f12db4d8" providerId="LiveId" clId="{D1A9AAAF-55D0-4F93-A6F3-FDA413144130}" dt="2023-08-24T23:59:41.476" v="444"/>
        <pc:sldMkLst>
          <pc:docMk/>
          <pc:sldMk cId="3992357969" sldId="261"/>
        </pc:sldMkLst>
        <pc:spChg chg="del">
          <ac:chgData name="WILLI PENDL JUNIOR" userId="a7519bb9f12db4d8" providerId="LiveId" clId="{D1A9AAAF-55D0-4F93-A6F3-FDA413144130}" dt="2023-08-24T23:54:56.932" v="375" actId="478"/>
          <ac:spMkLst>
            <pc:docMk/>
            <pc:sldMk cId="3992357969" sldId="261"/>
            <ac:spMk id="5" creationId="{056E7958-581C-7BB2-B83B-636E43AB20DF}"/>
          </ac:spMkLst>
        </pc:spChg>
        <pc:spChg chg="add mod">
          <ac:chgData name="WILLI PENDL JUNIOR" userId="a7519bb9f12db4d8" providerId="LiveId" clId="{D1A9AAAF-55D0-4F93-A6F3-FDA413144130}" dt="2023-08-24T23:56:25.500" v="416" actId="207"/>
          <ac:spMkLst>
            <pc:docMk/>
            <pc:sldMk cId="3992357969" sldId="261"/>
            <ac:spMk id="6" creationId="{3BAD3866-7679-0AC5-0C35-19E4E449344F}"/>
          </ac:spMkLst>
        </pc:spChg>
        <pc:spChg chg="add mod">
          <ac:chgData name="WILLI PENDL JUNIOR" userId="a7519bb9f12db4d8" providerId="LiveId" clId="{D1A9AAAF-55D0-4F93-A6F3-FDA413144130}" dt="2023-08-24T23:56:02.700" v="414" actId="207"/>
          <ac:spMkLst>
            <pc:docMk/>
            <pc:sldMk cId="3992357969" sldId="261"/>
            <ac:spMk id="7" creationId="{2E30D9CB-978C-8DCB-51D6-23ECDEAD8DE6}"/>
          </ac:spMkLst>
        </pc:spChg>
        <pc:picChg chg="del">
          <ac:chgData name="WILLI PENDL JUNIOR" userId="a7519bb9f12db4d8" providerId="LiveId" clId="{D1A9AAAF-55D0-4F93-A6F3-FDA413144130}" dt="2023-08-24T23:54:56.932" v="375" actId="478"/>
          <ac:picMkLst>
            <pc:docMk/>
            <pc:sldMk cId="3992357969" sldId="261"/>
            <ac:picMk id="4" creationId="{9F11D064-9EBD-F8E6-1EFE-5226E7BA38EC}"/>
          </ac:picMkLst>
        </pc:picChg>
        <pc:picChg chg="add mod">
          <ac:chgData name="WILLI PENDL JUNIOR" userId="a7519bb9f12db4d8" providerId="LiveId" clId="{D1A9AAAF-55D0-4F93-A6F3-FDA413144130}" dt="2023-08-24T23:57:06.354" v="419" actId="1076"/>
          <ac:picMkLst>
            <pc:docMk/>
            <pc:sldMk cId="3992357969" sldId="261"/>
            <ac:picMk id="8" creationId="{AF19ECCB-6EE8-F519-E563-068720B33658}"/>
          </ac:picMkLst>
        </pc:picChg>
        <pc:picChg chg="add mod">
          <ac:chgData name="WILLI PENDL JUNIOR" userId="a7519bb9f12db4d8" providerId="LiveId" clId="{D1A9AAAF-55D0-4F93-A6F3-FDA413144130}" dt="2023-08-24T23:59:13.851" v="437" actId="1076"/>
          <ac:picMkLst>
            <pc:docMk/>
            <pc:sldMk cId="3992357969" sldId="261"/>
            <ac:picMk id="19" creationId="{68E587AC-05B6-09B8-FC16-BC7D004A402F}"/>
          </ac:picMkLst>
        </pc:pic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9" creationId="{DDE2F38A-AE92-2072-FF3B-C973E34E0AD6}"/>
          </ac:cxnSpMkLst>
        </pc:cxn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10" creationId="{131638BA-FB5D-488B-CAB7-9636555B7CC2}"/>
          </ac:cxnSpMkLst>
        </pc:cxn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11" creationId="{76F1E99C-DDBC-31CA-C8C9-566C0771F8F0}"/>
          </ac:cxnSpMkLst>
        </pc:cxn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12" creationId="{AD2C32A6-0932-BA1D-BA9B-B9B213387916}"/>
          </ac:cxnSpMkLst>
        </pc:cxn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13" creationId="{2987B7CF-ECA9-A060-5745-9FCCA806838E}"/>
          </ac:cxnSpMkLst>
        </pc:cxn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14" creationId="{90CFFCA9-5ECA-2716-876C-A03B781F01EE}"/>
          </ac:cxnSpMkLst>
        </pc:cxn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15" creationId="{6E697EED-F7BA-C0D9-8726-1B2CF696EC98}"/>
          </ac:cxnSpMkLst>
        </pc:cxn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16" creationId="{98691FEB-DE43-343A-5EDD-D71B53A66FB8}"/>
          </ac:cxnSpMkLst>
        </pc:cxnChg>
        <pc:cxnChg chg="add mod">
          <ac:chgData name="WILLI PENDL JUNIOR" userId="a7519bb9f12db4d8" providerId="LiveId" clId="{D1A9AAAF-55D0-4F93-A6F3-FDA413144130}" dt="2023-08-24T23:57:06.354" v="419" actId="1076"/>
          <ac:cxnSpMkLst>
            <pc:docMk/>
            <pc:sldMk cId="3992357969" sldId="261"/>
            <ac:cxnSpMk id="17" creationId="{87312FCE-71F2-748A-5F08-6A91C7A8433B}"/>
          </ac:cxnSpMkLst>
        </pc:cxnChg>
      </pc:sldChg>
      <pc:sldChg chg="addSp modSp new mod modAnim">
        <pc:chgData name="WILLI PENDL JUNIOR" userId="a7519bb9f12db4d8" providerId="LiveId" clId="{D1A9AAAF-55D0-4F93-A6F3-FDA413144130}" dt="2023-08-26T02:02:59.490" v="614"/>
        <pc:sldMkLst>
          <pc:docMk/>
          <pc:sldMk cId="1469250035" sldId="262"/>
        </pc:sldMkLst>
        <pc:spChg chg="add mod">
          <ac:chgData name="WILLI PENDL JUNIOR" userId="a7519bb9f12db4d8" providerId="LiveId" clId="{D1A9AAAF-55D0-4F93-A6F3-FDA413144130}" dt="2023-08-26T01:59:23.378" v="545" actId="1076"/>
          <ac:spMkLst>
            <pc:docMk/>
            <pc:sldMk cId="1469250035" sldId="262"/>
            <ac:spMk id="2" creationId="{E45199F2-CDE1-23B2-4D0B-90C14B5A0499}"/>
          </ac:spMkLst>
        </pc:spChg>
        <pc:spChg chg="add mod">
          <ac:chgData name="WILLI PENDL JUNIOR" userId="a7519bb9f12db4d8" providerId="LiveId" clId="{D1A9AAAF-55D0-4F93-A6F3-FDA413144130}" dt="2023-08-26T01:59:30.152" v="547" actId="1076"/>
          <ac:spMkLst>
            <pc:docMk/>
            <pc:sldMk cId="1469250035" sldId="262"/>
            <ac:spMk id="3" creationId="{BDE16C48-C696-7A44-F055-DADBCD5B2DC6}"/>
          </ac:spMkLst>
        </pc:spChg>
        <pc:spChg chg="add mod">
          <ac:chgData name="WILLI PENDL JUNIOR" userId="a7519bb9f12db4d8" providerId="LiveId" clId="{D1A9AAAF-55D0-4F93-A6F3-FDA413144130}" dt="2023-08-26T01:59:33.312" v="548" actId="1076"/>
          <ac:spMkLst>
            <pc:docMk/>
            <pc:sldMk cId="1469250035" sldId="262"/>
            <ac:spMk id="5" creationId="{A09FF832-7178-FE48-E1E5-698B1EACD1E0}"/>
          </ac:spMkLst>
        </pc:spChg>
        <pc:spChg chg="add mod">
          <ac:chgData name="WILLI PENDL JUNIOR" userId="a7519bb9f12db4d8" providerId="LiveId" clId="{D1A9AAAF-55D0-4F93-A6F3-FDA413144130}" dt="2023-08-26T01:59:39.663" v="549" actId="1076"/>
          <ac:spMkLst>
            <pc:docMk/>
            <pc:sldMk cId="1469250035" sldId="262"/>
            <ac:spMk id="7" creationId="{06B6A234-B3AD-5984-741D-934380B9DF31}"/>
          </ac:spMkLst>
        </pc:spChg>
        <pc:spChg chg="add mod">
          <ac:chgData name="WILLI PENDL JUNIOR" userId="a7519bb9f12db4d8" providerId="LiveId" clId="{D1A9AAAF-55D0-4F93-A6F3-FDA413144130}" dt="2023-08-26T02:00:50.303" v="582" actId="1076"/>
          <ac:spMkLst>
            <pc:docMk/>
            <pc:sldMk cId="1469250035" sldId="262"/>
            <ac:spMk id="8" creationId="{B0F61FE9-DDC8-5D2A-69AE-F9C38BF7974E}"/>
          </ac:spMkLst>
        </pc:spChg>
        <pc:spChg chg="add mod">
          <ac:chgData name="WILLI PENDL JUNIOR" userId="a7519bb9f12db4d8" providerId="LiveId" clId="{D1A9AAAF-55D0-4F93-A6F3-FDA413144130}" dt="2023-08-26T02:01:31.659" v="598" actId="207"/>
          <ac:spMkLst>
            <pc:docMk/>
            <pc:sldMk cId="1469250035" sldId="262"/>
            <ac:spMk id="11" creationId="{D8400304-08DE-21E6-021E-525BBBE22722}"/>
          </ac:spMkLst>
        </pc:spChg>
        <pc:spChg chg="add mod">
          <ac:chgData name="WILLI PENDL JUNIOR" userId="a7519bb9f12db4d8" providerId="LiveId" clId="{D1A9AAAF-55D0-4F93-A6F3-FDA413144130}" dt="2023-08-26T02:00:46.295" v="581" actId="1076"/>
          <ac:spMkLst>
            <pc:docMk/>
            <pc:sldMk cId="1469250035" sldId="262"/>
            <ac:spMk id="12" creationId="{FD7F13CD-DC25-BDFA-51FE-A21324B71188}"/>
          </ac:spMkLst>
        </pc:spChg>
        <pc:spChg chg="add mod">
          <ac:chgData name="WILLI PENDL JUNIOR" userId="a7519bb9f12db4d8" providerId="LiveId" clId="{D1A9AAAF-55D0-4F93-A6F3-FDA413144130}" dt="2023-08-26T02:02:41.436" v="611" actId="20577"/>
          <ac:spMkLst>
            <pc:docMk/>
            <pc:sldMk cId="1469250035" sldId="262"/>
            <ac:spMk id="13" creationId="{EF6AFEB7-C583-3C3C-FE82-1C92DCCF1698}"/>
          </ac:spMkLst>
        </pc:spChg>
        <pc:spChg chg="add mod">
          <ac:chgData name="WILLI PENDL JUNIOR" userId="a7519bb9f12db4d8" providerId="LiveId" clId="{D1A9AAAF-55D0-4F93-A6F3-FDA413144130}" dt="2023-08-26T02:02:47.757" v="612" actId="1076"/>
          <ac:spMkLst>
            <pc:docMk/>
            <pc:sldMk cId="1469250035" sldId="262"/>
            <ac:spMk id="14" creationId="{D51EE067-25C9-0774-5EFC-9234D32E2A6E}"/>
          </ac:spMkLst>
        </pc:spChg>
        <pc:picChg chg="add mod">
          <ac:chgData name="WILLI PENDL JUNIOR" userId="a7519bb9f12db4d8" providerId="LiveId" clId="{D1A9AAAF-55D0-4F93-A6F3-FDA413144130}" dt="2023-08-26T01:59:20.273" v="544" actId="1076"/>
          <ac:picMkLst>
            <pc:docMk/>
            <pc:sldMk cId="1469250035" sldId="262"/>
            <ac:picMk id="10" creationId="{73823602-68A8-B14D-BDA7-BF60813286AF}"/>
          </ac:picMkLst>
        </pc:picChg>
        <pc:picChg chg="add mod">
          <ac:chgData name="WILLI PENDL JUNIOR" userId="a7519bb9f12db4d8" providerId="LiveId" clId="{D1A9AAAF-55D0-4F93-A6F3-FDA413144130}" dt="2023-08-26T02:02:54.421" v="613" actId="14100"/>
          <ac:picMkLst>
            <pc:docMk/>
            <pc:sldMk cId="1469250035" sldId="262"/>
            <ac:picMk id="16" creationId="{9AE9012A-3711-360B-FE4D-704A3C6174D0}"/>
          </ac:picMkLst>
        </pc:picChg>
      </pc:sldChg>
      <pc:sldChg chg="addSp delSp modSp new mod modAnim">
        <pc:chgData name="WILLI PENDL JUNIOR" userId="a7519bb9f12db4d8" providerId="LiveId" clId="{D1A9AAAF-55D0-4F93-A6F3-FDA413144130}" dt="2023-08-27T01:02:13.715" v="718"/>
        <pc:sldMkLst>
          <pc:docMk/>
          <pc:sldMk cId="2894043338" sldId="263"/>
        </pc:sldMkLst>
        <pc:spChg chg="add mod">
          <ac:chgData name="WILLI PENDL JUNIOR" userId="a7519bb9f12db4d8" providerId="LiveId" clId="{D1A9AAAF-55D0-4F93-A6F3-FDA413144130}" dt="2023-08-27T00:31:43.905" v="640" actId="164"/>
          <ac:spMkLst>
            <pc:docMk/>
            <pc:sldMk cId="2894043338" sldId="263"/>
            <ac:spMk id="3" creationId="{35FE8270-2DF4-1975-E2FE-753D0400D2E3}"/>
          </ac:spMkLst>
        </pc:spChg>
        <pc:spChg chg="add mod">
          <ac:chgData name="WILLI PENDL JUNIOR" userId="a7519bb9f12db4d8" providerId="LiveId" clId="{D1A9AAAF-55D0-4F93-A6F3-FDA413144130}" dt="2023-08-27T00:55:49.452" v="671" actId="14100"/>
          <ac:spMkLst>
            <pc:docMk/>
            <pc:sldMk cId="2894043338" sldId="263"/>
            <ac:spMk id="9" creationId="{E301FD30-E22A-C226-8A79-F6C411434388}"/>
          </ac:spMkLst>
        </pc:spChg>
        <pc:spChg chg="add mod">
          <ac:chgData name="WILLI PENDL JUNIOR" userId="a7519bb9f12db4d8" providerId="LiveId" clId="{D1A9AAAF-55D0-4F93-A6F3-FDA413144130}" dt="2023-08-27T00:56:29.697" v="683" actId="1076"/>
          <ac:spMkLst>
            <pc:docMk/>
            <pc:sldMk cId="2894043338" sldId="263"/>
            <ac:spMk id="11" creationId="{0328A860-8C3A-4666-C0AD-1A462E4E6CA6}"/>
          </ac:spMkLst>
        </pc:spChg>
        <pc:spChg chg="add mod">
          <ac:chgData name="WILLI PENDL JUNIOR" userId="a7519bb9f12db4d8" providerId="LiveId" clId="{D1A9AAAF-55D0-4F93-A6F3-FDA413144130}" dt="2023-08-27T00:57:09.506" v="694" actId="1076"/>
          <ac:spMkLst>
            <pc:docMk/>
            <pc:sldMk cId="2894043338" sldId="263"/>
            <ac:spMk id="13" creationId="{A9B8D253-4D87-BA2A-D1B7-EFB3BB0120A9}"/>
          </ac:spMkLst>
        </pc:spChg>
        <pc:spChg chg="add mod">
          <ac:chgData name="WILLI PENDL JUNIOR" userId="a7519bb9f12db4d8" providerId="LiveId" clId="{D1A9AAAF-55D0-4F93-A6F3-FDA413144130}" dt="2023-08-27T00:57:30.530" v="697"/>
          <ac:spMkLst>
            <pc:docMk/>
            <pc:sldMk cId="2894043338" sldId="263"/>
            <ac:spMk id="14" creationId="{6F29F3D6-6A16-4C30-9F30-A5281B2799F2}"/>
          </ac:spMkLst>
        </pc:spChg>
        <pc:spChg chg="add mod">
          <ac:chgData name="WILLI PENDL JUNIOR" userId="a7519bb9f12db4d8" providerId="LiveId" clId="{D1A9AAAF-55D0-4F93-A6F3-FDA413144130}" dt="2023-08-27T00:57:58.778" v="700"/>
          <ac:spMkLst>
            <pc:docMk/>
            <pc:sldMk cId="2894043338" sldId="263"/>
            <ac:spMk id="15" creationId="{28AD5105-6E30-36AE-65BA-94384F68A1D2}"/>
          </ac:spMkLst>
        </pc:spChg>
        <pc:spChg chg="add mod">
          <ac:chgData name="WILLI PENDL JUNIOR" userId="a7519bb9f12db4d8" providerId="LiveId" clId="{D1A9AAAF-55D0-4F93-A6F3-FDA413144130}" dt="2023-08-27T00:58:35.736" v="706" actId="6549"/>
          <ac:spMkLst>
            <pc:docMk/>
            <pc:sldMk cId="2894043338" sldId="263"/>
            <ac:spMk id="16" creationId="{3CFBC0D4-88A7-EB89-6B31-CF0DCFF5E799}"/>
          </ac:spMkLst>
        </pc:spChg>
        <pc:spChg chg="add mod ord">
          <ac:chgData name="WILLI PENDL JUNIOR" userId="a7519bb9f12db4d8" providerId="LiveId" clId="{D1A9AAAF-55D0-4F93-A6F3-FDA413144130}" dt="2023-08-27T01:02:04.027" v="716" actId="167"/>
          <ac:spMkLst>
            <pc:docMk/>
            <pc:sldMk cId="2894043338" sldId="263"/>
            <ac:spMk id="19" creationId="{5B58B9DD-2872-7FC5-CD65-11A53AACBB56}"/>
          </ac:spMkLst>
        </pc:spChg>
        <pc:grpChg chg="add del mod">
          <ac:chgData name="WILLI PENDL JUNIOR" userId="a7519bb9f12db4d8" providerId="LiveId" clId="{D1A9AAAF-55D0-4F93-A6F3-FDA413144130}" dt="2023-08-27T00:43:53.308" v="641" actId="21"/>
          <ac:grpSpMkLst>
            <pc:docMk/>
            <pc:sldMk cId="2894043338" sldId="263"/>
            <ac:grpSpMk id="7" creationId="{BDD6C821-9CDE-546D-2A01-974058810CF6}"/>
          </ac:grpSpMkLst>
        </pc:grpChg>
        <pc:picChg chg="add mod">
          <ac:chgData name="WILLI PENDL JUNIOR" userId="a7519bb9f12db4d8" providerId="LiveId" clId="{D1A9AAAF-55D0-4F93-A6F3-FDA413144130}" dt="2023-08-27T00:31:43.905" v="640" actId="164"/>
          <ac:picMkLst>
            <pc:docMk/>
            <pc:sldMk cId="2894043338" sldId="263"/>
            <ac:picMk id="2" creationId="{1343B5B6-9FB0-2986-430C-C4575A142512}"/>
          </ac:picMkLst>
        </pc:picChg>
        <pc:picChg chg="mod">
          <ac:chgData name="WILLI PENDL JUNIOR" userId="a7519bb9f12db4d8" providerId="LiveId" clId="{D1A9AAAF-55D0-4F93-A6F3-FDA413144130}" dt="2023-08-27T01:00:09.402" v="709" actId="14100"/>
          <ac:picMkLst>
            <pc:docMk/>
            <pc:sldMk cId="2894043338" sldId="263"/>
            <ac:picMk id="18" creationId="{D6544001-611F-0B34-C159-F565F15E6970}"/>
          </ac:picMkLst>
        </pc:picChg>
        <pc:cxnChg chg="add mod">
          <ac:chgData name="WILLI PENDL JUNIOR" userId="a7519bb9f12db4d8" providerId="LiveId" clId="{D1A9AAAF-55D0-4F93-A6F3-FDA413144130}" dt="2023-08-27T00:31:43.905" v="640" actId="164"/>
          <ac:cxnSpMkLst>
            <pc:docMk/>
            <pc:sldMk cId="2894043338" sldId="263"/>
            <ac:cxnSpMk id="5" creationId="{05611D35-B07A-B95C-6872-2CF514A2ED2C}"/>
          </ac:cxnSpMkLst>
        </pc:cxnChg>
        <pc:cxnChg chg="add mod">
          <ac:chgData name="WILLI PENDL JUNIOR" userId="a7519bb9f12db4d8" providerId="LiveId" clId="{D1A9AAAF-55D0-4F93-A6F3-FDA413144130}" dt="2023-08-27T00:31:43.905" v="640" actId="164"/>
          <ac:cxnSpMkLst>
            <pc:docMk/>
            <pc:sldMk cId="2894043338" sldId="263"/>
            <ac:cxnSpMk id="6" creationId="{2DFFFF84-B582-76E3-6E27-BE01D99612A3}"/>
          </ac:cxnSpMkLst>
        </pc:cxnChg>
      </pc:sldChg>
      <pc:sldChg chg="addSp modSp add mod modAnim">
        <pc:chgData name="WILLI PENDL JUNIOR" userId="a7519bb9f12db4d8" providerId="LiveId" clId="{D1A9AAAF-55D0-4F93-A6F3-FDA413144130}" dt="2023-08-29T00:43:39.379" v="1025" actId="14100"/>
        <pc:sldMkLst>
          <pc:docMk/>
          <pc:sldMk cId="875133930" sldId="264"/>
        </pc:sldMkLst>
        <pc:spChg chg="add mod">
          <ac:chgData name="WILLI PENDL JUNIOR" userId="a7519bb9f12db4d8" providerId="LiveId" clId="{D1A9AAAF-55D0-4F93-A6F3-FDA413144130}" dt="2023-08-29T00:15:41.412" v="773" actId="6549"/>
          <ac:spMkLst>
            <pc:docMk/>
            <pc:sldMk cId="875133930" sldId="264"/>
            <ac:spMk id="2" creationId="{8F6A6B70-93BD-DD26-61E3-75D4A198C794}"/>
          </ac:spMkLst>
        </pc:spChg>
        <pc:spChg chg="add mod">
          <ac:chgData name="WILLI PENDL JUNIOR" userId="a7519bb9f12db4d8" providerId="LiveId" clId="{D1A9AAAF-55D0-4F93-A6F3-FDA413144130}" dt="2023-08-29T00:12:04.798" v="734" actId="1076"/>
          <ac:spMkLst>
            <pc:docMk/>
            <pc:sldMk cId="875133930" sldId="264"/>
            <ac:spMk id="4" creationId="{236EE1E3-0013-AC80-3179-F07BAF2C4378}"/>
          </ac:spMkLst>
        </pc:spChg>
        <pc:spChg chg="add mod">
          <ac:chgData name="WILLI PENDL JUNIOR" userId="a7519bb9f12db4d8" providerId="LiveId" clId="{D1A9AAAF-55D0-4F93-A6F3-FDA413144130}" dt="2023-08-29T00:12:48.668" v="747" actId="1076"/>
          <ac:spMkLst>
            <pc:docMk/>
            <pc:sldMk cId="875133930" sldId="264"/>
            <ac:spMk id="5" creationId="{05D842A2-BA11-1A06-B987-9DE52B3D8F68}"/>
          </ac:spMkLst>
        </pc:spChg>
        <pc:spChg chg="add mod">
          <ac:chgData name="WILLI PENDL JUNIOR" userId="a7519bb9f12db4d8" providerId="LiveId" clId="{D1A9AAAF-55D0-4F93-A6F3-FDA413144130}" dt="2023-08-29T00:12:52.450" v="748" actId="1076"/>
          <ac:spMkLst>
            <pc:docMk/>
            <pc:sldMk cId="875133930" sldId="264"/>
            <ac:spMk id="6" creationId="{379BC3A5-06B5-D39D-4A7C-CAA12B345D3E}"/>
          </ac:spMkLst>
        </pc:spChg>
        <pc:spChg chg="add mod">
          <ac:chgData name="WILLI PENDL JUNIOR" userId="a7519bb9f12db4d8" providerId="LiveId" clId="{D1A9AAAF-55D0-4F93-A6F3-FDA413144130}" dt="2023-08-29T00:43:03.396" v="1015" actId="1076"/>
          <ac:spMkLst>
            <pc:docMk/>
            <pc:sldMk cId="875133930" sldId="264"/>
            <ac:spMk id="7" creationId="{06CDCEC6-A9A4-520A-9D6E-8594806BABEA}"/>
          </ac:spMkLst>
        </pc:spChg>
        <pc:spChg chg="add mod">
          <ac:chgData name="WILLI PENDL JUNIOR" userId="a7519bb9f12db4d8" providerId="LiveId" clId="{D1A9AAAF-55D0-4F93-A6F3-FDA413144130}" dt="2023-08-29T00:13:09.416" v="753" actId="6549"/>
          <ac:spMkLst>
            <pc:docMk/>
            <pc:sldMk cId="875133930" sldId="264"/>
            <ac:spMk id="8" creationId="{8D589EB0-BC67-5999-9529-240EC4F41870}"/>
          </ac:spMkLst>
        </pc:spChg>
        <pc:spChg chg="add mod ord">
          <ac:chgData name="WILLI PENDL JUNIOR" userId="a7519bb9f12db4d8" providerId="LiveId" clId="{D1A9AAAF-55D0-4F93-A6F3-FDA413144130}" dt="2023-08-29T00:43:30.378" v="1023" actId="1076"/>
          <ac:spMkLst>
            <pc:docMk/>
            <pc:sldMk cId="875133930" sldId="264"/>
            <ac:spMk id="9" creationId="{DA975929-F80D-6DC6-A313-AE71DB31348E}"/>
          </ac:spMkLst>
        </pc:spChg>
        <pc:picChg chg="add mod">
          <ac:chgData name="WILLI PENDL JUNIOR" userId="a7519bb9f12db4d8" providerId="LiveId" clId="{D1A9AAAF-55D0-4F93-A6F3-FDA413144130}" dt="2023-08-29T00:43:39.379" v="1025" actId="14100"/>
          <ac:picMkLst>
            <pc:docMk/>
            <pc:sldMk cId="875133930" sldId="264"/>
            <ac:picMk id="11" creationId="{9EDC7723-7B22-6556-BC3B-CA021B3A63E4}"/>
          </ac:picMkLst>
        </pc:picChg>
      </pc:sldChg>
      <pc:sldChg chg="addSp modSp add mod modAnim">
        <pc:chgData name="WILLI PENDL JUNIOR" userId="a7519bb9f12db4d8" providerId="LiveId" clId="{D1A9AAAF-55D0-4F93-A6F3-FDA413144130}" dt="2023-08-29T00:20:05.833" v="827"/>
        <pc:sldMkLst>
          <pc:docMk/>
          <pc:sldMk cId="2989831387" sldId="265"/>
        </pc:sldMkLst>
        <pc:spChg chg="add mod">
          <ac:chgData name="WILLI PENDL JUNIOR" userId="a7519bb9f12db4d8" providerId="LiveId" clId="{D1A9AAAF-55D0-4F93-A6F3-FDA413144130}" dt="2023-08-29T00:16:23.933" v="778" actId="6549"/>
          <ac:spMkLst>
            <pc:docMk/>
            <pc:sldMk cId="2989831387" sldId="265"/>
            <ac:spMk id="2" creationId="{C63087DE-DE32-7ED8-0887-FF262D4562A3}"/>
          </ac:spMkLst>
        </pc:spChg>
        <pc:spChg chg="add mod">
          <ac:chgData name="WILLI PENDL JUNIOR" userId="a7519bb9f12db4d8" providerId="LiveId" clId="{D1A9AAAF-55D0-4F93-A6F3-FDA413144130}" dt="2023-08-29T00:17:51.362" v="803" actId="14100"/>
          <ac:spMkLst>
            <pc:docMk/>
            <pc:sldMk cId="2989831387" sldId="265"/>
            <ac:spMk id="4" creationId="{FE80D2A7-EC8F-9238-B131-D550BCBABEFE}"/>
          </ac:spMkLst>
        </pc:spChg>
        <pc:spChg chg="add mod">
          <ac:chgData name="WILLI PENDL JUNIOR" userId="a7519bb9f12db4d8" providerId="LiveId" clId="{D1A9AAAF-55D0-4F93-A6F3-FDA413144130}" dt="2023-08-29T00:18:39.062" v="816" actId="1076"/>
          <ac:spMkLst>
            <pc:docMk/>
            <pc:sldMk cId="2989831387" sldId="265"/>
            <ac:spMk id="5" creationId="{13F12AF0-E93D-AA7E-E736-940AED9ABFDD}"/>
          </ac:spMkLst>
        </pc:spChg>
        <pc:spChg chg="add mod">
          <ac:chgData name="WILLI PENDL JUNIOR" userId="a7519bb9f12db4d8" providerId="LiveId" clId="{D1A9AAAF-55D0-4F93-A6F3-FDA413144130}" dt="2023-08-29T00:17:48.518" v="802" actId="14100"/>
          <ac:spMkLst>
            <pc:docMk/>
            <pc:sldMk cId="2989831387" sldId="265"/>
            <ac:spMk id="6" creationId="{C9C1E1C4-AAE1-42EE-236D-32C4CD082BEF}"/>
          </ac:spMkLst>
        </pc:spChg>
        <pc:spChg chg="add mod">
          <ac:chgData name="WILLI PENDL JUNIOR" userId="a7519bb9f12db4d8" providerId="LiveId" clId="{D1A9AAAF-55D0-4F93-A6F3-FDA413144130}" dt="2023-08-29T00:18:10.233" v="808" actId="14100"/>
          <ac:spMkLst>
            <pc:docMk/>
            <pc:sldMk cId="2989831387" sldId="265"/>
            <ac:spMk id="7" creationId="{5E00A935-5560-A59F-1281-991A07E0C333}"/>
          </ac:spMkLst>
        </pc:spChg>
        <pc:spChg chg="add mod">
          <ac:chgData name="WILLI PENDL JUNIOR" userId="a7519bb9f12db4d8" providerId="LiveId" clId="{D1A9AAAF-55D0-4F93-A6F3-FDA413144130}" dt="2023-08-29T00:18:28.265" v="814" actId="6549"/>
          <ac:spMkLst>
            <pc:docMk/>
            <pc:sldMk cId="2989831387" sldId="265"/>
            <ac:spMk id="8" creationId="{E58CACBB-AED1-DEA7-7EF6-EAC09B1A72AF}"/>
          </ac:spMkLst>
        </pc:spChg>
        <pc:spChg chg="add mod ord">
          <ac:chgData name="WILLI PENDL JUNIOR" userId="a7519bb9f12db4d8" providerId="LiveId" clId="{D1A9AAAF-55D0-4F93-A6F3-FDA413144130}" dt="2023-08-29T00:19:18.287" v="822" actId="167"/>
          <ac:spMkLst>
            <pc:docMk/>
            <pc:sldMk cId="2989831387" sldId="265"/>
            <ac:spMk id="9" creationId="{2CB2B1D8-9B3D-F7C8-4E21-23C04687DEFD}"/>
          </ac:spMkLst>
        </pc:spChg>
        <pc:picChg chg="add mod">
          <ac:chgData name="WILLI PENDL JUNIOR" userId="a7519bb9f12db4d8" providerId="LiveId" clId="{D1A9AAAF-55D0-4F93-A6F3-FDA413144130}" dt="2023-08-29T00:20:04.106" v="826" actId="1076"/>
          <ac:picMkLst>
            <pc:docMk/>
            <pc:sldMk cId="2989831387" sldId="265"/>
            <ac:picMk id="11" creationId="{9D2BC78F-A8F0-1667-3AC4-F3609902B285}"/>
          </ac:picMkLst>
        </pc:picChg>
      </pc:sldChg>
      <pc:sldChg chg="addSp modSp add mod replId">
        <pc:chgData name="WILLI PENDL JUNIOR" userId="a7519bb9f12db4d8" providerId="LiveId" clId="{D1A9AAAF-55D0-4F93-A6F3-FDA413144130}" dt="2023-08-29T00:28:25.002" v="875" actId="947"/>
        <pc:sldMkLst>
          <pc:docMk/>
          <pc:sldMk cId="4184322590" sldId="266"/>
        </pc:sldMkLst>
        <pc:spChg chg="add mod">
          <ac:chgData name="WILLI PENDL JUNIOR" userId="a7519bb9f12db4d8" providerId="LiveId" clId="{D1A9AAAF-55D0-4F93-A6F3-FDA413144130}" dt="2023-08-29T00:26:42.897" v="856" actId="1076"/>
          <ac:spMkLst>
            <pc:docMk/>
            <pc:sldMk cId="4184322590" sldId="266"/>
            <ac:spMk id="3" creationId="{DB2D259B-9699-48C6-A16D-731FF3267EB3}"/>
          </ac:spMkLst>
        </pc:spChg>
        <pc:spChg chg="add mod">
          <ac:chgData name="WILLI PENDL JUNIOR" userId="a7519bb9f12db4d8" providerId="LiveId" clId="{D1A9AAAF-55D0-4F93-A6F3-FDA413144130}" dt="2023-08-29T00:28:25.002" v="875" actId="947"/>
          <ac:spMkLst>
            <pc:docMk/>
            <pc:sldMk cId="4184322590" sldId="266"/>
            <ac:spMk id="5" creationId="{31117408-4C39-CDBA-4B1D-532CADEFCA93}"/>
          </ac:spMkLst>
        </pc:spChg>
      </pc:sldChg>
      <pc:sldChg chg="addSp modSp new mod modAnim">
        <pc:chgData name="WILLI PENDL JUNIOR" userId="a7519bb9f12db4d8" providerId="LiveId" clId="{D1A9AAAF-55D0-4F93-A6F3-FDA413144130}" dt="2023-08-29T00:37:55.607" v="992"/>
        <pc:sldMkLst>
          <pc:docMk/>
          <pc:sldMk cId="2992009479" sldId="267"/>
        </pc:sldMkLst>
        <pc:spChg chg="add mod">
          <ac:chgData name="WILLI PENDL JUNIOR" userId="a7519bb9f12db4d8" providerId="LiveId" clId="{D1A9AAAF-55D0-4F93-A6F3-FDA413144130}" dt="2023-08-29T00:32:44.415" v="935" actId="123"/>
          <ac:spMkLst>
            <pc:docMk/>
            <pc:sldMk cId="2992009479" sldId="267"/>
            <ac:spMk id="5" creationId="{C6D39C27-6F85-1451-EA66-6D56DED248B2}"/>
          </ac:spMkLst>
        </pc:spChg>
        <pc:spChg chg="add mod">
          <ac:chgData name="WILLI PENDL JUNIOR" userId="a7519bb9f12db4d8" providerId="LiveId" clId="{D1A9AAAF-55D0-4F93-A6F3-FDA413144130}" dt="2023-08-29T00:34:46.797" v="969" actId="1076"/>
          <ac:spMkLst>
            <pc:docMk/>
            <pc:sldMk cId="2992009479" sldId="267"/>
            <ac:spMk id="7" creationId="{B4228DCC-9571-D5DA-9245-51A44C3E3BDE}"/>
          </ac:spMkLst>
        </pc:spChg>
        <pc:spChg chg="add mod">
          <ac:chgData name="WILLI PENDL JUNIOR" userId="a7519bb9f12db4d8" providerId="LiveId" clId="{D1A9AAAF-55D0-4F93-A6F3-FDA413144130}" dt="2023-08-29T00:33:30.915" v="947" actId="14100"/>
          <ac:spMkLst>
            <pc:docMk/>
            <pc:sldMk cId="2992009479" sldId="267"/>
            <ac:spMk id="8" creationId="{34889717-B1F4-14C4-CAB7-A320A3A0120B}"/>
          </ac:spMkLst>
        </pc:spChg>
        <pc:spChg chg="add mod">
          <ac:chgData name="WILLI PENDL JUNIOR" userId="a7519bb9f12db4d8" providerId="LiveId" clId="{D1A9AAAF-55D0-4F93-A6F3-FDA413144130}" dt="2023-08-29T00:34:37.816" v="966" actId="1076"/>
          <ac:spMkLst>
            <pc:docMk/>
            <pc:sldMk cId="2992009479" sldId="267"/>
            <ac:spMk id="9" creationId="{296936EB-14DD-2E0D-3D5D-EB2E640E09BF}"/>
          </ac:spMkLst>
        </pc:spChg>
        <pc:spChg chg="add mod">
          <ac:chgData name="WILLI PENDL JUNIOR" userId="a7519bb9f12db4d8" providerId="LiveId" clId="{D1A9AAAF-55D0-4F93-A6F3-FDA413144130}" dt="2023-08-29T00:34:44.700" v="968" actId="1076"/>
          <ac:spMkLst>
            <pc:docMk/>
            <pc:sldMk cId="2992009479" sldId="267"/>
            <ac:spMk id="10" creationId="{AC763BF5-1EBA-1DDA-98E5-5BA81A73E068}"/>
          </ac:spMkLst>
        </pc:spChg>
        <pc:spChg chg="add mod">
          <ac:chgData name="WILLI PENDL JUNIOR" userId="a7519bb9f12db4d8" providerId="LiveId" clId="{D1A9AAAF-55D0-4F93-A6F3-FDA413144130}" dt="2023-08-29T00:34:50.062" v="970" actId="1076"/>
          <ac:spMkLst>
            <pc:docMk/>
            <pc:sldMk cId="2992009479" sldId="267"/>
            <ac:spMk id="11" creationId="{2244008A-7E42-2D05-1B0F-F66BD836DE50}"/>
          </ac:spMkLst>
        </pc:spChg>
        <pc:spChg chg="add mod ord">
          <ac:chgData name="WILLI PENDL JUNIOR" userId="a7519bb9f12db4d8" providerId="LiveId" clId="{D1A9AAAF-55D0-4F93-A6F3-FDA413144130}" dt="2023-08-29T00:37:11.002" v="988" actId="167"/>
          <ac:spMkLst>
            <pc:docMk/>
            <pc:sldMk cId="2992009479" sldId="267"/>
            <ac:spMk id="12" creationId="{B6E2BD2D-9EA7-88CB-ADE0-B757F4E52735}"/>
          </ac:spMkLst>
        </pc:spChg>
        <pc:picChg chg="add mod">
          <ac:chgData name="WILLI PENDL JUNIOR" userId="a7519bb9f12db4d8" providerId="LiveId" clId="{D1A9AAAF-55D0-4F93-A6F3-FDA413144130}" dt="2023-08-29T00:29:28.264" v="879" actId="14100"/>
          <ac:picMkLst>
            <pc:docMk/>
            <pc:sldMk cId="2992009479" sldId="267"/>
            <ac:picMk id="3" creationId="{8B814091-8474-C41F-813A-42F753917830}"/>
          </ac:picMkLst>
        </pc:picChg>
        <pc:picChg chg="add mod">
          <ac:chgData name="WILLI PENDL JUNIOR" userId="a7519bb9f12db4d8" providerId="LiveId" clId="{D1A9AAAF-55D0-4F93-A6F3-FDA413144130}" dt="2023-08-29T00:37:52.568" v="991" actId="1076"/>
          <ac:picMkLst>
            <pc:docMk/>
            <pc:sldMk cId="2992009479" sldId="267"/>
            <ac:picMk id="14" creationId="{D7E217FA-8EE6-759B-55BC-ADFB339C3EB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606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39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063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70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88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473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165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662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85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4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9535EBE-B880-48C7-866D-306217734809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C30AE9E-5327-4835-A6D3-A9A1218ED5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488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B31D57F-30B8-15EB-276B-CA617567340B}"/>
              </a:ext>
            </a:extLst>
          </p:cNvPr>
          <p:cNvSpPr txBox="1"/>
          <p:nvPr/>
        </p:nvSpPr>
        <p:spPr>
          <a:xfrm>
            <a:off x="1726623" y="240637"/>
            <a:ext cx="9850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Reflexão Seletiva – Cores dos Corpos –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47919B-19AB-D5F0-93E4-166F01272396}"/>
              </a:ext>
            </a:extLst>
          </p:cNvPr>
          <p:cNvSpPr txBox="1"/>
          <p:nvPr/>
        </p:nvSpPr>
        <p:spPr>
          <a:xfrm>
            <a:off x="419101" y="767654"/>
            <a:ext cx="100272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 solar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(ou a luz emitida por uma lâmpada fluorescente) 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denominada luz branca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089ED41-D37A-DAB6-9BDE-D730C74940E7}"/>
              </a:ext>
            </a:extLst>
          </p:cNvPr>
          <p:cNvSpPr txBox="1"/>
          <p:nvPr/>
        </p:nvSpPr>
        <p:spPr>
          <a:xfrm>
            <a:off x="419100" y="1725558"/>
            <a:ext cx="988868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luz branca solar é policromática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, isto é, composta de diversas cores, das quais se costumam destacar sete: </a:t>
            </a:r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vermelha, alaranjada, amarela, verde, azul, anil e violeta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839" y="3110553"/>
            <a:ext cx="5619750" cy="345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3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CB78169-6B65-60C2-093A-D0EDABE68672}"/>
              </a:ext>
            </a:extLst>
          </p:cNvPr>
          <p:cNvSpPr txBox="1"/>
          <p:nvPr/>
        </p:nvSpPr>
        <p:spPr>
          <a:xfrm>
            <a:off x="2025747" y="182879"/>
            <a:ext cx="7492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Reflexão Seletiva – Cores dos Corpos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C92E6F-4C7E-F47C-574F-CE546967B2C3}"/>
              </a:ext>
            </a:extLst>
          </p:cNvPr>
          <p:cNvSpPr txBox="1"/>
          <p:nvPr/>
        </p:nvSpPr>
        <p:spPr>
          <a:xfrm>
            <a:off x="646545" y="767654"/>
            <a:ext cx="95197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incidir em uma superfície, uma parte da luz é absorvida e a outra refletida. A parte da luz refletida que chega aos nossos olhos é a que determina a cor do objeto.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762" y="2167873"/>
            <a:ext cx="6183742" cy="44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8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CB78169-6B65-60C2-093A-D0EDABE68672}"/>
              </a:ext>
            </a:extLst>
          </p:cNvPr>
          <p:cNvSpPr txBox="1"/>
          <p:nvPr/>
        </p:nvSpPr>
        <p:spPr>
          <a:xfrm>
            <a:off x="2025747" y="182879"/>
            <a:ext cx="7492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Reflexão Seletiva – Cores dos Corpos</a:t>
            </a:r>
          </a:p>
        </p:txBody>
      </p:sp>
      <p:pic>
        <p:nvPicPr>
          <p:cNvPr id="6" name="Imagem 5" descr="Texto, Logotipo&#10;&#10;Descrição gerada automaticamente">
            <a:extLst>
              <a:ext uri="{FF2B5EF4-FFF2-40B4-BE49-F238E27FC236}">
                <a16:creationId xmlns:a16="http://schemas.microsoft.com/office/drawing/2014/main" id="{BF675154-26D4-6B51-6B35-F1E9885B3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67654"/>
            <a:ext cx="3234267" cy="184008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BB5AF4B-C2D3-23B7-86C0-87D43B62997E}"/>
              </a:ext>
            </a:extLst>
          </p:cNvPr>
          <p:cNvSpPr txBox="1"/>
          <p:nvPr/>
        </p:nvSpPr>
        <p:spPr>
          <a:xfrm>
            <a:off x="335973" y="3219834"/>
            <a:ext cx="9459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014" y="2178226"/>
            <a:ext cx="985837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5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CB78169-6B65-60C2-093A-D0EDABE68672}"/>
              </a:ext>
            </a:extLst>
          </p:cNvPr>
          <p:cNvSpPr txBox="1"/>
          <p:nvPr/>
        </p:nvSpPr>
        <p:spPr>
          <a:xfrm>
            <a:off x="2025747" y="182879"/>
            <a:ext cx="7492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Reflexão Seletiva – Cores dos Corpos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AD3866-7679-0AC5-0C35-19E4E449344F}"/>
              </a:ext>
            </a:extLst>
          </p:cNvPr>
          <p:cNvSpPr txBox="1"/>
          <p:nvPr/>
        </p:nvSpPr>
        <p:spPr>
          <a:xfrm>
            <a:off x="463900" y="1346947"/>
            <a:ext cx="97778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filtro refrata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(deixa passar) seletivamente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apenas luz de uma determinada cor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, absorvendo substancialmente as demais cores do espectro.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30D9CB-978C-8DCB-51D6-23ECDEAD8DE6}"/>
              </a:ext>
            </a:extLst>
          </p:cNvPr>
          <p:cNvSpPr txBox="1"/>
          <p:nvPr/>
        </p:nvSpPr>
        <p:spPr>
          <a:xfrm>
            <a:off x="4184072" y="795690"/>
            <a:ext cx="2337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Filtro de Luz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F19ECCB-6EE8-F519-E563-068720B3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5302">
            <a:off x="7054390" y="4240165"/>
            <a:ext cx="1476000" cy="1112053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DE2F38A-AE92-2072-FF3B-C973E34E0AD6}"/>
              </a:ext>
            </a:extLst>
          </p:cNvPr>
          <p:cNvCxnSpPr>
            <a:cxnSpLocks/>
          </p:cNvCxnSpPr>
          <p:nvPr/>
        </p:nvCxnSpPr>
        <p:spPr>
          <a:xfrm>
            <a:off x="3828473" y="2885417"/>
            <a:ext cx="0" cy="3685309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31638BA-FB5D-488B-CAB7-9636555B7CC2}"/>
              </a:ext>
            </a:extLst>
          </p:cNvPr>
          <p:cNvCxnSpPr/>
          <p:nvPr/>
        </p:nvCxnSpPr>
        <p:spPr>
          <a:xfrm>
            <a:off x="946727" y="3190217"/>
            <a:ext cx="288174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6F1E99C-DDBC-31CA-C8C9-566C0771F8F0}"/>
              </a:ext>
            </a:extLst>
          </p:cNvPr>
          <p:cNvCxnSpPr/>
          <p:nvPr/>
        </p:nvCxnSpPr>
        <p:spPr>
          <a:xfrm>
            <a:off x="946727" y="3615089"/>
            <a:ext cx="2881746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D2C32A6-0932-BA1D-BA9B-B9B213387916}"/>
              </a:ext>
            </a:extLst>
          </p:cNvPr>
          <p:cNvCxnSpPr/>
          <p:nvPr/>
        </p:nvCxnSpPr>
        <p:spPr>
          <a:xfrm>
            <a:off x="946727" y="4033036"/>
            <a:ext cx="2881746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987B7CF-ECA9-A060-5745-9FCCA806838E}"/>
              </a:ext>
            </a:extLst>
          </p:cNvPr>
          <p:cNvCxnSpPr/>
          <p:nvPr/>
        </p:nvCxnSpPr>
        <p:spPr>
          <a:xfrm>
            <a:off x="946727" y="4506023"/>
            <a:ext cx="2881746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0CFFCA9-5ECA-2716-876C-A03B781F01EE}"/>
              </a:ext>
            </a:extLst>
          </p:cNvPr>
          <p:cNvCxnSpPr/>
          <p:nvPr/>
        </p:nvCxnSpPr>
        <p:spPr>
          <a:xfrm>
            <a:off x="946727" y="5016709"/>
            <a:ext cx="2881746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E697EED-F7BA-C0D9-8726-1B2CF696EC98}"/>
              </a:ext>
            </a:extLst>
          </p:cNvPr>
          <p:cNvCxnSpPr/>
          <p:nvPr/>
        </p:nvCxnSpPr>
        <p:spPr>
          <a:xfrm>
            <a:off x="946727" y="6078892"/>
            <a:ext cx="2881746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98691FEB-DE43-343A-5EDD-D71B53A66FB8}"/>
              </a:ext>
            </a:extLst>
          </p:cNvPr>
          <p:cNvCxnSpPr/>
          <p:nvPr/>
        </p:nvCxnSpPr>
        <p:spPr>
          <a:xfrm>
            <a:off x="946727" y="5561654"/>
            <a:ext cx="2881746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7312FCE-71F2-748A-5F08-6A91C7A8433B}"/>
              </a:ext>
            </a:extLst>
          </p:cNvPr>
          <p:cNvCxnSpPr/>
          <p:nvPr/>
        </p:nvCxnSpPr>
        <p:spPr>
          <a:xfrm>
            <a:off x="3837709" y="5016708"/>
            <a:ext cx="2881746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m 18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68E587AC-05B6-09B8-FC16-BC7D004A4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059" y="3031933"/>
            <a:ext cx="2367808" cy="339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5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CB78169-6B65-60C2-093A-D0EDABE68672}"/>
              </a:ext>
            </a:extLst>
          </p:cNvPr>
          <p:cNvSpPr txBox="1"/>
          <p:nvPr/>
        </p:nvSpPr>
        <p:spPr>
          <a:xfrm>
            <a:off x="2025747" y="182879"/>
            <a:ext cx="7492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Reflexão Seletiva – Cores dos Corpos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11D064-9EBD-F8E6-1EFE-5226E7BA3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9" y="1856198"/>
            <a:ext cx="4735724" cy="44809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56E7958-581C-7BB2-B83B-636E43AB20DF}"/>
              </a:ext>
            </a:extLst>
          </p:cNvPr>
          <p:cNvSpPr txBox="1"/>
          <p:nvPr/>
        </p:nvSpPr>
        <p:spPr>
          <a:xfrm>
            <a:off x="1593272" y="788706"/>
            <a:ext cx="5596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Sistema RGB: </a:t>
            </a:r>
            <a:r>
              <a:rPr lang="pt-BR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pt-BR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>
                <a:solidFill>
                  <a:srgbClr val="4F05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</a:p>
        </p:txBody>
      </p:sp>
    </p:spTree>
    <p:extLst>
      <p:ext uri="{BB962C8B-B14F-4D97-AF65-F5344CB8AC3E}">
        <p14:creationId xmlns:p14="http://schemas.microsoft.com/office/powerpoint/2010/main" val="162774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108" y="316088"/>
            <a:ext cx="8173329" cy="6279487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9042400" y="5633155"/>
            <a:ext cx="2427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RESPOSTA CORRETA LETRA (E)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3131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3" y="637982"/>
            <a:ext cx="11339546" cy="5220000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5334665" y="5488650"/>
            <a:ext cx="3417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RESPOSTA CORRETA LETRA </a:t>
            </a:r>
            <a:r>
              <a:rPr lang="pt-BR" b="1" dirty="0" smtClean="0"/>
              <a:t>(D</a:t>
            </a:r>
            <a:r>
              <a:rPr lang="pt-BR" dirty="0" smtClean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976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Base</Template>
  <TotalTime>7050</TotalTime>
  <Words>169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Corbel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WILLI PENDL JUNIOR</dc:creator>
  <cp:lastModifiedBy>I</cp:lastModifiedBy>
  <cp:revision>5</cp:revision>
  <dcterms:created xsi:type="dcterms:W3CDTF">2023-08-23T02:18:52Z</dcterms:created>
  <dcterms:modified xsi:type="dcterms:W3CDTF">2025-02-26T23:34:25Z</dcterms:modified>
</cp:coreProperties>
</file>