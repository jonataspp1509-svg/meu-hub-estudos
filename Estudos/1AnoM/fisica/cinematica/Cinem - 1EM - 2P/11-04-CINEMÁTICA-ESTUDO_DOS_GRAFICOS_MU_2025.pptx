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7" r:id="rId2"/>
    <p:sldId id="288" r:id="rId3"/>
    <p:sldId id="289" r:id="rId4"/>
    <p:sldId id="307" r:id="rId5"/>
    <p:sldId id="270" r:id="rId6"/>
    <p:sldId id="271" r:id="rId7"/>
    <p:sldId id="273" r:id="rId8"/>
    <p:sldId id="272" r:id="rId9"/>
    <p:sldId id="297" r:id="rId10"/>
    <p:sldId id="304" r:id="rId11"/>
    <p:sldId id="298" r:id="rId12"/>
    <p:sldId id="299" r:id="rId13"/>
    <p:sldId id="300" r:id="rId14"/>
    <p:sldId id="301" r:id="rId15"/>
    <p:sldId id="302" r:id="rId16"/>
    <p:sldId id="303" r:id="rId17"/>
    <p:sldId id="30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3AF471-7338-40D4-9BAB-0D50F0758B1D}" v="28" dt="2025-04-16T01:17:37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13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 PENDL JUNIOR PENDL JUNIOR" userId="a7519bb9f12db4d8" providerId="LiveId" clId="{597F25F0-1757-49D3-8D53-519F52BC7F33}"/>
    <pc:docChg chg="undo custSel addSld delSld modSld sldOrd">
      <pc:chgData name="WILLI PENDL JUNIOR PENDL JUNIOR" userId="a7519bb9f12db4d8" providerId="LiveId" clId="{597F25F0-1757-49D3-8D53-519F52BC7F33}" dt="2025-02-06T02:20:46.519" v="4320" actId="207"/>
      <pc:docMkLst>
        <pc:docMk/>
      </pc:docMkLst>
      <pc:sldChg chg="del">
        <pc:chgData name="WILLI PENDL JUNIOR PENDL JUNIOR" userId="a7519bb9f12db4d8" providerId="LiveId" clId="{597F25F0-1757-49D3-8D53-519F52BC7F33}" dt="2025-02-02T19:36:55.437" v="681" actId="47"/>
        <pc:sldMkLst>
          <pc:docMk/>
          <pc:sldMk cId="3260419444" sldId="262"/>
        </pc:sldMkLst>
      </pc:sldChg>
      <pc:sldChg chg="addSp delSp modSp mod delAnim modAnim">
        <pc:chgData name="WILLI PENDL JUNIOR PENDL JUNIOR" userId="a7519bb9f12db4d8" providerId="LiveId" clId="{597F25F0-1757-49D3-8D53-519F52BC7F33}" dt="2025-02-02T17:21:42.543" v="408"/>
        <pc:sldMkLst>
          <pc:docMk/>
          <pc:sldMk cId="458452695" sldId="270"/>
        </pc:sldMkLst>
        <pc:spChg chg="mod topLvl">
          <ac:chgData name="WILLI PENDL JUNIOR PENDL JUNIOR" userId="a7519bb9f12db4d8" providerId="LiveId" clId="{597F25F0-1757-49D3-8D53-519F52BC7F33}" dt="2025-02-02T17:17:48.901" v="380" actId="1076"/>
          <ac:spMkLst>
            <pc:docMk/>
            <pc:sldMk cId="458452695" sldId="270"/>
            <ac:spMk id="10" creationId="{AA60C632-29B4-44FD-BFF5-A80C3CCCCFDA}"/>
          </ac:spMkLst>
        </pc:spChg>
        <pc:spChg chg="mod">
          <ac:chgData name="WILLI PENDL JUNIOR PENDL JUNIOR" userId="a7519bb9f12db4d8" providerId="LiveId" clId="{597F25F0-1757-49D3-8D53-519F52BC7F33}" dt="2025-02-02T17:11:53.203" v="312" actId="165"/>
          <ac:spMkLst>
            <pc:docMk/>
            <pc:sldMk cId="458452695" sldId="270"/>
            <ac:spMk id="19" creationId="{165A0908-7439-4087-8307-7F9F135D1F3C}"/>
          </ac:spMkLst>
        </pc:spChg>
        <pc:spChg chg="mod">
          <ac:chgData name="WILLI PENDL JUNIOR PENDL JUNIOR" userId="a7519bb9f12db4d8" providerId="LiveId" clId="{597F25F0-1757-49D3-8D53-519F52BC7F33}" dt="2025-02-02T17:19:05.428" v="387" actId="1076"/>
          <ac:spMkLst>
            <pc:docMk/>
            <pc:sldMk cId="458452695" sldId="270"/>
            <ac:spMk id="22" creationId="{8AD3BAED-F400-4BE9-A7EA-5947B67A32C3}"/>
          </ac:spMkLst>
        </pc:spChg>
        <pc:spChg chg="mod">
          <ac:chgData name="WILLI PENDL JUNIOR PENDL JUNIOR" userId="a7519bb9f12db4d8" providerId="LiveId" clId="{597F25F0-1757-49D3-8D53-519F52BC7F33}" dt="2025-02-02T17:11:53.203" v="312" actId="165"/>
          <ac:spMkLst>
            <pc:docMk/>
            <pc:sldMk cId="458452695" sldId="270"/>
            <ac:spMk id="30" creationId="{DFDD20BD-2644-48E2-9729-B84FDE61C227}"/>
          </ac:spMkLst>
        </pc:spChg>
        <pc:spChg chg="mod">
          <ac:chgData name="WILLI PENDL JUNIOR PENDL JUNIOR" userId="a7519bb9f12db4d8" providerId="LiveId" clId="{597F25F0-1757-49D3-8D53-519F52BC7F33}" dt="2025-02-02T17:11:53.203" v="312" actId="165"/>
          <ac:spMkLst>
            <pc:docMk/>
            <pc:sldMk cId="458452695" sldId="270"/>
            <ac:spMk id="31" creationId="{C7C6A8A3-64B1-436C-81F5-D72B05DD7C5F}"/>
          </ac:spMkLst>
        </pc:spChg>
        <pc:spChg chg="mod">
          <ac:chgData name="WILLI PENDL JUNIOR PENDL JUNIOR" userId="a7519bb9f12db4d8" providerId="LiveId" clId="{597F25F0-1757-49D3-8D53-519F52BC7F33}" dt="2025-02-02T17:11:53.203" v="312" actId="165"/>
          <ac:spMkLst>
            <pc:docMk/>
            <pc:sldMk cId="458452695" sldId="270"/>
            <ac:spMk id="33" creationId="{4829A72F-DB54-4E98-AF2E-54C5313A9B8F}"/>
          </ac:spMkLst>
        </pc:spChg>
        <pc:spChg chg="mod">
          <ac:chgData name="WILLI PENDL JUNIOR PENDL JUNIOR" userId="a7519bb9f12db4d8" providerId="LiveId" clId="{597F25F0-1757-49D3-8D53-519F52BC7F33}" dt="2025-02-02T17:11:53.203" v="312" actId="165"/>
          <ac:spMkLst>
            <pc:docMk/>
            <pc:sldMk cId="458452695" sldId="270"/>
            <ac:spMk id="34" creationId="{29B076D5-9798-480B-8224-1E302EF54D7F}"/>
          </ac:spMkLst>
        </pc:spChg>
        <pc:spChg chg="mod">
          <ac:chgData name="WILLI PENDL JUNIOR PENDL JUNIOR" userId="a7519bb9f12db4d8" providerId="LiveId" clId="{597F25F0-1757-49D3-8D53-519F52BC7F33}" dt="2025-02-02T17:11:53.203" v="312" actId="165"/>
          <ac:spMkLst>
            <pc:docMk/>
            <pc:sldMk cId="458452695" sldId="270"/>
            <ac:spMk id="36" creationId="{EEE2D6DC-0083-4CB8-96BD-AD291E9E52A4}"/>
          </ac:spMkLst>
        </pc:spChg>
        <pc:spChg chg="mod">
          <ac:chgData name="WILLI PENDL JUNIOR PENDL JUNIOR" userId="a7519bb9f12db4d8" providerId="LiveId" clId="{597F25F0-1757-49D3-8D53-519F52BC7F33}" dt="2025-02-02T17:11:53.203" v="312" actId="165"/>
          <ac:spMkLst>
            <pc:docMk/>
            <pc:sldMk cId="458452695" sldId="270"/>
            <ac:spMk id="40" creationId="{1B68E7B1-A2B5-4A79-80D0-4FA4E8FB497E}"/>
          </ac:spMkLst>
        </pc:spChg>
        <pc:spChg chg="add mod ord">
          <ac:chgData name="WILLI PENDL JUNIOR PENDL JUNIOR" userId="a7519bb9f12db4d8" providerId="LiveId" clId="{597F25F0-1757-49D3-8D53-519F52BC7F33}" dt="2025-02-02T17:16:45.868" v="368" actId="167"/>
          <ac:spMkLst>
            <pc:docMk/>
            <pc:sldMk cId="458452695" sldId="270"/>
            <ac:spMk id="62" creationId="{A07ACF7A-EFBE-4055-94F1-2D72F33A42BF}"/>
          </ac:spMkLst>
        </pc:spChg>
        <pc:spChg chg="add mod">
          <ac:chgData name="WILLI PENDL JUNIOR PENDL JUNIOR" userId="a7519bb9f12db4d8" providerId="LiveId" clId="{597F25F0-1757-49D3-8D53-519F52BC7F33}" dt="2025-02-02T17:20:33.059" v="401" actId="1076"/>
          <ac:spMkLst>
            <pc:docMk/>
            <pc:sldMk cId="458452695" sldId="270"/>
            <ac:spMk id="63" creationId="{D4070D77-DC6C-CBD6-A85F-6C4AD5522C44}"/>
          </ac:spMkLst>
        </pc:spChg>
        <pc:spChg chg="add mod">
          <ac:chgData name="WILLI PENDL JUNIOR PENDL JUNIOR" userId="a7519bb9f12db4d8" providerId="LiveId" clId="{597F25F0-1757-49D3-8D53-519F52BC7F33}" dt="2025-02-02T17:20:28.039" v="400" actId="1076"/>
          <ac:spMkLst>
            <pc:docMk/>
            <pc:sldMk cId="458452695" sldId="270"/>
            <ac:spMk id="64" creationId="{4E6CF5CC-9ECA-9A9B-C236-05F80ABA180F}"/>
          </ac:spMkLst>
        </pc:spChg>
        <pc:grpChg chg="mod">
          <ac:chgData name="WILLI PENDL JUNIOR PENDL JUNIOR" userId="a7519bb9f12db4d8" providerId="LiveId" clId="{597F25F0-1757-49D3-8D53-519F52BC7F33}" dt="2025-02-02T17:14:40.754" v="347" actId="164"/>
          <ac:grpSpMkLst>
            <pc:docMk/>
            <pc:sldMk cId="458452695" sldId="270"/>
            <ac:grpSpMk id="29" creationId="{26E86F9B-8874-49EE-BCF3-4C22AA27EE2D}"/>
          </ac:grpSpMkLst>
        </pc:grpChg>
        <pc:grpChg chg="mod">
          <ac:chgData name="WILLI PENDL JUNIOR PENDL JUNIOR" userId="a7519bb9f12db4d8" providerId="LiveId" clId="{597F25F0-1757-49D3-8D53-519F52BC7F33}" dt="2025-02-02T17:13:55.766" v="342" actId="164"/>
          <ac:grpSpMkLst>
            <pc:docMk/>
            <pc:sldMk cId="458452695" sldId="270"/>
            <ac:grpSpMk id="32" creationId="{2D957072-F6C0-4D97-9279-715574C13CE0}"/>
          </ac:grpSpMkLst>
        </pc:grpChg>
        <pc:grpChg chg="mod">
          <ac:chgData name="WILLI PENDL JUNIOR PENDL JUNIOR" userId="a7519bb9f12db4d8" providerId="LiveId" clId="{597F25F0-1757-49D3-8D53-519F52BC7F33}" dt="2025-02-02T17:14:40.754" v="347" actId="164"/>
          <ac:grpSpMkLst>
            <pc:docMk/>
            <pc:sldMk cId="458452695" sldId="270"/>
            <ac:grpSpMk id="35" creationId="{683EDE23-7FC4-4187-83DA-CDA1A3073DE6}"/>
          </ac:grpSpMkLst>
        </pc:grpChg>
        <pc:grpChg chg="mod">
          <ac:chgData name="WILLI PENDL JUNIOR PENDL JUNIOR" userId="a7519bb9f12db4d8" providerId="LiveId" clId="{597F25F0-1757-49D3-8D53-519F52BC7F33}" dt="2025-02-02T17:13:55.766" v="342" actId="164"/>
          <ac:grpSpMkLst>
            <pc:docMk/>
            <pc:sldMk cId="458452695" sldId="270"/>
            <ac:grpSpMk id="38" creationId="{6D997582-6735-4507-8C00-A5C55D46CC63}"/>
          </ac:grpSpMkLst>
        </pc:grpChg>
        <pc:grpChg chg="add mod">
          <ac:chgData name="WILLI PENDL JUNIOR PENDL JUNIOR" userId="a7519bb9f12db4d8" providerId="LiveId" clId="{597F25F0-1757-49D3-8D53-519F52BC7F33}" dt="2025-02-02T17:11:46.853" v="311" actId="1076"/>
          <ac:grpSpMkLst>
            <pc:docMk/>
            <pc:sldMk cId="458452695" sldId="270"/>
            <ac:grpSpMk id="58" creationId="{ABB277B4-4499-78A4-605B-EC07D0C8DC48}"/>
          </ac:grpSpMkLst>
        </pc:grpChg>
        <pc:grpChg chg="add mod">
          <ac:chgData name="WILLI PENDL JUNIOR PENDL JUNIOR" userId="a7519bb9f12db4d8" providerId="LiveId" clId="{597F25F0-1757-49D3-8D53-519F52BC7F33}" dt="2025-02-02T17:13:55.766" v="342" actId="164"/>
          <ac:grpSpMkLst>
            <pc:docMk/>
            <pc:sldMk cId="458452695" sldId="270"/>
            <ac:grpSpMk id="59" creationId="{127E280F-3F00-263E-BA8A-3D00EB171A4A}"/>
          </ac:grpSpMkLst>
        </pc:grpChg>
        <pc:grpChg chg="add mod">
          <ac:chgData name="WILLI PENDL JUNIOR PENDL JUNIOR" userId="a7519bb9f12db4d8" providerId="LiveId" clId="{597F25F0-1757-49D3-8D53-519F52BC7F33}" dt="2025-02-02T17:14:40.754" v="347" actId="164"/>
          <ac:grpSpMkLst>
            <pc:docMk/>
            <pc:sldMk cId="458452695" sldId="270"/>
            <ac:grpSpMk id="60" creationId="{C07B5141-B699-2C5F-81AE-CE9FA4DA7274}"/>
          </ac:grpSpMkLst>
        </pc:grpChg>
        <pc:picChg chg="add mod">
          <ac:chgData name="WILLI PENDL JUNIOR PENDL JUNIOR" userId="a7519bb9f12db4d8" providerId="LiveId" clId="{597F25F0-1757-49D3-8D53-519F52BC7F33}" dt="2025-02-02T17:15:02.352" v="352"/>
          <ac:picMkLst>
            <pc:docMk/>
            <pc:sldMk cId="458452695" sldId="270"/>
            <ac:picMk id="61" creationId="{00000000-0000-0000-0000-000000000000}"/>
          </ac:picMkLst>
        </pc:picChg>
        <pc:cxnChg chg="add mod">
          <ac:chgData name="WILLI PENDL JUNIOR PENDL JUNIOR" userId="a7519bb9f12db4d8" providerId="LiveId" clId="{597F25F0-1757-49D3-8D53-519F52BC7F33}" dt="2025-02-02T17:13:55.766" v="342" actId="164"/>
          <ac:cxnSpMkLst>
            <pc:docMk/>
            <pc:sldMk cId="458452695" sldId="270"/>
            <ac:cxnSpMk id="14" creationId="{8B2B92BA-7F10-7E3A-D7DF-1C685E8A87E3}"/>
          </ac:cxnSpMkLst>
        </pc:cxnChg>
        <pc:cxnChg chg="add mod">
          <ac:chgData name="WILLI PENDL JUNIOR PENDL JUNIOR" userId="a7519bb9f12db4d8" providerId="LiveId" clId="{597F25F0-1757-49D3-8D53-519F52BC7F33}" dt="2025-02-02T17:14:40.754" v="347" actId="164"/>
          <ac:cxnSpMkLst>
            <pc:docMk/>
            <pc:sldMk cId="458452695" sldId="270"/>
            <ac:cxnSpMk id="42" creationId="{B199CFE5-7D99-EA68-56A5-6F9C366B6D2A}"/>
          </ac:cxnSpMkLst>
        </pc:cxnChg>
        <pc:cxnChg chg="add mod">
          <ac:chgData name="WILLI PENDL JUNIOR PENDL JUNIOR" userId="a7519bb9f12db4d8" providerId="LiveId" clId="{597F25F0-1757-49D3-8D53-519F52BC7F33}" dt="2025-02-02T17:13:55.766" v="342" actId="164"/>
          <ac:cxnSpMkLst>
            <pc:docMk/>
            <pc:sldMk cId="458452695" sldId="270"/>
            <ac:cxnSpMk id="44" creationId="{B026A505-BED4-DE54-2F6E-AAA7B8DD6E2F}"/>
          </ac:cxnSpMkLst>
        </pc:cxnChg>
        <pc:cxnChg chg="add mod">
          <ac:chgData name="WILLI PENDL JUNIOR PENDL JUNIOR" userId="a7519bb9f12db4d8" providerId="LiveId" clId="{597F25F0-1757-49D3-8D53-519F52BC7F33}" dt="2025-02-02T17:14:40.754" v="347" actId="164"/>
          <ac:cxnSpMkLst>
            <pc:docMk/>
            <pc:sldMk cId="458452695" sldId="270"/>
            <ac:cxnSpMk id="48" creationId="{19EA414F-FB73-4715-333D-9F7ABB24F2DD}"/>
          </ac:cxnSpMkLst>
        </pc:cxnChg>
        <pc:cxnChg chg="add mod">
          <ac:chgData name="WILLI PENDL JUNIOR PENDL JUNIOR" userId="a7519bb9f12db4d8" providerId="LiveId" clId="{597F25F0-1757-49D3-8D53-519F52BC7F33}" dt="2025-02-02T17:19:32.131" v="390" actId="478"/>
          <ac:cxnSpMkLst>
            <pc:docMk/>
            <pc:sldMk cId="458452695" sldId="270"/>
            <ac:cxnSpMk id="50" creationId="{D933D22B-3602-9126-128B-21AD9BE75285}"/>
          </ac:cxnSpMkLst>
        </pc:cxnChg>
        <pc:cxnChg chg="add mod">
          <ac:chgData name="WILLI PENDL JUNIOR PENDL JUNIOR" userId="a7519bb9f12db4d8" providerId="LiveId" clId="{597F25F0-1757-49D3-8D53-519F52BC7F33}" dt="2025-02-02T17:10:27.564" v="285" actId="1582"/>
          <ac:cxnSpMkLst>
            <pc:docMk/>
            <pc:sldMk cId="458452695" sldId="270"/>
            <ac:cxnSpMk id="52" creationId="{00EA2FD0-9EB8-D631-19E5-D431EE53FDE3}"/>
          </ac:cxnSpMkLst>
        </pc:cxnChg>
        <pc:cxnChg chg="add mod">
          <ac:chgData name="WILLI PENDL JUNIOR PENDL JUNIOR" userId="a7519bb9f12db4d8" providerId="LiveId" clId="{597F25F0-1757-49D3-8D53-519F52BC7F33}" dt="2025-02-02T17:11:12.543" v="306" actId="164"/>
          <ac:cxnSpMkLst>
            <pc:docMk/>
            <pc:sldMk cId="458452695" sldId="270"/>
            <ac:cxnSpMk id="56" creationId="{B33F2F3A-0157-830E-6FA1-A06783539590}"/>
          </ac:cxnSpMkLst>
        </pc:cxnChg>
        <pc:cxnChg chg="add mod">
          <ac:chgData name="WILLI PENDL JUNIOR PENDL JUNIOR" userId="a7519bb9f12db4d8" providerId="LiveId" clId="{597F25F0-1757-49D3-8D53-519F52BC7F33}" dt="2025-02-02T17:11:12.543" v="306" actId="164"/>
          <ac:cxnSpMkLst>
            <pc:docMk/>
            <pc:sldMk cId="458452695" sldId="270"/>
            <ac:cxnSpMk id="57" creationId="{8EBA9609-7DEC-21B7-2F0D-20279AC17694}"/>
          </ac:cxnSpMkLst>
        </pc:cxnChg>
      </pc:sldChg>
      <pc:sldChg chg="addSp delSp modSp mod delAnim modAnim">
        <pc:chgData name="WILLI PENDL JUNIOR PENDL JUNIOR" userId="a7519bb9f12db4d8" providerId="LiveId" clId="{597F25F0-1757-49D3-8D53-519F52BC7F33}" dt="2025-02-02T17:06:48.160" v="245"/>
        <pc:sldMkLst>
          <pc:docMk/>
          <pc:sldMk cId="2386385142" sldId="271"/>
        </pc:sldMkLst>
        <pc:spChg chg="add mod">
          <ac:chgData name="WILLI PENDL JUNIOR PENDL JUNIOR" userId="a7519bb9f12db4d8" providerId="LiveId" clId="{597F25F0-1757-49D3-8D53-519F52BC7F33}" dt="2025-02-02T17:03:33.130" v="205" actId="164"/>
          <ac:spMkLst>
            <pc:docMk/>
            <pc:sldMk cId="2386385142" sldId="271"/>
            <ac:spMk id="25" creationId="{55506CDC-6087-1D89-91A4-0A185E0774F3}"/>
          </ac:spMkLst>
        </pc:spChg>
        <pc:spChg chg="add mod">
          <ac:chgData name="WILLI PENDL JUNIOR PENDL JUNIOR" userId="a7519bb9f12db4d8" providerId="LiveId" clId="{597F25F0-1757-49D3-8D53-519F52BC7F33}" dt="2025-02-02T17:03:39.845" v="206" actId="164"/>
          <ac:spMkLst>
            <pc:docMk/>
            <pc:sldMk cId="2386385142" sldId="271"/>
            <ac:spMk id="26" creationId="{EC4EEE5B-03D0-2374-E5E9-394A3A5E0918}"/>
          </ac:spMkLst>
        </pc:spChg>
        <pc:spChg chg="add mod">
          <ac:chgData name="WILLI PENDL JUNIOR PENDL JUNIOR" userId="a7519bb9f12db4d8" providerId="LiveId" clId="{597F25F0-1757-49D3-8D53-519F52BC7F33}" dt="2025-02-02T17:00:32.725" v="170" actId="1035"/>
          <ac:spMkLst>
            <pc:docMk/>
            <pc:sldMk cId="2386385142" sldId="271"/>
            <ac:spMk id="27" creationId="{961D0C2B-EDC5-4E7A-9E1C-FD1DD2BB27EF}"/>
          </ac:spMkLst>
        </pc:spChg>
        <pc:spChg chg="add mod">
          <ac:chgData name="WILLI PENDL JUNIOR PENDL JUNIOR" userId="a7519bb9f12db4d8" providerId="LiveId" clId="{597F25F0-1757-49D3-8D53-519F52BC7F33}" dt="2025-02-02T17:01:20.140" v="183" actId="1076"/>
          <ac:spMkLst>
            <pc:docMk/>
            <pc:sldMk cId="2386385142" sldId="271"/>
            <ac:spMk id="28" creationId="{A0FFEAFF-01CD-A1FC-9F26-6757CFD2B883}"/>
          </ac:spMkLst>
        </pc:spChg>
        <pc:spChg chg="add mod">
          <ac:chgData name="WILLI PENDL JUNIOR PENDL JUNIOR" userId="a7519bb9f12db4d8" providerId="LiveId" clId="{597F25F0-1757-49D3-8D53-519F52BC7F33}" dt="2025-02-02T17:01:08.151" v="181" actId="1076"/>
          <ac:spMkLst>
            <pc:docMk/>
            <pc:sldMk cId="2386385142" sldId="271"/>
            <ac:spMk id="29" creationId="{EF277058-D781-6130-8185-D360341057FB}"/>
          </ac:spMkLst>
        </pc:spChg>
        <pc:spChg chg="add mod">
          <ac:chgData name="WILLI PENDL JUNIOR PENDL JUNIOR" userId="a7519bb9f12db4d8" providerId="LiveId" clId="{597F25F0-1757-49D3-8D53-519F52BC7F33}" dt="2025-02-02T17:01:32.942" v="186" actId="1076"/>
          <ac:spMkLst>
            <pc:docMk/>
            <pc:sldMk cId="2386385142" sldId="271"/>
            <ac:spMk id="30" creationId="{E4EBABB3-595F-C591-BBC7-10BCF639CA54}"/>
          </ac:spMkLst>
        </pc:spChg>
        <pc:spChg chg="add mod">
          <ac:chgData name="WILLI PENDL JUNIOR PENDL JUNIOR" userId="a7519bb9f12db4d8" providerId="LiveId" clId="{597F25F0-1757-49D3-8D53-519F52BC7F33}" dt="2025-02-02T17:02:02.060" v="194" actId="1076"/>
          <ac:spMkLst>
            <pc:docMk/>
            <pc:sldMk cId="2386385142" sldId="271"/>
            <ac:spMk id="31" creationId="{23D551D9-E916-1AA3-C9C6-B7DB9FA3F78C}"/>
          </ac:spMkLst>
        </pc:spChg>
        <pc:spChg chg="add mod">
          <ac:chgData name="WILLI PENDL JUNIOR PENDL JUNIOR" userId="a7519bb9f12db4d8" providerId="LiveId" clId="{597F25F0-1757-49D3-8D53-519F52BC7F33}" dt="2025-02-02T17:01:54.251" v="192" actId="1076"/>
          <ac:spMkLst>
            <pc:docMk/>
            <pc:sldMk cId="2386385142" sldId="271"/>
            <ac:spMk id="32" creationId="{E47F1A7D-D11E-9E2A-29A0-4F1C5C2D32BD}"/>
          </ac:spMkLst>
        </pc:spChg>
        <pc:spChg chg="add mod">
          <ac:chgData name="WILLI PENDL JUNIOR PENDL JUNIOR" userId="a7519bb9f12db4d8" providerId="LiveId" clId="{597F25F0-1757-49D3-8D53-519F52BC7F33}" dt="2025-02-02T17:02:38.358" v="201" actId="1076"/>
          <ac:spMkLst>
            <pc:docMk/>
            <pc:sldMk cId="2386385142" sldId="271"/>
            <ac:spMk id="33" creationId="{0B1AF96B-AAE9-B82B-5197-705A9746E770}"/>
          </ac:spMkLst>
        </pc:spChg>
        <pc:spChg chg="add mod">
          <ac:chgData name="WILLI PENDL JUNIOR PENDL JUNIOR" userId="a7519bb9f12db4d8" providerId="LiveId" clId="{597F25F0-1757-49D3-8D53-519F52BC7F33}" dt="2025-02-02T17:02:27.741" v="199" actId="1076"/>
          <ac:spMkLst>
            <pc:docMk/>
            <pc:sldMk cId="2386385142" sldId="271"/>
            <ac:spMk id="34" creationId="{88AA95A9-DC76-2106-AA0D-D62A659C078B}"/>
          </ac:spMkLst>
        </pc:spChg>
        <pc:spChg chg="mod">
          <ac:chgData name="WILLI PENDL JUNIOR PENDL JUNIOR" userId="a7519bb9f12db4d8" providerId="LiveId" clId="{597F25F0-1757-49D3-8D53-519F52BC7F33}" dt="2025-02-02T17:06:23.333" v="243"/>
          <ac:spMkLst>
            <pc:docMk/>
            <pc:sldMk cId="2386385142" sldId="271"/>
            <ac:spMk id="38" creationId="{00000000-0000-0000-0000-000000000000}"/>
          </ac:spMkLst>
        </pc:spChg>
        <pc:spChg chg="mod">
          <ac:chgData name="WILLI PENDL JUNIOR PENDL JUNIOR" userId="a7519bb9f12db4d8" providerId="LiveId" clId="{597F25F0-1757-49D3-8D53-519F52BC7F33}" dt="2025-02-02T17:06:23.333" v="243"/>
          <ac:spMkLst>
            <pc:docMk/>
            <pc:sldMk cId="2386385142" sldId="271"/>
            <ac:spMk id="39" creationId="{00000000-0000-0000-0000-000000000000}"/>
          </ac:spMkLst>
        </pc:spChg>
        <pc:grpChg chg="add mod">
          <ac:chgData name="WILLI PENDL JUNIOR PENDL JUNIOR" userId="a7519bb9f12db4d8" providerId="LiveId" clId="{597F25F0-1757-49D3-8D53-519F52BC7F33}" dt="2025-02-02T17:03:33.130" v="205" actId="164"/>
          <ac:grpSpMkLst>
            <pc:docMk/>
            <pc:sldMk cId="2386385142" sldId="271"/>
            <ac:grpSpMk id="35" creationId="{1124A026-89B8-0B98-C4F9-627B4AD9E5B2}"/>
          </ac:grpSpMkLst>
        </pc:grpChg>
        <pc:grpChg chg="add mod">
          <ac:chgData name="WILLI PENDL JUNIOR PENDL JUNIOR" userId="a7519bb9f12db4d8" providerId="LiveId" clId="{597F25F0-1757-49D3-8D53-519F52BC7F33}" dt="2025-02-02T17:03:39.845" v="206" actId="164"/>
          <ac:grpSpMkLst>
            <pc:docMk/>
            <pc:sldMk cId="2386385142" sldId="271"/>
            <ac:grpSpMk id="36" creationId="{4597EA12-2257-446C-39CF-4D9A45D594C9}"/>
          </ac:grpSpMkLst>
        </pc:grpChg>
        <pc:grpChg chg="add mod">
          <ac:chgData name="WILLI PENDL JUNIOR PENDL JUNIOR" userId="a7519bb9f12db4d8" providerId="LiveId" clId="{597F25F0-1757-49D3-8D53-519F52BC7F33}" dt="2025-02-02T17:06:23.333" v="243"/>
          <ac:grpSpMkLst>
            <pc:docMk/>
            <pc:sldMk cId="2386385142" sldId="271"/>
            <ac:grpSpMk id="37" creationId="{00000000-0000-0000-0000-000000000000}"/>
          </ac:grpSpMkLst>
        </pc:grpChg>
        <pc:picChg chg="add mod">
          <ac:chgData name="WILLI PENDL JUNIOR PENDL JUNIOR" userId="a7519bb9f12db4d8" providerId="LiveId" clId="{597F25F0-1757-49D3-8D53-519F52BC7F33}" dt="2025-02-02T17:06:23.333" v="243"/>
          <ac:picMkLst>
            <pc:docMk/>
            <pc:sldMk cId="2386385142" sldId="271"/>
            <ac:picMk id="40" creationId="{00000000-0000-0000-0000-000000000000}"/>
          </ac:picMkLst>
        </pc:picChg>
        <pc:cxnChg chg="add mod">
          <ac:chgData name="WILLI PENDL JUNIOR PENDL JUNIOR" userId="a7519bb9f12db4d8" providerId="LiveId" clId="{597F25F0-1757-49D3-8D53-519F52BC7F33}" dt="2025-02-02T17:03:33.130" v="205" actId="164"/>
          <ac:cxnSpMkLst>
            <pc:docMk/>
            <pc:sldMk cId="2386385142" sldId="271"/>
            <ac:cxnSpMk id="10" creationId="{4A28F3D8-6BEC-1024-536A-4DB2A99C03C3}"/>
          </ac:cxnSpMkLst>
        </pc:cxnChg>
        <pc:cxnChg chg="add mod">
          <ac:chgData name="WILLI PENDL JUNIOR PENDL JUNIOR" userId="a7519bb9f12db4d8" providerId="LiveId" clId="{597F25F0-1757-49D3-8D53-519F52BC7F33}" dt="2025-02-02T17:03:39.845" v="206" actId="164"/>
          <ac:cxnSpMkLst>
            <pc:docMk/>
            <pc:sldMk cId="2386385142" sldId="271"/>
            <ac:cxnSpMk id="12" creationId="{90478DE5-6066-0A99-8DE1-1BB2A88BF17D}"/>
          </ac:cxnSpMkLst>
        </pc:cxnChg>
        <pc:cxnChg chg="add mod">
          <ac:chgData name="WILLI PENDL JUNIOR PENDL JUNIOR" userId="a7519bb9f12db4d8" providerId="LiveId" clId="{597F25F0-1757-49D3-8D53-519F52BC7F33}" dt="2025-02-02T16:57:08.497" v="16" actId="1582"/>
          <ac:cxnSpMkLst>
            <pc:docMk/>
            <pc:sldMk cId="2386385142" sldId="271"/>
            <ac:cxnSpMk id="14" creationId="{75C3DC16-DA31-7D48-EDA6-E5D88408D4C7}"/>
          </ac:cxnSpMkLst>
        </pc:cxnChg>
        <pc:cxnChg chg="add mod">
          <ac:chgData name="WILLI PENDL JUNIOR PENDL JUNIOR" userId="a7519bb9f12db4d8" providerId="LiveId" clId="{597F25F0-1757-49D3-8D53-519F52BC7F33}" dt="2025-02-02T17:03:10.872" v="204" actId="1035"/>
          <ac:cxnSpMkLst>
            <pc:docMk/>
            <pc:sldMk cId="2386385142" sldId="271"/>
            <ac:cxnSpMk id="16" creationId="{0D7FDEA5-E80D-AC04-14C1-6DEE7B3A2100}"/>
          </ac:cxnSpMkLst>
        </pc:cxnChg>
        <pc:cxnChg chg="add mod">
          <ac:chgData name="WILLI PENDL JUNIOR PENDL JUNIOR" userId="a7519bb9f12db4d8" providerId="LiveId" clId="{597F25F0-1757-49D3-8D53-519F52BC7F33}" dt="2025-02-02T16:57:48.349" v="77" actId="1035"/>
          <ac:cxnSpMkLst>
            <pc:docMk/>
            <pc:sldMk cId="2386385142" sldId="271"/>
            <ac:cxnSpMk id="17" creationId="{D012B0C5-E528-EB51-17D4-CDA4F2207703}"/>
          </ac:cxnSpMkLst>
        </pc:cxnChg>
        <pc:cxnChg chg="add mod">
          <ac:chgData name="WILLI PENDL JUNIOR PENDL JUNIOR" userId="a7519bb9f12db4d8" providerId="LiveId" clId="{597F25F0-1757-49D3-8D53-519F52BC7F33}" dt="2025-02-02T16:58:22.494" v="82" actId="693"/>
          <ac:cxnSpMkLst>
            <pc:docMk/>
            <pc:sldMk cId="2386385142" sldId="271"/>
            <ac:cxnSpMk id="19" creationId="{F2B734E4-604A-6824-D1E8-93080C00FDE0}"/>
          </ac:cxnSpMkLst>
        </pc:cxnChg>
        <pc:cxnChg chg="add mod">
          <ac:chgData name="WILLI PENDL JUNIOR PENDL JUNIOR" userId="a7519bb9f12db4d8" providerId="LiveId" clId="{597F25F0-1757-49D3-8D53-519F52BC7F33}" dt="2025-02-02T16:58:39.517" v="145" actId="1036"/>
          <ac:cxnSpMkLst>
            <pc:docMk/>
            <pc:sldMk cId="2386385142" sldId="271"/>
            <ac:cxnSpMk id="20" creationId="{210DE0E2-B3D5-BF92-55D2-4E5E115F63B3}"/>
          </ac:cxnSpMkLst>
        </pc:cxnChg>
        <pc:cxnChg chg="add mod">
          <ac:chgData name="WILLI PENDL JUNIOR PENDL JUNIOR" userId="a7519bb9f12db4d8" providerId="LiveId" clId="{597F25F0-1757-49D3-8D53-519F52BC7F33}" dt="2025-02-02T16:59:07.799" v="149"/>
          <ac:cxnSpMkLst>
            <pc:docMk/>
            <pc:sldMk cId="2386385142" sldId="271"/>
            <ac:cxnSpMk id="22" creationId="{E21AEE06-D83C-F4D3-406A-94A00E56BEAC}"/>
          </ac:cxnSpMkLst>
        </pc:cxnChg>
        <pc:cxnChg chg="add mod">
          <ac:chgData name="WILLI PENDL JUNIOR PENDL JUNIOR" userId="a7519bb9f12db4d8" providerId="LiveId" clId="{597F25F0-1757-49D3-8D53-519F52BC7F33}" dt="2025-02-02T16:59:33.426" v="153"/>
          <ac:cxnSpMkLst>
            <pc:docMk/>
            <pc:sldMk cId="2386385142" sldId="271"/>
            <ac:cxnSpMk id="24" creationId="{E7008659-9343-3016-1F8F-74A451DEA44D}"/>
          </ac:cxnSpMkLst>
        </pc:cxnChg>
      </pc:sldChg>
      <pc:sldChg chg="addSp delSp modSp mod delAnim modAnim">
        <pc:chgData name="WILLI PENDL JUNIOR PENDL JUNIOR" userId="a7519bb9f12db4d8" providerId="LiveId" clId="{597F25F0-1757-49D3-8D53-519F52BC7F33}" dt="2025-02-06T02:18:51.319" v="4283"/>
        <pc:sldMkLst>
          <pc:docMk/>
          <pc:sldMk cId="2894206586" sldId="272"/>
        </pc:sldMkLst>
        <pc:spChg chg="add mod">
          <ac:chgData name="WILLI PENDL JUNIOR PENDL JUNIOR" userId="a7519bb9f12db4d8" providerId="LiveId" clId="{597F25F0-1757-49D3-8D53-519F52BC7F33}" dt="2025-02-06T02:18:31.765" v="4278" actId="1076"/>
          <ac:spMkLst>
            <pc:docMk/>
            <pc:sldMk cId="2894206586" sldId="272"/>
            <ac:spMk id="10" creationId="{3CCFAC0C-88ED-AFB1-8416-C401A743BB6F}"/>
          </ac:spMkLst>
        </pc:spChg>
        <pc:spChg chg="add mod">
          <ac:chgData name="WILLI PENDL JUNIOR PENDL JUNIOR" userId="a7519bb9f12db4d8" providerId="LiveId" clId="{597F25F0-1757-49D3-8D53-519F52BC7F33}" dt="2025-02-06T02:18:28.765" v="4277" actId="1076"/>
          <ac:spMkLst>
            <pc:docMk/>
            <pc:sldMk cId="2894206586" sldId="272"/>
            <ac:spMk id="11" creationId="{3EE48EBF-15C2-92E7-414D-9D4F8493D5EA}"/>
          </ac:spMkLst>
        </pc:spChg>
        <pc:spChg chg="add mod">
          <ac:chgData name="WILLI PENDL JUNIOR PENDL JUNIOR" userId="a7519bb9f12db4d8" providerId="LiveId" clId="{597F25F0-1757-49D3-8D53-519F52BC7F33}" dt="2025-02-06T02:18:20.518" v="4275" actId="1076"/>
          <ac:spMkLst>
            <pc:docMk/>
            <pc:sldMk cId="2894206586" sldId="272"/>
            <ac:spMk id="12" creationId="{E9CCFB95-1130-F1E6-FE33-731A2457767B}"/>
          </ac:spMkLst>
        </pc:spChg>
        <pc:picChg chg="mod">
          <ac:chgData name="WILLI PENDL JUNIOR PENDL JUNIOR" userId="a7519bb9f12db4d8" providerId="LiveId" clId="{597F25F0-1757-49D3-8D53-519F52BC7F33}" dt="2025-02-06T02:18:12.251" v="4273" actId="1076"/>
          <ac:picMkLst>
            <pc:docMk/>
            <pc:sldMk cId="2894206586" sldId="272"/>
            <ac:picMk id="5" creationId="{00000000-0000-0000-0000-000000000000}"/>
          </ac:picMkLst>
        </pc:picChg>
        <pc:picChg chg="add mod">
          <ac:chgData name="WILLI PENDL JUNIOR PENDL JUNIOR" userId="a7519bb9f12db4d8" providerId="LiveId" clId="{597F25F0-1757-49D3-8D53-519F52BC7F33}" dt="2025-02-06T02:18:51.319" v="4283"/>
          <ac:picMkLst>
            <pc:docMk/>
            <pc:sldMk cId="2894206586" sldId="272"/>
            <ac:picMk id="13" creationId="{00000000-0000-0000-0000-000000000000}"/>
          </ac:picMkLst>
        </pc:picChg>
      </pc:sldChg>
      <pc:sldChg chg="ord">
        <pc:chgData name="WILLI PENDL JUNIOR PENDL JUNIOR" userId="a7519bb9f12db4d8" providerId="LiveId" clId="{597F25F0-1757-49D3-8D53-519F52BC7F33}" dt="2025-02-02T19:36:50.453" v="680"/>
        <pc:sldMkLst>
          <pc:docMk/>
          <pc:sldMk cId="1523085862" sldId="273"/>
        </pc:sldMkLst>
      </pc:sldChg>
      <pc:sldChg chg="del">
        <pc:chgData name="WILLI PENDL JUNIOR PENDL JUNIOR" userId="a7519bb9f12db4d8" providerId="LiveId" clId="{597F25F0-1757-49D3-8D53-519F52BC7F33}" dt="2025-02-06T02:19:25.972" v="4285" actId="47"/>
        <pc:sldMkLst>
          <pc:docMk/>
          <pc:sldMk cId="2408621631" sldId="274"/>
        </pc:sldMkLst>
      </pc:sldChg>
      <pc:sldChg chg="del">
        <pc:chgData name="WILLI PENDL JUNIOR PENDL JUNIOR" userId="a7519bb9f12db4d8" providerId="LiveId" clId="{597F25F0-1757-49D3-8D53-519F52BC7F33}" dt="2025-02-06T02:19:25.972" v="4285" actId="47"/>
        <pc:sldMkLst>
          <pc:docMk/>
          <pc:sldMk cId="63178691" sldId="275"/>
        </pc:sldMkLst>
      </pc:sldChg>
      <pc:sldChg chg="modSp mod">
        <pc:chgData name="WILLI PENDL JUNIOR PENDL JUNIOR" userId="a7519bb9f12db4d8" providerId="LiveId" clId="{597F25F0-1757-49D3-8D53-519F52BC7F33}" dt="2025-02-06T02:20:46.519" v="4320" actId="207"/>
        <pc:sldMkLst>
          <pc:docMk/>
          <pc:sldMk cId="2061457413" sldId="287"/>
        </pc:sldMkLst>
        <pc:spChg chg="mod">
          <ac:chgData name="WILLI PENDL JUNIOR PENDL JUNIOR" userId="a7519bb9f12db4d8" providerId="LiveId" clId="{597F25F0-1757-49D3-8D53-519F52BC7F33}" dt="2025-02-06T02:20:46.519" v="4320" actId="207"/>
          <ac:spMkLst>
            <pc:docMk/>
            <pc:sldMk cId="2061457413" sldId="287"/>
            <ac:spMk id="2" creationId="{00000000-0000-0000-0000-000000000000}"/>
          </ac:spMkLst>
        </pc:spChg>
        <pc:spChg chg="mod">
          <ac:chgData name="WILLI PENDL JUNIOR PENDL JUNIOR" userId="a7519bb9f12db4d8" providerId="LiveId" clId="{597F25F0-1757-49D3-8D53-519F52BC7F33}" dt="2025-02-02T16:54:13.686" v="1" actId="14100"/>
          <ac:spMkLst>
            <pc:docMk/>
            <pc:sldMk cId="2061457413" sldId="287"/>
            <ac:spMk id="3" creationId="{00000000-0000-0000-0000-000000000000}"/>
          </ac:spMkLst>
        </pc:spChg>
        <pc:spChg chg="mod">
          <ac:chgData name="WILLI PENDL JUNIOR PENDL JUNIOR" userId="a7519bb9f12db4d8" providerId="LiveId" clId="{597F25F0-1757-49D3-8D53-519F52BC7F33}" dt="2025-02-02T16:54:16.705" v="2" actId="14100"/>
          <ac:spMkLst>
            <pc:docMk/>
            <pc:sldMk cId="2061457413" sldId="287"/>
            <ac:spMk id="4" creationId="{00000000-0000-0000-0000-000000000000}"/>
          </ac:spMkLst>
        </pc:spChg>
        <pc:spChg chg="mod">
          <ac:chgData name="WILLI PENDL JUNIOR PENDL JUNIOR" userId="a7519bb9f12db4d8" providerId="LiveId" clId="{597F25F0-1757-49D3-8D53-519F52BC7F33}" dt="2025-02-02T16:54:19.644" v="3" actId="14100"/>
          <ac:spMkLst>
            <pc:docMk/>
            <pc:sldMk cId="2061457413" sldId="287"/>
            <ac:spMk id="5" creationId="{00000000-0000-0000-0000-000000000000}"/>
          </ac:spMkLst>
        </pc:spChg>
      </pc:sldChg>
      <pc:sldChg chg="addSp delSp modSp mod delAnim modAnim">
        <pc:chgData name="WILLI PENDL JUNIOR PENDL JUNIOR" userId="a7519bb9f12db4d8" providerId="LiveId" clId="{597F25F0-1757-49D3-8D53-519F52BC7F33}" dt="2025-02-02T19:35:32.269" v="678"/>
        <pc:sldMkLst>
          <pc:docMk/>
          <pc:sldMk cId="2066373494" sldId="288"/>
        </pc:sldMkLst>
        <pc:spChg chg="mod">
          <ac:chgData name="WILLI PENDL JUNIOR PENDL JUNIOR" userId="a7519bb9f12db4d8" providerId="LiveId" clId="{597F25F0-1757-49D3-8D53-519F52BC7F33}" dt="2025-02-02T16:54:30.682" v="4" actId="14100"/>
          <ac:spMkLst>
            <pc:docMk/>
            <pc:sldMk cId="2066373494" sldId="288"/>
            <ac:spMk id="4" creationId="{00000000-0000-0000-0000-000000000000}"/>
          </ac:spMkLst>
        </pc:spChg>
        <pc:spChg chg="add mod">
          <ac:chgData name="WILLI PENDL JUNIOR PENDL JUNIOR" userId="a7519bb9f12db4d8" providerId="LiveId" clId="{597F25F0-1757-49D3-8D53-519F52BC7F33}" dt="2025-02-02T19:17:11.274" v="436" actId="164"/>
          <ac:spMkLst>
            <pc:docMk/>
            <pc:sldMk cId="2066373494" sldId="288"/>
            <ac:spMk id="12" creationId="{1D1B62A2-F964-272C-6975-E229A123F81A}"/>
          </ac:spMkLst>
        </pc:spChg>
        <pc:spChg chg="add mod">
          <ac:chgData name="WILLI PENDL JUNIOR PENDL JUNIOR" userId="a7519bb9f12db4d8" providerId="LiveId" clId="{597F25F0-1757-49D3-8D53-519F52BC7F33}" dt="2025-02-02T19:17:11.274" v="436" actId="164"/>
          <ac:spMkLst>
            <pc:docMk/>
            <pc:sldMk cId="2066373494" sldId="288"/>
            <ac:spMk id="13" creationId="{71C3EC5D-2251-172D-C493-E86CDBD1DD74}"/>
          </ac:spMkLst>
        </pc:spChg>
        <pc:spChg chg="add mod">
          <ac:chgData name="WILLI PENDL JUNIOR PENDL JUNIOR" userId="a7519bb9f12db4d8" providerId="LiveId" clId="{597F25F0-1757-49D3-8D53-519F52BC7F33}" dt="2025-02-02T19:17:11.274" v="436" actId="164"/>
          <ac:spMkLst>
            <pc:docMk/>
            <pc:sldMk cId="2066373494" sldId="288"/>
            <ac:spMk id="14" creationId="{E73959AC-6933-C538-8272-32DE2F12FDEA}"/>
          </ac:spMkLst>
        </pc:spChg>
        <pc:spChg chg="add mod">
          <ac:chgData name="WILLI PENDL JUNIOR PENDL JUNIOR" userId="a7519bb9f12db4d8" providerId="LiveId" clId="{597F25F0-1757-49D3-8D53-519F52BC7F33}" dt="2025-02-02T19:22:30.089" v="487" actId="164"/>
          <ac:spMkLst>
            <pc:docMk/>
            <pc:sldMk cId="2066373494" sldId="288"/>
            <ac:spMk id="18" creationId="{7912B64B-A949-3542-38F3-6CAF7115DC12}"/>
          </ac:spMkLst>
        </pc:spChg>
        <pc:spChg chg="add mod">
          <ac:chgData name="WILLI PENDL JUNIOR PENDL JUNIOR" userId="a7519bb9f12db4d8" providerId="LiveId" clId="{597F25F0-1757-49D3-8D53-519F52BC7F33}" dt="2025-02-02T19:18:18.090" v="446" actId="1076"/>
          <ac:spMkLst>
            <pc:docMk/>
            <pc:sldMk cId="2066373494" sldId="288"/>
            <ac:spMk id="19" creationId="{ABA949D8-04E9-C65E-F72E-6C8843C411D9}"/>
          </ac:spMkLst>
        </pc:spChg>
        <pc:spChg chg="add mod">
          <ac:chgData name="WILLI PENDL JUNIOR PENDL JUNIOR" userId="a7519bb9f12db4d8" providerId="LiveId" clId="{597F25F0-1757-49D3-8D53-519F52BC7F33}" dt="2025-02-02T19:20:19.913" v="467" actId="164"/>
          <ac:spMkLst>
            <pc:docMk/>
            <pc:sldMk cId="2066373494" sldId="288"/>
            <ac:spMk id="20" creationId="{F1D4D9C5-FE51-88C4-8AA9-3A331220CE00}"/>
          </ac:spMkLst>
        </pc:spChg>
        <pc:spChg chg="add mod">
          <ac:chgData name="WILLI PENDL JUNIOR PENDL JUNIOR" userId="a7519bb9f12db4d8" providerId="LiveId" clId="{597F25F0-1757-49D3-8D53-519F52BC7F33}" dt="2025-02-02T19:20:19.913" v="467" actId="164"/>
          <ac:spMkLst>
            <pc:docMk/>
            <pc:sldMk cId="2066373494" sldId="288"/>
            <ac:spMk id="21" creationId="{C3BF4BC2-7151-562B-5CD5-BDDC38407CBE}"/>
          </ac:spMkLst>
        </pc:spChg>
        <pc:spChg chg="add mod">
          <ac:chgData name="WILLI PENDL JUNIOR PENDL JUNIOR" userId="a7519bb9f12db4d8" providerId="LiveId" clId="{597F25F0-1757-49D3-8D53-519F52BC7F33}" dt="2025-02-02T19:22:07.203" v="486" actId="164"/>
          <ac:spMkLst>
            <pc:docMk/>
            <pc:sldMk cId="2066373494" sldId="288"/>
            <ac:spMk id="25" creationId="{C7B5A0D9-219C-752B-D739-1CB89AF9EB64}"/>
          </ac:spMkLst>
        </pc:spChg>
        <pc:spChg chg="add mod">
          <ac:chgData name="WILLI PENDL JUNIOR PENDL JUNIOR" userId="a7519bb9f12db4d8" providerId="LiveId" clId="{597F25F0-1757-49D3-8D53-519F52BC7F33}" dt="2025-02-02T19:24:30.318" v="511" actId="164"/>
          <ac:spMkLst>
            <pc:docMk/>
            <pc:sldMk cId="2066373494" sldId="288"/>
            <ac:spMk id="31" creationId="{71A94617-6EEE-1577-F56E-BD97ED60B97B}"/>
          </ac:spMkLst>
        </pc:spChg>
        <pc:spChg chg="add mod">
          <ac:chgData name="WILLI PENDL JUNIOR PENDL JUNIOR" userId="a7519bb9f12db4d8" providerId="LiveId" clId="{597F25F0-1757-49D3-8D53-519F52BC7F33}" dt="2025-02-02T19:32:33.126" v="634" actId="1076"/>
          <ac:spMkLst>
            <pc:docMk/>
            <pc:sldMk cId="2066373494" sldId="288"/>
            <ac:spMk id="33" creationId="{FD06B460-A1CE-ABDF-44BB-93040B7DCBB0}"/>
          </ac:spMkLst>
        </pc:spChg>
        <pc:spChg chg="add mod">
          <ac:chgData name="WILLI PENDL JUNIOR PENDL JUNIOR" userId="a7519bb9f12db4d8" providerId="LiveId" clId="{597F25F0-1757-49D3-8D53-519F52BC7F33}" dt="2025-02-02T19:34:07.638" v="671" actId="6549"/>
          <ac:spMkLst>
            <pc:docMk/>
            <pc:sldMk cId="2066373494" sldId="288"/>
            <ac:spMk id="34" creationId="{E8994579-BE1F-1944-950F-C87EB9F83943}"/>
          </ac:spMkLst>
        </pc:spChg>
        <pc:spChg chg="add mod">
          <ac:chgData name="WILLI PENDL JUNIOR PENDL JUNIOR" userId="a7519bb9f12db4d8" providerId="LiveId" clId="{597F25F0-1757-49D3-8D53-519F52BC7F33}" dt="2025-02-02T19:33:22.791" v="659" actId="1076"/>
          <ac:spMkLst>
            <pc:docMk/>
            <pc:sldMk cId="2066373494" sldId="288"/>
            <ac:spMk id="35" creationId="{A813059B-5877-997E-B4BE-7841575F55C1}"/>
          </ac:spMkLst>
        </pc:spChg>
        <pc:spChg chg="add mod">
          <ac:chgData name="WILLI PENDL JUNIOR PENDL JUNIOR" userId="a7519bb9f12db4d8" providerId="LiveId" clId="{597F25F0-1757-49D3-8D53-519F52BC7F33}" dt="2025-02-02T19:33:26.137" v="660" actId="1076"/>
          <ac:spMkLst>
            <pc:docMk/>
            <pc:sldMk cId="2066373494" sldId="288"/>
            <ac:spMk id="36" creationId="{DCEB75FE-0E48-F9D5-56E4-78DD1A0DAAC0}"/>
          </ac:spMkLst>
        </pc:spChg>
        <pc:spChg chg="add mod">
          <ac:chgData name="WILLI PENDL JUNIOR PENDL JUNIOR" userId="a7519bb9f12db4d8" providerId="LiveId" clId="{597F25F0-1757-49D3-8D53-519F52BC7F33}" dt="2025-02-02T19:33:36.849" v="663" actId="1076"/>
          <ac:spMkLst>
            <pc:docMk/>
            <pc:sldMk cId="2066373494" sldId="288"/>
            <ac:spMk id="37" creationId="{7211ACDD-E1F8-963C-FC23-836D420C1917}"/>
          </ac:spMkLst>
        </pc:spChg>
        <pc:spChg chg="add mod">
          <ac:chgData name="WILLI PENDL JUNIOR PENDL JUNIOR" userId="a7519bb9f12db4d8" providerId="LiveId" clId="{597F25F0-1757-49D3-8D53-519F52BC7F33}" dt="2025-02-02T19:29:43.352" v="607" actId="164"/>
          <ac:spMkLst>
            <pc:docMk/>
            <pc:sldMk cId="2066373494" sldId="288"/>
            <ac:spMk id="38" creationId="{601ED882-AC8A-B32C-3F75-BD5A3C884295}"/>
          </ac:spMkLst>
        </pc:spChg>
        <pc:spChg chg="add mod">
          <ac:chgData name="WILLI PENDL JUNIOR PENDL JUNIOR" userId="a7519bb9f12db4d8" providerId="LiveId" clId="{597F25F0-1757-49D3-8D53-519F52BC7F33}" dt="2025-02-02T19:29:43.352" v="607" actId="164"/>
          <ac:spMkLst>
            <pc:docMk/>
            <pc:sldMk cId="2066373494" sldId="288"/>
            <ac:spMk id="39" creationId="{C50BB5BA-FA6F-A995-0D63-57B6CB8E15A0}"/>
          </ac:spMkLst>
        </pc:spChg>
        <pc:spChg chg="add mod ord">
          <ac:chgData name="WILLI PENDL JUNIOR PENDL JUNIOR" userId="a7519bb9f12db4d8" providerId="LiveId" clId="{597F25F0-1757-49D3-8D53-519F52BC7F33}" dt="2025-02-02T19:31:22.400" v="625" actId="164"/>
          <ac:spMkLst>
            <pc:docMk/>
            <pc:sldMk cId="2066373494" sldId="288"/>
            <ac:spMk id="41" creationId="{D10B75C0-6FDE-7E43-71CD-100CE734C5F4}"/>
          </ac:spMkLst>
        </pc:spChg>
        <pc:grpChg chg="add mod">
          <ac:chgData name="WILLI PENDL JUNIOR PENDL JUNIOR" userId="a7519bb9f12db4d8" providerId="LiveId" clId="{597F25F0-1757-49D3-8D53-519F52BC7F33}" dt="2025-02-02T19:17:11.274" v="436" actId="164"/>
          <ac:grpSpMkLst>
            <pc:docMk/>
            <pc:sldMk cId="2066373494" sldId="288"/>
            <ac:grpSpMk id="15" creationId="{946B4493-1BA0-2A82-214C-96D5DE2700E1}"/>
          </ac:grpSpMkLst>
        </pc:grpChg>
        <pc:grpChg chg="add mod ord">
          <ac:chgData name="WILLI PENDL JUNIOR PENDL JUNIOR" userId="a7519bb9f12db4d8" providerId="LiveId" clId="{597F25F0-1757-49D3-8D53-519F52BC7F33}" dt="2025-02-02T19:23:19.816" v="495" actId="167"/>
          <ac:grpSpMkLst>
            <pc:docMk/>
            <pc:sldMk cId="2066373494" sldId="288"/>
            <ac:grpSpMk id="22" creationId="{41B21EE0-0258-8044-ABA8-4449B851B9B2}"/>
          </ac:grpSpMkLst>
        </pc:grpChg>
        <pc:grpChg chg="add mod">
          <ac:chgData name="WILLI PENDL JUNIOR PENDL JUNIOR" userId="a7519bb9f12db4d8" providerId="LiveId" clId="{597F25F0-1757-49D3-8D53-519F52BC7F33}" dt="2025-02-02T19:22:44.804" v="491" actId="1076"/>
          <ac:grpSpMkLst>
            <pc:docMk/>
            <pc:sldMk cId="2066373494" sldId="288"/>
            <ac:grpSpMk id="27" creationId="{12CB8856-438B-0AA5-3771-C37EE3BFD531}"/>
          </ac:grpSpMkLst>
        </pc:grpChg>
        <pc:grpChg chg="add mod">
          <ac:chgData name="WILLI PENDL JUNIOR PENDL JUNIOR" userId="a7519bb9f12db4d8" providerId="LiveId" clId="{597F25F0-1757-49D3-8D53-519F52BC7F33}" dt="2025-02-02T19:22:30.089" v="487" actId="164"/>
          <ac:grpSpMkLst>
            <pc:docMk/>
            <pc:sldMk cId="2066373494" sldId="288"/>
            <ac:grpSpMk id="28" creationId="{557B2EBA-BCDE-DCCB-000E-CFCBFA326DF8}"/>
          </ac:grpSpMkLst>
        </pc:grpChg>
        <pc:grpChg chg="add mod">
          <ac:chgData name="WILLI PENDL JUNIOR PENDL JUNIOR" userId="a7519bb9f12db4d8" providerId="LiveId" clId="{597F25F0-1757-49D3-8D53-519F52BC7F33}" dt="2025-02-02T19:24:30.318" v="511" actId="164"/>
          <ac:grpSpMkLst>
            <pc:docMk/>
            <pc:sldMk cId="2066373494" sldId="288"/>
            <ac:grpSpMk id="32" creationId="{A024E74F-794D-C8FA-52A3-19142EB26D11}"/>
          </ac:grpSpMkLst>
        </pc:grpChg>
        <pc:grpChg chg="add mod">
          <ac:chgData name="WILLI PENDL JUNIOR PENDL JUNIOR" userId="a7519bb9f12db4d8" providerId="LiveId" clId="{597F25F0-1757-49D3-8D53-519F52BC7F33}" dt="2025-02-02T19:31:22.400" v="625" actId="164"/>
          <ac:grpSpMkLst>
            <pc:docMk/>
            <pc:sldMk cId="2066373494" sldId="288"/>
            <ac:grpSpMk id="40" creationId="{274666A6-2798-1F18-B418-6BD3C943B56E}"/>
          </ac:grpSpMkLst>
        </pc:grpChg>
        <pc:grpChg chg="add mod">
          <ac:chgData name="WILLI PENDL JUNIOR PENDL JUNIOR" userId="a7519bb9f12db4d8" providerId="LiveId" clId="{597F25F0-1757-49D3-8D53-519F52BC7F33}" dt="2025-02-02T19:33:33.930" v="662" actId="1076"/>
          <ac:grpSpMkLst>
            <pc:docMk/>
            <pc:sldMk cId="2066373494" sldId="288"/>
            <ac:grpSpMk id="42" creationId="{EAFE4EEC-A40A-2686-0284-0B61CF46D778}"/>
          </ac:grpSpMkLst>
        </pc:grpChg>
        <pc:grpChg chg="add mod">
          <ac:chgData name="WILLI PENDL JUNIOR PENDL JUNIOR" userId="a7519bb9f12db4d8" providerId="LiveId" clId="{597F25F0-1757-49D3-8D53-519F52BC7F33}" dt="2025-02-02T19:33:18.367" v="658" actId="1076"/>
          <ac:grpSpMkLst>
            <pc:docMk/>
            <pc:sldMk cId="2066373494" sldId="288"/>
            <ac:grpSpMk id="46" creationId="{3ABE76AC-A392-1BB6-C0FA-DEE3F1C6D3A7}"/>
          </ac:grpSpMkLst>
        </pc:grpChg>
        <pc:picChg chg="add mod">
          <ac:chgData name="WILLI PENDL JUNIOR PENDL JUNIOR" userId="a7519bb9f12db4d8" providerId="LiveId" clId="{597F25F0-1757-49D3-8D53-519F52BC7F33}" dt="2025-02-02T19:35:32.269" v="678"/>
          <ac:picMkLst>
            <pc:docMk/>
            <pc:sldMk cId="2066373494" sldId="288"/>
            <ac:picMk id="47" creationId="{00000000-0000-0000-0000-000000000000}"/>
          </ac:picMkLst>
        </pc:picChg>
        <pc:cxnChg chg="add mod">
          <ac:chgData name="WILLI PENDL JUNIOR PENDL JUNIOR" userId="a7519bb9f12db4d8" providerId="LiveId" clId="{597F25F0-1757-49D3-8D53-519F52BC7F33}" dt="2025-02-02T19:17:11.274" v="436" actId="164"/>
          <ac:cxnSpMkLst>
            <pc:docMk/>
            <pc:sldMk cId="2066373494" sldId="288"/>
            <ac:cxnSpMk id="9" creationId="{E561A327-DDC2-E78A-7675-5967A76B0A2C}"/>
          </ac:cxnSpMkLst>
        </pc:cxnChg>
        <pc:cxnChg chg="add mod">
          <ac:chgData name="WILLI PENDL JUNIOR PENDL JUNIOR" userId="a7519bb9f12db4d8" providerId="LiveId" clId="{597F25F0-1757-49D3-8D53-519F52BC7F33}" dt="2025-02-02T19:17:11.274" v="436" actId="164"/>
          <ac:cxnSpMkLst>
            <pc:docMk/>
            <pc:sldMk cId="2066373494" sldId="288"/>
            <ac:cxnSpMk id="11" creationId="{4D92AE33-94AE-43C2-74F8-3AFA3B720E10}"/>
          </ac:cxnSpMkLst>
        </pc:cxnChg>
        <pc:cxnChg chg="add mod">
          <ac:chgData name="WILLI PENDL JUNIOR PENDL JUNIOR" userId="a7519bb9f12db4d8" providerId="LiveId" clId="{597F25F0-1757-49D3-8D53-519F52BC7F33}" dt="2025-02-02T19:17:49.050" v="441" actId="1035"/>
          <ac:cxnSpMkLst>
            <pc:docMk/>
            <pc:sldMk cId="2066373494" sldId="288"/>
            <ac:cxnSpMk id="17" creationId="{7EF4E03D-85D6-5C1E-A663-180F81B988DD}"/>
          </ac:cxnSpMkLst>
        </pc:cxnChg>
        <pc:cxnChg chg="add mod">
          <ac:chgData name="WILLI PENDL JUNIOR PENDL JUNIOR" userId="a7519bb9f12db4d8" providerId="LiveId" clId="{597F25F0-1757-49D3-8D53-519F52BC7F33}" dt="2025-02-02T19:22:30.089" v="487" actId="164"/>
          <ac:cxnSpMkLst>
            <pc:docMk/>
            <pc:sldMk cId="2066373494" sldId="288"/>
            <ac:cxnSpMk id="24" creationId="{FA9A8F05-116C-2F7C-8487-F184A865A8A4}"/>
          </ac:cxnSpMkLst>
        </pc:cxnChg>
        <pc:cxnChg chg="add mod">
          <ac:chgData name="WILLI PENDL JUNIOR PENDL JUNIOR" userId="a7519bb9f12db4d8" providerId="LiveId" clId="{597F25F0-1757-49D3-8D53-519F52BC7F33}" dt="2025-02-02T19:22:07.203" v="486" actId="164"/>
          <ac:cxnSpMkLst>
            <pc:docMk/>
            <pc:sldMk cId="2066373494" sldId="288"/>
            <ac:cxnSpMk id="26" creationId="{1C9EB76E-3B13-A54D-ADB2-DAA332E1CA88}"/>
          </ac:cxnSpMkLst>
        </pc:cxnChg>
        <pc:cxnChg chg="add mod">
          <ac:chgData name="WILLI PENDL JUNIOR PENDL JUNIOR" userId="a7519bb9f12db4d8" providerId="LiveId" clId="{597F25F0-1757-49D3-8D53-519F52BC7F33}" dt="2025-02-02T19:24:30.318" v="511" actId="164"/>
          <ac:cxnSpMkLst>
            <pc:docMk/>
            <pc:sldMk cId="2066373494" sldId="288"/>
            <ac:cxnSpMk id="30" creationId="{83031BF6-999D-A9A0-13C1-436C52B6F5BC}"/>
          </ac:cxnSpMkLst>
        </pc:cxnChg>
        <pc:cxnChg chg="add mod">
          <ac:chgData name="WILLI PENDL JUNIOR PENDL JUNIOR" userId="a7519bb9f12db4d8" providerId="LiveId" clId="{597F25F0-1757-49D3-8D53-519F52BC7F33}" dt="2025-02-02T19:33:12.252" v="657" actId="164"/>
          <ac:cxnSpMkLst>
            <pc:docMk/>
            <pc:sldMk cId="2066373494" sldId="288"/>
            <ac:cxnSpMk id="44" creationId="{1215C54B-B483-41FE-BD71-13F29CC68916}"/>
          </ac:cxnSpMkLst>
        </pc:cxnChg>
        <pc:cxnChg chg="add mod">
          <ac:chgData name="WILLI PENDL JUNIOR PENDL JUNIOR" userId="a7519bb9f12db4d8" providerId="LiveId" clId="{597F25F0-1757-49D3-8D53-519F52BC7F33}" dt="2025-02-02T19:33:12.252" v="657" actId="164"/>
          <ac:cxnSpMkLst>
            <pc:docMk/>
            <pc:sldMk cId="2066373494" sldId="288"/>
            <ac:cxnSpMk id="45" creationId="{3220A0CE-DAA5-4D89-5C0A-61DC325B3B52}"/>
          </ac:cxnSpMkLst>
        </pc:cxnChg>
      </pc:sldChg>
      <pc:sldChg chg="modSp mod">
        <pc:chgData name="WILLI PENDL JUNIOR PENDL JUNIOR" userId="a7519bb9f12db4d8" providerId="LiveId" clId="{597F25F0-1757-49D3-8D53-519F52BC7F33}" dt="2025-02-02T16:54:38.283" v="5" actId="14100"/>
        <pc:sldMkLst>
          <pc:docMk/>
          <pc:sldMk cId="3520904510" sldId="289"/>
        </pc:sldMkLst>
        <pc:spChg chg="mod">
          <ac:chgData name="WILLI PENDL JUNIOR PENDL JUNIOR" userId="a7519bb9f12db4d8" providerId="LiveId" clId="{597F25F0-1757-49D3-8D53-519F52BC7F33}" dt="2025-02-02T16:54:38.283" v="5" actId="14100"/>
          <ac:spMkLst>
            <pc:docMk/>
            <pc:sldMk cId="3520904510" sldId="289"/>
            <ac:spMk id="3" creationId="{00000000-0000-0000-0000-000000000000}"/>
          </ac:spMkLst>
        </pc:spChg>
      </pc:sldChg>
      <pc:sldChg chg="del">
        <pc:chgData name="WILLI PENDL JUNIOR PENDL JUNIOR" userId="a7519bb9f12db4d8" providerId="LiveId" clId="{597F25F0-1757-49D3-8D53-519F52BC7F33}" dt="2025-02-06T02:19:25.972" v="4285" actId="47"/>
        <pc:sldMkLst>
          <pc:docMk/>
          <pc:sldMk cId="908393857" sldId="290"/>
        </pc:sldMkLst>
      </pc:sldChg>
      <pc:sldChg chg="del">
        <pc:chgData name="WILLI PENDL JUNIOR PENDL JUNIOR" userId="a7519bb9f12db4d8" providerId="LiveId" clId="{597F25F0-1757-49D3-8D53-519F52BC7F33}" dt="2025-02-06T02:19:25.972" v="4285" actId="47"/>
        <pc:sldMkLst>
          <pc:docMk/>
          <pc:sldMk cId="3427572350" sldId="291"/>
        </pc:sldMkLst>
      </pc:sldChg>
      <pc:sldChg chg="del">
        <pc:chgData name="WILLI PENDL JUNIOR PENDL JUNIOR" userId="a7519bb9f12db4d8" providerId="LiveId" clId="{597F25F0-1757-49D3-8D53-519F52BC7F33}" dt="2025-02-06T02:19:25.972" v="4285" actId="47"/>
        <pc:sldMkLst>
          <pc:docMk/>
          <pc:sldMk cId="933961954" sldId="292"/>
        </pc:sldMkLst>
      </pc:sldChg>
      <pc:sldChg chg="del">
        <pc:chgData name="WILLI PENDL JUNIOR PENDL JUNIOR" userId="a7519bb9f12db4d8" providerId="LiveId" clId="{597F25F0-1757-49D3-8D53-519F52BC7F33}" dt="2025-02-06T02:19:25.972" v="4285" actId="47"/>
        <pc:sldMkLst>
          <pc:docMk/>
          <pc:sldMk cId="3966493982" sldId="293"/>
        </pc:sldMkLst>
      </pc:sldChg>
      <pc:sldChg chg="del">
        <pc:chgData name="WILLI PENDL JUNIOR PENDL JUNIOR" userId="a7519bb9f12db4d8" providerId="LiveId" clId="{597F25F0-1757-49D3-8D53-519F52BC7F33}" dt="2025-02-06T02:19:25.972" v="4285" actId="47"/>
        <pc:sldMkLst>
          <pc:docMk/>
          <pc:sldMk cId="4277807727" sldId="294"/>
        </pc:sldMkLst>
      </pc:sldChg>
      <pc:sldChg chg="del">
        <pc:chgData name="WILLI PENDL JUNIOR PENDL JUNIOR" userId="a7519bb9f12db4d8" providerId="LiveId" clId="{597F25F0-1757-49D3-8D53-519F52BC7F33}" dt="2025-02-06T02:19:25.972" v="4285" actId="47"/>
        <pc:sldMkLst>
          <pc:docMk/>
          <pc:sldMk cId="3463545655" sldId="295"/>
        </pc:sldMkLst>
      </pc:sldChg>
      <pc:sldChg chg="addSp modSp new del mod">
        <pc:chgData name="WILLI PENDL JUNIOR PENDL JUNIOR" userId="a7519bb9f12db4d8" providerId="LiveId" clId="{597F25F0-1757-49D3-8D53-519F52BC7F33}" dt="2025-02-06T02:19:02.582" v="4284" actId="47"/>
        <pc:sldMkLst>
          <pc:docMk/>
          <pc:sldMk cId="3695521629" sldId="296"/>
        </pc:sldMkLst>
      </pc:sldChg>
      <pc:sldChg chg="addSp delSp modSp add mod">
        <pc:chgData name="WILLI PENDL JUNIOR PENDL JUNIOR" userId="a7519bb9f12db4d8" providerId="LiveId" clId="{597F25F0-1757-49D3-8D53-519F52BC7F33}" dt="2025-02-03T02:01:05.686" v="2827" actId="1076"/>
        <pc:sldMkLst>
          <pc:docMk/>
          <pc:sldMk cId="2104716281" sldId="297"/>
        </pc:sldMkLst>
        <pc:spChg chg="add mod">
          <ac:chgData name="WILLI PENDL JUNIOR PENDL JUNIOR" userId="a7519bb9f12db4d8" providerId="LiveId" clId="{597F25F0-1757-49D3-8D53-519F52BC7F33}" dt="2025-02-03T02:00:45.239" v="2824" actId="20577"/>
          <ac:spMkLst>
            <pc:docMk/>
            <pc:sldMk cId="2104716281" sldId="297"/>
            <ac:spMk id="2" creationId="{1A581C32-A676-969D-88A2-B868EB0F08A3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15" creationId="{0C61EF5C-0238-AF30-E25F-A9EF54D0B4A2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16" creationId="{D6436CA9-80B4-F2C3-2065-A47327087461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17" creationId="{8B4B4784-A540-FA11-430B-B12C483190A0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18" creationId="{31B52400-352E-947A-5EA5-6C35E1A60586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19" creationId="{85B4C741-993F-CACE-4C86-3BD0D5F86556}"/>
          </ac:spMkLst>
        </pc:spChg>
        <pc:spChg chg="add mod">
          <ac:chgData name="WILLI PENDL JUNIOR PENDL JUNIOR" userId="a7519bb9f12db4d8" providerId="LiveId" clId="{597F25F0-1757-49D3-8D53-519F52BC7F33}" dt="2025-02-03T00:13:53.712" v="983" actId="1076"/>
          <ac:spMkLst>
            <pc:docMk/>
            <pc:sldMk cId="2104716281" sldId="297"/>
            <ac:spMk id="20" creationId="{62665FC5-44EE-DE81-DD0B-EBD1A4B4B606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21" creationId="{9327941C-A72F-1025-D7E9-999926F9047E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22" creationId="{9EEB7F38-5C25-7AF4-29E9-65E0026AC71B}"/>
          </ac:spMkLst>
        </pc:spChg>
        <pc:spChg chg="add mod">
          <ac:chgData name="WILLI PENDL JUNIOR PENDL JUNIOR" userId="a7519bb9f12db4d8" providerId="LiveId" clId="{597F25F0-1757-49D3-8D53-519F52BC7F33}" dt="2025-02-03T00:14:30.609" v="995" actId="1076"/>
          <ac:spMkLst>
            <pc:docMk/>
            <pc:sldMk cId="2104716281" sldId="297"/>
            <ac:spMk id="23" creationId="{3F360C68-5A8B-9220-5676-F31C88D6D424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24" creationId="{B0A3A6D5-E30E-2AA9-D084-87101BA663FA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25" creationId="{2B2F620F-37A1-CFDE-CF9B-70EE92A78504}"/>
          </ac:spMkLst>
        </pc:spChg>
        <pc:spChg chg="add mod">
          <ac:chgData name="WILLI PENDL JUNIOR PENDL JUNIOR" userId="a7519bb9f12db4d8" providerId="LiveId" clId="{597F25F0-1757-49D3-8D53-519F52BC7F33}" dt="2025-02-03T00:15:07.017" v="1006" actId="1076"/>
          <ac:spMkLst>
            <pc:docMk/>
            <pc:sldMk cId="2104716281" sldId="297"/>
            <ac:spMk id="26" creationId="{1B647FE4-97F1-E173-681B-6F6079DF627F}"/>
          </ac:spMkLst>
        </pc:spChg>
        <pc:spChg chg="add mod">
          <ac:chgData name="WILLI PENDL JUNIOR PENDL JUNIOR" userId="a7519bb9f12db4d8" providerId="LiveId" clId="{597F25F0-1757-49D3-8D53-519F52BC7F33}" dt="2025-02-03T00:19:53.591" v="1845" actId="164"/>
          <ac:spMkLst>
            <pc:docMk/>
            <pc:sldMk cId="2104716281" sldId="297"/>
            <ac:spMk id="27" creationId="{CB17B30A-C235-7BFB-D8C5-9AC85E5353C8}"/>
          </ac:spMkLst>
        </pc:spChg>
        <pc:spChg chg="add mod">
          <ac:chgData name="WILLI PENDL JUNIOR PENDL JUNIOR" userId="a7519bb9f12db4d8" providerId="LiveId" clId="{597F25F0-1757-49D3-8D53-519F52BC7F33}" dt="2025-02-03T00:19:33.810" v="1834" actId="1076"/>
          <ac:spMkLst>
            <pc:docMk/>
            <pc:sldMk cId="2104716281" sldId="297"/>
            <ac:spMk id="41" creationId="{BFD8F30A-F89F-EF2F-43B1-2A20DF8638E1}"/>
          </ac:spMkLst>
        </pc:spChg>
        <pc:spChg chg="add mod">
          <ac:chgData name="WILLI PENDL JUNIOR PENDL JUNIOR" userId="a7519bb9f12db4d8" providerId="LiveId" clId="{597F25F0-1757-49D3-8D53-519F52BC7F33}" dt="2025-02-03T00:20:52.558" v="1857" actId="123"/>
          <ac:spMkLst>
            <pc:docMk/>
            <pc:sldMk cId="2104716281" sldId="297"/>
            <ac:spMk id="44" creationId="{236CE6A4-1D73-B833-784D-D7FB0412A19D}"/>
          </ac:spMkLst>
        </pc:spChg>
        <pc:spChg chg="add mod">
          <ac:chgData name="WILLI PENDL JUNIOR PENDL JUNIOR" userId="a7519bb9f12db4d8" providerId="LiveId" clId="{597F25F0-1757-49D3-8D53-519F52BC7F33}" dt="2025-02-03T00:21:11.773" v="1860" actId="6549"/>
          <ac:spMkLst>
            <pc:docMk/>
            <pc:sldMk cId="2104716281" sldId="297"/>
            <ac:spMk id="45" creationId="{019D2F04-7AB8-E724-4F0C-C733B0DA6290}"/>
          </ac:spMkLst>
        </pc:spChg>
        <pc:spChg chg="add mod">
          <ac:chgData name="WILLI PENDL JUNIOR PENDL JUNIOR" userId="a7519bb9f12db4d8" providerId="LiveId" clId="{597F25F0-1757-49D3-8D53-519F52BC7F33}" dt="2025-02-03T00:25:35.468" v="1956" actId="14100"/>
          <ac:spMkLst>
            <pc:docMk/>
            <pc:sldMk cId="2104716281" sldId="297"/>
            <ac:spMk id="46" creationId="{A8E71619-D37F-C9E9-6419-3632D43BD010}"/>
          </ac:spMkLst>
        </pc:spChg>
        <pc:spChg chg="add mod">
          <ac:chgData name="WILLI PENDL JUNIOR PENDL JUNIOR" userId="a7519bb9f12db4d8" providerId="LiveId" clId="{597F25F0-1757-49D3-8D53-519F52BC7F33}" dt="2025-02-03T00:25:39.719" v="1957" actId="1076"/>
          <ac:spMkLst>
            <pc:docMk/>
            <pc:sldMk cId="2104716281" sldId="297"/>
            <ac:spMk id="47" creationId="{DBAD2004-8701-EE3F-42FB-A81670441282}"/>
          </ac:spMkLst>
        </pc:spChg>
        <pc:spChg chg="add mod">
          <ac:chgData name="WILLI PENDL JUNIOR PENDL JUNIOR" userId="a7519bb9f12db4d8" providerId="LiveId" clId="{597F25F0-1757-49D3-8D53-519F52BC7F33}" dt="2025-02-03T02:01:01.464" v="2826" actId="1076"/>
          <ac:spMkLst>
            <pc:docMk/>
            <pc:sldMk cId="2104716281" sldId="297"/>
            <ac:spMk id="48" creationId="{1F6D94EA-CDED-1889-1C3F-A41ADAD797B5}"/>
          </ac:spMkLst>
        </pc:spChg>
        <pc:spChg chg="add mod">
          <ac:chgData name="WILLI PENDL JUNIOR PENDL JUNIOR" userId="a7519bb9f12db4d8" providerId="LiveId" clId="{597F25F0-1757-49D3-8D53-519F52BC7F33}" dt="2025-02-03T02:01:05.686" v="2827" actId="1076"/>
          <ac:spMkLst>
            <pc:docMk/>
            <pc:sldMk cId="2104716281" sldId="297"/>
            <ac:spMk id="49" creationId="{C9A726F7-5762-F2CC-A248-B2693BC5EAAF}"/>
          </ac:spMkLst>
        </pc:spChg>
        <pc:grpChg chg="mod">
          <ac:chgData name="WILLI PENDL JUNIOR PENDL JUNIOR" userId="a7519bb9f12db4d8" providerId="LiveId" clId="{597F25F0-1757-49D3-8D53-519F52BC7F33}" dt="2025-02-03T02:00:53.839" v="2825" actId="1076"/>
          <ac:grpSpMkLst>
            <pc:docMk/>
            <pc:sldMk cId="2104716281" sldId="297"/>
            <ac:grpSpMk id="42" creationId="{6CBFCD30-FBFD-836C-7161-CB9CD95C5CFC}"/>
          </ac:grpSpMkLst>
        </pc:grpChg>
        <pc:cxnChg chg="add mod">
          <ac:chgData name="WILLI PENDL JUNIOR PENDL JUNIOR" userId="a7519bb9f12db4d8" providerId="LiveId" clId="{597F25F0-1757-49D3-8D53-519F52BC7F33}" dt="2025-02-03T00:10:09.961" v="906"/>
          <ac:cxnSpMkLst>
            <pc:docMk/>
            <pc:sldMk cId="2104716281" sldId="297"/>
            <ac:cxnSpMk id="6" creationId="{FAE2CE9F-D089-723A-F856-65CACAA0405F}"/>
          </ac:cxnSpMkLst>
        </pc:cxnChg>
        <pc:cxnChg chg="add mod">
          <ac:chgData name="WILLI PENDL JUNIOR PENDL JUNIOR" userId="a7519bb9f12db4d8" providerId="LiveId" clId="{597F25F0-1757-49D3-8D53-519F52BC7F33}" dt="2025-02-03T00:10:57.130" v="910" actId="1582"/>
          <ac:cxnSpMkLst>
            <pc:docMk/>
            <pc:sldMk cId="2104716281" sldId="297"/>
            <ac:cxnSpMk id="8" creationId="{32B7FABC-C4E1-DA0B-FA30-0F19ECAED9AC}"/>
          </ac:cxnSpMkLst>
        </pc:cxnChg>
        <pc:cxnChg chg="add mod">
          <ac:chgData name="WILLI PENDL JUNIOR PENDL JUNIOR" userId="a7519bb9f12db4d8" providerId="LiveId" clId="{597F25F0-1757-49D3-8D53-519F52BC7F33}" dt="2025-02-03T00:11:19.592" v="913" actId="1582"/>
          <ac:cxnSpMkLst>
            <pc:docMk/>
            <pc:sldMk cId="2104716281" sldId="297"/>
            <ac:cxnSpMk id="10" creationId="{4BF0E82D-BF0D-C26A-56DF-56516DA76DF1}"/>
          </ac:cxnSpMkLst>
        </pc:cxnChg>
        <pc:cxnChg chg="add mod">
          <ac:chgData name="WILLI PENDL JUNIOR PENDL JUNIOR" userId="a7519bb9f12db4d8" providerId="LiveId" clId="{597F25F0-1757-49D3-8D53-519F52BC7F33}" dt="2025-02-03T00:12:20.280" v="951" actId="1038"/>
          <ac:cxnSpMkLst>
            <pc:docMk/>
            <pc:sldMk cId="2104716281" sldId="297"/>
            <ac:cxnSpMk id="12" creationId="{55FC3BFD-E706-361B-CC57-54C8581C6389}"/>
          </ac:cxnSpMkLst>
        </pc:cxnChg>
        <pc:cxnChg chg="add mod">
          <ac:chgData name="WILLI PENDL JUNIOR PENDL JUNIOR" userId="a7519bb9f12db4d8" providerId="LiveId" clId="{597F25F0-1757-49D3-8D53-519F52BC7F33}" dt="2025-02-03T00:12:12.746" v="941" actId="1035"/>
          <ac:cxnSpMkLst>
            <pc:docMk/>
            <pc:sldMk cId="2104716281" sldId="297"/>
            <ac:cxnSpMk id="14" creationId="{FC3D6053-00D1-F7C4-9F44-C9E25C386080}"/>
          </ac:cxnSpMkLst>
        </pc:cxnChg>
        <pc:cxnChg chg="add mod">
          <ac:chgData name="WILLI PENDL JUNIOR PENDL JUNIOR" userId="a7519bb9f12db4d8" providerId="LiveId" clId="{597F25F0-1757-49D3-8D53-519F52BC7F33}" dt="2025-02-03T00:16:43.457" v="1290" actId="1037"/>
          <ac:cxnSpMkLst>
            <pc:docMk/>
            <pc:sldMk cId="2104716281" sldId="297"/>
            <ac:cxnSpMk id="29" creationId="{8C7AAAEA-ED3C-9473-5376-044B9D742707}"/>
          </ac:cxnSpMkLst>
        </pc:cxnChg>
        <pc:cxnChg chg="add mod">
          <ac:chgData name="WILLI PENDL JUNIOR PENDL JUNIOR" userId="a7519bb9f12db4d8" providerId="LiveId" clId="{597F25F0-1757-49D3-8D53-519F52BC7F33}" dt="2025-02-03T00:15:53.260" v="1087" actId="1037"/>
          <ac:cxnSpMkLst>
            <pc:docMk/>
            <pc:sldMk cId="2104716281" sldId="297"/>
            <ac:cxnSpMk id="30" creationId="{E8E618BD-12AF-9EEE-AEAE-1F1362D26ABD}"/>
          </ac:cxnSpMkLst>
        </pc:cxnChg>
        <pc:cxnChg chg="add mod">
          <ac:chgData name="WILLI PENDL JUNIOR PENDL JUNIOR" userId="a7519bb9f12db4d8" providerId="LiveId" clId="{597F25F0-1757-49D3-8D53-519F52BC7F33}" dt="2025-02-03T00:16:10.912" v="1168" actId="1036"/>
          <ac:cxnSpMkLst>
            <pc:docMk/>
            <pc:sldMk cId="2104716281" sldId="297"/>
            <ac:cxnSpMk id="31" creationId="{C7EA6B85-7CA2-58C0-2310-204BF852ACC7}"/>
          </ac:cxnSpMkLst>
        </pc:cxnChg>
        <pc:cxnChg chg="add mod">
          <ac:chgData name="WILLI PENDL JUNIOR PENDL JUNIOR" userId="a7519bb9f12db4d8" providerId="LiveId" clId="{597F25F0-1757-49D3-8D53-519F52BC7F33}" dt="2025-02-03T00:16:30.752" v="1232" actId="1037"/>
          <ac:cxnSpMkLst>
            <pc:docMk/>
            <pc:sldMk cId="2104716281" sldId="297"/>
            <ac:cxnSpMk id="32" creationId="{D75F8316-B50E-91AC-CC77-6B6E542D518D}"/>
          </ac:cxnSpMkLst>
        </pc:cxnChg>
        <pc:cxnChg chg="add mod">
          <ac:chgData name="WILLI PENDL JUNIOR PENDL JUNIOR" userId="a7519bb9f12db4d8" providerId="LiveId" clId="{597F25F0-1757-49D3-8D53-519F52BC7F33}" dt="2025-02-03T00:17:02.731" v="1364" actId="1036"/>
          <ac:cxnSpMkLst>
            <pc:docMk/>
            <pc:sldMk cId="2104716281" sldId="297"/>
            <ac:cxnSpMk id="33" creationId="{FD1819A4-2A0B-1D24-F20C-4EFC10711E50}"/>
          </ac:cxnSpMkLst>
        </pc:cxnChg>
        <pc:cxnChg chg="add mod">
          <ac:chgData name="WILLI PENDL JUNIOR PENDL JUNIOR" userId="a7519bb9f12db4d8" providerId="LiveId" clId="{597F25F0-1757-49D3-8D53-519F52BC7F33}" dt="2025-02-03T00:17:15.578" v="1454" actId="1038"/>
          <ac:cxnSpMkLst>
            <pc:docMk/>
            <pc:sldMk cId="2104716281" sldId="297"/>
            <ac:cxnSpMk id="34" creationId="{7F67D802-4FC6-A266-F6F3-5A9ABFFE3B00}"/>
          </ac:cxnSpMkLst>
        </pc:cxnChg>
        <pc:cxnChg chg="add mod">
          <ac:chgData name="WILLI PENDL JUNIOR PENDL JUNIOR" userId="a7519bb9f12db4d8" providerId="LiveId" clId="{597F25F0-1757-49D3-8D53-519F52BC7F33}" dt="2025-02-03T00:18:14.157" v="1592" actId="1038"/>
          <ac:cxnSpMkLst>
            <pc:docMk/>
            <pc:sldMk cId="2104716281" sldId="297"/>
            <ac:cxnSpMk id="36" creationId="{EA820812-F233-48DB-8D3E-AA26A81890FF}"/>
          </ac:cxnSpMkLst>
        </pc:cxnChg>
        <pc:cxnChg chg="add mod">
          <ac:chgData name="WILLI PENDL JUNIOR PENDL JUNIOR" userId="a7519bb9f12db4d8" providerId="LiveId" clId="{597F25F0-1757-49D3-8D53-519F52BC7F33}" dt="2025-02-03T00:17:54.180" v="1523" actId="1038"/>
          <ac:cxnSpMkLst>
            <pc:docMk/>
            <pc:sldMk cId="2104716281" sldId="297"/>
            <ac:cxnSpMk id="37" creationId="{EBFC506F-3FB9-5F3B-E38B-27148A9C2A8E}"/>
          </ac:cxnSpMkLst>
        </pc:cxnChg>
        <pc:cxnChg chg="add mod">
          <ac:chgData name="WILLI PENDL JUNIOR PENDL JUNIOR" userId="a7519bb9f12db4d8" providerId="LiveId" clId="{597F25F0-1757-49D3-8D53-519F52BC7F33}" dt="2025-02-03T00:18:34.708" v="1667" actId="1036"/>
          <ac:cxnSpMkLst>
            <pc:docMk/>
            <pc:sldMk cId="2104716281" sldId="297"/>
            <ac:cxnSpMk id="38" creationId="{3B1A7A3E-5628-5DF6-2E88-EC8872FFC704}"/>
          </ac:cxnSpMkLst>
        </pc:cxnChg>
        <pc:cxnChg chg="add mod">
          <ac:chgData name="WILLI PENDL JUNIOR PENDL JUNIOR" userId="a7519bb9f12db4d8" providerId="LiveId" clId="{597F25F0-1757-49D3-8D53-519F52BC7F33}" dt="2025-02-03T00:18:46.668" v="1746" actId="1038"/>
          <ac:cxnSpMkLst>
            <pc:docMk/>
            <pc:sldMk cId="2104716281" sldId="297"/>
            <ac:cxnSpMk id="39" creationId="{B80EFF3E-87BE-E529-5892-9682AE567274}"/>
          </ac:cxnSpMkLst>
        </pc:cxnChg>
        <pc:cxnChg chg="add mod">
          <ac:chgData name="WILLI PENDL JUNIOR PENDL JUNIOR" userId="a7519bb9f12db4d8" providerId="LiveId" clId="{597F25F0-1757-49D3-8D53-519F52BC7F33}" dt="2025-02-03T00:19:02.092" v="1828" actId="1036"/>
          <ac:cxnSpMkLst>
            <pc:docMk/>
            <pc:sldMk cId="2104716281" sldId="297"/>
            <ac:cxnSpMk id="40" creationId="{CA892EF0-1934-49C5-9568-8FDB8E4EBBCB}"/>
          </ac:cxnSpMkLst>
        </pc:cxnChg>
      </pc:sldChg>
      <pc:sldChg chg="addSp modSp add mod modAnim">
        <pc:chgData name="WILLI PENDL JUNIOR PENDL JUNIOR" userId="a7519bb9f12db4d8" providerId="LiveId" clId="{597F25F0-1757-49D3-8D53-519F52BC7F33}" dt="2025-02-03T00:36:49.637" v="2246"/>
        <pc:sldMkLst>
          <pc:docMk/>
          <pc:sldMk cId="141372765" sldId="298"/>
        </pc:sldMkLst>
        <pc:spChg chg="add mod">
          <ac:chgData name="WILLI PENDL JUNIOR PENDL JUNIOR" userId="a7519bb9f12db4d8" providerId="LiveId" clId="{597F25F0-1757-49D3-8D53-519F52BC7F33}" dt="2025-02-03T00:34:36.970" v="2128" actId="1076"/>
          <ac:spMkLst>
            <pc:docMk/>
            <pc:sldMk cId="141372765" sldId="298"/>
            <ac:spMk id="2" creationId="{6F0EFA4A-F9CA-F062-FF3B-EB262FA104F6}"/>
          </ac:spMkLst>
        </pc:spChg>
        <pc:spChg chg="add mod">
          <ac:chgData name="WILLI PENDL JUNIOR PENDL JUNIOR" userId="a7519bb9f12db4d8" providerId="LiveId" clId="{597F25F0-1757-49D3-8D53-519F52BC7F33}" dt="2025-02-03T00:34:39.591" v="2129" actId="1076"/>
          <ac:spMkLst>
            <pc:docMk/>
            <pc:sldMk cId="141372765" sldId="298"/>
            <ac:spMk id="3" creationId="{1B0BF765-AD66-FACD-EF4A-53D8EADB7384}"/>
          </ac:spMkLst>
        </pc:spChg>
        <pc:spChg chg="add mod">
          <ac:chgData name="WILLI PENDL JUNIOR PENDL JUNIOR" userId="a7519bb9f12db4d8" providerId="LiveId" clId="{597F25F0-1757-49D3-8D53-519F52BC7F33}" dt="2025-02-03T00:35:34.943" v="2199" actId="207"/>
          <ac:spMkLst>
            <pc:docMk/>
            <pc:sldMk cId="141372765" sldId="298"/>
            <ac:spMk id="4" creationId="{90C36487-C5DD-A831-4B4B-5611E7C285A8}"/>
          </ac:spMkLst>
        </pc:spChg>
        <pc:spChg chg="add mod">
          <ac:chgData name="WILLI PENDL JUNIOR PENDL JUNIOR" userId="a7519bb9f12db4d8" providerId="LiveId" clId="{597F25F0-1757-49D3-8D53-519F52BC7F33}" dt="2025-02-03T00:36:16.215" v="2237" actId="1076"/>
          <ac:spMkLst>
            <pc:docMk/>
            <pc:sldMk cId="141372765" sldId="298"/>
            <ac:spMk id="5" creationId="{21576FA5-BC6A-3142-28EE-F248EC52A8FB}"/>
          </ac:spMkLst>
        </pc:spChg>
        <pc:picChg chg="add mod">
          <ac:chgData name="WILLI PENDL JUNIOR PENDL JUNIOR" userId="a7519bb9f12db4d8" providerId="LiveId" clId="{597F25F0-1757-49D3-8D53-519F52BC7F33}" dt="2025-02-03T00:36:38.527" v="2243" actId="1076"/>
          <ac:picMkLst>
            <pc:docMk/>
            <pc:sldMk cId="141372765" sldId="298"/>
            <ac:picMk id="7" creationId="{86D1EC95-F5B4-7F1F-EC7E-A4D4A19A69FC}"/>
          </ac:picMkLst>
        </pc:picChg>
      </pc:sldChg>
      <pc:sldChg chg="addSp delSp modSp add mod replId">
        <pc:chgData name="WILLI PENDL JUNIOR PENDL JUNIOR" userId="a7519bb9f12db4d8" providerId="LiveId" clId="{597F25F0-1757-49D3-8D53-519F52BC7F33}" dt="2025-02-03T02:01:27.416" v="2830" actId="1076"/>
        <pc:sldMkLst>
          <pc:docMk/>
          <pc:sldMk cId="3086966337" sldId="299"/>
        </pc:sldMkLst>
        <pc:spChg chg="add mod">
          <ac:chgData name="WILLI PENDL JUNIOR PENDL JUNIOR" userId="a7519bb9f12db4d8" providerId="LiveId" clId="{597F25F0-1757-49D3-8D53-519F52BC7F33}" dt="2025-02-03T02:01:21.912" v="2829"/>
          <ac:spMkLst>
            <pc:docMk/>
            <pc:sldMk cId="3086966337" sldId="299"/>
            <ac:spMk id="2" creationId="{177B12C0-1656-90FD-4784-4C5A3B7FB4DC}"/>
          </ac:spMkLst>
        </pc:spChg>
        <pc:spChg chg="add mod">
          <ac:chgData name="WILLI PENDL JUNIOR PENDL JUNIOR" userId="a7519bb9f12db4d8" providerId="LiveId" clId="{597F25F0-1757-49D3-8D53-519F52BC7F33}" dt="2025-02-03T00:46:43.197" v="2589" actId="164"/>
          <ac:spMkLst>
            <pc:docMk/>
            <pc:sldMk cId="3086966337" sldId="299"/>
            <ac:spMk id="5" creationId="{F309090E-0672-56B5-7EEF-3707F5ABF132}"/>
          </ac:spMkLst>
        </pc:spChg>
        <pc:spChg chg="add mod">
          <ac:chgData name="WILLI PENDL JUNIOR PENDL JUNIOR" userId="a7519bb9f12db4d8" providerId="LiveId" clId="{597F25F0-1757-49D3-8D53-519F52BC7F33}" dt="2025-02-03T00:46:43.197" v="2589" actId="164"/>
          <ac:spMkLst>
            <pc:docMk/>
            <pc:sldMk cId="3086966337" sldId="299"/>
            <ac:spMk id="6" creationId="{594C9A21-A6C8-0E78-2968-B9086531FD91}"/>
          </ac:spMkLst>
        </pc:spChg>
        <pc:spChg chg="add mod">
          <ac:chgData name="WILLI PENDL JUNIOR PENDL JUNIOR" userId="a7519bb9f12db4d8" providerId="LiveId" clId="{597F25F0-1757-49D3-8D53-519F52BC7F33}" dt="2025-02-03T00:46:43.197" v="2589" actId="164"/>
          <ac:spMkLst>
            <pc:docMk/>
            <pc:sldMk cId="3086966337" sldId="299"/>
            <ac:spMk id="10" creationId="{A3F3B9D2-6BAE-6E15-891A-7A2E86552C3D}"/>
          </ac:spMkLst>
        </pc:spChg>
        <pc:spChg chg="add mod">
          <ac:chgData name="WILLI PENDL JUNIOR PENDL JUNIOR" userId="a7519bb9f12db4d8" providerId="LiveId" clId="{597F25F0-1757-49D3-8D53-519F52BC7F33}" dt="2025-02-03T00:46:43.197" v="2589" actId="164"/>
          <ac:spMkLst>
            <pc:docMk/>
            <pc:sldMk cId="3086966337" sldId="299"/>
            <ac:spMk id="11" creationId="{D989A1D1-57E8-50F4-2DDE-1EB77DA30ADC}"/>
          </ac:spMkLst>
        </pc:spChg>
        <pc:spChg chg="add mod">
          <ac:chgData name="WILLI PENDL JUNIOR PENDL JUNIOR" userId="a7519bb9f12db4d8" providerId="LiveId" clId="{597F25F0-1757-49D3-8D53-519F52BC7F33}" dt="2025-02-03T00:46:43.197" v="2589" actId="164"/>
          <ac:spMkLst>
            <pc:docMk/>
            <pc:sldMk cId="3086966337" sldId="299"/>
            <ac:spMk id="12" creationId="{2289B9DD-4CED-0012-C7E4-73B5EAA90F43}"/>
          </ac:spMkLst>
        </pc:spChg>
        <pc:spChg chg="add mod">
          <ac:chgData name="WILLI PENDL JUNIOR PENDL JUNIOR" userId="a7519bb9f12db4d8" providerId="LiveId" clId="{597F25F0-1757-49D3-8D53-519F52BC7F33}" dt="2025-02-03T00:46:43.197" v="2589" actId="164"/>
          <ac:spMkLst>
            <pc:docMk/>
            <pc:sldMk cId="3086966337" sldId="299"/>
            <ac:spMk id="13" creationId="{4E635418-EC12-4FE9-2C82-535FBE01178E}"/>
          </ac:spMkLst>
        </pc:spChg>
        <pc:spChg chg="add mod">
          <ac:chgData name="WILLI PENDL JUNIOR PENDL JUNIOR" userId="a7519bb9f12db4d8" providerId="LiveId" clId="{597F25F0-1757-49D3-8D53-519F52BC7F33}" dt="2025-02-03T00:46:43.197" v="2589" actId="164"/>
          <ac:spMkLst>
            <pc:docMk/>
            <pc:sldMk cId="3086966337" sldId="299"/>
            <ac:spMk id="14" creationId="{1FD45638-CCB7-BEFE-C9BD-248A043B8BD9}"/>
          </ac:spMkLst>
        </pc:spChg>
        <pc:spChg chg="add mod">
          <ac:chgData name="WILLI PENDL JUNIOR PENDL JUNIOR" userId="a7519bb9f12db4d8" providerId="LiveId" clId="{597F25F0-1757-49D3-8D53-519F52BC7F33}" dt="2025-02-03T00:46:43.197" v="2589" actId="164"/>
          <ac:spMkLst>
            <pc:docMk/>
            <pc:sldMk cId="3086966337" sldId="299"/>
            <ac:spMk id="19" creationId="{2245B12A-0AF1-050A-0BAD-42025BF56BD9}"/>
          </ac:spMkLst>
        </pc:spChg>
        <pc:spChg chg="add mod">
          <ac:chgData name="WILLI PENDL JUNIOR PENDL JUNIOR" userId="a7519bb9f12db4d8" providerId="LiveId" clId="{597F25F0-1757-49D3-8D53-519F52BC7F33}" dt="2025-02-03T00:47:29.576" v="2593"/>
          <ac:spMkLst>
            <pc:docMk/>
            <pc:sldMk cId="3086966337" sldId="299"/>
            <ac:spMk id="30" creationId="{F1B48D00-96C7-61C6-1879-CB5C1A157A92}"/>
          </ac:spMkLst>
        </pc:spChg>
        <pc:spChg chg="add mod">
          <ac:chgData name="WILLI PENDL JUNIOR PENDL JUNIOR" userId="a7519bb9f12db4d8" providerId="LiveId" clId="{597F25F0-1757-49D3-8D53-519F52BC7F33}" dt="2025-02-03T00:48:02.428" v="2598" actId="14100"/>
          <ac:spMkLst>
            <pc:docMk/>
            <pc:sldMk cId="3086966337" sldId="299"/>
            <ac:spMk id="31" creationId="{FAFAC0EE-7A2C-8B32-0ABB-4CAFEFEE2607}"/>
          </ac:spMkLst>
        </pc:spChg>
        <pc:spChg chg="add mod">
          <ac:chgData name="WILLI PENDL JUNIOR PENDL JUNIOR" userId="a7519bb9f12db4d8" providerId="LiveId" clId="{597F25F0-1757-49D3-8D53-519F52BC7F33}" dt="2025-02-03T00:48:28.311" v="2602"/>
          <ac:spMkLst>
            <pc:docMk/>
            <pc:sldMk cId="3086966337" sldId="299"/>
            <ac:spMk id="32" creationId="{C0446FC1-DC4B-D491-2500-010D3A6B66AA}"/>
          </ac:spMkLst>
        </pc:spChg>
        <pc:spChg chg="add mod">
          <ac:chgData name="WILLI PENDL JUNIOR PENDL JUNIOR" userId="a7519bb9f12db4d8" providerId="LiveId" clId="{597F25F0-1757-49D3-8D53-519F52BC7F33}" dt="2025-02-03T00:49:12.795" v="2610" actId="14100"/>
          <ac:spMkLst>
            <pc:docMk/>
            <pc:sldMk cId="3086966337" sldId="299"/>
            <ac:spMk id="33" creationId="{ACAB0DAB-F6C0-4B0C-7377-FE7AF3529B8E}"/>
          </ac:spMkLst>
        </pc:spChg>
        <pc:spChg chg="add mod">
          <ac:chgData name="WILLI PENDL JUNIOR PENDL JUNIOR" userId="a7519bb9f12db4d8" providerId="LiveId" clId="{597F25F0-1757-49D3-8D53-519F52BC7F33}" dt="2025-02-03T00:49:31.552" v="2612" actId="14100"/>
          <ac:spMkLst>
            <pc:docMk/>
            <pc:sldMk cId="3086966337" sldId="299"/>
            <ac:spMk id="34" creationId="{C7CA7C27-79C3-A87F-8798-716AD9E0AD6F}"/>
          </ac:spMkLst>
        </pc:spChg>
        <pc:grpChg chg="add mod">
          <ac:chgData name="WILLI PENDL JUNIOR PENDL JUNIOR" userId="a7519bb9f12db4d8" providerId="LiveId" clId="{597F25F0-1757-49D3-8D53-519F52BC7F33}" dt="2025-02-03T02:01:27.416" v="2830" actId="1076"/>
          <ac:grpSpMkLst>
            <pc:docMk/>
            <pc:sldMk cId="3086966337" sldId="299"/>
            <ac:grpSpMk id="29" creationId="{C43AB76B-5C4E-EC8E-5A0D-C5F922F398B8}"/>
          </ac:grpSpMkLst>
        </pc:grpChg>
        <pc:cxnChg chg="add mod">
          <ac:chgData name="WILLI PENDL JUNIOR PENDL JUNIOR" userId="a7519bb9f12db4d8" providerId="LiveId" clId="{597F25F0-1757-49D3-8D53-519F52BC7F33}" dt="2025-02-03T00:46:26.669" v="2587" actId="1036"/>
          <ac:cxnSpMkLst>
            <pc:docMk/>
            <pc:sldMk cId="3086966337" sldId="299"/>
            <ac:cxnSpMk id="3" creationId="{4ACE7AD4-5636-CD5E-B175-0487093C2C16}"/>
          </ac:cxnSpMkLst>
        </pc:cxnChg>
        <pc:cxnChg chg="add mod">
          <ac:chgData name="WILLI PENDL JUNIOR PENDL JUNIOR" userId="a7519bb9f12db4d8" providerId="LiveId" clId="{597F25F0-1757-49D3-8D53-519F52BC7F33}" dt="2025-02-03T00:40:01.390" v="2264" actId="1037"/>
          <ac:cxnSpMkLst>
            <pc:docMk/>
            <pc:sldMk cId="3086966337" sldId="299"/>
            <ac:cxnSpMk id="4" creationId="{343E52AB-1ADE-1FD5-1853-2D5792620969}"/>
          </ac:cxnSpMkLst>
        </pc:cxnChg>
        <pc:cxnChg chg="add mod">
          <ac:chgData name="WILLI PENDL JUNIOR PENDL JUNIOR" userId="a7519bb9f12db4d8" providerId="LiveId" clId="{597F25F0-1757-49D3-8D53-519F52BC7F33}" dt="2025-02-03T00:46:32.727" v="2588" actId="14100"/>
          <ac:cxnSpMkLst>
            <pc:docMk/>
            <pc:sldMk cId="3086966337" sldId="299"/>
            <ac:cxnSpMk id="16" creationId="{63E034D9-C101-2DF1-8849-486FAD8A6A02}"/>
          </ac:cxnSpMkLst>
        </pc:cxnChg>
        <pc:cxnChg chg="add mod">
          <ac:chgData name="WILLI PENDL JUNIOR PENDL JUNIOR" userId="a7519bb9f12db4d8" providerId="LiveId" clId="{597F25F0-1757-49D3-8D53-519F52BC7F33}" dt="2025-02-03T00:42:11.013" v="2295" actId="1582"/>
          <ac:cxnSpMkLst>
            <pc:docMk/>
            <pc:sldMk cId="3086966337" sldId="299"/>
            <ac:cxnSpMk id="18" creationId="{8A7F7F7A-502E-677F-8FEB-6268E513E9F5}"/>
          </ac:cxnSpMkLst>
        </pc:cxnChg>
        <pc:cxnChg chg="add mod">
          <ac:chgData name="WILLI PENDL JUNIOR PENDL JUNIOR" userId="a7519bb9f12db4d8" providerId="LiveId" clId="{597F25F0-1757-49D3-8D53-519F52BC7F33}" dt="2025-02-03T00:46:03.669" v="2583" actId="1038"/>
          <ac:cxnSpMkLst>
            <pc:docMk/>
            <pc:sldMk cId="3086966337" sldId="299"/>
            <ac:cxnSpMk id="21" creationId="{89575B8C-5E21-259D-FF89-507C4A184CE8}"/>
          </ac:cxnSpMkLst>
        </pc:cxnChg>
        <pc:cxnChg chg="add mod">
          <ac:chgData name="WILLI PENDL JUNIOR PENDL JUNIOR" userId="a7519bb9f12db4d8" providerId="LiveId" clId="{597F25F0-1757-49D3-8D53-519F52BC7F33}" dt="2025-02-03T00:43:35.156" v="2317" actId="1037"/>
          <ac:cxnSpMkLst>
            <pc:docMk/>
            <pc:sldMk cId="3086966337" sldId="299"/>
            <ac:cxnSpMk id="22" creationId="{87BD5C84-6F2B-CAEA-878B-A3738FBDF56F}"/>
          </ac:cxnSpMkLst>
        </pc:cxnChg>
        <pc:cxnChg chg="add mod">
          <ac:chgData name="WILLI PENDL JUNIOR PENDL JUNIOR" userId="a7519bb9f12db4d8" providerId="LiveId" clId="{597F25F0-1757-49D3-8D53-519F52BC7F33}" dt="2025-02-03T00:45:26.775" v="2570" actId="1038"/>
          <ac:cxnSpMkLst>
            <pc:docMk/>
            <pc:sldMk cId="3086966337" sldId="299"/>
            <ac:cxnSpMk id="23" creationId="{BD885115-5BCB-10E7-7444-4920F6E9E6E6}"/>
          </ac:cxnSpMkLst>
        </pc:cxnChg>
        <pc:cxnChg chg="add mod">
          <ac:chgData name="WILLI PENDL JUNIOR PENDL JUNIOR" userId="a7519bb9f12db4d8" providerId="LiveId" clId="{597F25F0-1757-49D3-8D53-519F52BC7F33}" dt="2025-02-03T00:46:43.197" v="2589" actId="164"/>
          <ac:cxnSpMkLst>
            <pc:docMk/>
            <pc:sldMk cId="3086966337" sldId="299"/>
            <ac:cxnSpMk id="25" creationId="{DE10AB27-3B08-4CC4-B7EA-F764EAC152C9}"/>
          </ac:cxnSpMkLst>
        </pc:cxnChg>
        <pc:cxnChg chg="add mod">
          <ac:chgData name="WILLI PENDL JUNIOR PENDL JUNIOR" userId="a7519bb9f12db4d8" providerId="LiveId" clId="{597F25F0-1757-49D3-8D53-519F52BC7F33}" dt="2025-02-03T00:46:26.669" v="2587" actId="1036"/>
          <ac:cxnSpMkLst>
            <pc:docMk/>
            <pc:sldMk cId="3086966337" sldId="299"/>
            <ac:cxnSpMk id="26" creationId="{8852D889-AF20-ED1B-4B32-01082D4E3368}"/>
          </ac:cxnSpMkLst>
        </pc:cxnChg>
        <pc:cxnChg chg="add mod">
          <ac:chgData name="WILLI PENDL JUNIOR PENDL JUNIOR" userId="a7519bb9f12db4d8" providerId="LiveId" clId="{597F25F0-1757-49D3-8D53-519F52BC7F33}" dt="2025-02-03T00:46:26.669" v="2587" actId="1036"/>
          <ac:cxnSpMkLst>
            <pc:docMk/>
            <pc:sldMk cId="3086966337" sldId="299"/>
            <ac:cxnSpMk id="27" creationId="{C4AD917D-07EC-EC84-7BA0-A659C3D42F55}"/>
          </ac:cxnSpMkLst>
        </pc:cxnChg>
      </pc:sldChg>
      <pc:sldChg chg="addSp modSp add mod modAnim">
        <pc:chgData name="WILLI PENDL JUNIOR PENDL JUNIOR" userId="a7519bb9f12db4d8" providerId="LiveId" clId="{597F25F0-1757-49D3-8D53-519F52BC7F33}" dt="2025-02-03T01:53:25.114" v="2692" actId="208"/>
        <pc:sldMkLst>
          <pc:docMk/>
          <pc:sldMk cId="3302869861" sldId="300"/>
        </pc:sldMkLst>
        <pc:spChg chg="add mod">
          <ac:chgData name="WILLI PENDL JUNIOR PENDL JUNIOR" userId="a7519bb9f12db4d8" providerId="LiveId" clId="{597F25F0-1757-49D3-8D53-519F52BC7F33}" dt="2025-02-03T00:56:00.514" v="2613"/>
          <ac:spMkLst>
            <pc:docMk/>
            <pc:sldMk cId="3302869861" sldId="300"/>
            <ac:spMk id="2" creationId="{D510619C-545A-51BB-7F0F-9A2A39971A76}"/>
          </ac:spMkLst>
        </pc:spChg>
        <pc:spChg chg="mod">
          <ac:chgData name="WILLI PENDL JUNIOR PENDL JUNIOR" userId="a7519bb9f12db4d8" providerId="LiveId" clId="{597F25F0-1757-49D3-8D53-519F52BC7F33}" dt="2025-02-03T00:56:08.462" v="2614"/>
          <ac:spMkLst>
            <pc:docMk/>
            <pc:sldMk cId="3302869861" sldId="300"/>
            <ac:spMk id="6" creationId="{EB68878A-2976-E47B-EA44-8D41EC6126DC}"/>
          </ac:spMkLst>
        </pc:spChg>
        <pc:spChg chg="mod">
          <ac:chgData name="WILLI PENDL JUNIOR PENDL JUNIOR" userId="a7519bb9f12db4d8" providerId="LiveId" clId="{597F25F0-1757-49D3-8D53-519F52BC7F33}" dt="2025-02-03T00:56:08.462" v="2614"/>
          <ac:spMkLst>
            <pc:docMk/>
            <pc:sldMk cId="3302869861" sldId="300"/>
            <ac:spMk id="7" creationId="{DA87C554-0D80-465E-3884-8DCBABD00450}"/>
          </ac:spMkLst>
        </pc:spChg>
        <pc:spChg chg="mod">
          <ac:chgData name="WILLI PENDL JUNIOR PENDL JUNIOR" userId="a7519bb9f12db4d8" providerId="LiveId" clId="{597F25F0-1757-49D3-8D53-519F52BC7F33}" dt="2025-02-03T00:56:08.462" v="2614"/>
          <ac:spMkLst>
            <pc:docMk/>
            <pc:sldMk cId="3302869861" sldId="300"/>
            <ac:spMk id="8" creationId="{29960D30-460A-A2A5-B8CC-1017BE9384B1}"/>
          </ac:spMkLst>
        </pc:spChg>
        <pc:spChg chg="mod">
          <ac:chgData name="WILLI PENDL JUNIOR PENDL JUNIOR" userId="a7519bb9f12db4d8" providerId="LiveId" clId="{597F25F0-1757-49D3-8D53-519F52BC7F33}" dt="2025-02-03T00:56:08.462" v="2614"/>
          <ac:spMkLst>
            <pc:docMk/>
            <pc:sldMk cId="3302869861" sldId="300"/>
            <ac:spMk id="9" creationId="{5AAD81AA-6272-6B95-B172-28AE5F12EA86}"/>
          </ac:spMkLst>
        </pc:spChg>
        <pc:spChg chg="mod">
          <ac:chgData name="WILLI PENDL JUNIOR PENDL JUNIOR" userId="a7519bb9f12db4d8" providerId="LiveId" clId="{597F25F0-1757-49D3-8D53-519F52BC7F33}" dt="2025-02-03T00:56:08.462" v="2614"/>
          <ac:spMkLst>
            <pc:docMk/>
            <pc:sldMk cId="3302869861" sldId="300"/>
            <ac:spMk id="10" creationId="{7DB20498-3431-9F2D-2EB9-B567CE87AE79}"/>
          </ac:spMkLst>
        </pc:spChg>
        <pc:spChg chg="mod">
          <ac:chgData name="WILLI PENDL JUNIOR PENDL JUNIOR" userId="a7519bb9f12db4d8" providerId="LiveId" clId="{597F25F0-1757-49D3-8D53-519F52BC7F33}" dt="2025-02-03T00:56:08.462" v="2614"/>
          <ac:spMkLst>
            <pc:docMk/>
            <pc:sldMk cId="3302869861" sldId="300"/>
            <ac:spMk id="11" creationId="{95094E03-B2DE-201A-4D12-1DC406967038}"/>
          </ac:spMkLst>
        </pc:spChg>
        <pc:spChg chg="mod">
          <ac:chgData name="WILLI PENDL JUNIOR PENDL JUNIOR" userId="a7519bb9f12db4d8" providerId="LiveId" clId="{597F25F0-1757-49D3-8D53-519F52BC7F33}" dt="2025-02-03T00:56:08.462" v="2614"/>
          <ac:spMkLst>
            <pc:docMk/>
            <pc:sldMk cId="3302869861" sldId="300"/>
            <ac:spMk id="12" creationId="{D0070B0F-A604-FCAE-6BAC-7988081E7D29}"/>
          </ac:spMkLst>
        </pc:spChg>
        <pc:spChg chg="mod">
          <ac:chgData name="WILLI PENDL JUNIOR PENDL JUNIOR" userId="a7519bb9f12db4d8" providerId="LiveId" clId="{597F25F0-1757-49D3-8D53-519F52BC7F33}" dt="2025-02-03T00:56:08.462" v="2614"/>
          <ac:spMkLst>
            <pc:docMk/>
            <pc:sldMk cId="3302869861" sldId="300"/>
            <ac:spMk id="15" creationId="{B1DE076D-170C-6092-4CD8-D4ABB712E9BA}"/>
          </ac:spMkLst>
        </pc:spChg>
        <pc:spChg chg="add mod">
          <ac:chgData name="WILLI PENDL JUNIOR PENDL JUNIOR" userId="a7519bb9f12db4d8" providerId="LiveId" clId="{597F25F0-1757-49D3-8D53-519F52BC7F33}" dt="2025-02-03T00:56:14.934" v="2616" actId="1076"/>
          <ac:spMkLst>
            <pc:docMk/>
            <pc:sldMk cId="3302869861" sldId="300"/>
            <ac:spMk id="22" creationId="{930E3812-A998-EDE5-9EA8-518A0E0BCF25}"/>
          </ac:spMkLst>
        </pc:spChg>
        <pc:spChg chg="add mod">
          <ac:chgData name="WILLI PENDL JUNIOR PENDL JUNIOR" userId="a7519bb9f12db4d8" providerId="LiveId" clId="{597F25F0-1757-49D3-8D53-519F52BC7F33}" dt="2025-02-03T00:56:45.269" v="2620" actId="1076"/>
          <ac:spMkLst>
            <pc:docMk/>
            <pc:sldMk cId="3302869861" sldId="300"/>
            <ac:spMk id="23" creationId="{96EA5716-B04B-A878-6BE6-61536A90A9C2}"/>
          </ac:spMkLst>
        </pc:spChg>
        <pc:spChg chg="add mod">
          <ac:chgData name="WILLI PENDL JUNIOR PENDL JUNIOR" userId="a7519bb9f12db4d8" providerId="LiveId" clId="{597F25F0-1757-49D3-8D53-519F52BC7F33}" dt="2025-02-03T00:56:45.269" v="2620" actId="1076"/>
          <ac:spMkLst>
            <pc:docMk/>
            <pc:sldMk cId="3302869861" sldId="300"/>
            <ac:spMk id="24" creationId="{7D4939DC-9C89-4031-0DA4-9E3889162814}"/>
          </ac:spMkLst>
        </pc:spChg>
        <pc:spChg chg="add mod">
          <ac:chgData name="WILLI PENDL JUNIOR PENDL JUNIOR" userId="a7519bb9f12db4d8" providerId="LiveId" clId="{597F25F0-1757-49D3-8D53-519F52BC7F33}" dt="2025-02-03T00:57:32.259" v="2633" actId="1076"/>
          <ac:spMkLst>
            <pc:docMk/>
            <pc:sldMk cId="3302869861" sldId="300"/>
            <ac:spMk id="25" creationId="{6C47DE01-2A3A-0A8B-0365-EC4399C47C8E}"/>
          </ac:spMkLst>
        </pc:spChg>
        <pc:spChg chg="add mod">
          <ac:chgData name="WILLI PENDL JUNIOR PENDL JUNIOR" userId="a7519bb9f12db4d8" providerId="LiveId" clId="{597F25F0-1757-49D3-8D53-519F52BC7F33}" dt="2025-02-03T00:57:45.936" v="2635" actId="1076"/>
          <ac:spMkLst>
            <pc:docMk/>
            <pc:sldMk cId="3302869861" sldId="300"/>
            <ac:spMk id="26" creationId="{DE143E41-9594-E9E8-5D6C-59DE851E33E8}"/>
          </ac:spMkLst>
        </pc:spChg>
        <pc:spChg chg="add mod">
          <ac:chgData name="WILLI PENDL JUNIOR PENDL JUNIOR" userId="a7519bb9f12db4d8" providerId="LiveId" clId="{597F25F0-1757-49D3-8D53-519F52BC7F33}" dt="2025-02-03T01:50:41.850" v="2660" actId="208"/>
          <ac:spMkLst>
            <pc:docMk/>
            <pc:sldMk cId="3302869861" sldId="300"/>
            <ac:spMk id="27" creationId="{532288D0-3401-CD82-D7B5-70FF0921F976}"/>
          </ac:spMkLst>
        </pc:spChg>
        <pc:spChg chg="add mod">
          <ac:chgData name="WILLI PENDL JUNIOR PENDL JUNIOR" userId="a7519bb9f12db4d8" providerId="LiveId" clId="{597F25F0-1757-49D3-8D53-519F52BC7F33}" dt="2025-02-03T01:49:56.983" v="2650" actId="6549"/>
          <ac:spMkLst>
            <pc:docMk/>
            <pc:sldMk cId="3302869861" sldId="300"/>
            <ac:spMk id="28" creationId="{E599B004-1B3D-78FC-AC66-6C66A7725B75}"/>
          </ac:spMkLst>
        </pc:spChg>
        <pc:spChg chg="add mod">
          <ac:chgData name="WILLI PENDL JUNIOR PENDL JUNIOR" userId="a7519bb9f12db4d8" providerId="LiveId" clId="{597F25F0-1757-49D3-8D53-519F52BC7F33}" dt="2025-02-03T01:50:09.288" v="2652" actId="1076"/>
          <ac:spMkLst>
            <pc:docMk/>
            <pc:sldMk cId="3302869861" sldId="300"/>
            <ac:spMk id="29" creationId="{851AE70A-EDB8-140C-CB01-B4252FD2B5B3}"/>
          </ac:spMkLst>
        </pc:spChg>
        <pc:spChg chg="add mod">
          <ac:chgData name="WILLI PENDL JUNIOR PENDL JUNIOR" userId="a7519bb9f12db4d8" providerId="LiveId" clId="{597F25F0-1757-49D3-8D53-519F52BC7F33}" dt="2025-02-03T01:50:49.264" v="2662" actId="208"/>
          <ac:spMkLst>
            <pc:docMk/>
            <pc:sldMk cId="3302869861" sldId="300"/>
            <ac:spMk id="30" creationId="{BBA50517-A2F7-8C62-D96F-CE4BB674219B}"/>
          </ac:spMkLst>
        </pc:spChg>
        <pc:spChg chg="add mod">
          <ac:chgData name="WILLI PENDL JUNIOR PENDL JUNIOR" userId="a7519bb9f12db4d8" providerId="LiveId" clId="{597F25F0-1757-49D3-8D53-519F52BC7F33}" dt="2025-02-03T01:51:06.641" v="2664" actId="1076"/>
          <ac:spMkLst>
            <pc:docMk/>
            <pc:sldMk cId="3302869861" sldId="300"/>
            <ac:spMk id="31" creationId="{1EA7530B-4012-7988-E6FD-9AE790D1ABC0}"/>
          </ac:spMkLst>
        </pc:spChg>
        <pc:spChg chg="add mod">
          <ac:chgData name="WILLI PENDL JUNIOR PENDL JUNIOR" userId="a7519bb9f12db4d8" providerId="LiveId" clId="{597F25F0-1757-49D3-8D53-519F52BC7F33}" dt="2025-02-03T01:51:19.163" v="2666" actId="1076"/>
          <ac:spMkLst>
            <pc:docMk/>
            <pc:sldMk cId="3302869861" sldId="300"/>
            <ac:spMk id="32" creationId="{1D63EBCE-C6AB-F8DE-94FA-835A58B7C2D7}"/>
          </ac:spMkLst>
        </pc:spChg>
        <pc:spChg chg="add mod">
          <ac:chgData name="WILLI PENDL JUNIOR PENDL JUNIOR" userId="a7519bb9f12db4d8" providerId="LiveId" clId="{597F25F0-1757-49D3-8D53-519F52BC7F33}" dt="2025-02-03T01:53:21.250" v="2691" actId="207"/>
          <ac:spMkLst>
            <pc:docMk/>
            <pc:sldMk cId="3302869861" sldId="300"/>
            <ac:spMk id="33" creationId="{4E108FC5-4C1D-9AD5-73D2-6A97C4936FDD}"/>
          </ac:spMkLst>
        </pc:spChg>
        <pc:spChg chg="add mod">
          <ac:chgData name="WILLI PENDL JUNIOR PENDL JUNIOR" userId="a7519bb9f12db4d8" providerId="LiveId" clId="{597F25F0-1757-49D3-8D53-519F52BC7F33}" dt="2025-02-03T01:53:25.114" v="2692" actId="208"/>
          <ac:spMkLst>
            <pc:docMk/>
            <pc:sldMk cId="3302869861" sldId="300"/>
            <ac:spMk id="34" creationId="{3BA6A22F-5485-BA06-8999-99D65D3813CD}"/>
          </ac:spMkLst>
        </pc:spChg>
        <pc:grpChg chg="add mod">
          <ac:chgData name="WILLI PENDL JUNIOR PENDL JUNIOR" userId="a7519bb9f12db4d8" providerId="LiveId" clId="{597F25F0-1757-49D3-8D53-519F52BC7F33}" dt="2025-02-03T01:52:29.665" v="2683" actId="1076"/>
          <ac:grpSpMkLst>
            <pc:docMk/>
            <pc:sldMk cId="3302869861" sldId="300"/>
            <ac:grpSpMk id="3" creationId="{F5E4636B-122B-A227-4864-C16AFA5CD2D5}"/>
          </ac:grpSpMkLst>
        </pc:grpChg>
        <pc:picChg chg="add mod">
          <ac:chgData name="WILLI PENDL JUNIOR PENDL JUNIOR" userId="a7519bb9f12db4d8" providerId="LiveId" clId="{597F25F0-1757-49D3-8D53-519F52BC7F33}" dt="2025-02-03T01:52:31.416" v="2684" actId="1076"/>
          <ac:picMkLst>
            <pc:docMk/>
            <pc:sldMk cId="3302869861" sldId="300"/>
            <ac:picMk id="36" creationId="{3780477B-C60F-3058-86D3-1F8B1BE6B85C}"/>
          </ac:picMkLst>
        </pc:picChg>
      </pc:sldChg>
      <pc:sldChg chg="addSp modSp add mod replId modAnim">
        <pc:chgData name="WILLI PENDL JUNIOR PENDL JUNIOR" userId="a7519bb9f12db4d8" providerId="LiveId" clId="{597F25F0-1757-49D3-8D53-519F52BC7F33}" dt="2025-02-03T01:59:50.953" v="2791" actId="207"/>
        <pc:sldMkLst>
          <pc:docMk/>
          <pc:sldMk cId="3101658197" sldId="301"/>
        </pc:sldMkLst>
        <pc:spChg chg="add mod">
          <ac:chgData name="WILLI PENDL JUNIOR PENDL JUNIOR" userId="a7519bb9f12db4d8" providerId="LiveId" clId="{597F25F0-1757-49D3-8D53-519F52BC7F33}" dt="2025-02-03T01:53:48.394" v="2694" actId="1076"/>
          <ac:spMkLst>
            <pc:docMk/>
            <pc:sldMk cId="3101658197" sldId="301"/>
            <ac:spMk id="2" creationId="{FF09F8D8-42F0-249F-708D-50B3DEE79DA9}"/>
          </ac:spMkLst>
        </pc:spChg>
        <pc:spChg chg="add mod">
          <ac:chgData name="WILLI PENDL JUNIOR PENDL JUNIOR" userId="a7519bb9f12db4d8" providerId="LiveId" clId="{597F25F0-1757-49D3-8D53-519F52BC7F33}" dt="2025-02-03T01:54:08.889" v="2696" actId="1076"/>
          <ac:spMkLst>
            <pc:docMk/>
            <pc:sldMk cId="3101658197" sldId="301"/>
            <ac:spMk id="3" creationId="{AB108077-71C8-6063-599D-A57A26C282F7}"/>
          </ac:spMkLst>
        </pc:spChg>
        <pc:spChg chg="add mod">
          <ac:chgData name="WILLI PENDL JUNIOR PENDL JUNIOR" userId="a7519bb9f12db4d8" providerId="LiveId" clId="{597F25F0-1757-49D3-8D53-519F52BC7F33}" dt="2025-02-03T01:54:08.889" v="2696" actId="1076"/>
          <ac:spMkLst>
            <pc:docMk/>
            <pc:sldMk cId="3101658197" sldId="301"/>
            <ac:spMk id="4" creationId="{BDCE4BF7-160D-EE31-98A4-719F5A09E534}"/>
          </ac:spMkLst>
        </pc:spChg>
        <pc:spChg chg="add mod">
          <ac:chgData name="WILLI PENDL JUNIOR PENDL JUNIOR" userId="a7519bb9f12db4d8" providerId="LiveId" clId="{597F25F0-1757-49D3-8D53-519F52BC7F33}" dt="2025-02-03T01:55:48.192" v="2720" actId="1036"/>
          <ac:spMkLst>
            <pc:docMk/>
            <pc:sldMk cId="3101658197" sldId="301"/>
            <ac:spMk id="5" creationId="{E3F0E99D-811E-8DD0-FADA-A2804D06CF58}"/>
          </ac:spMkLst>
        </pc:spChg>
        <pc:spChg chg="add mod">
          <ac:chgData name="WILLI PENDL JUNIOR PENDL JUNIOR" userId="a7519bb9f12db4d8" providerId="LiveId" clId="{597F25F0-1757-49D3-8D53-519F52BC7F33}" dt="2025-02-03T01:55:48.192" v="2720" actId="1036"/>
          <ac:spMkLst>
            <pc:docMk/>
            <pc:sldMk cId="3101658197" sldId="301"/>
            <ac:spMk id="6" creationId="{6308DEF9-B9C1-F676-0401-7C57DB086B7D}"/>
          </ac:spMkLst>
        </pc:spChg>
        <pc:spChg chg="mod">
          <ac:chgData name="WILLI PENDL JUNIOR PENDL JUNIOR" userId="a7519bb9f12db4d8" providerId="LiveId" clId="{597F25F0-1757-49D3-8D53-519F52BC7F33}" dt="2025-02-03T01:56:16.737" v="2722"/>
          <ac:spMkLst>
            <pc:docMk/>
            <pc:sldMk cId="3101658197" sldId="301"/>
            <ac:spMk id="10" creationId="{636531F3-4C81-A130-BB74-1A188857C4B6}"/>
          </ac:spMkLst>
        </pc:spChg>
        <pc:spChg chg="mod">
          <ac:chgData name="WILLI PENDL JUNIOR PENDL JUNIOR" userId="a7519bb9f12db4d8" providerId="LiveId" clId="{597F25F0-1757-49D3-8D53-519F52BC7F33}" dt="2025-02-03T01:56:16.737" v="2722"/>
          <ac:spMkLst>
            <pc:docMk/>
            <pc:sldMk cId="3101658197" sldId="301"/>
            <ac:spMk id="11" creationId="{361F7720-2650-2A81-930A-A011E6C06A9B}"/>
          </ac:spMkLst>
        </pc:spChg>
        <pc:spChg chg="mod">
          <ac:chgData name="WILLI PENDL JUNIOR PENDL JUNIOR" userId="a7519bb9f12db4d8" providerId="LiveId" clId="{597F25F0-1757-49D3-8D53-519F52BC7F33}" dt="2025-02-03T01:56:16.737" v="2722"/>
          <ac:spMkLst>
            <pc:docMk/>
            <pc:sldMk cId="3101658197" sldId="301"/>
            <ac:spMk id="12" creationId="{0C8DD6EA-41C3-1FAC-FB27-DA63D2D6D32C}"/>
          </ac:spMkLst>
        </pc:spChg>
        <pc:spChg chg="mod">
          <ac:chgData name="WILLI PENDL JUNIOR PENDL JUNIOR" userId="a7519bb9f12db4d8" providerId="LiveId" clId="{597F25F0-1757-49D3-8D53-519F52BC7F33}" dt="2025-02-03T01:56:16.737" v="2722"/>
          <ac:spMkLst>
            <pc:docMk/>
            <pc:sldMk cId="3101658197" sldId="301"/>
            <ac:spMk id="13" creationId="{FE9128DB-4D46-B7B3-634D-E5BB51B580B8}"/>
          </ac:spMkLst>
        </pc:spChg>
        <pc:spChg chg="mod">
          <ac:chgData name="WILLI PENDL JUNIOR PENDL JUNIOR" userId="a7519bb9f12db4d8" providerId="LiveId" clId="{597F25F0-1757-49D3-8D53-519F52BC7F33}" dt="2025-02-03T01:56:16.737" v="2722"/>
          <ac:spMkLst>
            <pc:docMk/>
            <pc:sldMk cId="3101658197" sldId="301"/>
            <ac:spMk id="14" creationId="{67FDEDA5-4081-9B4F-22D7-B1C56DA1E91E}"/>
          </ac:spMkLst>
        </pc:spChg>
        <pc:spChg chg="mod">
          <ac:chgData name="WILLI PENDL JUNIOR PENDL JUNIOR" userId="a7519bb9f12db4d8" providerId="LiveId" clId="{597F25F0-1757-49D3-8D53-519F52BC7F33}" dt="2025-02-03T01:56:16.737" v="2722"/>
          <ac:spMkLst>
            <pc:docMk/>
            <pc:sldMk cId="3101658197" sldId="301"/>
            <ac:spMk id="15" creationId="{B7117638-A68E-5F1D-0E7C-88B71AB9B4D9}"/>
          </ac:spMkLst>
        </pc:spChg>
        <pc:spChg chg="mod">
          <ac:chgData name="WILLI PENDL JUNIOR PENDL JUNIOR" userId="a7519bb9f12db4d8" providerId="LiveId" clId="{597F25F0-1757-49D3-8D53-519F52BC7F33}" dt="2025-02-03T01:56:16.737" v="2722"/>
          <ac:spMkLst>
            <pc:docMk/>
            <pc:sldMk cId="3101658197" sldId="301"/>
            <ac:spMk id="16" creationId="{2BEACD2C-86A0-B875-6725-BBFE2B93D801}"/>
          </ac:spMkLst>
        </pc:spChg>
        <pc:spChg chg="mod">
          <ac:chgData name="WILLI PENDL JUNIOR PENDL JUNIOR" userId="a7519bb9f12db4d8" providerId="LiveId" clId="{597F25F0-1757-49D3-8D53-519F52BC7F33}" dt="2025-02-03T01:56:16.737" v="2722"/>
          <ac:spMkLst>
            <pc:docMk/>
            <pc:sldMk cId="3101658197" sldId="301"/>
            <ac:spMk id="19" creationId="{DF7A7A8A-F294-1ED9-0CFB-3E6A0CB9F6EF}"/>
          </ac:spMkLst>
        </pc:spChg>
        <pc:spChg chg="add mod">
          <ac:chgData name="WILLI PENDL JUNIOR PENDL JUNIOR" userId="a7519bb9f12db4d8" providerId="LiveId" clId="{597F25F0-1757-49D3-8D53-519F52BC7F33}" dt="2025-02-03T01:56:23.673" v="2723" actId="1076"/>
          <ac:spMkLst>
            <pc:docMk/>
            <pc:sldMk cId="3101658197" sldId="301"/>
            <ac:spMk id="26" creationId="{005EF598-37E4-76BD-71CB-3427D8AF1E94}"/>
          </ac:spMkLst>
        </pc:spChg>
        <pc:spChg chg="add mod">
          <ac:chgData name="WILLI PENDL JUNIOR PENDL JUNIOR" userId="a7519bb9f12db4d8" providerId="LiveId" clId="{597F25F0-1757-49D3-8D53-519F52BC7F33}" dt="2025-02-03T01:59:50.953" v="2791" actId="207"/>
          <ac:spMkLst>
            <pc:docMk/>
            <pc:sldMk cId="3101658197" sldId="301"/>
            <ac:spMk id="27" creationId="{756805E0-DE06-5FF7-1C1A-F357A426BF21}"/>
          </ac:spMkLst>
        </pc:spChg>
        <pc:spChg chg="add mod">
          <ac:chgData name="WILLI PENDL JUNIOR PENDL JUNIOR" userId="a7519bb9f12db4d8" providerId="LiveId" clId="{597F25F0-1757-49D3-8D53-519F52BC7F33}" dt="2025-02-03T01:57:36.040" v="2762" actId="1076"/>
          <ac:spMkLst>
            <pc:docMk/>
            <pc:sldMk cId="3101658197" sldId="301"/>
            <ac:spMk id="28" creationId="{DF820509-379B-BD6F-1814-1D5AFCCEB0A5}"/>
          </ac:spMkLst>
        </pc:spChg>
        <pc:spChg chg="add mod">
          <ac:chgData name="WILLI PENDL JUNIOR PENDL JUNIOR" userId="a7519bb9f12db4d8" providerId="LiveId" clId="{597F25F0-1757-49D3-8D53-519F52BC7F33}" dt="2025-02-03T01:59:35.243" v="2789" actId="20577"/>
          <ac:spMkLst>
            <pc:docMk/>
            <pc:sldMk cId="3101658197" sldId="301"/>
            <ac:spMk id="29" creationId="{FD9697B2-2204-7F89-92CB-B201C61FDF7F}"/>
          </ac:spMkLst>
        </pc:spChg>
        <pc:grpChg chg="add mod">
          <ac:chgData name="WILLI PENDL JUNIOR PENDL JUNIOR" userId="a7519bb9f12db4d8" providerId="LiveId" clId="{597F25F0-1757-49D3-8D53-519F52BC7F33}" dt="2025-02-03T01:56:23.673" v="2723" actId="1076"/>
          <ac:grpSpMkLst>
            <pc:docMk/>
            <pc:sldMk cId="3101658197" sldId="301"/>
            <ac:grpSpMk id="7" creationId="{6428161E-A5BE-1EB9-C922-0CE98A444BC4}"/>
          </ac:grpSpMkLst>
        </pc:grpChg>
        <pc:picChg chg="add mod">
          <ac:chgData name="WILLI PENDL JUNIOR PENDL JUNIOR" userId="a7519bb9f12db4d8" providerId="LiveId" clId="{597F25F0-1757-49D3-8D53-519F52BC7F33}" dt="2025-02-03T01:58:59.327" v="2785" actId="14100"/>
          <ac:picMkLst>
            <pc:docMk/>
            <pc:sldMk cId="3101658197" sldId="301"/>
            <ac:picMk id="31" creationId="{9C69B68B-7302-1D4F-6A12-FB6F93EE450E}"/>
          </ac:picMkLst>
        </pc:picChg>
      </pc:sldChg>
      <pc:sldChg chg="addSp delSp modSp add mod replId modAnim">
        <pc:chgData name="WILLI PENDL JUNIOR PENDL JUNIOR" userId="a7519bb9f12db4d8" providerId="LiveId" clId="{597F25F0-1757-49D3-8D53-519F52BC7F33}" dt="2025-02-04T00:26:43.044" v="3468"/>
        <pc:sldMkLst>
          <pc:docMk/>
          <pc:sldMk cId="1192141773" sldId="302"/>
        </pc:sldMkLst>
        <pc:spChg chg="add mod">
          <ac:chgData name="WILLI PENDL JUNIOR PENDL JUNIOR" userId="a7519bb9f12db4d8" providerId="LiveId" clId="{597F25F0-1757-49D3-8D53-519F52BC7F33}" dt="2025-02-03T02:04:19.475" v="2858" actId="20577"/>
          <ac:spMkLst>
            <pc:docMk/>
            <pc:sldMk cId="1192141773" sldId="302"/>
            <ac:spMk id="2" creationId="{96EC72DF-4B05-8AA5-1C15-D282BF856120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16" creationId="{2EBD0F46-ADBC-3153-8F8C-BDC0A2465FEC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17" creationId="{E590B269-7CB7-1110-C21C-7BDF4FB1E41C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18" creationId="{4A81C00B-5768-72E3-3043-9C308D6DA506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19" creationId="{C6BF46C8-BDD8-581A-4E71-C8E80448C7DA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20" creationId="{EAFED0A1-1E95-0E2A-3F45-F87660B27D1F}"/>
          </ac:spMkLst>
        </pc:spChg>
        <pc:spChg chg="add mod">
          <ac:chgData name="WILLI PENDL JUNIOR PENDL JUNIOR" userId="a7519bb9f12db4d8" providerId="LiveId" clId="{597F25F0-1757-49D3-8D53-519F52BC7F33}" dt="2025-02-03T02:08:44.295" v="2912" actId="1076"/>
          <ac:spMkLst>
            <pc:docMk/>
            <pc:sldMk cId="1192141773" sldId="302"/>
            <ac:spMk id="21" creationId="{94CEBA62-19F5-CAFD-816F-E0DCD6D04CD6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22" creationId="{B67D9131-FF34-218C-5943-8F3B203A8AAB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23" creationId="{557CBDC7-9DA1-C98A-40F8-623B614F76CB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24" creationId="{7068BD4D-889E-D4AB-579D-1D2E365B3747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25" creationId="{E9DBF675-4202-DC67-9E89-A77A06FE7F34}"/>
          </ac:spMkLst>
        </pc:spChg>
        <pc:spChg chg="add mod">
          <ac:chgData name="WILLI PENDL JUNIOR PENDL JUNIOR" userId="a7519bb9f12db4d8" providerId="LiveId" clId="{597F25F0-1757-49D3-8D53-519F52BC7F33}" dt="2025-02-03T02:13:37.974" v="3331" actId="164"/>
          <ac:spMkLst>
            <pc:docMk/>
            <pc:sldMk cId="1192141773" sldId="302"/>
            <ac:spMk id="26" creationId="{89237FC9-7212-E027-A186-26E3526FE5CC}"/>
          </ac:spMkLst>
        </pc:spChg>
        <pc:spChg chg="add mod">
          <ac:chgData name="WILLI PENDL JUNIOR PENDL JUNIOR" userId="a7519bb9f12db4d8" providerId="LiveId" clId="{597F25F0-1757-49D3-8D53-519F52BC7F33}" dt="2025-02-03T02:16:03.150" v="3377" actId="1076"/>
          <ac:spMkLst>
            <pc:docMk/>
            <pc:sldMk cId="1192141773" sldId="302"/>
            <ac:spMk id="36" creationId="{03192E69-F815-661A-AC97-435DF2338613}"/>
          </ac:spMkLst>
        </pc:spChg>
        <pc:spChg chg="add mod">
          <ac:chgData name="WILLI PENDL JUNIOR PENDL JUNIOR" userId="a7519bb9f12db4d8" providerId="LiveId" clId="{597F25F0-1757-49D3-8D53-519F52BC7F33}" dt="2025-02-04T00:20:00.748" v="3379" actId="1076"/>
          <ac:spMkLst>
            <pc:docMk/>
            <pc:sldMk cId="1192141773" sldId="302"/>
            <ac:spMk id="37" creationId="{2771B14E-8A75-4F9B-265C-EFAC762CD436}"/>
          </ac:spMkLst>
        </pc:spChg>
        <pc:spChg chg="add mod">
          <ac:chgData name="WILLI PENDL JUNIOR PENDL JUNIOR" userId="a7519bb9f12db4d8" providerId="LiveId" clId="{597F25F0-1757-49D3-8D53-519F52BC7F33}" dt="2025-02-04T00:20:00.748" v="3379" actId="1076"/>
          <ac:spMkLst>
            <pc:docMk/>
            <pc:sldMk cId="1192141773" sldId="302"/>
            <ac:spMk id="38" creationId="{AAA232DE-01FA-5922-FDAB-D8AACC40DE24}"/>
          </ac:spMkLst>
        </pc:spChg>
        <pc:spChg chg="add mod">
          <ac:chgData name="WILLI PENDL JUNIOR PENDL JUNIOR" userId="a7519bb9f12db4d8" providerId="LiveId" clId="{597F25F0-1757-49D3-8D53-519F52BC7F33}" dt="2025-02-04T00:20:26.327" v="3387" actId="14100"/>
          <ac:spMkLst>
            <pc:docMk/>
            <pc:sldMk cId="1192141773" sldId="302"/>
            <ac:spMk id="39" creationId="{5F20AB91-BD82-1071-9F69-4A5B4AC8B1E7}"/>
          </ac:spMkLst>
        </pc:spChg>
        <pc:spChg chg="add mod">
          <ac:chgData name="WILLI PENDL JUNIOR PENDL JUNIOR" userId="a7519bb9f12db4d8" providerId="LiveId" clId="{597F25F0-1757-49D3-8D53-519F52BC7F33}" dt="2025-02-04T00:20:28.706" v="3388" actId="1076"/>
          <ac:spMkLst>
            <pc:docMk/>
            <pc:sldMk cId="1192141773" sldId="302"/>
            <ac:spMk id="40" creationId="{0380ADE5-246D-E70F-8622-74E135879992}"/>
          </ac:spMkLst>
        </pc:spChg>
        <pc:spChg chg="add mod">
          <ac:chgData name="WILLI PENDL JUNIOR PENDL JUNIOR" userId="a7519bb9f12db4d8" providerId="LiveId" clId="{597F25F0-1757-49D3-8D53-519F52BC7F33}" dt="2025-02-04T00:20:51.854" v="3395" actId="6549"/>
          <ac:spMkLst>
            <pc:docMk/>
            <pc:sldMk cId="1192141773" sldId="302"/>
            <ac:spMk id="41" creationId="{17A9A3F0-473D-76AC-1A17-425D0FD843B6}"/>
          </ac:spMkLst>
        </pc:spChg>
        <pc:spChg chg="add mod">
          <ac:chgData name="WILLI PENDL JUNIOR PENDL JUNIOR" userId="a7519bb9f12db4d8" providerId="LiveId" clId="{597F25F0-1757-49D3-8D53-519F52BC7F33}" dt="2025-02-04T00:21:11.484" v="3397" actId="1076"/>
          <ac:spMkLst>
            <pc:docMk/>
            <pc:sldMk cId="1192141773" sldId="302"/>
            <ac:spMk id="42" creationId="{7AC1A4A6-90E6-6050-C6AA-BDA59E1B593C}"/>
          </ac:spMkLst>
        </pc:spChg>
        <pc:spChg chg="add mod">
          <ac:chgData name="WILLI PENDL JUNIOR PENDL JUNIOR" userId="a7519bb9f12db4d8" providerId="LiveId" clId="{597F25F0-1757-49D3-8D53-519F52BC7F33}" dt="2025-02-04T00:21:27.583" v="3403" actId="14100"/>
          <ac:spMkLst>
            <pc:docMk/>
            <pc:sldMk cId="1192141773" sldId="302"/>
            <ac:spMk id="43" creationId="{FF87B06F-FF36-B4A5-163A-444717F730BE}"/>
          </ac:spMkLst>
        </pc:spChg>
        <pc:spChg chg="add mod">
          <ac:chgData name="WILLI PENDL JUNIOR PENDL JUNIOR" userId="a7519bb9f12db4d8" providerId="LiveId" clId="{597F25F0-1757-49D3-8D53-519F52BC7F33}" dt="2025-02-04T00:21:50.135" v="3405" actId="1076"/>
          <ac:spMkLst>
            <pc:docMk/>
            <pc:sldMk cId="1192141773" sldId="302"/>
            <ac:spMk id="44" creationId="{BDE527BF-196F-7F82-35A2-1178A578ED97}"/>
          </ac:spMkLst>
        </pc:spChg>
        <pc:spChg chg="add mod">
          <ac:chgData name="WILLI PENDL JUNIOR PENDL JUNIOR" userId="a7519bb9f12db4d8" providerId="LiveId" clId="{597F25F0-1757-49D3-8D53-519F52BC7F33}" dt="2025-02-04T00:21:50.135" v="3405" actId="1076"/>
          <ac:spMkLst>
            <pc:docMk/>
            <pc:sldMk cId="1192141773" sldId="302"/>
            <ac:spMk id="45" creationId="{019B4FF9-42C8-FC92-E38B-033A05FEFACF}"/>
          </ac:spMkLst>
        </pc:spChg>
        <pc:spChg chg="add mod">
          <ac:chgData name="WILLI PENDL JUNIOR PENDL JUNIOR" userId="a7519bb9f12db4d8" providerId="LiveId" clId="{597F25F0-1757-49D3-8D53-519F52BC7F33}" dt="2025-02-04T00:22:24.009" v="3415" actId="14100"/>
          <ac:spMkLst>
            <pc:docMk/>
            <pc:sldMk cId="1192141773" sldId="302"/>
            <ac:spMk id="46" creationId="{36C900D1-2102-C037-0293-AECFFF4864FA}"/>
          </ac:spMkLst>
        </pc:spChg>
        <pc:spChg chg="add mod">
          <ac:chgData name="WILLI PENDL JUNIOR PENDL JUNIOR" userId="a7519bb9f12db4d8" providerId="LiveId" clId="{597F25F0-1757-49D3-8D53-519F52BC7F33}" dt="2025-02-04T00:22:50.278" v="3431" actId="14100"/>
          <ac:spMkLst>
            <pc:docMk/>
            <pc:sldMk cId="1192141773" sldId="302"/>
            <ac:spMk id="47" creationId="{F650B085-A5DD-A852-2A66-CA4EE942998D}"/>
          </ac:spMkLst>
        </pc:spChg>
        <pc:spChg chg="add mod">
          <ac:chgData name="WILLI PENDL JUNIOR PENDL JUNIOR" userId="a7519bb9f12db4d8" providerId="LiveId" clId="{597F25F0-1757-49D3-8D53-519F52BC7F33}" dt="2025-02-04T00:23:59.635" v="3444" actId="1076"/>
          <ac:spMkLst>
            <pc:docMk/>
            <pc:sldMk cId="1192141773" sldId="302"/>
            <ac:spMk id="51" creationId="{AB2FF669-3BB4-5D35-4CF1-D7EE69D95C37}"/>
          </ac:spMkLst>
        </pc:spChg>
        <pc:spChg chg="add mod">
          <ac:chgData name="WILLI PENDL JUNIOR PENDL JUNIOR" userId="a7519bb9f12db4d8" providerId="LiveId" clId="{597F25F0-1757-49D3-8D53-519F52BC7F33}" dt="2025-02-04T00:24:32.108" v="3453" actId="1076"/>
          <ac:spMkLst>
            <pc:docMk/>
            <pc:sldMk cId="1192141773" sldId="302"/>
            <ac:spMk id="52" creationId="{81178AF5-4D2A-56C6-6350-F7468481457C}"/>
          </ac:spMkLst>
        </pc:spChg>
        <pc:spChg chg="add mod ord">
          <ac:chgData name="WILLI PENDL JUNIOR PENDL JUNIOR" userId="a7519bb9f12db4d8" providerId="LiveId" clId="{597F25F0-1757-49D3-8D53-519F52BC7F33}" dt="2025-02-04T00:25:16.395" v="3462" actId="1038"/>
          <ac:spMkLst>
            <pc:docMk/>
            <pc:sldMk cId="1192141773" sldId="302"/>
            <ac:spMk id="53" creationId="{E26938B1-ED4D-04C9-495D-AC0ECC43F259}"/>
          </ac:spMkLst>
        </pc:spChg>
        <pc:grpChg chg="mod">
          <ac:chgData name="WILLI PENDL JUNIOR PENDL JUNIOR" userId="a7519bb9f12db4d8" providerId="LiveId" clId="{597F25F0-1757-49D3-8D53-519F52BC7F33}" dt="2025-02-04T00:23:03.547" v="3432" actId="1076"/>
          <ac:grpSpMkLst>
            <pc:docMk/>
            <pc:sldMk cId="1192141773" sldId="302"/>
            <ac:grpSpMk id="34" creationId="{21634631-950E-75A1-FBC2-F38EF39224B6}"/>
          </ac:grpSpMkLst>
        </pc:grpChg>
        <pc:grpChg chg="add mod">
          <ac:chgData name="WILLI PENDL JUNIOR PENDL JUNIOR" userId="a7519bb9f12db4d8" providerId="LiveId" clId="{597F25F0-1757-49D3-8D53-519F52BC7F33}" dt="2025-02-04T00:23:30.922" v="3435" actId="14100"/>
          <ac:grpSpMkLst>
            <pc:docMk/>
            <pc:sldMk cId="1192141773" sldId="302"/>
            <ac:grpSpMk id="48" creationId="{46869FD1-6E00-4485-5931-013A7D0D63D3}"/>
          </ac:grpSpMkLst>
        </pc:grpChg>
        <pc:picChg chg="add mod">
          <ac:chgData name="WILLI PENDL JUNIOR PENDL JUNIOR" userId="a7519bb9f12db4d8" providerId="LiveId" clId="{597F25F0-1757-49D3-8D53-519F52BC7F33}" dt="2025-02-04T00:26:40.109" v="3467" actId="1076"/>
          <ac:picMkLst>
            <pc:docMk/>
            <pc:sldMk cId="1192141773" sldId="302"/>
            <ac:picMk id="55" creationId="{E75AE1A6-63A7-E02D-F9BC-8BA042E2D575}"/>
          </ac:picMkLst>
        </pc:picChg>
        <pc:cxnChg chg="add mod">
          <ac:chgData name="WILLI PENDL JUNIOR PENDL JUNIOR" userId="a7519bb9f12db4d8" providerId="LiveId" clId="{597F25F0-1757-49D3-8D53-519F52BC7F33}" dt="2025-02-03T02:05:24.539" v="2866"/>
          <ac:cxnSpMkLst>
            <pc:docMk/>
            <pc:sldMk cId="1192141773" sldId="302"/>
            <ac:cxnSpMk id="6" creationId="{97A6374E-414C-F704-1234-5919E892D12F}"/>
          </ac:cxnSpMkLst>
        </pc:cxnChg>
        <pc:cxnChg chg="add mod">
          <ac:chgData name="WILLI PENDL JUNIOR PENDL JUNIOR" userId="a7519bb9f12db4d8" providerId="LiveId" clId="{597F25F0-1757-49D3-8D53-519F52BC7F33}" dt="2025-02-03T02:05:49.437" v="2870"/>
          <ac:cxnSpMkLst>
            <pc:docMk/>
            <pc:sldMk cId="1192141773" sldId="302"/>
            <ac:cxnSpMk id="8" creationId="{5AE8CFD0-E916-B96D-0DF0-2FFDCB208E61}"/>
          </ac:cxnSpMkLst>
        </pc:cxnChg>
        <pc:cxnChg chg="add mod">
          <ac:chgData name="WILLI PENDL JUNIOR PENDL JUNIOR" userId="a7519bb9f12db4d8" providerId="LiveId" clId="{597F25F0-1757-49D3-8D53-519F52BC7F33}" dt="2025-02-03T02:06:16.326" v="2874" actId="14100"/>
          <ac:cxnSpMkLst>
            <pc:docMk/>
            <pc:sldMk cId="1192141773" sldId="302"/>
            <ac:cxnSpMk id="10" creationId="{EDDE421F-8375-533F-4E2B-92E28D8E2951}"/>
          </ac:cxnSpMkLst>
        </pc:cxnChg>
        <pc:cxnChg chg="add mod">
          <ac:chgData name="WILLI PENDL JUNIOR PENDL JUNIOR" userId="a7519bb9f12db4d8" providerId="LiveId" clId="{597F25F0-1757-49D3-8D53-519F52BC7F33}" dt="2025-02-03T02:06:43.050" v="2878" actId="693"/>
          <ac:cxnSpMkLst>
            <pc:docMk/>
            <pc:sldMk cId="1192141773" sldId="302"/>
            <ac:cxnSpMk id="13" creationId="{C8004003-3FE3-77E8-F684-07886B1116EA}"/>
          </ac:cxnSpMkLst>
        </pc:cxnChg>
        <pc:cxnChg chg="add mod">
          <ac:chgData name="WILLI PENDL JUNIOR PENDL JUNIOR" userId="a7519bb9f12db4d8" providerId="LiveId" clId="{597F25F0-1757-49D3-8D53-519F52BC7F33}" dt="2025-02-03T02:07:01.754" v="2882" actId="693"/>
          <ac:cxnSpMkLst>
            <pc:docMk/>
            <pc:sldMk cId="1192141773" sldId="302"/>
            <ac:cxnSpMk id="15" creationId="{C095BB32-BDF7-7FCE-0985-4F84E02D5575}"/>
          </ac:cxnSpMkLst>
        </pc:cxnChg>
        <pc:cxnChg chg="add mod">
          <ac:chgData name="WILLI PENDL JUNIOR PENDL JUNIOR" userId="a7519bb9f12db4d8" providerId="LiveId" clId="{597F25F0-1757-49D3-8D53-519F52BC7F33}" dt="2025-02-03T02:11:01.399" v="3025" actId="1037"/>
          <ac:cxnSpMkLst>
            <pc:docMk/>
            <pc:sldMk cId="1192141773" sldId="302"/>
            <ac:cxnSpMk id="27" creationId="{07E49609-193D-C6E6-F0B9-95CFE669DF7E}"/>
          </ac:cxnSpMkLst>
        </pc:cxnChg>
        <pc:cxnChg chg="add mod">
          <ac:chgData name="WILLI PENDL JUNIOR PENDL JUNIOR" userId="a7519bb9f12db4d8" providerId="LiveId" clId="{597F25F0-1757-49D3-8D53-519F52BC7F33}" dt="2025-02-03T02:11:17.767" v="3054" actId="1036"/>
          <ac:cxnSpMkLst>
            <pc:docMk/>
            <pc:sldMk cId="1192141773" sldId="302"/>
            <ac:cxnSpMk id="28" creationId="{802CA219-D9BF-0B8D-DD4B-2B7CC025BEEC}"/>
          </ac:cxnSpMkLst>
        </pc:cxnChg>
        <pc:cxnChg chg="add mod">
          <ac:chgData name="WILLI PENDL JUNIOR PENDL JUNIOR" userId="a7519bb9f12db4d8" providerId="LiveId" clId="{597F25F0-1757-49D3-8D53-519F52BC7F33}" dt="2025-02-03T02:11:43.445" v="3075" actId="1035"/>
          <ac:cxnSpMkLst>
            <pc:docMk/>
            <pc:sldMk cId="1192141773" sldId="302"/>
            <ac:cxnSpMk id="29" creationId="{FD9E8548-14D3-C7F8-40A7-0C941A453453}"/>
          </ac:cxnSpMkLst>
        </pc:cxnChg>
        <pc:cxnChg chg="add mod">
          <ac:chgData name="WILLI PENDL JUNIOR PENDL JUNIOR" userId="a7519bb9f12db4d8" providerId="LiveId" clId="{597F25F0-1757-49D3-8D53-519F52BC7F33}" dt="2025-02-03T02:12:36.238" v="3190" actId="1036"/>
          <ac:cxnSpMkLst>
            <pc:docMk/>
            <pc:sldMk cId="1192141773" sldId="302"/>
            <ac:cxnSpMk id="30" creationId="{5D4CE3EB-7F34-5D9C-6510-175B90EEAF12}"/>
          </ac:cxnSpMkLst>
        </pc:cxnChg>
        <pc:cxnChg chg="add mod">
          <ac:chgData name="WILLI PENDL JUNIOR PENDL JUNIOR" userId="a7519bb9f12db4d8" providerId="LiveId" clId="{597F25F0-1757-49D3-8D53-519F52BC7F33}" dt="2025-02-03T02:12:23.161" v="3133" actId="1036"/>
          <ac:cxnSpMkLst>
            <pc:docMk/>
            <pc:sldMk cId="1192141773" sldId="302"/>
            <ac:cxnSpMk id="31" creationId="{878D807B-5234-C0A0-3130-93C4F7E3B25B}"/>
          </ac:cxnSpMkLst>
        </pc:cxnChg>
        <pc:cxnChg chg="add mod">
          <ac:chgData name="WILLI PENDL JUNIOR PENDL JUNIOR" userId="a7519bb9f12db4d8" providerId="LiveId" clId="{597F25F0-1757-49D3-8D53-519F52BC7F33}" dt="2025-02-03T02:12:59.157" v="3248" actId="1035"/>
          <ac:cxnSpMkLst>
            <pc:docMk/>
            <pc:sldMk cId="1192141773" sldId="302"/>
            <ac:cxnSpMk id="32" creationId="{AAD5885A-F470-D2F0-329B-9422677181D8}"/>
          </ac:cxnSpMkLst>
        </pc:cxnChg>
        <pc:cxnChg chg="add mod">
          <ac:chgData name="WILLI PENDL JUNIOR PENDL JUNIOR" userId="a7519bb9f12db4d8" providerId="LiveId" clId="{597F25F0-1757-49D3-8D53-519F52BC7F33}" dt="2025-02-03T02:13:21.342" v="3330" actId="1036"/>
          <ac:cxnSpMkLst>
            <pc:docMk/>
            <pc:sldMk cId="1192141773" sldId="302"/>
            <ac:cxnSpMk id="33" creationId="{A57731A0-6710-F47E-DBA8-CDAC51B14596}"/>
          </ac:cxnSpMkLst>
        </pc:cxnChg>
        <pc:cxnChg chg="mod">
          <ac:chgData name="WILLI PENDL JUNIOR PENDL JUNIOR" userId="a7519bb9f12db4d8" providerId="LiveId" clId="{597F25F0-1757-49D3-8D53-519F52BC7F33}" dt="2025-02-04T00:23:21.289" v="3433"/>
          <ac:cxnSpMkLst>
            <pc:docMk/>
            <pc:sldMk cId="1192141773" sldId="302"/>
            <ac:cxnSpMk id="49" creationId="{DDB01086-C2E9-531D-2F6B-4A95E4C5BBD7}"/>
          </ac:cxnSpMkLst>
        </pc:cxnChg>
        <pc:cxnChg chg="mod">
          <ac:chgData name="WILLI PENDL JUNIOR PENDL JUNIOR" userId="a7519bb9f12db4d8" providerId="LiveId" clId="{597F25F0-1757-49D3-8D53-519F52BC7F33}" dt="2025-02-04T00:23:21.289" v="3433"/>
          <ac:cxnSpMkLst>
            <pc:docMk/>
            <pc:sldMk cId="1192141773" sldId="302"/>
            <ac:cxnSpMk id="50" creationId="{E24E217A-4C88-8C97-1DEB-BBC2450AE2AE}"/>
          </ac:cxnSpMkLst>
        </pc:cxnChg>
      </pc:sldChg>
      <pc:sldChg chg="addSp delSp modSp add mod replId delAnim modAnim">
        <pc:chgData name="WILLI PENDL JUNIOR PENDL JUNIOR" userId="a7519bb9f12db4d8" providerId="LiveId" clId="{597F25F0-1757-49D3-8D53-519F52BC7F33}" dt="2025-02-04T01:18:01.260" v="3870" actId="207"/>
        <pc:sldMkLst>
          <pc:docMk/>
          <pc:sldMk cId="3093199685" sldId="303"/>
        </pc:sldMkLst>
        <pc:spChg chg="add mod">
          <ac:chgData name="WILLI PENDL JUNIOR PENDL JUNIOR" userId="a7519bb9f12db4d8" providerId="LiveId" clId="{597F25F0-1757-49D3-8D53-519F52BC7F33}" dt="2025-02-04T01:00:19.918" v="3675" actId="1076"/>
          <ac:spMkLst>
            <pc:docMk/>
            <pc:sldMk cId="3093199685" sldId="303"/>
            <ac:spMk id="2" creationId="{8C1057CF-CC09-3976-F91D-AC6019BC8293}"/>
          </ac:spMkLst>
        </pc:spChg>
        <pc:spChg chg="add mod">
          <ac:chgData name="WILLI PENDL JUNIOR PENDL JUNIOR" userId="a7519bb9f12db4d8" providerId="LiveId" clId="{597F25F0-1757-49D3-8D53-519F52BC7F33}" dt="2025-02-04T00:41:45.376" v="3612" actId="164"/>
          <ac:spMkLst>
            <pc:docMk/>
            <pc:sldMk cId="3093199685" sldId="303"/>
            <ac:spMk id="9" creationId="{D3D50BAD-86F2-48D6-0C10-9BA74BB05020}"/>
          </ac:spMkLst>
        </pc:spChg>
        <pc:spChg chg="add mod">
          <ac:chgData name="WILLI PENDL JUNIOR PENDL JUNIOR" userId="a7519bb9f12db4d8" providerId="LiveId" clId="{597F25F0-1757-49D3-8D53-519F52BC7F33}" dt="2025-02-04T00:41:45.376" v="3612" actId="164"/>
          <ac:spMkLst>
            <pc:docMk/>
            <pc:sldMk cId="3093199685" sldId="303"/>
            <ac:spMk id="10" creationId="{3944860B-231D-C46F-52B1-3B8B920164EB}"/>
          </ac:spMkLst>
        </pc:spChg>
        <pc:spChg chg="add mod">
          <ac:chgData name="WILLI PENDL JUNIOR PENDL JUNIOR" userId="a7519bb9f12db4d8" providerId="LiveId" clId="{597F25F0-1757-49D3-8D53-519F52BC7F33}" dt="2025-02-04T00:41:45.376" v="3612" actId="164"/>
          <ac:spMkLst>
            <pc:docMk/>
            <pc:sldMk cId="3093199685" sldId="303"/>
            <ac:spMk id="11" creationId="{F5A5AFE3-CD0D-9DB6-36F8-F758E8E4CA5D}"/>
          </ac:spMkLst>
        </pc:spChg>
        <pc:spChg chg="add mod">
          <ac:chgData name="WILLI PENDL JUNIOR PENDL JUNIOR" userId="a7519bb9f12db4d8" providerId="LiveId" clId="{597F25F0-1757-49D3-8D53-519F52BC7F33}" dt="2025-02-04T00:41:45.376" v="3612" actId="164"/>
          <ac:spMkLst>
            <pc:docMk/>
            <pc:sldMk cId="3093199685" sldId="303"/>
            <ac:spMk id="12" creationId="{36DB069C-8A4B-637B-A1D0-D9AE6CBF3833}"/>
          </ac:spMkLst>
        </pc:spChg>
        <pc:spChg chg="add mod">
          <ac:chgData name="WILLI PENDL JUNIOR PENDL JUNIOR" userId="a7519bb9f12db4d8" providerId="LiveId" clId="{597F25F0-1757-49D3-8D53-519F52BC7F33}" dt="2025-02-04T00:41:45.376" v="3612" actId="164"/>
          <ac:spMkLst>
            <pc:docMk/>
            <pc:sldMk cId="3093199685" sldId="303"/>
            <ac:spMk id="13" creationId="{49A6F694-6E81-11A9-215E-AD5DACE9C0D2}"/>
          </ac:spMkLst>
        </pc:spChg>
        <pc:spChg chg="add mod">
          <ac:chgData name="WILLI PENDL JUNIOR PENDL JUNIOR" userId="a7519bb9f12db4d8" providerId="LiveId" clId="{597F25F0-1757-49D3-8D53-519F52BC7F33}" dt="2025-02-04T00:41:45.376" v="3612" actId="164"/>
          <ac:spMkLst>
            <pc:docMk/>
            <pc:sldMk cId="3093199685" sldId="303"/>
            <ac:spMk id="14" creationId="{1CEBEF7C-6A7C-1527-FC38-8014ECDFB881}"/>
          </ac:spMkLst>
        </pc:spChg>
        <pc:spChg chg="add mod">
          <ac:chgData name="WILLI PENDL JUNIOR PENDL JUNIOR" userId="a7519bb9f12db4d8" providerId="LiveId" clId="{597F25F0-1757-49D3-8D53-519F52BC7F33}" dt="2025-02-04T01:00:22.405" v="3676" actId="1076"/>
          <ac:spMkLst>
            <pc:docMk/>
            <pc:sldMk cId="3093199685" sldId="303"/>
            <ac:spMk id="30" creationId="{6B3F0769-7F03-435A-6D4E-D2257B008218}"/>
          </ac:spMkLst>
        </pc:spChg>
        <pc:spChg chg="add mod">
          <ac:chgData name="WILLI PENDL JUNIOR PENDL JUNIOR" userId="a7519bb9f12db4d8" providerId="LiveId" clId="{597F25F0-1757-49D3-8D53-519F52BC7F33}" dt="2025-02-04T01:00:36.396" v="3677" actId="1076"/>
          <ac:spMkLst>
            <pc:docMk/>
            <pc:sldMk cId="3093199685" sldId="303"/>
            <ac:spMk id="32" creationId="{4DBDCF17-E0CB-3066-E20E-64F6672C0D75}"/>
          </ac:spMkLst>
        </pc:spChg>
        <pc:spChg chg="add mod">
          <ac:chgData name="WILLI PENDL JUNIOR PENDL JUNIOR" userId="a7519bb9f12db4d8" providerId="LiveId" clId="{597F25F0-1757-49D3-8D53-519F52BC7F33}" dt="2025-02-04T01:01:53.125" v="3699" actId="1076"/>
          <ac:spMkLst>
            <pc:docMk/>
            <pc:sldMk cId="3093199685" sldId="303"/>
            <ac:spMk id="33" creationId="{14B803C4-998A-007E-4D27-9FE75D102AB3}"/>
          </ac:spMkLst>
        </pc:spChg>
        <pc:spChg chg="mod">
          <ac:chgData name="WILLI PENDL JUNIOR PENDL JUNIOR" userId="a7519bb9f12db4d8" providerId="LiveId" clId="{597F25F0-1757-49D3-8D53-519F52BC7F33}" dt="2025-02-04T01:01:23.592" v="3681" actId="1076"/>
          <ac:spMkLst>
            <pc:docMk/>
            <pc:sldMk cId="3093199685" sldId="303"/>
            <ac:spMk id="35" creationId="{C1D8A4C0-E98C-4661-EFBC-BC813E9A47EC}"/>
          </ac:spMkLst>
        </pc:spChg>
        <pc:spChg chg="mod">
          <ac:chgData name="WILLI PENDL JUNIOR PENDL JUNIOR" userId="a7519bb9f12db4d8" providerId="LiveId" clId="{597F25F0-1757-49D3-8D53-519F52BC7F33}" dt="2025-02-04T01:01:11.930" v="3678"/>
          <ac:spMkLst>
            <pc:docMk/>
            <pc:sldMk cId="3093199685" sldId="303"/>
            <ac:spMk id="37" creationId="{6758EAB5-9279-F2F6-99FD-54C3E04D3988}"/>
          </ac:spMkLst>
        </pc:spChg>
        <pc:spChg chg="mod">
          <ac:chgData name="WILLI PENDL JUNIOR PENDL JUNIOR" userId="a7519bb9f12db4d8" providerId="LiveId" clId="{597F25F0-1757-49D3-8D53-519F52BC7F33}" dt="2025-02-04T01:01:11.930" v="3678"/>
          <ac:spMkLst>
            <pc:docMk/>
            <pc:sldMk cId="3093199685" sldId="303"/>
            <ac:spMk id="38" creationId="{808D9F4F-91B2-895C-D915-2AF8B2054EAD}"/>
          </ac:spMkLst>
        </pc:spChg>
        <pc:spChg chg="add mod">
          <ac:chgData name="WILLI PENDL JUNIOR PENDL JUNIOR" userId="a7519bb9f12db4d8" providerId="LiveId" clId="{597F25F0-1757-49D3-8D53-519F52BC7F33}" dt="2025-02-04T01:03:59.436" v="3728" actId="1076"/>
          <ac:spMkLst>
            <pc:docMk/>
            <pc:sldMk cId="3093199685" sldId="303"/>
            <ac:spMk id="40" creationId="{245DB18E-8C3D-56E9-BE94-641856CB6459}"/>
          </ac:spMkLst>
        </pc:spChg>
        <pc:spChg chg="add mod">
          <ac:chgData name="WILLI PENDL JUNIOR PENDL JUNIOR" userId="a7519bb9f12db4d8" providerId="LiveId" clId="{597F25F0-1757-49D3-8D53-519F52BC7F33}" dt="2025-02-04T01:04:17.139" v="3733" actId="1582"/>
          <ac:spMkLst>
            <pc:docMk/>
            <pc:sldMk cId="3093199685" sldId="303"/>
            <ac:spMk id="41" creationId="{3C8FB9A4-5D7F-21D3-CB48-080FBF1F72F8}"/>
          </ac:spMkLst>
        </pc:spChg>
        <pc:spChg chg="add mod">
          <ac:chgData name="WILLI PENDL JUNIOR PENDL JUNIOR" userId="a7519bb9f12db4d8" providerId="LiveId" clId="{597F25F0-1757-49D3-8D53-519F52BC7F33}" dt="2025-02-04T01:04:54.844" v="3742" actId="1076"/>
          <ac:spMkLst>
            <pc:docMk/>
            <pc:sldMk cId="3093199685" sldId="303"/>
            <ac:spMk id="42" creationId="{7DB88027-E8B8-DA48-4598-09AD18617862}"/>
          </ac:spMkLst>
        </pc:spChg>
        <pc:spChg chg="add mod">
          <ac:chgData name="WILLI PENDL JUNIOR PENDL JUNIOR" userId="a7519bb9f12db4d8" providerId="LiveId" clId="{597F25F0-1757-49D3-8D53-519F52BC7F33}" dt="2025-02-04T01:07:00.221" v="3764" actId="1076"/>
          <ac:spMkLst>
            <pc:docMk/>
            <pc:sldMk cId="3093199685" sldId="303"/>
            <ac:spMk id="43" creationId="{C6537936-B5E3-5046-5AEC-E6810C8EFD2E}"/>
          </ac:spMkLst>
        </pc:spChg>
        <pc:spChg chg="add mod">
          <ac:chgData name="WILLI PENDL JUNIOR PENDL JUNIOR" userId="a7519bb9f12db4d8" providerId="LiveId" clId="{597F25F0-1757-49D3-8D53-519F52BC7F33}" dt="2025-02-04T01:08:23.771" v="3787" actId="207"/>
          <ac:spMkLst>
            <pc:docMk/>
            <pc:sldMk cId="3093199685" sldId="303"/>
            <ac:spMk id="47" creationId="{9607C90A-38E6-021F-E999-9F269112667F}"/>
          </ac:spMkLst>
        </pc:spChg>
        <pc:spChg chg="add mod">
          <ac:chgData name="WILLI PENDL JUNIOR PENDL JUNIOR" userId="a7519bb9f12db4d8" providerId="LiveId" clId="{597F25F0-1757-49D3-8D53-519F52BC7F33}" dt="2025-02-04T01:18:01.260" v="3870" actId="207"/>
          <ac:spMkLst>
            <pc:docMk/>
            <pc:sldMk cId="3093199685" sldId="303"/>
            <ac:spMk id="48" creationId="{A7DCEAAB-F12B-D7C8-2EB1-5BF285AA841F}"/>
          </ac:spMkLst>
        </pc:spChg>
        <pc:spChg chg="add mod ord">
          <ac:chgData name="WILLI PENDL JUNIOR PENDL JUNIOR" userId="a7519bb9f12db4d8" providerId="LiveId" clId="{597F25F0-1757-49D3-8D53-519F52BC7F33}" dt="2025-02-04T01:10:28.688" v="3806" actId="167"/>
          <ac:spMkLst>
            <pc:docMk/>
            <pc:sldMk cId="3093199685" sldId="303"/>
            <ac:spMk id="49" creationId="{9525057E-3894-5B95-9C5A-07B797FB683A}"/>
          </ac:spMkLst>
        </pc:spChg>
        <pc:spChg chg="add mod">
          <ac:chgData name="WILLI PENDL JUNIOR PENDL JUNIOR" userId="a7519bb9f12db4d8" providerId="LiveId" clId="{597F25F0-1757-49D3-8D53-519F52BC7F33}" dt="2025-02-04T01:16:02.281" v="3855" actId="164"/>
          <ac:spMkLst>
            <pc:docMk/>
            <pc:sldMk cId="3093199685" sldId="303"/>
            <ac:spMk id="55" creationId="{6AC19526-D060-4728-D86C-546027D0939B}"/>
          </ac:spMkLst>
        </pc:spChg>
        <pc:spChg chg="add mod">
          <ac:chgData name="WILLI PENDL JUNIOR PENDL JUNIOR" userId="a7519bb9f12db4d8" providerId="LiveId" clId="{597F25F0-1757-49D3-8D53-519F52BC7F33}" dt="2025-02-04T01:16:02.281" v="3855" actId="164"/>
          <ac:spMkLst>
            <pc:docMk/>
            <pc:sldMk cId="3093199685" sldId="303"/>
            <ac:spMk id="56" creationId="{35056F23-772C-A901-D31E-2C13EFACFD65}"/>
          </ac:spMkLst>
        </pc:spChg>
        <pc:spChg chg="add mod">
          <ac:chgData name="WILLI PENDL JUNIOR PENDL JUNIOR" userId="a7519bb9f12db4d8" providerId="LiveId" clId="{597F25F0-1757-49D3-8D53-519F52BC7F33}" dt="2025-02-04T01:16:41.098" v="3867" actId="1076"/>
          <ac:spMkLst>
            <pc:docMk/>
            <pc:sldMk cId="3093199685" sldId="303"/>
            <ac:spMk id="57" creationId="{8ACEF27D-0B68-47AD-F140-0CBCF9AB8C6F}"/>
          </ac:spMkLst>
        </pc:spChg>
        <pc:grpChg chg="add mod">
          <ac:chgData name="WILLI PENDL JUNIOR PENDL JUNIOR" userId="a7519bb9f12db4d8" providerId="LiveId" clId="{597F25F0-1757-49D3-8D53-519F52BC7F33}" dt="2025-02-04T01:00:11.460" v="3674" actId="1076"/>
          <ac:grpSpMkLst>
            <pc:docMk/>
            <pc:sldMk cId="3093199685" sldId="303"/>
            <ac:grpSpMk id="28" creationId="{BD4860E0-9827-EE8F-7B3D-6121D919D50E}"/>
          </ac:grpSpMkLst>
        </pc:grpChg>
        <pc:grpChg chg="add mod">
          <ac:chgData name="WILLI PENDL JUNIOR PENDL JUNIOR" userId="a7519bb9f12db4d8" providerId="LiveId" clId="{597F25F0-1757-49D3-8D53-519F52BC7F33}" dt="2025-02-04T01:01:56.828" v="3700" actId="1076"/>
          <ac:grpSpMkLst>
            <pc:docMk/>
            <pc:sldMk cId="3093199685" sldId="303"/>
            <ac:grpSpMk id="34" creationId="{59D91911-8D53-BCD5-220E-E6BB96D7C0A8}"/>
          </ac:grpSpMkLst>
        </pc:grpChg>
        <pc:grpChg chg="mod">
          <ac:chgData name="WILLI PENDL JUNIOR PENDL JUNIOR" userId="a7519bb9f12db4d8" providerId="LiveId" clId="{597F25F0-1757-49D3-8D53-519F52BC7F33}" dt="2025-02-04T01:01:11.930" v="3678"/>
          <ac:grpSpMkLst>
            <pc:docMk/>
            <pc:sldMk cId="3093199685" sldId="303"/>
            <ac:grpSpMk id="36" creationId="{B91A6879-0D4D-B611-D235-BBA2E6C055D1}"/>
          </ac:grpSpMkLst>
        </pc:grpChg>
        <pc:grpChg chg="add mod">
          <ac:chgData name="WILLI PENDL JUNIOR PENDL JUNIOR" userId="a7519bb9f12db4d8" providerId="LiveId" clId="{597F25F0-1757-49D3-8D53-519F52BC7F33}" dt="2025-02-04T01:06:54.027" v="3763" actId="1037"/>
          <ac:grpSpMkLst>
            <pc:docMk/>
            <pc:sldMk cId="3093199685" sldId="303"/>
            <ac:grpSpMk id="44" creationId="{3CAA723B-16C7-4FDF-65F8-06E7B3C7DBF2}"/>
          </ac:grpSpMkLst>
        </pc:grpChg>
        <pc:grpChg chg="add mod ord">
          <ac:chgData name="WILLI PENDL JUNIOR PENDL JUNIOR" userId="a7519bb9f12db4d8" providerId="LiveId" clId="{597F25F0-1757-49D3-8D53-519F52BC7F33}" dt="2025-02-04T01:16:33.541" v="3866" actId="167"/>
          <ac:grpSpMkLst>
            <pc:docMk/>
            <pc:sldMk cId="3093199685" sldId="303"/>
            <ac:grpSpMk id="58" creationId="{32D28AD1-C847-C008-DE4C-E4A576E2510D}"/>
          </ac:grpSpMkLst>
        </pc:grpChg>
        <pc:picChg chg="add mod">
          <ac:chgData name="WILLI PENDL JUNIOR PENDL JUNIOR" userId="a7519bb9f12db4d8" providerId="LiveId" clId="{597F25F0-1757-49D3-8D53-519F52BC7F33}" dt="2025-02-04T01:10:33.631" v="3808"/>
          <ac:picMkLst>
            <pc:docMk/>
            <pc:sldMk cId="3093199685" sldId="303"/>
            <ac:picMk id="52" creationId="{B4858B0B-99A1-3670-7992-88C81D21F754}"/>
          </ac:picMkLst>
        </pc:picChg>
        <pc:cxnChg chg="add mod">
          <ac:chgData name="WILLI PENDL JUNIOR PENDL JUNIOR" userId="a7519bb9f12db4d8" providerId="LiveId" clId="{597F25F0-1757-49D3-8D53-519F52BC7F33}" dt="2025-02-04T00:41:45.376" v="3612" actId="164"/>
          <ac:cxnSpMkLst>
            <pc:docMk/>
            <pc:sldMk cId="3093199685" sldId="303"/>
            <ac:cxnSpMk id="6" creationId="{DD29C150-29E1-B297-565C-D95CEA7754E2}"/>
          </ac:cxnSpMkLst>
        </pc:cxnChg>
        <pc:cxnChg chg="add mod">
          <ac:chgData name="WILLI PENDL JUNIOR PENDL JUNIOR" userId="a7519bb9f12db4d8" providerId="LiveId" clId="{597F25F0-1757-49D3-8D53-519F52BC7F33}" dt="2025-02-04T00:41:45.376" v="3612" actId="164"/>
          <ac:cxnSpMkLst>
            <pc:docMk/>
            <pc:sldMk cId="3093199685" sldId="303"/>
            <ac:cxnSpMk id="8" creationId="{694676B3-E054-5DD2-4089-150271EF5A56}"/>
          </ac:cxnSpMkLst>
        </pc:cxnChg>
        <pc:cxnChg chg="add mod">
          <ac:chgData name="WILLI PENDL JUNIOR PENDL JUNIOR" userId="a7519bb9f12db4d8" providerId="LiveId" clId="{597F25F0-1757-49D3-8D53-519F52BC7F33}" dt="2025-02-04T00:39:09.312" v="3555" actId="14100"/>
          <ac:cxnSpMkLst>
            <pc:docMk/>
            <pc:sldMk cId="3093199685" sldId="303"/>
            <ac:cxnSpMk id="16" creationId="{64905666-5175-0013-53F5-E00D2B406407}"/>
          </ac:cxnSpMkLst>
        </pc:cxnChg>
        <pc:cxnChg chg="add mod">
          <ac:chgData name="WILLI PENDL JUNIOR PENDL JUNIOR" userId="a7519bb9f12db4d8" providerId="LiveId" clId="{597F25F0-1757-49D3-8D53-519F52BC7F33}" dt="2025-02-04T00:41:45.376" v="3612" actId="164"/>
          <ac:cxnSpMkLst>
            <pc:docMk/>
            <pc:sldMk cId="3093199685" sldId="303"/>
            <ac:cxnSpMk id="20" creationId="{88F95DB1-39FE-84B0-5E17-3488094EB46F}"/>
          </ac:cxnSpMkLst>
        </pc:cxnChg>
        <pc:cxnChg chg="add mod">
          <ac:chgData name="WILLI PENDL JUNIOR PENDL JUNIOR" userId="a7519bb9f12db4d8" providerId="LiveId" clId="{597F25F0-1757-49D3-8D53-519F52BC7F33}" dt="2025-02-04T00:40:25.360" v="3566" actId="693"/>
          <ac:cxnSpMkLst>
            <pc:docMk/>
            <pc:sldMk cId="3093199685" sldId="303"/>
            <ac:cxnSpMk id="24" creationId="{7DB5081A-FA75-4019-715A-C858A21E9555}"/>
          </ac:cxnSpMkLst>
        </pc:cxnChg>
        <pc:cxnChg chg="mod">
          <ac:chgData name="WILLI PENDL JUNIOR PENDL JUNIOR" userId="a7519bb9f12db4d8" providerId="LiveId" clId="{597F25F0-1757-49D3-8D53-519F52BC7F33}" dt="2025-02-04T01:06:36.017" v="3748"/>
          <ac:cxnSpMkLst>
            <pc:docMk/>
            <pc:sldMk cId="3093199685" sldId="303"/>
            <ac:cxnSpMk id="45" creationId="{92517A30-61F2-3DE7-6E57-DDD84A04843A}"/>
          </ac:cxnSpMkLst>
        </pc:cxnChg>
        <pc:cxnChg chg="mod">
          <ac:chgData name="WILLI PENDL JUNIOR PENDL JUNIOR" userId="a7519bb9f12db4d8" providerId="LiveId" clId="{597F25F0-1757-49D3-8D53-519F52BC7F33}" dt="2025-02-04T01:06:36.017" v="3748"/>
          <ac:cxnSpMkLst>
            <pc:docMk/>
            <pc:sldMk cId="3093199685" sldId="303"/>
            <ac:cxnSpMk id="46" creationId="{03D7B18C-12C9-CC9E-3C37-DE6FDE4CB142}"/>
          </ac:cxnSpMkLst>
        </pc:cxnChg>
      </pc:sldChg>
      <pc:sldChg chg="addSp delSp modSp add mod modAnim">
        <pc:chgData name="WILLI PENDL JUNIOR PENDL JUNIOR" userId="a7519bb9f12db4d8" providerId="LiveId" clId="{597F25F0-1757-49D3-8D53-519F52BC7F33}" dt="2025-02-03T00:34:19.340" v="2126"/>
        <pc:sldMkLst>
          <pc:docMk/>
          <pc:sldMk cId="2421658501" sldId="304"/>
        </pc:sldMkLst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9" creationId="{B27D76EC-97C9-9DB9-A591-EA227BC15B52}"/>
          </ac:spMkLst>
        </pc:spChg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11" creationId="{6FEBA0D0-7875-ADB4-A6AC-631765BE632C}"/>
          </ac:spMkLst>
        </pc:spChg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12" creationId="{AEA40B5D-74AB-E4D9-9BC9-020BC4CF9CB4}"/>
          </ac:spMkLst>
        </pc:spChg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13" creationId="{E2D4F69A-DAC0-00DE-D237-4C8F073652F6}"/>
          </ac:spMkLst>
        </pc:spChg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14" creationId="{A833597A-DB96-BEFD-DF23-5D1D51986755}"/>
          </ac:spMkLst>
        </pc:spChg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16" creationId="{BC1CF668-53B1-9731-BB8A-29CC9BFC90F9}"/>
          </ac:spMkLst>
        </pc:spChg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17" creationId="{D8E8CBC8-9681-DC98-26A9-53F2710707EA}"/>
          </ac:spMkLst>
        </pc:spChg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18" creationId="{1887A2C3-D4BE-7347-1BD7-8B0D80DB4E2B}"/>
          </ac:spMkLst>
        </pc:spChg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19" creationId="{1E6E7548-D111-1C63-1090-0D4516659CF7}"/>
          </ac:spMkLst>
        </pc:spChg>
        <pc:spChg chg="mod">
          <ac:chgData name="WILLI PENDL JUNIOR PENDL JUNIOR" userId="a7519bb9f12db4d8" providerId="LiveId" clId="{597F25F0-1757-49D3-8D53-519F52BC7F33}" dt="2025-02-03T00:23:24.472" v="1882"/>
          <ac:spMkLst>
            <pc:docMk/>
            <pc:sldMk cId="2421658501" sldId="304"/>
            <ac:spMk id="32" creationId="{4C304FF6-09ED-37CB-2A17-CD64D8CAAF4A}"/>
          </ac:spMkLst>
        </pc:spChg>
        <pc:spChg chg="mod">
          <ac:chgData name="WILLI PENDL JUNIOR PENDL JUNIOR" userId="a7519bb9f12db4d8" providerId="LiveId" clId="{597F25F0-1757-49D3-8D53-519F52BC7F33}" dt="2025-02-03T00:23:47.488" v="1895" actId="14100"/>
          <ac:spMkLst>
            <pc:docMk/>
            <pc:sldMk cId="2421658501" sldId="304"/>
            <ac:spMk id="33" creationId="{00049759-7A8C-8509-B7BE-1EEBDA5BF0FD}"/>
          </ac:spMkLst>
        </pc:spChg>
        <pc:spChg chg="mod">
          <ac:chgData name="WILLI PENDL JUNIOR PENDL JUNIOR" userId="a7519bb9f12db4d8" providerId="LiveId" clId="{597F25F0-1757-49D3-8D53-519F52BC7F33}" dt="2025-02-03T00:23:51.569" v="1896" actId="1076"/>
          <ac:spMkLst>
            <pc:docMk/>
            <pc:sldMk cId="2421658501" sldId="304"/>
            <ac:spMk id="34" creationId="{4CDA97B4-6D1A-2E3F-60A5-8A74F0E41025}"/>
          </ac:spMkLst>
        </pc:spChg>
        <pc:spChg chg="add mod">
          <ac:chgData name="WILLI PENDL JUNIOR PENDL JUNIOR" userId="a7519bb9f12db4d8" providerId="LiveId" clId="{597F25F0-1757-49D3-8D53-519F52BC7F33}" dt="2025-02-03T00:24:21.040" v="1935" actId="14100"/>
          <ac:spMkLst>
            <pc:docMk/>
            <pc:sldMk cId="2421658501" sldId="304"/>
            <ac:spMk id="35" creationId="{BED1A32D-DEF8-C717-EE14-C80EBBC9F521}"/>
          </ac:spMkLst>
        </pc:spChg>
        <pc:spChg chg="add mod">
          <ac:chgData name="WILLI PENDL JUNIOR PENDL JUNIOR" userId="a7519bb9f12db4d8" providerId="LiveId" clId="{597F25F0-1757-49D3-8D53-519F52BC7F33}" dt="2025-02-03T00:25:06.322" v="1952" actId="207"/>
          <ac:spMkLst>
            <pc:docMk/>
            <pc:sldMk cId="2421658501" sldId="304"/>
            <ac:spMk id="36" creationId="{BF7E4FC9-3E14-3B26-5D48-3AEBDF95D9A0}"/>
          </ac:spMkLst>
        </pc:spChg>
        <pc:spChg chg="add mod">
          <ac:chgData name="WILLI PENDL JUNIOR PENDL JUNIOR" userId="a7519bb9f12db4d8" providerId="LiveId" clId="{597F25F0-1757-49D3-8D53-519F52BC7F33}" dt="2025-02-03T00:25:28.323" v="1955" actId="14100"/>
          <ac:spMkLst>
            <pc:docMk/>
            <pc:sldMk cId="2421658501" sldId="304"/>
            <ac:spMk id="37" creationId="{3EA53E22-E150-E4E3-90F6-EB9ADB423F41}"/>
          </ac:spMkLst>
        </pc:spChg>
        <pc:spChg chg="add mod">
          <ac:chgData name="WILLI PENDL JUNIOR PENDL JUNIOR" userId="a7519bb9f12db4d8" providerId="LiveId" clId="{597F25F0-1757-49D3-8D53-519F52BC7F33}" dt="2025-02-03T00:26:12.943" v="1975" actId="1076"/>
          <ac:spMkLst>
            <pc:docMk/>
            <pc:sldMk cId="2421658501" sldId="304"/>
            <ac:spMk id="38" creationId="{F89D36B4-4404-5EB3-A8A1-800AB01DB923}"/>
          </ac:spMkLst>
        </pc:spChg>
        <pc:spChg chg="add mod">
          <ac:chgData name="WILLI PENDL JUNIOR PENDL JUNIOR" userId="a7519bb9f12db4d8" providerId="LiveId" clId="{597F25F0-1757-49D3-8D53-519F52BC7F33}" dt="2025-02-03T00:26:50.953" v="1990" actId="1076"/>
          <ac:spMkLst>
            <pc:docMk/>
            <pc:sldMk cId="2421658501" sldId="304"/>
            <ac:spMk id="39" creationId="{9DE873C9-C2EF-C85D-52B8-A02EFC7FCF42}"/>
          </ac:spMkLst>
        </pc:spChg>
        <pc:spChg chg="add mod">
          <ac:chgData name="WILLI PENDL JUNIOR PENDL JUNIOR" userId="a7519bb9f12db4d8" providerId="LiveId" clId="{597F25F0-1757-49D3-8D53-519F52BC7F33}" dt="2025-02-03T00:29:17.361" v="2060" actId="1038"/>
          <ac:spMkLst>
            <pc:docMk/>
            <pc:sldMk cId="2421658501" sldId="304"/>
            <ac:spMk id="40" creationId="{49D508D4-75F3-7910-7A96-933664ECB024}"/>
          </ac:spMkLst>
        </pc:spChg>
        <pc:spChg chg="add mod">
          <ac:chgData name="WILLI PENDL JUNIOR PENDL JUNIOR" userId="a7519bb9f12db4d8" providerId="LiveId" clId="{597F25F0-1757-49D3-8D53-519F52BC7F33}" dt="2025-02-03T00:29:17.361" v="2060" actId="1038"/>
          <ac:spMkLst>
            <pc:docMk/>
            <pc:sldMk cId="2421658501" sldId="304"/>
            <ac:spMk id="41" creationId="{2C4BB0D2-C17A-F091-6836-4DF2E06C37F2}"/>
          </ac:spMkLst>
        </pc:spChg>
        <pc:spChg chg="add mod">
          <ac:chgData name="WILLI PENDL JUNIOR PENDL JUNIOR" userId="a7519bb9f12db4d8" providerId="LiveId" clId="{597F25F0-1757-49D3-8D53-519F52BC7F33}" dt="2025-02-03T00:29:17.361" v="2060" actId="1038"/>
          <ac:spMkLst>
            <pc:docMk/>
            <pc:sldMk cId="2421658501" sldId="304"/>
            <ac:spMk id="42" creationId="{99D5095D-8618-E20F-82F6-A102E7333AAB}"/>
          </ac:spMkLst>
        </pc:spChg>
        <pc:spChg chg="add mod">
          <ac:chgData name="WILLI PENDL JUNIOR PENDL JUNIOR" userId="a7519bb9f12db4d8" providerId="LiveId" clId="{597F25F0-1757-49D3-8D53-519F52BC7F33}" dt="2025-02-03T00:29:29.895" v="2064" actId="207"/>
          <ac:spMkLst>
            <pc:docMk/>
            <pc:sldMk cId="2421658501" sldId="304"/>
            <ac:spMk id="43" creationId="{CAA30ADC-685D-1FA2-C1F3-01EC50FD6295}"/>
          </ac:spMkLst>
        </pc:spChg>
        <pc:spChg chg="add mod">
          <ac:chgData name="WILLI PENDL JUNIOR PENDL JUNIOR" userId="a7519bb9f12db4d8" providerId="LiveId" clId="{597F25F0-1757-49D3-8D53-519F52BC7F33}" dt="2025-02-03T00:29:17.361" v="2060" actId="1038"/>
          <ac:spMkLst>
            <pc:docMk/>
            <pc:sldMk cId="2421658501" sldId="304"/>
            <ac:spMk id="44" creationId="{89737144-B574-EED7-D87A-D3F07F22E5E5}"/>
          </ac:spMkLst>
        </pc:spChg>
        <pc:spChg chg="add mod">
          <ac:chgData name="WILLI PENDL JUNIOR PENDL JUNIOR" userId="a7519bb9f12db4d8" providerId="LiveId" clId="{597F25F0-1757-49D3-8D53-519F52BC7F33}" dt="2025-02-03T00:30:04.232" v="2071" actId="1076"/>
          <ac:spMkLst>
            <pc:docMk/>
            <pc:sldMk cId="2421658501" sldId="304"/>
            <ac:spMk id="46" creationId="{09F99FA5-1140-180A-C845-FD8C59DBFF3E}"/>
          </ac:spMkLst>
        </pc:spChg>
        <pc:spChg chg="add mod">
          <ac:chgData name="WILLI PENDL JUNIOR PENDL JUNIOR" userId="a7519bb9f12db4d8" providerId="LiveId" clId="{597F25F0-1757-49D3-8D53-519F52BC7F33}" dt="2025-02-03T00:30:28.742" v="2074" actId="207"/>
          <ac:spMkLst>
            <pc:docMk/>
            <pc:sldMk cId="2421658501" sldId="304"/>
            <ac:spMk id="47" creationId="{0F7C15F6-E78A-2DB7-E125-3977D473F8CE}"/>
          </ac:spMkLst>
        </pc:spChg>
        <pc:spChg chg="add mod">
          <ac:chgData name="WILLI PENDL JUNIOR PENDL JUNIOR" userId="a7519bb9f12db4d8" providerId="LiveId" clId="{597F25F0-1757-49D3-8D53-519F52BC7F33}" dt="2025-02-03T00:31:14.320" v="2089" actId="1076"/>
          <ac:spMkLst>
            <pc:docMk/>
            <pc:sldMk cId="2421658501" sldId="304"/>
            <ac:spMk id="48" creationId="{3DBD365D-E9B6-561F-8AF3-A86762645D1A}"/>
          </ac:spMkLst>
        </pc:spChg>
        <pc:spChg chg="add mod">
          <ac:chgData name="WILLI PENDL JUNIOR PENDL JUNIOR" userId="a7519bb9f12db4d8" providerId="LiveId" clId="{597F25F0-1757-49D3-8D53-519F52BC7F33}" dt="2025-02-03T00:32:17.609" v="2109" actId="1582"/>
          <ac:spMkLst>
            <pc:docMk/>
            <pc:sldMk cId="2421658501" sldId="304"/>
            <ac:spMk id="49" creationId="{229359F0-70F1-385F-F592-1B196A2D4879}"/>
          </ac:spMkLst>
        </pc:spChg>
        <pc:grpChg chg="mod">
          <ac:chgData name="WILLI PENDL JUNIOR PENDL JUNIOR" userId="a7519bb9f12db4d8" providerId="LiveId" clId="{597F25F0-1757-49D3-8D53-519F52BC7F33}" dt="2025-02-03T00:29:00.392" v="2036" actId="1076"/>
          <ac:grpSpMkLst>
            <pc:docMk/>
            <pc:sldMk cId="2421658501" sldId="304"/>
            <ac:grpSpMk id="2" creationId="{98924BD8-F813-F408-E04D-C93554F87589}"/>
          </ac:grpSpMkLst>
        </pc:grpChg>
        <pc:picChg chg="add mod">
          <ac:chgData name="WILLI PENDL JUNIOR PENDL JUNIOR" userId="a7519bb9f12db4d8" providerId="LiveId" clId="{597F25F0-1757-49D3-8D53-519F52BC7F33}" dt="2025-02-03T00:33:05.273" v="2113" actId="1076"/>
          <ac:picMkLst>
            <pc:docMk/>
            <pc:sldMk cId="2421658501" sldId="304"/>
            <ac:picMk id="51" creationId="{09946357-1232-0C2E-B9A0-EE40F0F3DCE2}"/>
          </ac:picMkLst>
        </pc:picChg>
      </pc:sldChg>
      <pc:sldChg chg="add del">
        <pc:chgData name="WILLI PENDL JUNIOR PENDL JUNIOR" userId="a7519bb9f12db4d8" providerId="LiveId" clId="{597F25F0-1757-49D3-8D53-519F52BC7F33}" dt="2025-02-06T02:19:25.972" v="4285" actId="47"/>
        <pc:sldMkLst>
          <pc:docMk/>
          <pc:sldMk cId="2984914458" sldId="305"/>
        </pc:sldMkLst>
      </pc:sldChg>
      <pc:sldChg chg="addSp delSp modSp add mod delAnim modAnim">
        <pc:chgData name="WILLI PENDL JUNIOR PENDL JUNIOR" userId="a7519bb9f12db4d8" providerId="LiveId" clId="{597F25F0-1757-49D3-8D53-519F52BC7F33}" dt="2025-02-06T02:17:09.519" v="4267"/>
        <pc:sldMkLst>
          <pc:docMk/>
          <pc:sldMk cId="3465687407" sldId="306"/>
        </pc:sldMkLst>
        <pc:spChg chg="add mod">
          <ac:chgData name="WILLI PENDL JUNIOR PENDL JUNIOR" userId="a7519bb9f12db4d8" providerId="LiveId" clId="{597F25F0-1757-49D3-8D53-519F52BC7F33}" dt="2025-02-05T23:10:07.516" v="3875" actId="20577"/>
          <ac:spMkLst>
            <pc:docMk/>
            <pc:sldMk cId="3465687407" sldId="306"/>
            <ac:spMk id="2" creationId="{64CC4F52-0647-20D2-5780-E34E8C7DE001}"/>
          </ac:spMkLst>
        </pc:spChg>
        <pc:spChg chg="add mod">
          <ac:chgData name="WILLI PENDL JUNIOR PENDL JUNIOR" userId="a7519bb9f12db4d8" providerId="LiveId" clId="{597F25F0-1757-49D3-8D53-519F52BC7F33}" dt="2025-02-05T23:11:54.817" v="3898" actId="14100"/>
          <ac:spMkLst>
            <pc:docMk/>
            <pc:sldMk cId="3465687407" sldId="306"/>
            <ac:spMk id="4" creationId="{DD26566F-80DD-5B0F-CC3E-21B02A119D75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11" creationId="{C2EF1076-8206-6370-36DE-4A7C6F711C8E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12" creationId="{8C50A1F9-1D1F-27DE-45A9-58BEE4A3DF71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13" creationId="{481B65E6-423F-EFAF-6B6A-46F100A5F201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14" creationId="{FEB66CF1-23BD-FB96-68E9-9DC3CBE94280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15" creationId="{8AB08279-1E26-F776-8049-CC2CCC157E01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16" creationId="{74545A01-2DF2-B68A-3DC0-2F119E4F6AEE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17" creationId="{764D6531-C493-D974-C158-6EB4752D5EDE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18" creationId="{1863646A-9D3C-0C6B-2D2C-943EC742261D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19" creationId="{A368027E-1B4F-3C62-E9C7-79CB31D22DB7}"/>
          </ac:spMkLst>
        </pc:spChg>
        <pc:spChg chg="add mod">
          <ac:chgData name="WILLI PENDL JUNIOR PENDL JUNIOR" userId="a7519bb9f12db4d8" providerId="LiveId" clId="{597F25F0-1757-49D3-8D53-519F52BC7F33}" dt="2025-02-05T23:53:06.442" v="4112" actId="164"/>
          <ac:spMkLst>
            <pc:docMk/>
            <pc:sldMk cId="3465687407" sldId="306"/>
            <ac:spMk id="20" creationId="{2610D4A9-145B-5F03-14D8-B1D129082561}"/>
          </ac:spMkLst>
        </pc:spChg>
        <pc:spChg chg="add mod">
          <ac:chgData name="WILLI PENDL JUNIOR PENDL JUNIOR" userId="a7519bb9f12db4d8" providerId="LiveId" clId="{597F25F0-1757-49D3-8D53-519F52BC7F33}" dt="2025-02-06T02:05:20.026" v="4115" actId="1076"/>
          <ac:spMkLst>
            <pc:docMk/>
            <pc:sldMk cId="3465687407" sldId="306"/>
            <ac:spMk id="36" creationId="{22019448-D59B-9480-C43C-E9EB0804B5FF}"/>
          </ac:spMkLst>
        </pc:spChg>
        <pc:spChg chg="mod">
          <ac:chgData name="WILLI PENDL JUNIOR PENDL JUNIOR" userId="a7519bb9f12db4d8" providerId="LiveId" clId="{597F25F0-1757-49D3-8D53-519F52BC7F33}" dt="2025-02-06T02:05:11.748" v="4114"/>
          <ac:spMkLst>
            <pc:docMk/>
            <pc:sldMk cId="3465687407" sldId="306"/>
            <ac:spMk id="38" creationId="{FDE5CC1B-69BF-0740-C3E0-81B18E188CE5}"/>
          </ac:spMkLst>
        </pc:spChg>
        <pc:spChg chg="mod">
          <ac:chgData name="WILLI PENDL JUNIOR PENDL JUNIOR" userId="a7519bb9f12db4d8" providerId="LiveId" clId="{597F25F0-1757-49D3-8D53-519F52BC7F33}" dt="2025-02-06T02:05:11.748" v="4114"/>
          <ac:spMkLst>
            <pc:docMk/>
            <pc:sldMk cId="3465687407" sldId="306"/>
            <ac:spMk id="40" creationId="{517B919E-777F-2FE5-10CB-D00161BE7481}"/>
          </ac:spMkLst>
        </pc:spChg>
        <pc:spChg chg="mod">
          <ac:chgData name="WILLI PENDL JUNIOR PENDL JUNIOR" userId="a7519bb9f12db4d8" providerId="LiveId" clId="{597F25F0-1757-49D3-8D53-519F52BC7F33}" dt="2025-02-06T02:05:11.748" v="4114"/>
          <ac:spMkLst>
            <pc:docMk/>
            <pc:sldMk cId="3465687407" sldId="306"/>
            <ac:spMk id="41" creationId="{B9AE95CE-6356-6585-2F6D-4AC039F9E6D2}"/>
          </ac:spMkLst>
        </pc:spChg>
        <pc:spChg chg="add mod">
          <ac:chgData name="WILLI PENDL JUNIOR PENDL JUNIOR" userId="a7519bb9f12db4d8" providerId="LiveId" clId="{597F25F0-1757-49D3-8D53-519F52BC7F33}" dt="2025-02-06T02:08:56.809" v="4155" actId="164"/>
          <ac:spMkLst>
            <pc:docMk/>
            <pc:sldMk cId="3465687407" sldId="306"/>
            <ac:spMk id="42" creationId="{097F091C-7587-A0BD-6EFF-DE53431D0F9E}"/>
          </ac:spMkLst>
        </pc:spChg>
        <pc:spChg chg="add mod">
          <ac:chgData name="WILLI PENDL JUNIOR PENDL JUNIOR" userId="a7519bb9f12db4d8" providerId="LiveId" clId="{597F25F0-1757-49D3-8D53-519F52BC7F33}" dt="2025-02-06T02:08:56.809" v="4155" actId="164"/>
          <ac:spMkLst>
            <pc:docMk/>
            <pc:sldMk cId="3465687407" sldId="306"/>
            <ac:spMk id="43" creationId="{F688009D-6DAB-B9DD-AD60-0F2DAD78BE08}"/>
          </ac:spMkLst>
        </pc:spChg>
        <pc:spChg chg="add mod">
          <ac:chgData name="WILLI PENDL JUNIOR PENDL JUNIOR" userId="a7519bb9f12db4d8" providerId="LiveId" clId="{597F25F0-1757-49D3-8D53-519F52BC7F33}" dt="2025-02-06T02:08:00.568" v="4147" actId="164"/>
          <ac:spMkLst>
            <pc:docMk/>
            <pc:sldMk cId="3465687407" sldId="306"/>
            <ac:spMk id="44" creationId="{7010B1C0-EBF2-B5BE-EA52-2283307D5A20}"/>
          </ac:spMkLst>
        </pc:spChg>
        <pc:spChg chg="add mod">
          <ac:chgData name="WILLI PENDL JUNIOR PENDL JUNIOR" userId="a7519bb9f12db4d8" providerId="LiveId" clId="{597F25F0-1757-49D3-8D53-519F52BC7F33}" dt="2025-02-06T02:09:52.993" v="4163" actId="688"/>
          <ac:spMkLst>
            <pc:docMk/>
            <pc:sldMk cId="3465687407" sldId="306"/>
            <ac:spMk id="45" creationId="{E3A7FA21-5BBE-C56C-B36C-4EBE310F0EC4}"/>
          </ac:spMkLst>
        </pc:spChg>
        <pc:spChg chg="add mod">
          <ac:chgData name="WILLI PENDL JUNIOR PENDL JUNIOR" userId="a7519bb9f12db4d8" providerId="LiveId" clId="{597F25F0-1757-49D3-8D53-519F52BC7F33}" dt="2025-02-06T02:10:49.457" v="4185" actId="1076"/>
          <ac:spMkLst>
            <pc:docMk/>
            <pc:sldMk cId="3465687407" sldId="306"/>
            <ac:spMk id="48" creationId="{CB192176-2B3F-B7CA-C311-3D44B5E85AC9}"/>
          </ac:spMkLst>
        </pc:spChg>
        <pc:spChg chg="add mod">
          <ac:chgData name="WILLI PENDL JUNIOR PENDL JUNIOR" userId="a7519bb9f12db4d8" providerId="LiveId" clId="{597F25F0-1757-49D3-8D53-519F52BC7F33}" dt="2025-02-06T02:11:07.389" v="4191" actId="20577"/>
          <ac:spMkLst>
            <pc:docMk/>
            <pc:sldMk cId="3465687407" sldId="306"/>
            <ac:spMk id="49" creationId="{A2C13CD7-FF46-ED1B-0F8E-6714D5104126}"/>
          </ac:spMkLst>
        </pc:spChg>
        <pc:spChg chg="add mod">
          <ac:chgData name="WILLI PENDL JUNIOR PENDL JUNIOR" userId="a7519bb9f12db4d8" providerId="LiveId" clId="{597F25F0-1757-49D3-8D53-519F52BC7F33}" dt="2025-02-06T02:11:29.740" v="4196" actId="20577"/>
          <ac:spMkLst>
            <pc:docMk/>
            <pc:sldMk cId="3465687407" sldId="306"/>
            <ac:spMk id="50" creationId="{85E9CFE8-3D40-1823-28A0-B6318B044F12}"/>
          </ac:spMkLst>
        </pc:spChg>
        <pc:spChg chg="add mod">
          <ac:chgData name="WILLI PENDL JUNIOR PENDL JUNIOR" userId="a7519bb9f12db4d8" providerId="LiveId" clId="{597F25F0-1757-49D3-8D53-519F52BC7F33}" dt="2025-02-06T02:11:41.976" v="4200" actId="20577"/>
          <ac:spMkLst>
            <pc:docMk/>
            <pc:sldMk cId="3465687407" sldId="306"/>
            <ac:spMk id="51" creationId="{6AF95380-8179-D874-8CE1-C51B1A395E18}"/>
          </ac:spMkLst>
        </pc:spChg>
        <pc:spChg chg="add mod">
          <ac:chgData name="WILLI PENDL JUNIOR PENDL JUNIOR" userId="a7519bb9f12db4d8" providerId="LiveId" clId="{597F25F0-1757-49D3-8D53-519F52BC7F33}" dt="2025-02-06T02:12:21.039" v="4210" actId="1076"/>
          <ac:spMkLst>
            <pc:docMk/>
            <pc:sldMk cId="3465687407" sldId="306"/>
            <ac:spMk id="52" creationId="{C68BD123-5126-A700-A34E-EB9866AE720D}"/>
          </ac:spMkLst>
        </pc:spChg>
        <pc:spChg chg="add mod">
          <ac:chgData name="WILLI PENDL JUNIOR PENDL JUNIOR" userId="a7519bb9f12db4d8" providerId="LiveId" clId="{597F25F0-1757-49D3-8D53-519F52BC7F33}" dt="2025-02-06T02:12:35.406" v="4216" actId="20577"/>
          <ac:spMkLst>
            <pc:docMk/>
            <pc:sldMk cId="3465687407" sldId="306"/>
            <ac:spMk id="53" creationId="{82933B9E-9944-805B-A7C8-8FFE0D8CC013}"/>
          </ac:spMkLst>
        </pc:spChg>
        <pc:spChg chg="add mod">
          <ac:chgData name="WILLI PENDL JUNIOR PENDL JUNIOR" userId="a7519bb9f12db4d8" providerId="LiveId" clId="{597F25F0-1757-49D3-8D53-519F52BC7F33}" dt="2025-02-06T02:13:47.531" v="4233" actId="208"/>
          <ac:spMkLst>
            <pc:docMk/>
            <pc:sldMk cId="3465687407" sldId="306"/>
            <ac:spMk id="54" creationId="{C07E5B2B-8411-7B54-33FA-F53B978BCB7C}"/>
          </ac:spMkLst>
        </pc:spChg>
        <pc:spChg chg="add mod">
          <ac:chgData name="WILLI PENDL JUNIOR PENDL JUNIOR" userId="a7519bb9f12db4d8" providerId="LiveId" clId="{597F25F0-1757-49D3-8D53-519F52BC7F33}" dt="2025-02-06T02:14:38.496" v="4242" actId="1076"/>
          <ac:spMkLst>
            <pc:docMk/>
            <pc:sldMk cId="3465687407" sldId="306"/>
            <ac:spMk id="55" creationId="{FAF1C915-41AE-80FB-CA83-31E4567B463F}"/>
          </ac:spMkLst>
        </pc:spChg>
        <pc:spChg chg="add mod">
          <ac:chgData name="WILLI PENDL JUNIOR PENDL JUNIOR" userId="a7519bb9f12db4d8" providerId="LiveId" clId="{597F25F0-1757-49D3-8D53-519F52BC7F33}" dt="2025-02-06T02:14:43.239" v="4243" actId="1076"/>
          <ac:spMkLst>
            <pc:docMk/>
            <pc:sldMk cId="3465687407" sldId="306"/>
            <ac:spMk id="56" creationId="{B509FBAF-49F7-5DED-989A-303D38703E17}"/>
          </ac:spMkLst>
        </pc:spChg>
        <pc:spChg chg="add mod">
          <ac:chgData name="WILLI PENDL JUNIOR PENDL JUNIOR" userId="a7519bb9f12db4d8" providerId="LiveId" clId="{597F25F0-1757-49D3-8D53-519F52BC7F33}" dt="2025-02-06T02:15:01.133" v="4249" actId="14100"/>
          <ac:spMkLst>
            <pc:docMk/>
            <pc:sldMk cId="3465687407" sldId="306"/>
            <ac:spMk id="57" creationId="{34FF20C0-9F4F-53D1-7731-A3BF7868AD2F}"/>
          </ac:spMkLst>
        </pc:spChg>
        <pc:spChg chg="add mod ord">
          <ac:chgData name="WILLI PENDL JUNIOR PENDL JUNIOR" userId="a7519bb9f12db4d8" providerId="LiveId" clId="{597F25F0-1757-49D3-8D53-519F52BC7F33}" dt="2025-02-06T02:17:03.725" v="4265" actId="167"/>
          <ac:spMkLst>
            <pc:docMk/>
            <pc:sldMk cId="3465687407" sldId="306"/>
            <ac:spMk id="60" creationId="{AAFD28A3-22D7-3291-87CA-271A4EC836BD}"/>
          </ac:spMkLst>
        </pc:spChg>
        <pc:grpChg chg="mod">
          <ac:chgData name="WILLI PENDL JUNIOR PENDL JUNIOR" userId="a7519bb9f12db4d8" providerId="LiveId" clId="{597F25F0-1757-49D3-8D53-519F52BC7F33}" dt="2025-02-05T23:53:09.832" v="4113" actId="1076"/>
          <ac:grpSpMkLst>
            <pc:docMk/>
            <pc:sldMk cId="3465687407" sldId="306"/>
            <ac:grpSpMk id="35" creationId="{E0988A47-A832-5BC1-388B-53AEC4D50C22}"/>
          </ac:grpSpMkLst>
        </pc:grpChg>
        <pc:grpChg chg="add mod">
          <ac:chgData name="WILLI PENDL JUNIOR PENDL JUNIOR" userId="a7519bb9f12db4d8" providerId="LiveId" clId="{597F25F0-1757-49D3-8D53-519F52BC7F33}" dt="2025-02-06T02:05:29.015" v="4116" actId="1076"/>
          <ac:grpSpMkLst>
            <pc:docMk/>
            <pc:sldMk cId="3465687407" sldId="306"/>
            <ac:grpSpMk id="37" creationId="{CA6A0005-4CC0-42C1-4FEB-F28954328F28}"/>
          </ac:grpSpMkLst>
        </pc:grpChg>
        <pc:grpChg chg="mod">
          <ac:chgData name="WILLI PENDL JUNIOR PENDL JUNIOR" userId="a7519bb9f12db4d8" providerId="LiveId" clId="{597F25F0-1757-49D3-8D53-519F52BC7F33}" dt="2025-02-06T02:05:11.748" v="4114"/>
          <ac:grpSpMkLst>
            <pc:docMk/>
            <pc:sldMk cId="3465687407" sldId="306"/>
            <ac:grpSpMk id="39" creationId="{4C87F864-EA8E-F166-0E63-728028AE172D}"/>
          </ac:grpSpMkLst>
        </pc:grpChg>
        <pc:grpChg chg="add mod ord">
          <ac:chgData name="WILLI PENDL JUNIOR PENDL JUNIOR" userId="a7519bb9f12db4d8" providerId="LiveId" clId="{597F25F0-1757-49D3-8D53-519F52BC7F33}" dt="2025-02-06T02:09:18.977" v="4161" actId="167"/>
          <ac:grpSpMkLst>
            <pc:docMk/>
            <pc:sldMk cId="3465687407" sldId="306"/>
            <ac:grpSpMk id="46" creationId="{2999E5D8-B74D-DF2F-DC41-C9674E36558F}"/>
          </ac:grpSpMkLst>
        </pc:grpChg>
        <pc:grpChg chg="add mod ord">
          <ac:chgData name="WILLI PENDL JUNIOR PENDL JUNIOR" userId="a7519bb9f12db4d8" providerId="LiveId" clId="{597F25F0-1757-49D3-8D53-519F52BC7F33}" dt="2025-02-06T02:09:22.955" v="4162" actId="167"/>
          <ac:grpSpMkLst>
            <pc:docMk/>
            <pc:sldMk cId="3465687407" sldId="306"/>
            <ac:grpSpMk id="47" creationId="{BD1F76DA-2324-1D2F-8B92-6D585EC07882}"/>
          </ac:grpSpMkLst>
        </pc:grpChg>
        <pc:picChg chg="add mod">
          <ac:chgData name="WILLI PENDL JUNIOR PENDL JUNIOR" userId="a7519bb9f12db4d8" providerId="LiveId" clId="{597F25F0-1757-49D3-8D53-519F52BC7F33}" dt="2025-02-06T02:17:09.519" v="4267"/>
          <ac:picMkLst>
            <pc:docMk/>
            <pc:sldMk cId="3465687407" sldId="306"/>
            <ac:picMk id="61" creationId="{6BC20108-B179-42D6-07FF-8F66D5D91362}"/>
          </ac:picMkLst>
        </pc:picChg>
        <pc:cxnChg chg="add mod">
          <ac:chgData name="WILLI PENDL JUNIOR PENDL JUNIOR" userId="a7519bb9f12db4d8" providerId="LiveId" clId="{597F25F0-1757-49D3-8D53-519F52BC7F33}" dt="2025-02-05T23:13:26.516" v="3912"/>
          <ac:cxnSpMkLst>
            <pc:docMk/>
            <pc:sldMk cId="3465687407" sldId="306"/>
            <ac:cxnSpMk id="8" creationId="{4451B478-611D-6D18-05C5-7A256E058368}"/>
          </ac:cxnSpMkLst>
        </pc:cxnChg>
        <pc:cxnChg chg="add mod">
          <ac:chgData name="WILLI PENDL JUNIOR PENDL JUNIOR" userId="a7519bb9f12db4d8" providerId="LiveId" clId="{597F25F0-1757-49D3-8D53-519F52BC7F33}" dt="2025-02-05T23:13:20.760" v="3911"/>
          <ac:cxnSpMkLst>
            <pc:docMk/>
            <pc:sldMk cId="3465687407" sldId="306"/>
            <ac:cxnSpMk id="10" creationId="{68810508-A105-B56F-2967-7126C3EFA9A9}"/>
          </ac:cxnSpMkLst>
        </pc:cxnChg>
        <pc:cxnChg chg="add mod">
          <ac:chgData name="WILLI PENDL JUNIOR PENDL JUNIOR" userId="a7519bb9f12db4d8" providerId="LiveId" clId="{597F25F0-1757-49D3-8D53-519F52BC7F33}" dt="2025-02-05T23:19:53.866" v="3971" actId="693"/>
          <ac:cxnSpMkLst>
            <pc:docMk/>
            <pc:sldMk cId="3465687407" sldId="306"/>
            <ac:cxnSpMk id="22" creationId="{6A7E4849-37D3-42AE-4806-2D6FDFA8847C}"/>
          </ac:cxnSpMkLst>
        </pc:cxnChg>
        <pc:cxnChg chg="add mod">
          <ac:chgData name="WILLI PENDL JUNIOR PENDL JUNIOR" userId="a7519bb9f12db4d8" providerId="LiveId" clId="{597F25F0-1757-49D3-8D53-519F52BC7F33}" dt="2025-02-05T23:20:20.157" v="3997" actId="14100"/>
          <ac:cxnSpMkLst>
            <pc:docMk/>
            <pc:sldMk cId="3465687407" sldId="306"/>
            <ac:cxnSpMk id="23" creationId="{0A045440-2D0A-0BE6-CE44-B18B93988B03}"/>
          </ac:cxnSpMkLst>
        </pc:cxnChg>
        <pc:cxnChg chg="add mod">
          <ac:chgData name="WILLI PENDL JUNIOR PENDL JUNIOR" userId="a7519bb9f12db4d8" providerId="LiveId" clId="{597F25F0-1757-49D3-8D53-519F52BC7F33}" dt="2025-02-05T23:20:30.469" v="3999" actId="1076"/>
          <ac:cxnSpMkLst>
            <pc:docMk/>
            <pc:sldMk cId="3465687407" sldId="306"/>
            <ac:cxnSpMk id="25" creationId="{2B3A5C9A-3D7A-C9EC-095F-25D0289DBE82}"/>
          </ac:cxnSpMkLst>
        </pc:cxnChg>
        <pc:cxnChg chg="add mod">
          <ac:chgData name="WILLI PENDL JUNIOR PENDL JUNIOR" userId="a7519bb9f12db4d8" providerId="LiveId" clId="{597F25F0-1757-49D3-8D53-519F52BC7F33}" dt="2025-02-05T23:20:53.388" v="4003" actId="693"/>
          <ac:cxnSpMkLst>
            <pc:docMk/>
            <pc:sldMk cId="3465687407" sldId="306"/>
            <ac:cxnSpMk id="27" creationId="{F18D3167-CBE8-1327-C9ED-739658C45CF6}"/>
          </ac:cxnSpMkLst>
        </pc:cxnChg>
        <pc:cxnChg chg="add mod">
          <ac:chgData name="WILLI PENDL JUNIOR PENDL JUNIOR" userId="a7519bb9f12db4d8" providerId="LiveId" clId="{597F25F0-1757-49D3-8D53-519F52BC7F33}" dt="2025-02-05T23:21:21.159" v="4006" actId="1582"/>
          <ac:cxnSpMkLst>
            <pc:docMk/>
            <pc:sldMk cId="3465687407" sldId="306"/>
            <ac:cxnSpMk id="29" creationId="{C5CDDC51-2A8F-9DE5-68FD-D805A0FFD173}"/>
          </ac:cxnSpMkLst>
        </pc:cxnChg>
        <pc:cxnChg chg="add mod">
          <ac:chgData name="WILLI PENDL JUNIOR PENDL JUNIOR" userId="a7519bb9f12db4d8" providerId="LiveId" clId="{597F25F0-1757-49D3-8D53-519F52BC7F33}" dt="2025-02-05T23:21:30.409" v="4008" actId="1076"/>
          <ac:cxnSpMkLst>
            <pc:docMk/>
            <pc:sldMk cId="3465687407" sldId="306"/>
            <ac:cxnSpMk id="30" creationId="{8AB06251-B697-1823-DF2F-4B21E0154198}"/>
          </ac:cxnSpMkLst>
        </pc:cxnChg>
        <pc:cxnChg chg="add mod">
          <ac:chgData name="WILLI PENDL JUNIOR PENDL JUNIOR" userId="a7519bb9f12db4d8" providerId="LiveId" clId="{597F25F0-1757-49D3-8D53-519F52BC7F33}" dt="2025-02-05T23:21:51.380" v="4018" actId="1038"/>
          <ac:cxnSpMkLst>
            <pc:docMk/>
            <pc:sldMk cId="3465687407" sldId="306"/>
            <ac:cxnSpMk id="31" creationId="{3BD5A671-0C4C-178A-39BE-C19F41FB30AA}"/>
          </ac:cxnSpMkLst>
        </pc:cxnChg>
        <pc:cxnChg chg="add mod">
          <ac:chgData name="WILLI PENDL JUNIOR PENDL JUNIOR" userId="a7519bb9f12db4d8" providerId="LiveId" clId="{597F25F0-1757-49D3-8D53-519F52BC7F33}" dt="2025-02-05T23:52:30.319" v="4066" actId="1038"/>
          <ac:cxnSpMkLst>
            <pc:docMk/>
            <pc:sldMk cId="3465687407" sldId="306"/>
            <ac:cxnSpMk id="33" creationId="{E5F6BE4D-30F6-5D3F-5079-02F3480BAF91}"/>
          </ac:cxnSpMkLst>
        </pc:cxnChg>
        <pc:cxnChg chg="add mod">
          <ac:chgData name="WILLI PENDL JUNIOR PENDL JUNIOR" userId="a7519bb9f12db4d8" providerId="LiveId" clId="{597F25F0-1757-49D3-8D53-519F52BC7F33}" dt="2025-02-05T23:52:48.148" v="4111" actId="1036"/>
          <ac:cxnSpMkLst>
            <pc:docMk/>
            <pc:sldMk cId="3465687407" sldId="306"/>
            <ac:cxnSpMk id="34" creationId="{5EA76D10-684A-5EEE-9393-62E236B6F20D}"/>
          </ac:cxnSpMkLst>
        </pc:cxnChg>
      </pc:sldChg>
    </pc:docChg>
  </pc:docChgLst>
  <pc:docChgLst>
    <pc:chgData name="WILLI PENDL JUNIOR PENDL JUNIOR" userId="a7519bb9f12db4d8" providerId="LiveId" clId="{AB3AF471-7338-40D4-9BAB-0D50F0758B1D}"/>
    <pc:docChg chg="custSel addSld modSld">
      <pc:chgData name="WILLI PENDL JUNIOR PENDL JUNIOR" userId="a7519bb9f12db4d8" providerId="LiveId" clId="{AB3AF471-7338-40D4-9BAB-0D50F0758B1D}" dt="2025-04-16T01:17:37.329" v="66"/>
      <pc:docMkLst>
        <pc:docMk/>
      </pc:docMkLst>
      <pc:sldChg chg="addSp delSp modSp new mod modAnim">
        <pc:chgData name="WILLI PENDL JUNIOR PENDL JUNIOR" userId="a7519bb9f12db4d8" providerId="LiveId" clId="{AB3AF471-7338-40D4-9BAB-0D50F0758B1D}" dt="2025-04-16T01:17:37.329" v="66"/>
        <pc:sldMkLst>
          <pc:docMk/>
          <pc:sldMk cId="2803498348" sldId="307"/>
        </pc:sldMkLst>
        <pc:spChg chg="add mod">
          <ac:chgData name="WILLI PENDL JUNIOR PENDL JUNIOR" userId="a7519bb9f12db4d8" providerId="LiveId" clId="{AB3AF471-7338-40D4-9BAB-0D50F0758B1D}" dt="2025-04-16T01:14:13.906" v="24" actId="14100"/>
          <ac:spMkLst>
            <pc:docMk/>
            <pc:sldMk cId="2803498348" sldId="307"/>
            <ac:spMk id="2" creationId="{D87FD76D-2802-5D3E-A83A-2C76B5243EEE}"/>
          </ac:spMkLst>
        </pc:spChg>
        <pc:spChg chg="add mod">
          <ac:chgData name="WILLI PENDL JUNIOR PENDL JUNIOR" userId="a7519bb9f12db4d8" providerId="LiveId" clId="{AB3AF471-7338-40D4-9BAB-0D50F0758B1D}" dt="2025-04-16T01:14:28.800" v="26" actId="1076"/>
          <ac:spMkLst>
            <pc:docMk/>
            <pc:sldMk cId="2803498348" sldId="307"/>
            <ac:spMk id="3" creationId="{09C699C2-D0C2-E8EF-34FE-2BB93D6E08F1}"/>
          </ac:spMkLst>
        </pc:spChg>
        <pc:spChg chg="add mod">
          <ac:chgData name="WILLI PENDL JUNIOR PENDL JUNIOR" userId="a7519bb9f12db4d8" providerId="LiveId" clId="{AB3AF471-7338-40D4-9BAB-0D50F0758B1D}" dt="2025-04-16T01:14:39.653" v="38" actId="14100"/>
          <ac:spMkLst>
            <pc:docMk/>
            <pc:sldMk cId="2803498348" sldId="307"/>
            <ac:spMk id="4" creationId="{CF916A1D-DC1A-17F8-AB25-6E7398650EC2}"/>
          </ac:spMkLst>
        </pc:spChg>
        <pc:spChg chg="add mod">
          <ac:chgData name="WILLI PENDL JUNIOR PENDL JUNIOR" userId="a7519bb9f12db4d8" providerId="LiveId" clId="{AB3AF471-7338-40D4-9BAB-0D50F0758B1D}" dt="2025-04-16T01:15:15.358" v="40" actId="1076"/>
          <ac:spMkLst>
            <pc:docMk/>
            <pc:sldMk cId="2803498348" sldId="307"/>
            <ac:spMk id="5" creationId="{DB6DD925-D5D7-808B-AC85-5A2163836AF8}"/>
          </ac:spMkLst>
        </pc:spChg>
        <pc:spChg chg="add mod">
          <ac:chgData name="WILLI PENDL JUNIOR PENDL JUNIOR" userId="a7519bb9f12db4d8" providerId="LiveId" clId="{AB3AF471-7338-40D4-9BAB-0D50F0758B1D}" dt="2025-04-16T01:15:52.489" v="45" actId="20577"/>
          <ac:spMkLst>
            <pc:docMk/>
            <pc:sldMk cId="2803498348" sldId="307"/>
            <ac:spMk id="6" creationId="{93F4487D-891B-E53B-F110-E9576A046443}"/>
          </ac:spMkLst>
        </pc:spChg>
        <pc:spChg chg="add mod">
          <ac:chgData name="WILLI PENDL JUNIOR PENDL JUNIOR" userId="a7519bb9f12db4d8" providerId="LiveId" clId="{AB3AF471-7338-40D4-9BAB-0D50F0758B1D}" dt="2025-04-16T01:16:08.371" v="50" actId="14100"/>
          <ac:spMkLst>
            <pc:docMk/>
            <pc:sldMk cId="2803498348" sldId="307"/>
            <ac:spMk id="7" creationId="{F0BD142A-6A4D-7785-80CD-569EA0A9A3C1}"/>
          </ac:spMkLst>
        </pc:spChg>
        <pc:picChg chg="add del mod">
          <ac:chgData name="WILLI PENDL JUNIOR PENDL JUNIOR" userId="a7519bb9f12db4d8" providerId="LiveId" clId="{AB3AF471-7338-40D4-9BAB-0D50F0758B1D}" dt="2025-04-16T01:16:50.327" v="57" actId="478"/>
          <ac:picMkLst>
            <pc:docMk/>
            <pc:sldMk cId="2803498348" sldId="307"/>
            <ac:picMk id="9" creationId="{D3C4D754-F61B-3866-D86F-B8FC259C7673}"/>
          </ac:picMkLst>
        </pc:picChg>
        <pc:picChg chg="add mod">
          <ac:chgData name="WILLI PENDL JUNIOR PENDL JUNIOR" userId="a7519bb9f12db4d8" providerId="LiveId" clId="{AB3AF471-7338-40D4-9BAB-0D50F0758B1D}" dt="2025-04-16T01:17:06.948" v="62" actId="1076"/>
          <ac:picMkLst>
            <pc:docMk/>
            <pc:sldMk cId="2803498348" sldId="307"/>
            <ac:picMk id="11" creationId="{D7AFC435-6A13-842E-69EC-EC7ECD8F8219}"/>
          </ac:picMkLst>
        </pc:picChg>
      </pc:sldChg>
    </pc:docChg>
  </pc:docChgLst>
  <pc:docChgLst>
    <pc:chgData name="WILLI PENDL JUNIOR" userId="a7519bb9f12db4d8" providerId="LiveId" clId="{ACA3D233-22A5-4594-99B9-7355C0370347}"/>
    <pc:docChg chg="custSel addSld modSld">
      <pc:chgData name="WILLI PENDL JUNIOR" userId="a7519bb9f12db4d8" providerId="LiveId" clId="{ACA3D233-22A5-4594-99B9-7355C0370347}" dt="2023-03-27T01:46:46.049" v="623" actId="207"/>
      <pc:docMkLst>
        <pc:docMk/>
      </pc:docMkLst>
      <pc:sldChg chg="modSp mod">
        <pc:chgData name="WILLI PENDL JUNIOR" userId="a7519bb9f12db4d8" providerId="LiveId" clId="{ACA3D233-22A5-4594-99B9-7355C0370347}" dt="2023-03-27T01:45:39.154" v="619" actId="20577"/>
        <pc:sldMkLst>
          <pc:docMk/>
          <pc:sldMk cId="63178691" sldId="275"/>
        </pc:sldMkLst>
      </pc:sldChg>
      <pc:sldChg chg="modSp mod">
        <pc:chgData name="WILLI PENDL JUNIOR" userId="a7519bb9f12db4d8" providerId="LiveId" clId="{ACA3D233-22A5-4594-99B9-7355C0370347}" dt="2023-03-27T01:46:09.391" v="620" actId="1076"/>
        <pc:sldMkLst>
          <pc:docMk/>
          <pc:sldMk cId="908393857" sldId="290"/>
        </pc:sldMkLst>
      </pc:sldChg>
      <pc:sldChg chg="addSp modSp new mod">
        <pc:chgData name="WILLI PENDL JUNIOR" userId="a7519bb9f12db4d8" providerId="LiveId" clId="{ACA3D233-22A5-4594-99B9-7355C0370347}" dt="2023-03-27T01:46:46.049" v="623" actId="207"/>
        <pc:sldMkLst>
          <pc:docMk/>
          <pc:sldMk cId="3427572350" sldId="291"/>
        </pc:sldMkLst>
      </pc:sldChg>
      <pc:sldChg chg="addSp delSp modSp new mod modAnim">
        <pc:chgData name="WILLI PENDL JUNIOR" userId="a7519bb9f12db4d8" providerId="LiveId" clId="{ACA3D233-22A5-4594-99B9-7355C0370347}" dt="2023-03-27T00:49:18.611" v="169"/>
        <pc:sldMkLst>
          <pc:docMk/>
          <pc:sldMk cId="933961954" sldId="292"/>
        </pc:sldMkLst>
      </pc:sldChg>
      <pc:sldChg chg="addSp modSp new mod modAnim">
        <pc:chgData name="WILLI PENDL JUNIOR" userId="a7519bb9f12db4d8" providerId="LiveId" clId="{ACA3D233-22A5-4594-99B9-7355C0370347}" dt="2023-03-27T00:50:51.257" v="194"/>
        <pc:sldMkLst>
          <pc:docMk/>
          <pc:sldMk cId="3966493982" sldId="293"/>
        </pc:sldMkLst>
      </pc:sldChg>
      <pc:sldChg chg="addSp modSp new mod">
        <pc:chgData name="WILLI PENDL JUNIOR" userId="a7519bb9f12db4d8" providerId="LiveId" clId="{ACA3D233-22A5-4594-99B9-7355C0370347}" dt="2023-03-27T00:56:44.465" v="258" actId="1076"/>
        <pc:sldMkLst>
          <pc:docMk/>
          <pc:sldMk cId="4277807727" sldId="294"/>
        </pc:sldMkLst>
      </pc:sldChg>
      <pc:sldChg chg="addSp modSp new mod modAnim">
        <pc:chgData name="WILLI PENDL JUNIOR" userId="a7519bb9f12db4d8" providerId="LiveId" clId="{ACA3D233-22A5-4594-99B9-7355C0370347}" dt="2023-03-27T01:43:52.646" v="599"/>
        <pc:sldMkLst>
          <pc:docMk/>
          <pc:sldMk cId="3463545655" sldId="29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gi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.png"/><Relationship Id="rId3" Type="http://schemas.openxmlformats.org/officeDocument/2006/relationships/image" Target="../media/image18.emf"/><Relationship Id="rId7" Type="http://schemas.openxmlformats.org/officeDocument/2006/relationships/image" Target="../media/image120.png"/><Relationship Id="rId12" Type="http://schemas.openxmlformats.org/officeDocument/2006/relationships/image" Target="../media/image17.png"/><Relationship Id="rId17" Type="http://schemas.openxmlformats.org/officeDocument/2006/relationships/image" Target="../media/image22.gif"/><Relationship Id="rId2" Type="http://schemas.openxmlformats.org/officeDocument/2006/relationships/image" Target="../media/image17.emf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11" Type="http://schemas.openxmlformats.org/officeDocument/2006/relationships/image" Target="../media/image160.png"/><Relationship Id="rId5" Type="http://schemas.openxmlformats.org/officeDocument/2006/relationships/image" Target="../media/image20.emf"/><Relationship Id="rId15" Type="http://schemas.openxmlformats.org/officeDocument/2006/relationships/image" Target="../media/image20.png"/><Relationship Id="rId10" Type="http://schemas.openxmlformats.org/officeDocument/2006/relationships/image" Target="../media/image150.png"/><Relationship Id="rId4" Type="http://schemas.openxmlformats.org/officeDocument/2006/relationships/image" Target="../media/image19.emf"/><Relationship Id="rId9" Type="http://schemas.openxmlformats.org/officeDocument/2006/relationships/image" Target="../media/image140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gif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270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0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gif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51.gif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52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26" Type="http://schemas.openxmlformats.org/officeDocument/2006/relationships/image" Target="../media/image53.gif"/><Relationship Id="rId3" Type="http://schemas.openxmlformats.org/officeDocument/2006/relationships/image" Target="../media/image87.png"/><Relationship Id="rId21" Type="http://schemas.openxmlformats.org/officeDocument/2006/relationships/image" Target="../media/image105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5" Type="http://schemas.openxmlformats.org/officeDocument/2006/relationships/image" Target="../media/image109.pn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24" Type="http://schemas.openxmlformats.org/officeDocument/2006/relationships/image" Target="../media/image108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23" Type="http://schemas.openxmlformats.org/officeDocument/2006/relationships/image" Target="../media/image107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403131" y="27960"/>
            <a:ext cx="103264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Estudo dos gráficos – M.U. – cap. 4 pag.60 – Livro 1</a:t>
            </a:r>
            <a:endParaRPr lang="pt-BR" sz="2000" dirty="0"/>
          </a:p>
        </p:txBody>
      </p:sp>
      <p:sp>
        <p:nvSpPr>
          <p:cNvPr id="3" name="Retângulo 2"/>
          <p:cNvSpPr/>
          <p:nvPr/>
        </p:nvSpPr>
        <p:spPr>
          <a:xfrm>
            <a:off x="206273" y="483186"/>
            <a:ext cx="109241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movimento é denominado de uniforme (M.U.) quando a velocidade escalar é constante e não nula, no decorrer do tempo  (</a:t>
            </a:r>
            <a:r>
              <a:rPr lang="pt-BR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pt-BR" sz="2800" b="1" baseline="-250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cte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≠ 0).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06273" y="1834592"/>
            <a:ext cx="109241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srgbClr val="2E946B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Matemática, o gráfico (y versus x) de uma função constante, de domínio real, é uma reta paralela ao eixo das abscissas (eixo x).</a:t>
            </a:r>
          </a:p>
        </p:txBody>
      </p:sp>
      <p:sp>
        <p:nvSpPr>
          <p:cNvPr id="5" name="Retângulo 4"/>
          <p:cNvSpPr/>
          <p:nvPr/>
        </p:nvSpPr>
        <p:spPr>
          <a:xfrm>
            <a:off x="206556" y="3109366"/>
            <a:ext cx="109238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Física, o gráfico (v versus t) é uma semirreta paralela ao eixo das abscissas (eixo t), pois o domínio é ℝ</a:t>
            </a:r>
            <a:r>
              <a:rPr lang="pt-BR" sz="28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 ≥ 0).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5066672" y="4021795"/>
            <a:ext cx="987381" cy="555451"/>
            <a:chOff x="5566519" y="4250878"/>
            <a:chExt cx="987381" cy="555451"/>
          </a:xfrm>
        </p:grpSpPr>
        <p:sp>
          <p:nvSpPr>
            <p:cNvPr id="6" name="Retângulo de cantos arredondados 5"/>
            <p:cNvSpPr/>
            <p:nvPr/>
          </p:nvSpPr>
          <p:spPr>
            <a:xfrm>
              <a:off x="5566519" y="4321129"/>
              <a:ext cx="987381" cy="48520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5579398" y="4250878"/>
              <a:ext cx="90441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spcBef>
                  <a:spcPts val="1000"/>
                </a:spcBef>
                <a:buClr>
                  <a:srgbClr val="5FCBEF"/>
                </a:buClr>
                <a:buSzPct val="80000"/>
              </a:pPr>
              <a:r>
                <a:rPr lang="pt-BR" sz="28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 x t</a:t>
              </a:r>
            </a:p>
          </p:txBody>
        </p:sp>
      </p:grp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22" y="4092046"/>
            <a:ext cx="3759653" cy="262291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201" y="4489179"/>
            <a:ext cx="3624005" cy="2272254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744" y="4587565"/>
            <a:ext cx="3353208" cy="2191957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208" y="4113638"/>
            <a:ext cx="2572626" cy="113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5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Agrupar 21">
            <a:extLst>
              <a:ext uri="{FF2B5EF4-FFF2-40B4-BE49-F238E27FC236}">
                <a16:creationId xmlns:a16="http://schemas.microsoft.com/office/drawing/2014/main" id="{41B21EE0-0258-8044-ABA8-4449B851B9B2}"/>
              </a:ext>
            </a:extLst>
          </p:cNvPr>
          <p:cNvGrpSpPr/>
          <p:nvPr/>
        </p:nvGrpSpPr>
        <p:grpSpPr>
          <a:xfrm>
            <a:off x="1957733" y="3815255"/>
            <a:ext cx="1355833" cy="1056278"/>
            <a:chOff x="5171088" y="4223860"/>
            <a:chExt cx="1355833" cy="1056278"/>
          </a:xfrm>
        </p:grpSpPr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F1D4D9C5-FE51-88C4-8AA9-3A331220CE00}"/>
                </a:ext>
              </a:extLst>
            </p:cNvPr>
            <p:cNvSpPr/>
            <p:nvPr/>
          </p:nvSpPr>
          <p:spPr>
            <a:xfrm>
              <a:off x="5171088" y="4223860"/>
              <a:ext cx="1355833" cy="1056278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C3BF4BC2-7151-562B-5CD5-BDDC38407CBE}"/>
                    </a:ext>
                  </a:extLst>
                </p:cNvPr>
                <p:cNvSpPr txBox="1"/>
                <p:nvPr/>
              </p:nvSpPr>
              <p:spPr>
                <a:xfrm>
                  <a:off x="5525015" y="4490389"/>
                  <a:ext cx="52129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C3BF4BC2-7151-562B-5CD5-BDDC38407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5015" y="4490389"/>
                  <a:ext cx="521297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tângulo 2"/>
          <p:cNvSpPr/>
          <p:nvPr/>
        </p:nvSpPr>
        <p:spPr>
          <a:xfrm>
            <a:off x="374866" y="0"/>
            <a:ext cx="49439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rgbClr val="5FCB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Propriedade importante:</a:t>
            </a:r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76189" y="584775"/>
            <a:ext cx="1116957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“Em um diagrama </a:t>
            </a: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 x t)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área compreendida entre a curva (gráfico) e o eixo t é numericamente igual ao deslocamento escalar </a:t>
            </a: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(∆S)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em dado intervalo de tempo </a:t>
            </a: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(∆t)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46B4493-1BA0-2A82-214C-96D5DE2700E1}"/>
              </a:ext>
            </a:extLst>
          </p:cNvPr>
          <p:cNvGrpSpPr/>
          <p:nvPr/>
        </p:nvGrpSpPr>
        <p:grpSpPr>
          <a:xfrm>
            <a:off x="599090" y="2554545"/>
            <a:ext cx="4351282" cy="3010683"/>
            <a:chOff x="599090" y="2554545"/>
            <a:chExt cx="4351282" cy="3010683"/>
          </a:xfrm>
        </p:grpSpPr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E561A327-DDC2-E78A-7675-5967A76B0A2C}"/>
                </a:ext>
              </a:extLst>
            </p:cNvPr>
            <p:cNvCxnSpPr/>
            <p:nvPr/>
          </p:nvCxnSpPr>
          <p:spPr>
            <a:xfrm>
              <a:off x="599090" y="4871545"/>
              <a:ext cx="4351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4D92AE33-94AE-43C2-74F8-3AFA3B720E10}"/>
                </a:ext>
              </a:extLst>
            </p:cNvPr>
            <p:cNvCxnSpPr/>
            <p:nvPr/>
          </p:nvCxnSpPr>
          <p:spPr>
            <a:xfrm flipV="1">
              <a:off x="1040525" y="2727434"/>
              <a:ext cx="0" cy="283779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1D1B62A2-F964-272C-6975-E229A123F81A}"/>
                </a:ext>
              </a:extLst>
            </p:cNvPr>
            <p:cNvSpPr txBox="1"/>
            <p:nvPr/>
          </p:nvSpPr>
          <p:spPr>
            <a:xfrm>
              <a:off x="4645480" y="4871545"/>
              <a:ext cx="3048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71C3EC5D-2251-172D-C493-E86CDBD1DD74}"/>
                </a:ext>
              </a:extLst>
            </p:cNvPr>
            <p:cNvSpPr txBox="1"/>
            <p:nvPr/>
          </p:nvSpPr>
          <p:spPr>
            <a:xfrm>
              <a:off x="1093830" y="2554545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E73959AC-6933-C538-8272-32DE2F12FDEA}"/>
                </a:ext>
              </a:extLst>
            </p:cNvPr>
            <p:cNvSpPr txBox="1"/>
            <p:nvPr/>
          </p:nvSpPr>
          <p:spPr>
            <a:xfrm>
              <a:off x="677257" y="4871545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</p:grp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7EF4E03D-85D6-5C1E-A663-180F81B988DD}"/>
              </a:ext>
            </a:extLst>
          </p:cNvPr>
          <p:cNvCxnSpPr/>
          <p:nvPr/>
        </p:nvCxnSpPr>
        <p:spPr>
          <a:xfrm>
            <a:off x="1040525" y="3815255"/>
            <a:ext cx="31215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BA949D8-04E9-C65E-F72E-6C8843C411D9}"/>
                  </a:ext>
                </a:extLst>
              </p:cNvPr>
              <p:cNvSpPr txBox="1"/>
              <p:nvPr/>
            </p:nvSpPr>
            <p:spPr>
              <a:xfrm>
                <a:off x="563444" y="3537880"/>
                <a:ext cx="4988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𝒗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BA949D8-04E9-C65E-F72E-6C8843C41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44" y="3537880"/>
                <a:ext cx="49885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Agrupar 27">
            <a:extLst>
              <a:ext uri="{FF2B5EF4-FFF2-40B4-BE49-F238E27FC236}">
                <a16:creationId xmlns:a16="http://schemas.microsoft.com/office/drawing/2014/main" id="{557B2EBA-BCDE-DCCB-000E-CFCBFA326DF8}"/>
              </a:ext>
            </a:extLst>
          </p:cNvPr>
          <p:cNvGrpSpPr/>
          <p:nvPr/>
        </p:nvGrpSpPr>
        <p:grpSpPr>
          <a:xfrm>
            <a:off x="1631106" y="3799490"/>
            <a:ext cx="606705" cy="1520382"/>
            <a:chOff x="1631106" y="3799490"/>
            <a:chExt cx="606705" cy="15203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7912B64B-A949-3542-38F3-6CAF7115DC12}"/>
                    </a:ext>
                  </a:extLst>
                </p:cNvPr>
                <p:cNvSpPr txBox="1"/>
                <p:nvPr/>
              </p:nvSpPr>
              <p:spPr>
                <a:xfrm>
                  <a:off x="1631106" y="4796652"/>
                  <a:ext cx="60670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pt-BR" sz="2800" b="1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7912B64B-A949-3542-38F3-6CAF7115D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106" y="4796652"/>
                  <a:ext cx="606705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FA9A8F05-116C-2F7C-8487-F184A865A8A4}"/>
                </a:ext>
              </a:extLst>
            </p:cNvPr>
            <p:cNvCxnSpPr/>
            <p:nvPr/>
          </p:nvCxnSpPr>
          <p:spPr>
            <a:xfrm>
              <a:off x="1939159" y="3799490"/>
              <a:ext cx="0" cy="1072055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12CB8856-438B-0AA5-3771-C37EE3BFD531}"/>
              </a:ext>
            </a:extLst>
          </p:cNvPr>
          <p:cNvGrpSpPr/>
          <p:nvPr/>
        </p:nvGrpSpPr>
        <p:grpSpPr>
          <a:xfrm>
            <a:off x="3199963" y="3808085"/>
            <a:ext cx="606705" cy="1472053"/>
            <a:chOff x="3372834" y="3871019"/>
            <a:chExt cx="606705" cy="14720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C7B5A0D9-219C-752B-D739-1CB89AF9EB64}"/>
                    </a:ext>
                  </a:extLst>
                </p:cNvPr>
                <p:cNvSpPr txBox="1"/>
                <p:nvPr/>
              </p:nvSpPr>
              <p:spPr>
                <a:xfrm>
                  <a:off x="3372834" y="4819852"/>
                  <a:ext cx="60670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pt-BR" sz="2800" b="1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C7B5A0D9-219C-752B-D739-1CB89AF9EB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2834" y="4819852"/>
                  <a:ext cx="606705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1C9EB76E-3B13-A54D-ADB2-DAA332E1CA88}"/>
                </a:ext>
              </a:extLst>
            </p:cNvPr>
            <p:cNvCxnSpPr/>
            <p:nvPr/>
          </p:nvCxnSpPr>
          <p:spPr>
            <a:xfrm>
              <a:off x="3510456" y="3871019"/>
              <a:ext cx="0" cy="1072055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A024E74F-794D-C8FA-52A3-19142EB26D11}"/>
              </a:ext>
            </a:extLst>
          </p:cNvPr>
          <p:cNvGrpSpPr/>
          <p:nvPr/>
        </p:nvGrpSpPr>
        <p:grpSpPr>
          <a:xfrm>
            <a:off x="1957733" y="5347091"/>
            <a:ext cx="1379852" cy="523220"/>
            <a:chOff x="1957733" y="5347091"/>
            <a:chExt cx="1379852" cy="523220"/>
          </a:xfrm>
        </p:grpSpPr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83031BF6-999D-A9A0-13C1-436C52B6F5BC}"/>
                </a:ext>
              </a:extLst>
            </p:cNvPr>
            <p:cNvCxnSpPr/>
            <p:nvPr/>
          </p:nvCxnSpPr>
          <p:spPr>
            <a:xfrm>
              <a:off x="1957733" y="5394765"/>
              <a:ext cx="13798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71A94617-6EEE-1577-F56E-BD97ED60B97B}"/>
                    </a:ext>
                  </a:extLst>
                </p:cNvPr>
                <p:cNvSpPr txBox="1"/>
                <p:nvPr/>
              </p:nvSpPr>
              <p:spPr>
                <a:xfrm>
                  <a:off x="2277344" y="5347091"/>
                  <a:ext cx="64793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71A94617-6EEE-1577-F56E-BD97ED60B9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7344" y="5347091"/>
                  <a:ext cx="647934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FD06B460-A1CE-ABDF-44BB-93040B7DCBB0}"/>
                  </a:ext>
                </a:extLst>
              </p:cNvPr>
              <p:cNvSpPr txBox="1"/>
              <p:nvPr/>
            </p:nvSpPr>
            <p:spPr>
              <a:xfrm>
                <a:off x="4433942" y="2635827"/>
                <a:ext cx="33241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𝒃𝒂𝒔𝒆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𝒂𝒍𝒕𝒖𝒓𝒂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FD06B460-A1CE-ABDF-44BB-93040B7DC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942" y="2635827"/>
                <a:ext cx="332411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E8994579-BE1F-1944-950F-C87EB9F83943}"/>
                  </a:ext>
                </a:extLst>
              </p:cNvPr>
              <p:cNvSpPr txBox="1"/>
              <p:nvPr/>
            </p:nvSpPr>
            <p:spPr>
              <a:xfrm>
                <a:off x="5255926" y="3294939"/>
                <a:ext cx="17740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𝒗𝒙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E8994579-BE1F-1944-950F-C87EB9F83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926" y="3294939"/>
                <a:ext cx="177401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A813059B-5877-997E-B4BE-7841575F55C1}"/>
                  </a:ext>
                </a:extLst>
              </p:cNvPr>
              <p:cNvSpPr txBox="1"/>
              <p:nvPr/>
            </p:nvSpPr>
            <p:spPr>
              <a:xfrm>
                <a:off x="8130226" y="2395975"/>
                <a:ext cx="1461426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𝒗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num>
                        <m:den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A813059B-5877-997E-B4BE-7841575F5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226" y="2395975"/>
                <a:ext cx="1461426" cy="8989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DCEB75FE-0E48-F9D5-56E4-78DD1A0DAAC0}"/>
                  </a:ext>
                </a:extLst>
              </p:cNvPr>
              <p:cNvSpPr txBox="1"/>
              <p:nvPr/>
            </p:nvSpPr>
            <p:spPr>
              <a:xfrm>
                <a:off x="8106398" y="3388748"/>
                <a:ext cx="19535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𝑺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𝒗𝒙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DCEB75FE-0E48-F9D5-56E4-78DD1A0D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398" y="3388748"/>
                <a:ext cx="195354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aixaDeTexto 36">
            <a:extLst>
              <a:ext uri="{FF2B5EF4-FFF2-40B4-BE49-F238E27FC236}">
                <a16:creationId xmlns:a16="http://schemas.microsoft.com/office/drawing/2014/main" id="{7211ACDD-E1F8-963C-FC23-836D420C1917}"/>
              </a:ext>
            </a:extLst>
          </p:cNvPr>
          <p:cNvSpPr txBox="1"/>
          <p:nvPr/>
        </p:nvSpPr>
        <p:spPr>
          <a:xfrm>
            <a:off x="8730092" y="3931429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EAFE4EEC-A40A-2686-0284-0B61CF46D778}"/>
              </a:ext>
            </a:extLst>
          </p:cNvPr>
          <p:cNvGrpSpPr/>
          <p:nvPr/>
        </p:nvGrpSpPr>
        <p:grpSpPr>
          <a:xfrm>
            <a:off x="8077101" y="4561518"/>
            <a:ext cx="2248870" cy="993487"/>
            <a:chOff x="4253111" y="5707850"/>
            <a:chExt cx="2248870" cy="993487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D10B75C0-6FDE-7E43-71CD-100CE734C5F4}"/>
                </a:ext>
              </a:extLst>
            </p:cNvPr>
            <p:cNvSpPr/>
            <p:nvPr/>
          </p:nvSpPr>
          <p:spPr>
            <a:xfrm>
              <a:off x="4253111" y="5712010"/>
              <a:ext cx="2248870" cy="989327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274666A6-2798-1F18-B418-6BD3C943B56E}"/>
                </a:ext>
              </a:extLst>
            </p:cNvPr>
            <p:cNvGrpSpPr/>
            <p:nvPr/>
          </p:nvGrpSpPr>
          <p:grpSpPr>
            <a:xfrm>
              <a:off x="4290553" y="5707850"/>
              <a:ext cx="2056589" cy="782604"/>
              <a:chOff x="4290553" y="5707850"/>
              <a:chExt cx="2056589" cy="7826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aixaDeTexto 37">
                    <a:extLst>
                      <a:ext uri="{FF2B5EF4-FFF2-40B4-BE49-F238E27FC236}">
                        <a16:creationId xmlns:a16="http://schemas.microsoft.com/office/drawing/2014/main" id="{601ED882-AC8A-B32C-3F75-BD5A3C884295}"/>
                      </a:ext>
                    </a:extLst>
                  </p:cNvPr>
                  <p:cNvSpPr txBox="1"/>
                  <p:nvPr/>
                </p:nvSpPr>
                <p:spPr>
                  <a:xfrm>
                    <a:off x="4290553" y="5925748"/>
                    <a:ext cx="2056589" cy="56470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𝒗𝒙𝒕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oMath>
                      </m:oMathPara>
                    </a14:m>
                    <a:endParaRPr lang="pt-BR" sz="2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8" name="CaixaDeTexto 37">
                    <a:extLst>
                      <a:ext uri="{FF2B5EF4-FFF2-40B4-BE49-F238E27FC236}">
                        <a16:creationId xmlns:a16="http://schemas.microsoft.com/office/drawing/2014/main" id="{601ED882-AC8A-B32C-3F75-BD5A3C8842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0553" y="5925748"/>
                    <a:ext cx="2056589" cy="56470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CaixaDeTexto 38">
                    <a:extLst>
                      <a:ext uri="{FF2B5EF4-FFF2-40B4-BE49-F238E27FC236}">
                        <a16:creationId xmlns:a16="http://schemas.microsoft.com/office/drawing/2014/main" id="{C50BB5BA-FA6F-A995-0D63-57B6CB8E15A0}"/>
                      </a:ext>
                    </a:extLst>
                  </p:cNvPr>
                  <p:cNvSpPr txBox="1"/>
                  <p:nvPr/>
                </p:nvSpPr>
                <p:spPr>
                  <a:xfrm>
                    <a:off x="5269095" y="5707850"/>
                    <a:ext cx="5565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𝑵</m:t>
                          </m:r>
                        </m:oMath>
                      </m:oMathPara>
                    </a14:m>
                    <a:endParaRPr lang="pt-BR" sz="2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CaixaDeTexto 38">
                    <a:extLst>
                      <a:ext uri="{FF2B5EF4-FFF2-40B4-BE49-F238E27FC236}">
                        <a16:creationId xmlns:a16="http://schemas.microsoft.com/office/drawing/2014/main" id="{C50BB5BA-FA6F-A995-0D63-57B6CB8E15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9095" y="5707850"/>
                    <a:ext cx="556563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3ABE76AC-A392-1BB6-C0FA-DEE3F1C6D3A7}"/>
              </a:ext>
            </a:extLst>
          </p:cNvPr>
          <p:cNvGrpSpPr/>
          <p:nvPr/>
        </p:nvGrpSpPr>
        <p:grpSpPr>
          <a:xfrm>
            <a:off x="7944141" y="2743200"/>
            <a:ext cx="57804" cy="1802529"/>
            <a:chOff x="7126014" y="4330257"/>
            <a:chExt cx="57804" cy="1802529"/>
          </a:xfrm>
        </p:grpSpPr>
        <p:cxnSp>
          <p:nvCxnSpPr>
            <p:cNvPr id="44" name="Conector reto 43">
              <a:extLst>
                <a:ext uri="{FF2B5EF4-FFF2-40B4-BE49-F238E27FC236}">
                  <a16:creationId xmlns:a16="http://schemas.microsoft.com/office/drawing/2014/main" id="{1215C54B-B483-41FE-BD71-13F29CC68916}"/>
                </a:ext>
              </a:extLst>
            </p:cNvPr>
            <p:cNvCxnSpPr/>
            <p:nvPr/>
          </p:nvCxnSpPr>
          <p:spPr>
            <a:xfrm>
              <a:off x="7126014" y="4335517"/>
              <a:ext cx="0" cy="17972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id="{3220A0CE-DAA5-4D89-5C0A-61DC325B3B52}"/>
                </a:ext>
              </a:extLst>
            </p:cNvPr>
            <p:cNvCxnSpPr/>
            <p:nvPr/>
          </p:nvCxnSpPr>
          <p:spPr>
            <a:xfrm>
              <a:off x="7183818" y="4330257"/>
              <a:ext cx="0" cy="17972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Imagem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05975" y="5204810"/>
            <a:ext cx="1890999" cy="152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7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33" grpId="0"/>
      <p:bldP spid="34" grpId="0"/>
      <p:bldP spid="35" grpId="0"/>
      <p:bldP spid="36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484" y="3718617"/>
            <a:ext cx="1108193" cy="57697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703" y="3776430"/>
            <a:ext cx="658491" cy="512868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255673" y="58892"/>
            <a:ext cx="37160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rgbClr val="5FCB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– Extra 1</a:t>
            </a:r>
            <a:endParaRPr lang="pt-BR" sz="2000" dirty="0"/>
          </a:p>
        </p:txBody>
      </p:sp>
      <p:sp>
        <p:nvSpPr>
          <p:cNvPr id="3" name="Retângulo 2"/>
          <p:cNvSpPr/>
          <p:nvPr/>
        </p:nvSpPr>
        <p:spPr>
          <a:xfrm>
            <a:off x="246669" y="551829"/>
            <a:ext cx="110887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móvel executa um movimento que pode ser representado pelo diagrama abaixo. Determine: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205" y="1396768"/>
            <a:ext cx="5054748" cy="316973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68788" y="1466406"/>
            <a:ext cx="47904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O deslocamento escalar entre os instantes 0 e 30 s.</a:t>
            </a:r>
          </a:p>
        </p:txBody>
      </p:sp>
      <p:sp>
        <p:nvSpPr>
          <p:cNvPr id="6" name="Retângulo 5"/>
          <p:cNvSpPr/>
          <p:nvPr/>
        </p:nvSpPr>
        <p:spPr>
          <a:xfrm>
            <a:off x="302802" y="2435655"/>
            <a:ext cx="1702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Solução:</a:t>
            </a:r>
          </a:p>
        </p:txBody>
      </p:sp>
      <p:sp>
        <p:nvSpPr>
          <p:cNvPr id="7" name="Retângulo 6"/>
          <p:cNvSpPr/>
          <p:nvPr/>
        </p:nvSpPr>
        <p:spPr>
          <a:xfrm>
            <a:off x="162537" y="2857230"/>
            <a:ext cx="63022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o deslocamento escalar é numericamente igual a área, vem: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506" y="2586157"/>
            <a:ext cx="2264568" cy="1153951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586" y="2878012"/>
            <a:ext cx="658491" cy="5128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11"/>
              <p:cNvSpPr/>
              <p:nvPr/>
            </p:nvSpPr>
            <p:spPr>
              <a:xfrm>
                <a:off x="182154" y="3763202"/>
                <a:ext cx="221131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just"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>
                          <a:solidFill>
                            <a:srgbClr val="42B051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>
                              <a:solidFill>
                                <a:srgbClr val="42B051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42B051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42B051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42B051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t-BR" sz="2800" b="1" i="1">
                              <a:solidFill>
                                <a:srgbClr val="42B051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42B051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42B051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42B051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 ∴</m:t>
                      </m:r>
                    </m:oMath>
                  </m:oMathPara>
                </a14:m>
                <a:endParaRPr lang="pt-BR" sz="2800" b="1" dirty="0">
                  <a:solidFill>
                    <a:srgbClr val="42B051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54" y="3763202"/>
                <a:ext cx="221131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 12"/>
              <p:cNvSpPr/>
              <p:nvPr/>
            </p:nvSpPr>
            <p:spPr>
              <a:xfrm>
                <a:off x="2210096" y="3779598"/>
                <a:ext cx="385644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just"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𝟐𝟎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𝟐𝟎𝟎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</m:oMath>
                  </m:oMathPara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tâ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096" y="3779598"/>
                <a:ext cx="385644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 13"/>
              <p:cNvSpPr/>
              <p:nvPr/>
            </p:nvSpPr>
            <p:spPr>
              <a:xfrm>
                <a:off x="443267" y="4288577"/>
                <a:ext cx="255786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≡−</m:t>
                      </m:r>
                      <m:sSub>
                        <m:sSubPr>
                          <m:ctrlPr>
                            <a:rPr lang="pt-BR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 ∴</m:t>
                      </m:r>
                    </m:oMath>
                  </m:oMathPara>
                </a14:m>
                <a:endParaRPr lang="pt-BR" sz="28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tâ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67" y="4288577"/>
                <a:ext cx="255786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ângulo 14"/>
              <p:cNvSpPr/>
              <p:nvPr/>
            </p:nvSpPr>
            <p:spPr>
              <a:xfrm>
                <a:off x="640010" y="4844650"/>
                <a:ext cx="33317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𝒕𝒐𝒕𝒂𝒍</m:t>
                          </m:r>
                        </m:sub>
                      </m:sSub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tâ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10" y="4844650"/>
                <a:ext cx="333174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 15"/>
              <p:cNvSpPr/>
              <p:nvPr/>
            </p:nvSpPr>
            <p:spPr>
              <a:xfrm>
                <a:off x="2888227" y="4335671"/>
                <a:ext cx="385644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</m:oMath>
                  </m:oMathPara>
                </a14:m>
                <a:endParaRPr lang="pt-BR" sz="28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tâ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227" y="4335671"/>
                <a:ext cx="385644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 16"/>
              <p:cNvSpPr/>
              <p:nvPr/>
            </p:nvSpPr>
            <p:spPr>
              <a:xfrm>
                <a:off x="3844129" y="4867667"/>
                <a:ext cx="22912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𝟐𝟎𝟎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−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tâ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129" y="4867667"/>
                <a:ext cx="229123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5690" y="4874053"/>
                <a:ext cx="2808701" cy="523220"/>
              </a:xfrm>
              <a:prstGeom prst="rect">
                <a:avLst/>
              </a:prstGeom>
              <a:ln w="57150" cmpd="dbl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𝒕𝒐𝒕𝒂𝒍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𝟏𝟓𝟎</m:t>
                      </m:r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690" y="4874053"/>
                <a:ext cx="280870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5715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tângulo 18"/>
          <p:cNvSpPr/>
          <p:nvPr/>
        </p:nvSpPr>
        <p:spPr>
          <a:xfrm>
            <a:off x="246669" y="5277211"/>
            <a:ext cx="44925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A distância percorrida.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1104268" y="5702048"/>
                <a:ext cx="356257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Como </a:t>
                </a:r>
                <a14:m>
                  <m:oMath xmlns:m="http://schemas.openxmlformats.org/officeDocument/2006/math">
                    <m:r>
                      <a:rPr lang="pt-BR" sz="28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</m:t>
                    </m:r>
                    <m:r>
                      <a:rPr lang="pt-BR" sz="28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t-BR" sz="28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e>
                    </m:d>
                    <m:r>
                      <a:rPr lang="pt-BR" sz="28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𝒗𝒆𝒎</m:t>
                    </m:r>
                    <m:r>
                      <a:rPr lang="pt-BR" sz="28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</m:oMath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268" y="5702048"/>
                <a:ext cx="3562578" cy="523220"/>
              </a:xfrm>
              <a:prstGeom prst="rect">
                <a:avLst/>
              </a:prstGeom>
              <a:blipFill>
                <a:blip r:embed="rId14"/>
                <a:stretch>
                  <a:fillRect l="-3419" t="-11628" b="-313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773351" y="5625353"/>
                <a:ext cx="32055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𝟐𝟎𝟎</m:t>
                          </m:r>
                        </m:e>
                      </m:d>
                      <m:r>
                        <a:rPr lang="pt-BR" sz="2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𝟓𝟎</m:t>
                          </m:r>
                        </m:e>
                      </m:d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351" y="5625353"/>
                <a:ext cx="3205558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ângulo 21"/>
              <p:cNvSpPr/>
              <p:nvPr/>
            </p:nvSpPr>
            <p:spPr>
              <a:xfrm>
                <a:off x="5151119" y="6225268"/>
                <a:ext cx="2038507" cy="5232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</m:t>
                      </m:r>
                      <m:r>
                        <a:rPr lang="pt-BR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𝟐𝟓𝟎</m:t>
                      </m:r>
                      <m:r>
                        <a:rPr lang="pt-BR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</m:oMath>
                  </m:oMathPara>
                </a14:m>
                <a:endParaRPr lang="pt-BR" sz="28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Retâ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119" y="6225268"/>
                <a:ext cx="203850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m 2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592" y="4894787"/>
            <a:ext cx="2616483" cy="196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04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20" grpId="0"/>
      <p:bldP spid="21" grpId="0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87FD76D-2802-5D3E-A83A-2C76B5243EEE}"/>
              </a:ext>
            </a:extLst>
          </p:cNvPr>
          <p:cNvSpPr/>
          <p:nvPr/>
        </p:nvSpPr>
        <p:spPr>
          <a:xfrm>
            <a:off x="287145" y="290748"/>
            <a:ext cx="100325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A velocidade escalar média entre os instantes 0 e 30 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9C699C2-D0C2-E8EF-34FE-2BB93D6E08F1}"/>
              </a:ext>
            </a:extLst>
          </p:cNvPr>
          <p:cNvSpPr/>
          <p:nvPr/>
        </p:nvSpPr>
        <p:spPr>
          <a:xfrm>
            <a:off x="427410" y="813968"/>
            <a:ext cx="1702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Solução: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F916A1D-DC1A-17F8-AB25-6E7398650EC2}"/>
              </a:ext>
            </a:extLst>
          </p:cNvPr>
          <p:cNvSpPr/>
          <p:nvPr/>
        </p:nvSpPr>
        <p:spPr>
          <a:xfrm>
            <a:off x="287145" y="1235543"/>
            <a:ext cx="27336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DB6DD925-D5D7-808B-AC85-5A2163836AF8}"/>
                  </a:ext>
                </a:extLst>
              </p:cNvPr>
              <p:cNvSpPr/>
              <p:nvPr/>
            </p:nvSpPr>
            <p:spPr>
              <a:xfrm>
                <a:off x="2862073" y="1046260"/>
                <a:ext cx="174066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num>
                        <m:den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DB6DD925-D5D7-808B-AC85-5A2163836A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073" y="1046260"/>
                <a:ext cx="1740668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93F4487D-891B-E53B-F110-E9576A046443}"/>
                  </a:ext>
                </a:extLst>
              </p:cNvPr>
              <p:cNvSpPr/>
              <p:nvPr/>
            </p:nvSpPr>
            <p:spPr>
              <a:xfrm>
                <a:off x="1059511" y="2137328"/>
                <a:ext cx="2141217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𝟏𝟓</m:t>
                          </m:r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93F4487D-891B-E53B-F110-E9576A046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511" y="2137328"/>
                <a:ext cx="2141217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F0BD142A-6A4D-7785-80CD-569EA0A9A3C1}"/>
                  </a:ext>
                </a:extLst>
              </p:cNvPr>
              <p:cNvSpPr/>
              <p:nvPr/>
            </p:nvSpPr>
            <p:spPr>
              <a:xfrm>
                <a:off x="856749" y="3193377"/>
                <a:ext cx="2490608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lin ang="10800000" scaled="1"/>
                <a:tileRect/>
              </a:gra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</m:sub>
                      </m:sSub>
                      <m:r>
                        <a:rPr lang="pt-BR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F0BD142A-6A4D-7785-80CD-569EA0A9A3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49" y="3193377"/>
                <a:ext cx="249060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 descr="Desenho de um avião voando no céu&#10;&#10;O conteúdo gerado por IA pode estar incorreto.">
            <a:extLst>
              <a:ext uri="{FF2B5EF4-FFF2-40B4-BE49-F238E27FC236}">
                <a16:creationId xmlns:a16="http://schemas.microsoft.com/office/drawing/2014/main" id="{D7AFC435-6A13-842E-69EC-EC7ECD8F8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485" y="2539234"/>
            <a:ext cx="3442607" cy="344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9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A07ACF7A-EFBE-4055-94F1-2D72F33A42BF}"/>
              </a:ext>
            </a:extLst>
          </p:cNvPr>
          <p:cNvSpPr/>
          <p:nvPr/>
        </p:nvSpPr>
        <p:spPr>
          <a:xfrm>
            <a:off x="329154" y="3329680"/>
            <a:ext cx="5882460" cy="2960515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404360" y="39739"/>
            <a:ext cx="26436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rgbClr val="5FCB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Gráfico (</a:t>
            </a:r>
            <a:r>
              <a:rPr lang="pt-BR" sz="3200" b="1" dirty="0" err="1">
                <a:solidFill>
                  <a:srgbClr val="5FCB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Sxt</a:t>
            </a:r>
            <a:r>
              <a:rPr lang="pt-BR" sz="3200" b="1" dirty="0">
                <a:solidFill>
                  <a:srgbClr val="5FCB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 sz="2000" dirty="0"/>
          </a:p>
        </p:txBody>
      </p:sp>
      <p:sp>
        <p:nvSpPr>
          <p:cNvPr id="3" name="Retângulo 2"/>
          <p:cNvSpPr/>
          <p:nvPr/>
        </p:nvSpPr>
        <p:spPr>
          <a:xfrm>
            <a:off x="258379" y="567805"/>
            <a:ext cx="105343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Matemática, o gráfico da função do 1º grau y = </a:t>
            </a:r>
            <a:r>
              <a:rPr lang="pt-BR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a.x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b, a ≠ 0, de domínio ℝ, é uma reta inclinada em relação ao eixo x.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32230" y="1593499"/>
            <a:ext cx="105343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Física, o gráfico da função do 1º grau S = S</a:t>
            </a:r>
            <a:r>
              <a:rPr lang="pt-BR" sz="2800" b="1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v.t, v ≠ 0, de domínio ℝ</a:t>
            </a:r>
            <a:r>
              <a:rPr lang="pt-BR" sz="2800" b="1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é uma semirreta inclinada em relação ao eixo t. 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4963157" y="2662922"/>
            <a:ext cx="1072458" cy="586422"/>
            <a:chOff x="3885907" y="2627177"/>
            <a:chExt cx="1072458" cy="586422"/>
          </a:xfrm>
        </p:grpSpPr>
        <p:sp>
          <p:nvSpPr>
            <p:cNvPr id="6" name="Retângulo de cantos arredondados 5"/>
            <p:cNvSpPr/>
            <p:nvPr/>
          </p:nvSpPr>
          <p:spPr>
            <a:xfrm>
              <a:off x="3885907" y="2627177"/>
              <a:ext cx="1072458" cy="586422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Retângulo 4"/>
            <p:cNvSpPr/>
            <p:nvPr/>
          </p:nvSpPr>
          <p:spPr>
            <a:xfrm>
              <a:off x="3924544" y="2652935"/>
              <a:ext cx="94288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spcBef>
                  <a:spcPts val="1000"/>
                </a:spcBef>
                <a:buClr>
                  <a:srgbClr val="5FCBEF"/>
                </a:buClr>
                <a:buSzPct val="80000"/>
              </a:pPr>
              <a:r>
                <a:rPr lang="pt-BR" sz="28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x 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A60C632-29B4-44FD-BFF5-A80C3CCCCFDA}"/>
                  </a:ext>
                </a:extLst>
              </p:cNvPr>
              <p:cNvSpPr txBox="1"/>
              <p:nvPr/>
            </p:nvSpPr>
            <p:spPr>
              <a:xfrm>
                <a:off x="1991251" y="3315442"/>
                <a:ext cx="21231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𝒗𝒕</m:t>
                    </m:r>
                  </m:oMath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A60C632-29B4-44FD-BFF5-A80C3CCCC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251" y="3315442"/>
                <a:ext cx="212314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Agrupar 58">
            <a:extLst>
              <a:ext uri="{FF2B5EF4-FFF2-40B4-BE49-F238E27FC236}">
                <a16:creationId xmlns:a16="http://schemas.microsoft.com/office/drawing/2014/main" id="{127E280F-3F00-263E-BA8A-3D00EB171A4A}"/>
              </a:ext>
            </a:extLst>
          </p:cNvPr>
          <p:cNvGrpSpPr/>
          <p:nvPr/>
        </p:nvGrpSpPr>
        <p:grpSpPr>
          <a:xfrm>
            <a:off x="581154" y="3832092"/>
            <a:ext cx="2355332" cy="2224604"/>
            <a:chOff x="581154" y="3832092"/>
            <a:chExt cx="2355332" cy="2224604"/>
          </a:xfrm>
        </p:grpSpPr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8AD3BAED-F400-4BE9-A7EA-5947B67A32C3}"/>
                </a:ext>
              </a:extLst>
            </p:cNvPr>
            <p:cNvSpPr txBox="1"/>
            <p:nvPr/>
          </p:nvSpPr>
          <p:spPr>
            <a:xfrm>
              <a:off x="985597" y="3832092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2D957072-F6C0-4D97-9279-715574C13CE0}"/>
                </a:ext>
              </a:extLst>
            </p:cNvPr>
            <p:cNvGrpSpPr/>
            <p:nvPr/>
          </p:nvGrpSpPr>
          <p:grpSpPr>
            <a:xfrm>
              <a:off x="581154" y="5481620"/>
              <a:ext cx="356339" cy="556390"/>
              <a:chOff x="7342909" y="3323117"/>
              <a:chExt cx="356339" cy="556390"/>
            </a:xfrm>
          </p:grpSpPr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id="{4829A72F-DB54-4E98-AF2E-54C5313A9B8F}"/>
                  </a:ext>
                </a:extLst>
              </p:cNvPr>
              <p:cNvSpPr/>
              <p:nvPr/>
            </p:nvSpPr>
            <p:spPr>
              <a:xfrm>
                <a:off x="7342909" y="3429000"/>
                <a:ext cx="287258" cy="4505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29B076D5-9798-480B-8224-1E302EF54D7F}"/>
                  </a:ext>
                </a:extLst>
              </p:cNvPr>
              <p:cNvSpPr txBox="1"/>
              <p:nvPr/>
            </p:nvSpPr>
            <p:spPr>
              <a:xfrm>
                <a:off x="7343060" y="3323117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pt-BR" sz="2400" b="1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6D997582-6735-4507-8C00-A5C55D46CC63}"/>
                </a:ext>
              </a:extLst>
            </p:cNvPr>
            <p:cNvGrpSpPr/>
            <p:nvPr/>
          </p:nvGrpSpPr>
          <p:grpSpPr>
            <a:xfrm>
              <a:off x="2580104" y="5569581"/>
              <a:ext cx="356382" cy="487115"/>
              <a:chOff x="7273785" y="3392392"/>
              <a:chExt cx="356382" cy="487115"/>
            </a:xfrm>
          </p:grpSpPr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57253D9D-8A6A-4EC0-9F5E-808800D60D38}"/>
                  </a:ext>
                </a:extLst>
              </p:cNvPr>
              <p:cNvSpPr/>
              <p:nvPr/>
            </p:nvSpPr>
            <p:spPr>
              <a:xfrm>
                <a:off x="7342909" y="3429000"/>
                <a:ext cx="287258" cy="4505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1B68E7B1-A2B5-4A79-80D0-4FA4E8FB497E}"/>
                  </a:ext>
                </a:extLst>
              </p:cNvPr>
              <p:cNvSpPr txBox="1"/>
              <p:nvPr/>
            </p:nvSpPr>
            <p:spPr>
              <a:xfrm>
                <a:off x="7273785" y="3392392"/>
                <a:ext cx="287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endParaRPr lang="pt-BR" sz="2400" b="1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8B2B92BA-7F10-7E3A-D7DF-1C685E8A87E3}"/>
                </a:ext>
              </a:extLst>
            </p:cNvPr>
            <p:cNvCxnSpPr>
              <a:cxnSpLocks/>
            </p:cNvCxnSpPr>
            <p:nvPr/>
          </p:nvCxnSpPr>
          <p:spPr>
            <a:xfrm>
              <a:off x="745017" y="5569581"/>
              <a:ext cx="216909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B026A505-BED4-DE54-2F6E-AAA7B8DD6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209" y="4043471"/>
              <a:ext cx="31395" cy="178797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C07B5141-B699-2C5F-81AE-CE9FA4DA7274}"/>
              </a:ext>
            </a:extLst>
          </p:cNvPr>
          <p:cNvGrpSpPr/>
          <p:nvPr/>
        </p:nvGrpSpPr>
        <p:grpSpPr>
          <a:xfrm>
            <a:off x="3577761" y="3882970"/>
            <a:ext cx="2450805" cy="2173726"/>
            <a:chOff x="3577761" y="3882970"/>
            <a:chExt cx="2450805" cy="2173726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165A0908-7439-4087-8307-7F9F135D1F3C}"/>
                </a:ext>
              </a:extLst>
            </p:cNvPr>
            <p:cNvSpPr txBox="1"/>
            <p:nvPr/>
          </p:nvSpPr>
          <p:spPr>
            <a:xfrm>
              <a:off x="4039215" y="3882970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26E86F9B-8874-49EE-BCF3-4C22AA27EE2D}"/>
                </a:ext>
              </a:extLst>
            </p:cNvPr>
            <p:cNvGrpSpPr/>
            <p:nvPr/>
          </p:nvGrpSpPr>
          <p:grpSpPr>
            <a:xfrm>
              <a:off x="5672184" y="5569581"/>
              <a:ext cx="356382" cy="487115"/>
              <a:chOff x="7273785" y="3392392"/>
              <a:chExt cx="356382" cy="487115"/>
            </a:xfrm>
          </p:grpSpPr>
          <p:sp>
            <p:nvSpPr>
              <p:cNvPr id="30" name="Retângulo 29">
                <a:extLst>
                  <a:ext uri="{FF2B5EF4-FFF2-40B4-BE49-F238E27FC236}">
                    <a16:creationId xmlns:a16="http://schemas.microsoft.com/office/drawing/2014/main" id="{DFDD20BD-2644-48E2-9729-B84FDE61C227}"/>
                  </a:ext>
                </a:extLst>
              </p:cNvPr>
              <p:cNvSpPr/>
              <p:nvPr/>
            </p:nvSpPr>
            <p:spPr>
              <a:xfrm>
                <a:off x="7342909" y="3429000"/>
                <a:ext cx="287258" cy="4505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C7C6A8A3-64B1-436C-81F5-D72B05DD7C5F}"/>
                  </a:ext>
                </a:extLst>
              </p:cNvPr>
              <p:cNvSpPr txBox="1"/>
              <p:nvPr/>
            </p:nvSpPr>
            <p:spPr>
              <a:xfrm>
                <a:off x="7273785" y="3392392"/>
                <a:ext cx="287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endParaRPr lang="pt-BR" sz="2400" b="1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683EDE23-7FC4-4187-83DA-CDA1A3073DE6}"/>
                </a:ext>
              </a:extLst>
            </p:cNvPr>
            <p:cNvGrpSpPr/>
            <p:nvPr/>
          </p:nvGrpSpPr>
          <p:grpSpPr>
            <a:xfrm>
              <a:off x="3577761" y="5482856"/>
              <a:ext cx="411759" cy="556390"/>
              <a:chOff x="7342909" y="3323117"/>
              <a:chExt cx="411759" cy="556390"/>
            </a:xfrm>
          </p:grpSpPr>
          <p:sp>
            <p:nvSpPr>
              <p:cNvPr id="36" name="Retângulo 35">
                <a:extLst>
                  <a:ext uri="{FF2B5EF4-FFF2-40B4-BE49-F238E27FC236}">
                    <a16:creationId xmlns:a16="http://schemas.microsoft.com/office/drawing/2014/main" id="{EEE2D6DC-0083-4CB8-96BD-AD291E9E52A4}"/>
                  </a:ext>
                </a:extLst>
              </p:cNvPr>
              <p:cNvSpPr/>
              <p:nvPr/>
            </p:nvSpPr>
            <p:spPr>
              <a:xfrm>
                <a:off x="7342909" y="3429000"/>
                <a:ext cx="287258" cy="4505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AD1CCA89-62F8-474C-AE86-1C0C794D4441}"/>
                  </a:ext>
                </a:extLst>
              </p:cNvPr>
              <p:cNvSpPr txBox="1"/>
              <p:nvPr/>
            </p:nvSpPr>
            <p:spPr>
              <a:xfrm>
                <a:off x="7398480" y="3323117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pt-BR" sz="2400" b="1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B199CFE5-7D99-EA68-56A5-6F9C366B6D2A}"/>
                </a:ext>
              </a:extLst>
            </p:cNvPr>
            <p:cNvCxnSpPr>
              <a:cxnSpLocks/>
            </p:cNvCxnSpPr>
            <p:nvPr/>
          </p:nvCxnSpPr>
          <p:spPr>
            <a:xfrm>
              <a:off x="3770489" y="5555070"/>
              <a:ext cx="216909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>
              <a:extLst>
                <a:ext uri="{FF2B5EF4-FFF2-40B4-BE49-F238E27FC236}">
                  <a16:creationId xmlns:a16="http://schemas.microsoft.com/office/drawing/2014/main" id="{19EA414F-FB73-4715-333D-9F7ABB24F2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984" y="4054353"/>
              <a:ext cx="31395" cy="178797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D933D22B-3602-9126-128B-21AD9BE75285}"/>
              </a:ext>
            </a:extLst>
          </p:cNvPr>
          <p:cNvCxnSpPr>
            <a:cxnSpLocks/>
          </p:cNvCxnSpPr>
          <p:nvPr/>
        </p:nvCxnSpPr>
        <p:spPr>
          <a:xfrm flipV="1">
            <a:off x="965604" y="4189294"/>
            <a:ext cx="1478992" cy="7592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00EA2FD0-9EB8-D631-19E5-D431EE53FDE3}"/>
              </a:ext>
            </a:extLst>
          </p:cNvPr>
          <p:cNvCxnSpPr>
            <a:cxnSpLocks/>
          </p:cNvCxnSpPr>
          <p:nvPr/>
        </p:nvCxnSpPr>
        <p:spPr>
          <a:xfrm>
            <a:off x="3943670" y="4474719"/>
            <a:ext cx="1750544" cy="14720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ABB277B4-4499-78A4-605B-EC07D0C8DC48}"/>
              </a:ext>
            </a:extLst>
          </p:cNvPr>
          <p:cNvGrpSpPr/>
          <p:nvPr/>
        </p:nvGrpSpPr>
        <p:grpSpPr>
          <a:xfrm>
            <a:off x="3244382" y="4200768"/>
            <a:ext cx="57804" cy="1795878"/>
            <a:chOff x="7662041" y="3791625"/>
            <a:chExt cx="57804" cy="1795878"/>
          </a:xfrm>
        </p:grpSpPr>
        <p:cxnSp>
          <p:nvCxnSpPr>
            <p:cNvPr id="56" name="Conector reto 55">
              <a:extLst>
                <a:ext uri="{FF2B5EF4-FFF2-40B4-BE49-F238E27FC236}">
                  <a16:creationId xmlns:a16="http://schemas.microsoft.com/office/drawing/2014/main" id="{B33F2F3A-0157-830E-6FA1-A06783539590}"/>
                </a:ext>
              </a:extLst>
            </p:cNvPr>
            <p:cNvCxnSpPr/>
            <p:nvPr/>
          </p:nvCxnSpPr>
          <p:spPr>
            <a:xfrm>
              <a:off x="7662041" y="3796885"/>
              <a:ext cx="0" cy="1790618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>
              <a:extLst>
                <a:ext uri="{FF2B5EF4-FFF2-40B4-BE49-F238E27FC236}">
                  <a16:creationId xmlns:a16="http://schemas.microsoft.com/office/drawing/2014/main" id="{8EBA9609-7DEC-21B7-2F0D-20279AC17694}"/>
                </a:ext>
              </a:extLst>
            </p:cNvPr>
            <p:cNvCxnSpPr/>
            <p:nvPr/>
          </p:nvCxnSpPr>
          <p:spPr>
            <a:xfrm>
              <a:off x="7719845" y="3791625"/>
              <a:ext cx="0" cy="1790618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" name="Imagem 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74" y="2583148"/>
            <a:ext cx="2986433" cy="29864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D4070D77-DC6C-CBD6-A85F-6C4AD5522C44}"/>
                  </a:ext>
                </a:extLst>
              </p:cNvPr>
              <p:cNvSpPr txBox="1"/>
              <p:nvPr/>
            </p:nvSpPr>
            <p:spPr>
              <a:xfrm>
                <a:off x="3348640" y="4118006"/>
                <a:ext cx="6596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D4070D77-DC6C-CBD6-A85F-6C4AD5522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640" y="4118006"/>
                <a:ext cx="65960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4E6CF5CC-9ECA-9A9B-C236-05F80ABA180F}"/>
                  </a:ext>
                </a:extLst>
              </p:cNvPr>
              <p:cNvSpPr txBox="1"/>
              <p:nvPr/>
            </p:nvSpPr>
            <p:spPr>
              <a:xfrm>
                <a:off x="370574" y="4587358"/>
                <a:ext cx="6596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4E6CF5CC-9ECA-9A9B-C236-05F80ABA1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4" y="4587358"/>
                <a:ext cx="65960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45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3" grpId="0"/>
      <p:bldP spid="4" grpId="0"/>
      <p:bldP spid="10" grpId="0"/>
      <p:bldP spid="63" grpId="0"/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752375" y="66421"/>
            <a:ext cx="27126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rgbClr val="5FCB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Propriedade:</a:t>
            </a:r>
            <a:endParaRPr lang="pt-B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20352" y="554214"/>
                <a:ext cx="10336811" cy="15764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:r>
                  <a:rPr lang="pt-BR" sz="28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diagrama (S x t) podemos obter o valor da velocidade escalar v. Como </a:t>
                </a:r>
                <a14:m>
                  <m:oMath xmlns:m="http://schemas.openxmlformats.org/officeDocument/2006/math">
                    <m:r>
                      <a:rPr lang="pt-BR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num>
                      <m:den>
                        <m: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escolhemos um intervalo de tempo ∆t, no eixo t, e obtemos o correspondente ∆S, no eixo S.</a:t>
                </a:r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2" y="554214"/>
                <a:ext cx="10336811" cy="1576457"/>
              </a:xfrm>
              <a:prstGeom prst="rect">
                <a:avLst/>
              </a:prstGeom>
              <a:blipFill>
                <a:blip r:embed="rId2"/>
                <a:stretch>
                  <a:fillRect l="-1179" t="-4247" r="-1238" b="-96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5C3DC16-DA31-7D48-EDA6-E5D88408D4C7}"/>
              </a:ext>
            </a:extLst>
          </p:cNvPr>
          <p:cNvCxnSpPr/>
          <p:nvPr/>
        </p:nvCxnSpPr>
        <p:spPr>
          <a:xfrm flipV="1">
            <a:off x="1308538" y="2469419"/>
            <a:ext cx="2333296" cy="23705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D7FDEA5-E80D-AC04-14C1-6DEE7B3A2100}"/>
              </a:ext>
            </a:extLst>
          </p:cNvPr>
          <p:cNvCxnSpPr/>
          <p:nvPr/>
        </p:nvCxnSpPr>
        <p:spPr>
          <a:xfrm>
            <a:off x="1308538" y="3247696"/>
            <a:ext cx="233329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D012B0C5-E528-EB51-17D4-CDA4F2207703}"/>
              </a:ext>
            </a:extLst>
          </p:cNvPr>
          <p:cNvCxnSpPr/>
          <p:nvPr/>
        </p:nvCxnSpPr>
        <p:spPr>
          <a:xfrm>
            <a:off x="1224452" y="4456392"/>
            <a:ext cx="233329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F2B734E4-604A-6824-D1E8-93080C00FDE0}"/>
              </a:ext>
            </a:extLst>
          </p:cNvPr>
          <p:cNvCxnSpPr/>
          <p:nvPr/>
        </p:nvCxnSpPr>
        <p:spPr>
          <a:xfrm>
            <a:off x="1686910" y="4456392"/>
            <a:ext cx="0" cy="179404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210DE0E2-B3D5-BF92-55D2-4E5E115F63B3}"/>
              </a:ext>
            </a:extLst>
          </p:cNvPr>
          <p:cNvCxnSpPr/>
          <p:nvPr/>
        </p:nvCxnSpPr>
        <p:spPr>
          <a:xfrm>
            <a:off x="2864076" y="3225574"/>
            <a:ext cx="0" cy="28893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E21AEE06-D83C-F4D3-406A-94A00E56BEAC}"/>
              </a:ext>
            </a:extLst>
          </p:cNvPr>
          <p:cNvCxnSpPr/>
          <p:nvPr/>
        </p:nvCxnSpPr>
        <p:spPr>
          <a:xfrm>
            <a:off x="3137338" y="3263462"/>
            <a:ext cx="0" cy="119293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E7008659-9343-3016-1F8F-74A451DEA44D}"/>
              </a:ext>
            </a:extLst>
          </p:cNvPr>
          <p:cNvCxnSpPr/>
          <p:nvPr/>
        </p:nvCxnSpPr>
        <p:spPr>
          <a:xfrm>
            <a:off x="1686910" y="5990897"/>
            <a:ext cx="1177166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1124A026-89B8-0B98-C4F9-627B4AD9E5B2}"/>
              </a:ext>
            </a:extLst>
          </p:cNvPr>
          <p:cNvGrpSpPr/>
          <p:nvPr/>
        </p:nvGrpSpPr>
        <p:grpSpPr>
          <a:xfrm>
            <a:off x="898634" y="5407572"/>
            <a:ext cx="3801991" cy="523220"/>
            <a:chOff x="898634" y="5407572"/>
            <a:chExt cx="3801991" cy="523220"/>
          </a:xfrm>
        </p:grpSpPr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4A28F3D8-6BEC-1024-536A-4DB2A99C03C3}"/>
                </a:ext>
              </a:extLst>
            </p:cNvPr>
            <p:cNvCxnSpPr/>
            <p:nvPr/>
          </p:nvCxnSpPr>
          <p:spPr>
            <a:xfrm>
              <a:off x="898634" y="5407572"/>
              <a:ext cx="37206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55506CDC-6087-1D89-91A4-0A185E0774F3}"/>
                </a:ext>
              </a:extLst>
            </p:cNvPr>
            <p:cNvSpPr txBox="1"/>
            <p:nvPr/>
          </p:nvSpPr>
          <p:spPr>
            <a:xfrm>
              <a:off x="4395733" y="5407572"/>
              <a:ext cx="3048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4597EA12-2257-446C-39CF-4D9A45D594C9}"/>
              </a:ext>
            </a:extLst>
          </p:cNvPr>
          <p:cNvGrpSpPr/>
          <p:nvPr/>
        </p:nvGrpSpPr>
        <p:grpSpPr>
          <a:xfrm>
            <a:off x="1308538" y="2095171"/>
            <a:ext cx="517709" cy="3659243"/>
            <a:chOff x="1308538" y="2095171"/>
            <a:chExt cx="517709" cy="3659243"/>
          </a:xfrm>
        </p:grpSpPr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90478DE5-6066-0A99-8DE1-1BB2A88BF17D}"/>
                </a:ext>
              </a:extLst>
            </p:cNvPr>
            <p:cNvCxnSpPr/>
            <p:nvPr/>
          </p:nvCxnSpPr>
          <p:spPr>
            <a:xfrm flipV="1">
              <a:off x="1308538" y="2367992"/>
              <a:ext cx="0" cy="338642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EC4EEE5B-03D0-2374-E5E9-394A3A5E0918}"/>
                </a:ext>
              </a:extLst>
            </p:cNvPr>
            <p:cNvSpPr txBox="1"/>
            <p:nvPr/>
          </p:nvSpPr>
          <p:spPr>
            <a:xfrm>
              <a:off x="1402733" y="2095171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61D0C2B-EDC5-4E7A-9E1C-FD1DD2BB27EF}"/>
              </a:ext>
            </a:extLst>
          </p:cNvPr>
          <p:cNvSpPr txBox="1"/>
          <p:nvPr/>
        </p:nvSpPr>
        <p:spPr>
          <a:xfrm>
            <a:off x="966094" y="535948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A0FFEAFF-01CD-A1FC-9F26-6757CFD2B883}"/>
                  </a:ext>
                </a:extLst>
              </p:cNvPr>
              <p:cNvSpPr txBox="1"/>
              <p:nvPr/>
            </p:nvSpPr>
            <p:spPr>
              <a:xfrm>
                <a:off x="727713" y="4074280"/>
                <a:ext cx="6596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A0FFEAFF-01CD-A1FC-9F26-6757CFD2B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13" y="4074280"/>
                <a:ext cx="65960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F277058-D781-6130-8185-D360341057FB}"/>
                  </a:ext>
                </a:extLst>
              </p:cNvPr>
              <p:cNvSpPr txBox="1"/>
              <p:nvPr/>
            </p:nvSpPr>
            <p:spPr>
              <a:xfrm>
                <a:off x="743130" y="4525822"/>
                <a:ext cx="6596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F277058-D781-6130-8185-D36034105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30" y="4525822"/>
                <a:ext cx="65960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E4EBABB3-595F-C591-BBC7-10BCF639CA54}"/>
                  </a:ext>
                </a:extLst>
              </p:cNvPr>
              <p:cNvSpPr txBox="1"/>
              <p:nvPr/>
            </p:nvSpPr>
            <p:spPr>
              <a:xfrm>
                <a:off x="721485" y="2905780"/>
                <a:ext cx="6596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E4EBABB3-595F-C591-BBC7-10BCF639C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5" y="2905780"/>
                <a:ext cx="6596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23D551D9-E916-1AA3-C9C6-B7DB9FA3F78C}"/>
                  </a:ext>
                </a:extLst>
              </p:cNvPr>
              <p:cNvSpPr txBox="1"/>
              <p:nvPr/>
            </p:nvSpPr>
            <p:spPr>
              <a:xfrm>
                <a:off x="2787885" y="5301245"/>
                <a:ext cx="6067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23D551D9-E916-1AA3-C9C6-B7DB9FA3F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85" y="5301245"/>
                <a:ext cx="60670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E47F1A7D-D11E-9E2A-29A0-4F1C5C2D32BD}"/>
                  </a:ext>
                </a:extLst>
              </p:cNvPr>
              <p:cNvSpPr txBox="1"/>
              <p:nvPr/>
            </p:nvSpPr>
            <p:spPr>
              <a:xfrm>
                <a:off x="1662760" y="5330388"/>
                <a:ext cx="6067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E47F1A7D-D11E-9E2A-29A0-4F1C5C2D3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760" y="5330388"/>
                <a:ext cx="60670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0B1AF96B-AAE9-B82B-5197-705A9746E770}"/>
                  </a:ext>
                </a:extLst>
              </p:cNvPr>
              <p:cNvSpPr txBox="1"/>
              <p:nvPr/>
            </p:nvSpPr>
            <p:spPr>
              <a:xfrm>
                <a:off x="1997340" y="5901696"/>
                <a:ext cx="64793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0B1AF96B-AAE9-B82B-5197-705A9746E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340" y="5901696"/>
                <a:ext cx="64793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8AA95A9-DC76-2106-AA0D-D62A659C078B}"/>
                  </a:ext>
                </a:extLst>
              </p:cNvPr>
              <p:cNvSpPr txBox="1"/>
              <p:nvPr/>
            </p:nvSpPr>
            <p:spPr>
              <a:xfrm>
                <a:off x="3068242" y="3549551"/>
                <a:ext cx="70083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𝑺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8AA95A9-DC76-2106-AA0D-D62A659C0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242" y="3549551"/>
                <a:ext cx="70083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upo 6"/>
          <p:cNvGrpSpPr/>
          <p:nvPr/>
        </p:nvGrpSpPr>
        <p:grpSpPr>
          <a:xfrm>
            <a:off x="4926777" y="2367992"/>
            <a:ext cx="3593768" cy="1241050"/>
            <a:chOff x="4926777" y="2367992"/>
            <a:chExt cx="3593768" cy="1241050"/>
          </a:xfrm>
        </p:grpSpPr>
        <p:sp>
          <p:nvSpPr>
            <p:cNvPr id="38" name="Retângulo de cantos arredondados 4"/>
            <p:cNvSpPr/>
            <p:nvPr/>
          </p:nvSpPr>
          <p:spPr>
            <a:xfrm>
              <a:off x="4953510" y="2367992"/>
              <a:ext cx="3567035" cy="1241050"/>
            </a:xfrm>
            <a:prstGeom prst="round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tângulo 38"/>
                <p:cNvSpPr/>
                <p:nvPr/>
              </p:nvSpPr>
              <p:spPr>
                <a:xfrm>
                  <a:off x="4926777" y="2469419"/>
                  <a:ext cx="3447610" cy="109805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pt-BR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pt-BR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num>
                          <m:den>
                            <m:r>
                              <a:rPr lang="pt-BR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pt-BR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den>
                        </m:f>
                        <m:r>
                          <a:rPr lang="pt-BR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pt-BR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pt-BR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pt-BR" sz="32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6" name="Retângulo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6777" y="2469419"/>
                  <a:ext cx="3447610" cy="109805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0" name="Imagem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5396" y="4202513"/>
            <a:ext cx="3370297" cy="204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8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24675" y="0"/>
            <a:ext cx="13644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600" b="1" dirty="0">
                <a:solidFill>
                  <a:srgbClr val="5FCB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Obs.:</a:t>
            </a:r>
            <a:endParaRPr lang="pt-BR" sz="2400" dirty="0"/>
          </a:p>
        </p:txBody>
      </p:sp>
      <p:sp>
        <p:nvSpPr>
          <p:cNvPr id="3" name="Retângulo 2"/>
          <p:cNvSpPr/>
          <p:nvPr/>
        </p:nvSpPr>
        <p:spPr>
          <a:xfrm>
            <a:off x="430711" y="579410"/>
            <a:ext cx="87745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 o gráfico abaixo do espaço versus tempo.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312" y="1479640"/>
            <a:ext cx="4009224" cy="366272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996" y="3158583"/>
            <a:ext cx="578403" cy="81602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102755" y="1741249"/>
            <a:ext cx="53900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t' 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instante em que o móvel passa pela origem da trajetória, logo </a:t>
            </a: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= 0</a:t>
            </a:r>
          </a:p>
        </p:txBody>
      </p:sp>
      <p:pic>
        <p:nvPicPr>
          <p:cNvPr id="1026" name="Picture 2" descr="Illustration Eines Smiley Maskottchen Schreien Und Hält Ein Megaphon  Lizenzfreie Fotos, Bilder Und Stock Fotografie. Image 93443801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3" y="3796105"/>
            <a:ext cx="3486159" cy="234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08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13136" y="166612"/>
            <a:ext cx="2371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rgbClr val="5FCB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Aceleração</a:t>
            </a:r>
            <a:endParaRPr lang="pt-BR" sz="2000" dirty="0"/>
          </a:p>
        </p:txBody>
      </p:sp>
      <p:sp>
        <p:nvSpPr>
          <p:cNvPr id="3" name="Retângulo 2"/>
          <p:cNvSpPr/>
          <p:nvPr/>
        </p:nvSpPr>
        <p:spPr>
          <a:xfrm>
            <a:off x="306438" y="751387"/>
            <a:ext cx="102091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a velocidade escalar é constante e diferente de zero, no M.U. a 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aceleração escalar </a:t>
            </a: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constante e 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igual a</a:t>
            </a: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pt-BR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911235" y="1770522"/>
            <a:ext cx="7745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representação gráfica de 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x t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é dada por: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935" y="2290269"/>
            <a:ext cx="4612096" cy="320893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CCFAC0C-88ED-AFB1-8416-C401A743BB6F}"/>
              </a:ext>
            </a:extLst>
          </p:cNvPr>
          <p:cNvSpPr txBox="1"/>
          <p:nvPr/>
        </p:nvSpPr>
        <p:spPr>
          <a:xfrm>
            <a:off x="613136" y="5283160"/>
            <a:ext cx="36231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Fazer os exercícios: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EE48EBF-15C2-92E7-414D-9D4F8493D5EA}"/>
              </a:ext>
            </a:extLst>
          </p:cNvPr>
          <p:cNvSpPr txBox="1"/>
          <p:nvPr/>
        </p:nvSpPr>
        <p:spPr>
          <a:xfrm>
            <a:off x="471246" y="5725664"/>
            <a:ext cx="889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Aplicando conhecimentos: 2-) pag.: 64; 4-) pag.: 65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9CCFB95-1130-F1E6-FE33-731A2457767B}"/>
              </a:ext>
            </a:extLst>
          </p:cNvPr>
          <p:cNvSpPr txBox="1"/>
          <p:nvPr/>
        </p:nvSpPr>
        <p:spPr>
          <a:xfrm>
            <a:off x="613136" y="6168168"/>
            <a:ext cx="9720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Consolidando saberes: 5-) pag.: 68; 10-) e 11-) pag.: 69; 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615" y="3027961"/>
            <a:ext cx="26289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0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4A837-51A0-CE7D-458C-FBA341C03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A581C32-A676-969D-88A2-B868EB0F08A3}"/>
              </a:ext>
            </a:extLst>
          </p:cNvPr>
          <p:cNvSpPr txBox="1"/>
          <p:nvPr/>
        </p:nvSpPr>
        <p:spPr>
          <a:xfrm>
            <a:off x="377523" y="154744"/>
            <a:ext cx="114150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2-) pag.: 64 – Aplicando conhecimentos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Analise o gráfico a seguir, que se refere a um movimento uniforme.</a:t>
            </a: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6CBFCD30-FBFD-836C-7161-CB9CD95C5CFC}"/>
              </a:ext>
            </a:extLst>
          </p:cNvPr>
          <p:cNvGrpSpPr/>
          <p:nvPr/>
        </p:nvGrpSpPr>
        <p:grpSpPr>
          <a:xfrm>
            <a:off x="5749073" y="1079321"/>
            <a:ext cx="6335595" cy="4159012"/>
            <a:chOff x="4883218" y="972997"/>
            <a:chExt cx="6335595" cy="4159012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FAE2CE9F-D089-723A-F856-65CACAA0405F}"/>
                </a:ext>
              </a:extLst>
            </p:cNvPr>
            <p:cNvCxnSpPr/>
            <p:nvPr/>
          </p:nvCxnSpPr>
          <p:spPr>
            <a:xfrm>
              <a:off x="5486400" y="4508938"/>
              <a:ext cx="518685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32B7FABC-C4E1-DA0B-FA30-0F19ECAED9AC}"/>
                </a:ext>
              </a:extLst>
            </p:cNvPr>
            <p:cNvCxnSpPr/>
            <p:nvPr/>
          </p:nvCxnSpPr>
          <p:spPr>
            <a:xfrm flipV="1">
              <a:off x="5975131" y="1292772"/>
              <a:ext cx="0" cy="364183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BF0E82D-BF0D-C26A-56DF-56516DA76DF1}"/>
                </a:ext>
              </a:extLst>
            </p:cNvPr>
            <p:cNvCxnSpPr/>
            <p:nvPr/>
          </p:nvCxnSpPr>
          <p:spPr>
            <a:xfrm flipV="1">
              <a:off x="5975131" y="1576552"/>
              <a:ext cx="4398579" cy="201798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55FC3BFD-E706-361B-CC57-54C8581C6389}"/>
                </a:ext>
              </a:extLst>
            </p:cNvPr>
            <p:cNvCxnSpPr/>
            <p:nvPr/>
          </p:nvCxnSpPr>
          <p:spPr>
            <a:xfrm>
              <a:off x="5916803" y="1797269"/>
              <a:ext cx="4404885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FC3D6053-00D1-F7C4-9F44-C9E25C386080}"/>
                </a:ext>
              </a:extLst>
            </p:cNvPr>
            <p:cNvCxnSpPr/>
            <p:nvPr/>
          </p:nvCxnSpPr>
          <p:spPr>
            <a:xfrm>
              <a:off x="9948040" y="1466186"/>
              <a:ext cx="0" cy="3137338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0C61EF5C-0238-AF30-E25F-A9EF54D0B4A2}"/>
                </a:ext>
              </a:extLst>
            </p:cNvPr>
            <p:cNvSpPr txBox="1"/>
            <p:nvPr/>
          </p:nvSpPr>
          <p:spPr>
            <a:xfrm>
              <a:off x="4883218" y="972997"/>
              <a:ext cx="1082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S (m)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D6436CA9-80B4-F2C3-2065-A47327087461}"/>
                </a:ext>
              </a:extLst>
            </p:cNvPr>
            <p:cNvSpPr txBox="1"/>
            <p:nvPr/>
          </p:nvSpPr>
          <p:spPr>
            <a:xfrm>
              <a:off x="10373710" y="4608789"/>
              <a:ext cx="8451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t (s)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B4B4784-A540-FA11-430B-B12C483190A0}"/>
                </a:ext>
              </a:extLst>
            </p:cNvPr>
            <p:cNvSpPr txBox="1"/>
            <p:nvPr/>
          </p:nvSpPr>
          <p:spPr>
            <a:xfrm>
              <a:off x="5234003" y="3297299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1B52400-352E-947A-5EA5-6C35E1A60586}"/>
                </a:ext>
              </a:extLst>
            </p:cNvPr>
            <p:cNvSpPr txBox="1"/>
            <p:nvPr/>
          </p:nvSpPr>
          <p:spPr>
            <a:xfrm>
              <a:off x="6591938" y="460352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85B4C741-993F-CACE-4C86-3BD0D5F86556}"/>
                </a:ext>
              </a:extLst>
            </p:cNvPr>
            <p:cNvSpPr txBox="1"/>
            <p:nvPr/>
          </p:nvSpPr>
          <p:spPr>
            <a:xfrm>
              <a:off x="7363064" y="460352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62665FC5-44EE-DE81-DD0B-EBD1A4B4B606}"/>
                </a:ext>
              </a:extLst>
            </p:cNvPr>
            <p:cNvSpPr txBox="1"/>
            <p:nvPr/>
          </p:nvSpPr>
          <p:spPr>
            <a:xfrm>
              <a:off x="8173775" y="460352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9327941C-A72F-1025-D7E9-999926F9047E}"/>
                </a:ext>
              </a:extLst>
            </p:cNvPr>
            <p:cNvSpPr txBox="1"/>
            <p:nvPr/>
          </p:nvSpPr>
          <p:spPr>
            <a:xfrm>
              <a:off x="8984393" y="460352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9EEB7F38-5C25-7AF4-29E9-65E0026AC71B}"/>
                </a:ext>
              </a:extLst>
            </p:cNvPr>
            <p:cNvSpPr txBox="1"/>
            <p:nvPr/>
          </p:nvSpPr>
          <p:spPr>
            <a:xfrm>
              <a:off x="9755519" y="4581929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3F360C68-5A8B-9220-5676-F31C88D6D424}"/>
                </a:ext>
              </a:extLst>
            </p:cNvPr>
            <p:cNvSpPr txBox="1"/>
            <p:nvPr/>
          </p:nvSpPr>
          <p:spPr>
            <a:xfrm>
              <a:off x="5265534" y="3760604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B0A3A6D5-E30E-2AA9-D084-87101BA663FA}"/>
                </a:ext>
              </a:extLst>
            </p:cNvPr>
            <p:cNvSpPr txBox="1"/>
            <p:nvPr/>
          </p:nvSpPr>
          <p:spPr>
            <a:xfrm>
              <a:off x="5265534" y="2863217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30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2B2F620F-37A1-CFDE-CF9B-70EE92A78504}"/>
                </a:ext>
              </a:extLst>
            </p:cNvPr>
            <p:cNvSpPr txBox="1"/>
            <p:nvPr/>
          </p:nvSpPr>
          <p:spPr>
            <a:xfrm>
              <a:off x="5234002" y="2392815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40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1B647FE4-97F1-E173-681B-6F6079DF627F}"/>
                </a:ext>
              </a:extLst>
            </p:cNvPr>
            <p:cNvSpPr txBox="1"/>
            <p:nvPr/>
          </p:nvSpPr>
          <p:spPr>
            <a:xfrm>
              <a:off x="5217400" y="1935580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50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CB17B30A-C235-7BFB-D8C5-9AC85E5353C8}"/>
                </a:ext>
              </a:extLst>
            </p:cNvPr>
            <p:cNvSpPr txBox="1"/>
            <p:nvPr/>
          </p:nvSpPr>
          <p:spPr>
            <a:xfrm>
              <a:off x="5225701" y="1509912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</a:p>
          </p:txBody>
        </p: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7AAAEA-ED3C-9473-5376-044B9D742707}"/>
                </a:ext>
              </a:extLst>
            </p:cNvPr>
            <p:cNvCxnSpPr/>
            <p:nvPr/>
          </p:nvCxnSpPr>
          <p:spPr>
            <a:xfrm>
              <a:off x="5852852" y="3136755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E8E618BD-12AF-9EEE-AEAE-1F1362D26ABD}"/>
                </a:ext>
              </a:extLst>
            </p:cNvPr>
            <p:cNvCxnSpPr/>
            <p:nvPr/>
          </p:nvCxnSpPr>
          <p:spPr>
            <a:xfrm>
              <a:off x="5926420" y="1791429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C7EA6B85-7CA2-58C0-2310-204BF852ACC7}"/>
                </a:ext>
              </a:extLst>
            </p:cNvPr>
            <p:cNvCxnSpPr/>
            <p:nvPr/>
          </p:nvCxnSpPr>
          <p:spPr>
            <a:xfrm>
              <a:off x="5894898" y="2232853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D75F8316-B50E-91AC-CC77-6B6E542D518D}"/>
                </a:ext>
              </a:extLst>
            </p:cNvPr>
            <p:cNvCxnSpPr/>
            <p:nvPr/>
          </p:nvCxnSpPr>
          <p:spPr>
            <a:xfrm>
              <a:off x="5879132" y="2705822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FD1819A4-2A0B-1D24-F20C-4EFC10711E50}"/>
                </a:ext>
              </a:extLst>
            </p:cNvPr>
            <p:cNvCxnSpPr/>
            <p:nvPr/>
          </p:nvCxnSpPr>
          <p:spPr>
            <a:xfrm>
              <a:off x="5884388" y="3593959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id="{7F67D802-4FC6-A266-F6F3-5A9ABFFE3B00}"/>
                </a:ext>
              </a:extLst>
            </p:cNvPr>
            <p:cNvCxnSpPr/>
            <p:nvPr/>
          </p:nvCxnSpPr>
          <p:spPr>
            <a:xfrm>
              <a:off x="5900150" y="4051158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to 35">
              <a:extLst>
                <a:ext uri="{FF2B5EF4-FFF2-40B4-BE49-F238E27FC236}">
                  <a16:creationId xmlns:a16="http://schemas.microsoft.com/office/drawing/2014/main" id="{EA820812-F233-48DB-8D3E-AA26A81890FF}"/>
                </a:ext>
              </a:extLst>
            </p:cNvPr>
            <p:cNvCxnSpPr/>
            <p:nvPr/>
          </p:nvCxnSpPr>
          <p:spPr>
            <a:xfrm>
              <a:off x="7567461" y="4464274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id="{EBFC506F-3FB9-5F3B-E38B-27148A9C2A8E}"/>
                </a:ext>
              </a:extLst>
            </p:cNvPr>
            <p:cNvCxnSpPr/>
            <p:nvPr/>
          </p:nvCxnSpPr>
          <p:spPr>
            <a:xfrm>
              <a:off x="6773932" y="4459017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to 37">
              <a:extLst>
                <a:ext uri="{FF2B5EF4-FFF2-40B4-BE49-F238E27FC236}">
                  <a16:creationId xmlns:a16="http://schemas.microsoft.com/office/drawing/2014/main" id="{3B1A7A3E-5628-5DF6-2E88-EC8872FFC704}"/>
                </a:ext>
              </a:extLst>
            </p:cNvPr>
            <p:cNvCxnSpPr/>
            <p:nvPr/>
          </p:nvCxnSpPr>
          <p:spPr>
            <a:xfrm>
              <a:off x="8371499" y="4464276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to 38">
              <a:extLst>
                <a:ext uri="{FF2B5EF4-FFF2-40B4-BE49-F238E27FC236}">
                  <a16:creationId xmlns:a16="http://schemas.microsoft.com/office/drawing/2014/main" id="{B80EFF3E-87BE-E529-5892-9682AE567274}"/>
                </a:ext>
              </a:extLst>
            </p:cNvPr>
            <p:cNvCxnSpPr/>
            <p:nvPr/>
          </p:nvCxnSpPr>
          <p:spPr>
            <a:xfrm>
              <a:off x="9159776" y="4448508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to 39">
              <a:extLst>
                <a:ext uri="{FF2B5EF4-FFF2-40B4-BE49-F238E27FC236}">
                  <a16:creationId xmlns:a16="http://schemas.microsoft.com/office/drawing/2014/main" id="{CA892EF0-1934-49C5-9568-8FDB8E4EBBCB}"/>
                </a:ext>
              </a:extLst>
            </p:cNvPr>
            <p:cNvCxnSpPr/>
            <p:nvPr/>
          </p:nvCxnSpPr>
          <p:spPr>
            <a:xfrm>
              <a:off x="9948051" y="4448508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BFD8F30A-F89F-EF2F-43B1-2A20DF8638E1}"/>
                </a:ext>
              </a:extLst>
            </p:cNvPr>
            <p:cNvSpPr txBox="1"/>
            <p:nvPr/>
          </p:nvSpPr>
          <p:spPr>
            <a:xfrm>
              <a:off x="5545926" y="4491976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36CE6A4-1D73-B833-784D-D7FB0412A19D}"/>
              </a:ext>
            </a:extLst>
          </p:cNvPr>
          <p:cNvSpPr txBox="1"/>
          <p:nvPr/>
        </p:nvSpPr>
        <p:spPr>
          <a:xfrm>
            <a:off x="280622" y="1241990"/>
            <a:ext cx="5359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Agora, responda às questões: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19D2F04-7AB8-E724-4F0C-C733B0DA6290}"/>
              </a:ext>
            </a:extLst>
          </p:cNvPr>
          <p:cNvSpPr txBox="1"/>
          <p:nvPr/>
        </p:nvSpPr>
        <p:spPr>
          <a:xfrm>
            <a:off x="275634" y="1918946"/>
            <a:ext cx="5359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Qual é o espaço inicial do móvel?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A8E71619-D37F-C9E9-6419-3632D43BD010}"/>
              </a:ext>
            </a:extLst>
          </p:cNvPr>
          <p:cNvSpPr txBox="1"/>
          <p:nvPr/>
        </p:nvSpPr>
        <p:spPr>
          <a:xfrm>
            <a:off x="270301" y="2942350"/>
            <a:ext cx="5559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Qual é a velocidade escalar?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DBAD2004-8701-EE3F-42FB-A81670441282}"/>
              </a:ext>
            </a:extLst>
          </p:cNvPr>
          <p:cNvSpPr txBox="1"/>
          <p:nvPr/>
        </p:nvSpPr>
        <p:spPr>
          <a:xfrm>
            <a:off x="268433" y="3630254"/>
            <a:ext cx="5359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Qual é a função horária do movimento?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F6D94EA-CDED-1889-1C3F-A41ADAD797B5}"/>
              </a:ext>
            </a:extLst>
          </p:cNvPr>
          <p:cNvSpPr txBox="1"/>
          <p:nvPr/>
        </p:nvSpPr>
        <p:spPr>
          <a:xfrm>
            <a:off x="325019" y="5139792"/>
            <a:ext cx="108481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É possível dizer se a trajetória é retilínea apenas observando o gráfico?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9A726F7-5762-F2CC-A248-B2693BC5EAAF}"/>
              </a:ext>
            </a:extLst>
          </p:cNvPr>
          <p:cNvSpPr txBox="1"/>
          <p:nvPr/>
        </p:nvSpPr>
        <p:spPr>
          <a:xfrm>
            <a:off x="268433" y="6158249"/>
            <a:ext cx="8260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O movimento é progressivo ou retrógrado?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716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60AB-42F4-8CAD-465A-A58F9DF9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8924BD8-F813-F408-E04D-C93554F87589}"/>
              </a:ext>
            </a:extLst>
          </p:cNvPr>
          <p:cNvGrpSpPr/>
          <p:nvPr/>
        </p:nvGrpSpPr>
        <p:grpSpPr>
          <a:xfrm>
            <a:off x="5865665" y="92072"/>
            <a:ext cx="6335595" cy="4159012"/>
            <a:chOff x="4883218" y="972997"/>
            <a:chExt cx="6335595" cy="4159012"/>
          </a:xfrm>
        </p:grpSpPr>
        <p:cxnSp>
          <p:nvCxnSpPr>
            <p:cNvPr id="3" name="Conector de Seta Reta 2">
              <a:extLst>
                <a:ext uri="{FF2B5EF4-FFF2-40B4-BE49-F238E27FC236}">
                  <a16:creationId xmlns:a16="http://schemas.microsoft.com/office/drawing/2014/main" id="{611FF28F-8E30-ABCA-85BC-B8BC3E32D724}"/>
                </a:ext>
              </a:extLst>
            </p:cNvPr>
            <p:cNvCxnSpPr/>
            <p:nvPr/>
          </p:nvCxnSpPr>
          <p:spPr>
            <a:xfrm>
              <a:off x="5486400" y="4508938"/>
              <a:ext cx="518685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B3F49A52-1992-578A-1159-37D3670B984E}"/>
                </a:ext>
              </a:extLst>
            </p:cNvPr>
            <p:cNvCxnSpPr/>
            <p:nvPr/>
          </p:nvCxnSpPr>
          <p:spPr>
            <a:xfrm flipV="1">
              <a:off x="5975131" y="1292772"/>
              <a:ext cx="0" cy="364183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481904B7-5695-2CCE-57A0-52CA425EA9F6}"/>
                </a:ext>
              </a:extLst>
            </p:cNvPr>
            <p:cNvCxnSpPr/>
            <p:nvPr/>
          </p:nvCxnSpPr>
          <p:spPr>
            <a:xfrm flipV="1">
              <a:off x="5975131" y="1576552"/>
              <a:ext cx="4398579" cy="201798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DD7B78D9-EA0B-E028-13E1-23B64298AE53}"/>
                </a:ext>
              </a:extLst>
            </p:cNvPr>
            <p:cNvCxnSpPr/>
            <p:nvPr/>
          </p:nvCxnSpPr>
          <p:spPr>
            <a:xfrm>
              <a:off x="5916803" y="1797269"/>
              <a:ext cx="4404885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840CADF4-B2CE-9BDD-627A-1C350F724528}"/>
                </a:ext>
              </a:extLst>
            </p:cNvPr>
            <p:cNvCxnSpPr/>
            <p:nvPr/>
          </p:nvCxnSpPr>
          <p:spPr>
            <a:xfrm>
              <a:off x="9948040" y="1466186"/>
              <a:ext cx="0" cy="3137338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56D11E20-B6B8-4608-E7CE-DDEA3FC4AFDC}"/>
                </a:ext>
              </a:extLst>
            </p:cNvPr>
            <p:cNvSpPr txBox="1"/>
            <p:nvPr/>
          </p:nvSpPr>
          <p:spPr>
            <a:xfrm>
              <a:off x="4883218" y="972997"/>
              <a:ext cx="1082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S (m)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B27D76EC-97C9-9DB9-A591-EA227BC15B52}"/>
                </a:ext>
              </a:extLst>
            </p:cNvPr>
            <p:cNvSpPr txBox="1"/>
            <p:nvPr/>
          </p:nvSpPr>
          <p:spPr>
            <a:xfrm>
              <a:off x="10373710" y="4608789"/>
              <a:ext cx="8451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t (s)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0F7F049F-C288-E480-F386-9C76765B61F4}"/>
                </a:ext>
              </a:extLst>
            </p:cNvPr>
            <p:cNvSpPr txBox="1"/>
            <p:nvPr/>
          </p:nvSpPr>
          <p:spPr>
            <a:xfrm>
              <a:off x="5234003" y="3297299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FEBA0D0-7875-ADB4-A6AC-631765BE632C}"/>
                </a:ext>
              </a:extLst>
            </p:cNvPr>
            <p:cNvSpPr txBox="1"/>
            <p:nvPr/>
          </p:nvSpPr>
          <p:spPr>
            <a:xfrm>
              <a:off x="6591938" y="460352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EA40B5D-74AB-E4D9-9BC9-020BC4CF9CB4}"/>
                </a:ext>
              </a:extLst>
            </p:cNvPr>
            <p:cNvSpPr txBox="1"/>
            <p:nvPr/>
          </p:nvSpPr>
          <p:spPr>
            <a:xfrm>
              <a:off x="7363064" y="460352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E2D4F69A-DAC0-00DE-D237-4C8F073652F6}"/>
                </a:ext>
              </a:extLst>
            </p:cNvPr>
            <p:cNvSpPr txBox="1"/>
            <p:nvPr/>
          </p:nvSpPr>
          <p:spPr>
            <a:xfrm>
              <a:off x="8173775" y="460352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A833597A-DB96-BEFD-DF23-5D1D51986755}"/>
                </a:ext>
              </a:extLst>
            </p:cNvPr>
            <p:cNvSpPr txBox="1"/>
            <p:nvPr/>
          </p:nvSpPr>
          <p:spPr>
            <a:xfrm>
              <a:off x="8984393" y="460352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21EE4C9E-71C4-9C99-C11A-FA2389D17124}"/>
                </a:ext>
              </a:extLst>
            </p:cNvPr>
            <p:cNvSpPr txBox="1"/>
            <p:nvPr/>
          </p:nvSpPr>
          <p:spPr>
            <a:xfrm>
              <a:off x="9755519" y="4581929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BC1CF668-53B1-9731-BB8A-29CC9BFC90F9}"/>
                </a:ext>
              </a:extLst>
            </p:cNvPr>
            <p:cNvSpPr txBox="1"/>
            <p:nvPr/>
          </p:nvSpPr>
          <p:spPr>
            <a:xfrm>
              <a:off x="5265534" y="3760604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D8E8CBC8-9681-DC98-26A9-53F2710707EA}"/>
                </a:ext>
              </a:extLst>
            </p:cNvPr>
            <p:cNvSpPr txBox="1"/>
            <p:nvPr/>
          </p:nvSpPr>
          <p:spPr>
            <a:xfrm>
              <a:off x="5265534" y="2863217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30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1887A2C3-D4BE-7347-1BD7-8B0D80DB4E2B}"/>
                </a:ext>
              </a:extLst>
            </p:cNvPr>
            <p:cNvSpPr txBox="1"/>
            <p:nvPr/>
          </p:nvSpPr>
          <p:spPr>
            <a:xfrm>
              <a:off x="5234002" y="2392815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40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1E6E7548-D111-1C63-1090-0D4516659CF7}"/>
                </a:ext>
              </a:extLst>
            </p:cNvPr>
            <p:cNvSpPr txBox="1"/>
            <p:nvPr/>
          </p:nvSpPr>
          <p:spPr>
            <a:xfrm>
              <a:off x="5217400" y="1935580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50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8ED05BD-B2CC-55A9-A365-DFB77145F433}"/>
                </a:ext>
              </a:extLst>
            </p:cNvPr>
            <p:cNvSpPr txBox="1"/>
            <p:nvPr/>
          </p:nvSpPr>
          <p:spPr>
            <a:xfrm>
              <a:off x="5225701" y="1509912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</a:p>
          </p:txBody>
        </p: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369FC40E-8320-F991-DC93-EC63829F36AF}"/>
                </a:ext>
              </a:extLst>
            </p:cNvPr>
            <p:cNvCxnSpPr/>
            <p:nvPr/>
          </p:nvCxnSpPr>
          <p:spPr>
            <a:xfrm>
              <a:off x="5852852" y="3136755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4093B134-AFCB-E9C1-35B1-008A93BEEAF3}"/>
                </a:ext>
              </a:extLst>
            </p:cNvPr>
            <p:cNvCxnSpPr/>
            <p:nvPr/>
          </p:nvCxnSpPr>
          <p:spPr>
            <a:xfrm>
              <a:off x="5926420" y="1791429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81801D6C-BEE7-D49A-437D-A22BA0546DBD}"/>
                </a:ext>
              </a:extLst>
            </p:cNvPr>
            <p:cNvCxnSpPr/>
            <p:nvPr/>
          </p:nvCxnSpPr>
          <p:spPr>
            <a:xfrm>
              <a:off x="5894898" y="2232853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D94C329D-E9FD-9396-B2A7-09A7F88D2628}"/>
                </a:ext>
              </a:extLst>
            </p:cNvPr>
            <p:cNvCxnSpPr/>
            <p:nvPr/>
          </p:nvCxnSpPr>
          <p:spPr>
            <a:xfrm>
              <a:off x="5879132" y="2705822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36FC5A83-AA38-7927-EE69-A87FCFE044BC}"/>
                </a:ext>
              </a:extLst>
            </p:cNvPr>
            <p:cNvCxnSpPr/>
            <p:nvPr/>
          </p:nvCxnSpPr>
          <p:spPr>
            <a:xfrm>
              <a:off x="5884388" y="3593959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EE08D53F-33EA-4E05-ACEF-C224571CADF2}"/>
                </a:ext>
              </a:extLst>
            </p:cNvPr>
            <p:cNvCxnSpPr/>
            <p:nvPr/>
          </p:nvCxnSpPr>
          <p:spPr>
            <a:xfrm>
              <a:off x="5900150" y="4051158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672DCE7B-4131-BBA4-78EB-E8C6731E56D9}"/>
                </a:ext>
              </a:extLst>
            </p:cNvPr>
            <p:cNvCxnSpPr/>
            <p:nvPr/>
          </p:nvCxnSpPr>
          <p:spPr>
            <a:xfrm>
              <a:off x="7567461" y="4464274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B09A4CD-0431-5BEE-9ED6-670099A0A228}"/>
                </a:ext>
              </a:extLst>
            </p:cNvPr>
            <p:cNvCxnSpPr/>
            <p:nvPr/>
          </p:nvCxnSpPr>
          <p:spPr>
            <a:xfrm>
              <a:off x="6773932" y="4459017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5D710816-CA75-7F48-7C44-534A20654601}"/>
                </a:ext>
              </a:extLst>
            </p:cNvPr>
            <p:cNvCxnSpPr/>
            <p:nvPr/>
          </p:nvCxnSpPr>
          <p:spPr>
            <a:xfrm>
              <a:off x="8371499" y="4464276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DF6625F2-D695-7495-F63C-CB10935209BC}"/>
                </a:ext>
              </a:extLst>
            </p:cNvPr>
            <p:cNvCxnSpPr/>
            <p:nvPr/>
          </p:nvCxnSpPr>
          <p:spPr>
            <a:xfrm>
              <a:off x="9159776" y="4448508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1A8E520E-2B2C-2918-0184-F6209E29D23E}"/>
                </a:ext>
              </a:extLst>
            </p:cNvPr>
            <p:cNvCxnSpPr/>
            <p:nvPr/>
          </p:nvCxnSpPr>
          <p:spPr>
            <a:xfrm>
              <a:off x="9948051" y="4448508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4C304FF6-09ED-37CB-2A17-CD64D8CAAF4A}"/>
                </a:ext>
              </a:extLst>
            </p:cNvPr>
            <p:cNvSpPr txBox="1"/>
            <p:nvPr/>
          </p:nvSpPr>
          <p:spPr>
            <a:xfrm>
              <a:off x="5545926" y="4491976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0049759-7A8C-8509-B7BE-1EEBDA5BF0FD}"/>
              </a:ext>
            </a:extLst>
          </p:cNvPr>
          <p:cNvSpPr txBox="1"/>
          <p:nvPr/>
        </p:nvSpPr>
        <p:spPr>
          <a:xfrm>
            <a:off x="200678" y="143066"/>
            <a:ext cx="2085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Resolução</a:t>
            </a:r>
            <a:endParaRPr lang="pt-BR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CDA97B4-6D1A-2E3F-60A5-8A74F0E41025}"/>
              </a:ext>
            </a:extLst>
          </p:cNvPr>
          <p:cNvSpPr txBox="1"/>
          <p:nvPr/>
        </p:nvSpPr>
        <p:spPr>
          <a:xfrm>
            <a:off x="241073" y="608777"/>
            <a:ext cx="5359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Qual é o espaço inicial do móvel?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ED1A32D-DEF8-C717-EE14-C80EBBC9F521}"/>
              </a:ext>
            </a:extLst>
          </p:cNvPr>
          <p:cNvSpPr txBox="1"/>
          <p:nvPr/>
        </p:nvSpPr>
        <p:spPr>
          <a:xfrm>
            <a:off x="218624" y="1513261"/>
            <a:ext cx="3821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 leitura do gráfico: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F7E4FC9-3E14-3B26-5D48-3AEBDF95D9A0}"/>
                  </a:ext>
                </a:extLst>
              </p:cNvPr>
              <p:cNvSpPr txBox="1"/>
              <p:nvPr/>
            </p:nvSpPr>
            <p:spPr>
              <a:xfrm>
                <a:off x="3883046" y="1536869"/>
                <a:ext cx="19699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𝟐𝟎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F7E4FC9-3E14-3B26-5D48-3AEBDF95D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046" y="1536869"/>
                <a:ext cx="19699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aixaDeTexto 36">
            <a:extLst>
              <a:ext uri="{FF2B5EF4-FFF2-40B4-BE49-F238E27FC236}">
                <a16:creationId xmlns:a16="http://schemas.microsoft.com/office/drawing/2014/main" id="{3EA53E22-E150-E4E3-90F6-EB9ADB423F41}"/>
              </a:ext>
            </a:extLst>
          </p:cNvPr>
          <p:cNvSpPr txBox="1"/>
          <p:nvPr/>
        </p:nvSpPr>
        <p:spPr>
          <a:xfrm>
            <a:off x="200982" y="2083697"/>
            <a:ext cx="566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Qual é a velocidade escalar?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89D36B4-4404-5EB3-A8A1-800AB01DB923}"/>
              </a:ext>
            </a:extLst>
          </p:cNvPr>
          <p:cNvSpPr txBox="1"/>
          <p:nvPr/>
        </p:nvSpPr>
        <p:spPr>
          <a:xfrm>
            <a:off x="197164" y="2728978"/>
            <a:ext cx="2654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  <a:endParaRPr lang="pt-BR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9DE873C9-C2EF-C85D-52B8-A02EFC7FCF42}"/>
                  </a:ext>
                </a:extLst>
              </p:cNvPr>
              <p:cNvSpPr txBox="1"/>
              <p:nvPr/>
            </p:nvSpPr>
            <p:spPr>
              <a:xfrm>
                <a:off x="2751850" y="2630525"/>
                <a:ext cx="1264178" cy="739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den>
                    </m:f>
                  </m:oMath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9DE873C9-C2EF-C85D-52B8-A02EFC7FC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850" y="2630525"/>
                <a:ext cx="1264178" cy="7397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49D508D4-75F3-7910-7A96-933664ECB024}"/>
                  </a:ext>
                </a:extLst>
              </p:cNvPr>
              <p:cNvSpPr txBox="1"/>
              <p:nvPr/>
            </p:nvSpPr>
            <p:spPr>
              <a:xfrm>
                <a:off x="-15298" y="3370279"/>
                <a:ext cx="2305687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𝟔𝟎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𝟐𝟎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den>
                    </m:f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49D508D4-75F3-7910-7A96-933664ECB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98" y="3370279"/>
                <a:ext cx="2305687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2C4BB0D2-C17A-F091-6836-4DF2E06C37F2}"/>
                  </a:ext>
                </a:extLst>
              </p:cNvPr>
              <p:cNvSpPr txBox="1"/>
              <p:nvPr/>
            </p:nvSpPr>
            <p:spPr>
              <a:xfrm>
                <a:off x="2239858" y="3338867"/>
                <a:ext cx="1304023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den>
                    </m:f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2C4BB0D2-C17A-F091-6836-4DF2E06C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858" y="3338867"/>
                <a:ext cx="1304023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99D5095D-8618-E20F-82F6-A102E7333AAB}"/>
                  </a:ext>
                </a:extLst>
              </p:cNvPr>
              <p:cNvSpPr txBox="1"/>
              <p:nvPr/>
            </p:nvSpPr>
            <p:spPr>
              <a:xfrm>
                <a:off x="4033250" y="3441324"/>
                <a:ext cx="2288715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𝟖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99D5095D-8618-E20F-82F6-A102E7333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250" y="3441324"/>
                <a:ext cx="228871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eta: para a Direita 42">
            <a:extLst>
              <a:ext uri="{FF2B5EF4-FFF2-40B4-BE49-F238E27FC236}">
                <a16:creationId xmlns:a16="http://schemas.microsoft.com/office/drawing/2014/main" id="{CAA30ADC-685D-1FA2-C1F3-01EC50FD6295}"/>
              </a:ext>
            </a:extLst>
          </p:cNvPr>
          <p:cNvSpPr/>
          <p:nvPr/>
        </p:nvSpPr>
        <p:spPr>
          <a:xfrm>
            <a:off x="3516400" y="3544647"/>
            <a:ext cx="493119" cy="394367"/>
          </a:xfrm>
          <a:prstGeom prst="rightArrow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Seta: para a Direita 43">
            <a:extLst>
              <a:ext uri="{FF2B5EF4-FFF2-40B4-BE49-F238E27FC236}">
                <a16:creationId xmlns:a16="http://schemas.microsoft.com/office/drawing/2014/main" id="{89737144-B574-EED7-D87A-D3F07F22E5E5}"/>
              </a:ext>
            </a:extLst>
          </p:cNvPr>
          <p:cNvSpPr/>
          <p:nvPr/>
        </p:nvSpPr>
        <p:spPr>
          <a:xfrm>
            <a:off x="1775358" y="3544647"/>
            <a:ext cx="493119" cy="394367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9F99FA5-1140-180A-C845-FD8C59DBFF3E}"/>
              </a:ext>
            </a:extLst>
          </p:cNvPr>
          <p:cNvSpPr txBox="1"/>
          <p:nvPr/>
        </p:nvSpPr>
        <p:spPr>
          <a:xfrm>
            <a:off x="192584" y="4189658"/>
            <a:ext cx="7502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Qual é a função horária do movimento?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F7C15F6-E78A-2DB7-E125-3977D473F8CE}"/>
              </a:ext>
            </a:extLst>
          </p:cNvPr>
          <p:cNvSpPr txBox="1"/>
          <p:nvPr/>
        </p:nvSpPr>
        <p:spPr>
          <a:xfrm>
            <a:off x="192219" y="4771452"/>
            <a:ext cx="2654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  <a:endParaRPr lang="pt-BR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DBD365D-E9B6-561F-8AF3-A86762645D1A}"/>
                  </a:ext>
                </a:extLst>
              </p:cNvPr>
              <p:cNvSpPr txBox="1"/>
              <p:nvPr/>
            </p:nvSpPr>
            <p:spPr>
              <a:xfrm>
                <a:off x="2758137" y="4783923"/>
                <a:ext cx="23712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pt-BR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𝒗𝒕</m:t>
                    </m:r>
                  </m:oMath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DBD365D-E9B6-561F-8AF3-A86762645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137" y="4783923"/>
                <a:ext cx="23712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229359F0-70F1-385F-F592-1B196A2D4879}"/>
                  </a:ext>
                </a:extLst>
              </p:cNvPr>
              <p:cNvSpPr txBox="1"/>
              <p:nvPr/>
            </p:nvSpPr>
            <p:spPr>
              <a:xfrm>
                <a:off x="2497725" y="5552276"/>
                <a:ext cx="3282032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𝟖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(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;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229359F0-70F1-385F-F592-1B196A2D4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725" y="5552276"/>
                <a:ext cx="328203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Imagem 50" descr="Desenho de personagem de desenho animado&#10;&#10;Descrição gerada automaticamente com confiança baixa">
            <a:extLst>
              <a:ext uri="{FF2B5EF4-FFF2-40B4-BE49-F238E27FC236}">
                <a16:creationId xmlns:a16="http://schemas.microsoft.com/office/drawing/2014/main" id="{09946357-1232-0C2E-B9A0-EE40F0F3DC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7755" y="4003785"/>
            <a:ext cx="33718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5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8" grpId="0"/>
      <p:bldP spid="39" grpId="0"/>
      <p:bldP spid="40" grpId="0"/>
      <p:bldP spid="41" grpId="0"/>
      <p:bldP spid="42" grpId="0" animBg="1"/>
      <p:bldP spid="43" grpId="0" animBg="1"/>
      <p:bldP spid="44" grpId="0" animBg="1"/>
      <p:bldP spid="47" grpId="0"/>
      <p:bldP spid="48" grpId="0"/>
      <p:bldP spid="4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E5BAD-CA47-8867-D3CF-A60468A7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F0EFA4A-F9CA-F062-FF3B-EB262FA104F6}"/>
              </a:ext>
            </a:extLst>
          </p:cNvPr>
          <p:cNvSpPr txBox="1"/>
          <p:nvPr/>
        </p:nvSpPr>
        <p:spPr>
          <a:xfrm>
            <a:off x="385993" y="457293"/>
            <a:ext cx="108481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É possível dizer se a trajetória é retilínea apenas observando o gráfico?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B0BF765-AD66-FACD-EF4A-53D8EADB7384}"/>
              </a:ext>
            </a:extLst>
          </p:cNvPr>
          <p:cNvSpPr txBox="1"/>
          <p:nvPr/>
        </p:nvSpPr>
        <p:spPr>
          <a:xfrm>
            <a:off x="385993" y="2470736"/>
            <a:ext cx="8260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O movimento é progressivo ou retrógrado?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C36487-C5DD-A831-4B4B-5611E7C285A8}"/>
              </a:ext>
            </a:extLst>
          </p:cNvPr>
          <p:cNvSpPr txBox="1"/>
          <p:nvPr/>
        </p:nvSpPr>
        <p:spPr>
          <a:xfrm>
            <a:off x="385993" y="1635119"/>
            <a:ext cx="9553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Pelo gráfico não é possível saber a trajetória do móvel.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1576FA5-BC6A-3142-28EE-F248EC52A8FB}"/>
                  </a:ext>
                </a:extLst>
              </p:cNvPr>
              <p:cNvSpPr txBox="1"/>
              <p:nvPr/>
            </p:nvSpPr>
            <p:spPr>
              <a:xfrm>
                <a:off x="764364" y="3167390"/>
                <a:ext cx="61251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 movimento é progressivo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1576FA5-BC6A-3142-28EE-F248EC52A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64" y="3167390"/>
                <a:ext cx="6125167" cy="523220"/>
              </a:xfrm>
              <a:prstGeom prst="rect">
                <a:avLst/>
              </a:prstGeom>
              <a:blipFill>
                <a:blip r:embed="rId2"/>
                <a:stretch>
                  <a:fillRect l="-1990" t="-12941" b="-329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 descr="Cachorro dentro de carro&#10;&#10;Descrição gerada automaticamente">
            <a:extLst>
              <a:ext uri="{FF2B5EF4-FFF2-40B4-BE49-F238E27FC236}">
                <a16:creationId xmlns:a16="http://schemas.microsoft.com/office/drawing/2014/main" id="{86D1EC95-F5B4-7F1F-EC7E-A4D4A19A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964" y="2470736"/>
            <a:ext cx="2940672" cy="397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1A38B-B195-A8AA-8F59-E50A69C5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7B12C0-1656-90FD-4784-4C5A3B7FB4DC}"/>
              </a:ext>
            </a:extLst>
          </p:cNvPr>
          <p:cNvSpPr txBox="1"/>
          <p:nvPr/>
        </p:nvSpPr>
        <p:spPr>
          <a:xfrm>
            <a:off x="377523" y="154744"/>
            <a:ext cx="114150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4-) pag.: 65 Aplicando conhecimentos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 gráfico a seguir representa o movimento dos veículos A e B, deslocando-se sobre uma mesma trajetória. Determine: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3AB76B-5C4E-EC8E-5A0D-C5F922F398B8}"/>
              </a:ext>
            </a:extLst>
          </p:cNvPr>
          <p:cNvGrpSpPr/>
          <p:nvPr/>
        </p:nvGrpSpPr>
        <p:grpSpPr>
          <a:xfrm>
            <a:off x="6085065" y="1568027"/>
            <a:ext cx="5554810" cy="4140010"/>
            <a:chOff x="1380998" y="1534457"/>
            <a:chExt cx="5554810" cy="4140010"/>
          </a:xfrm>
        </p:grpSpPr>
        <p:cxnSp>
          <p:nvCxnSpPr>
            <p:cNvPr id="3" name="Conector de Seta Reta 2">
              <a:extLst>
                <a:ext uri="{FF2B5EF4-FFF2-40B4-BE49-F238E27FC236}">
                  <a16:creationId xmlns:a16="http://schemas.microsoft.com/office/drawing/2014/main" id="{4ACE7AD4-5636-CD5E-B175-0487093C2C16}"/>
                </a:ext>
              </a:extLst>
            </p:cNvPr>
            <p:cNvCxnSpPr>
              <a:cxnSpLocks/>
            </p:cNvCxnSpPr>
            <p:nvPr/>
          </p:nvCxnSpPr>
          <p:spPr>
            <a:xfrm>
              <a:off x="2172216" y="5109973"/>
              <a:ext cx="43890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343E52AB-1ADE-1FD5-1853-2D5792620969}"/>
                </a:ext>
              </a:extLst>
            </p:cNvPr>
            <p:cNvCxnSpPr/>
            <p:nvPr/>
          </p:nvCxnSpPr>
          <p:spPr>
            <a:xfrm flipV="1">
              <a:off x="2660946" y="1676426"/>
              <a:ext cx="0" cy="364183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F309090E-0672-56B5-7EEF-3707F5ABF132}"/>
                </a:ext>
              </a:extLst>
            </p:cNvPr>
            <p:cNvSpPr txBox="1"/>
            <p:nvPr/>
          </p:nvSpPr>
          <p:spPr>
            <a:xfrm>
              <a:off x="1380998" y="1534457"/>
              <a:ext cx="12827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S (km)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594C9A21-A6C8-0E78-2968-B9086531FD91}"/>
                </a:ext>
              </a:extLst>
            </p:cNvPr>
            <p:cNvSpPr txBox="1"/>
            <p:nvPr/>
          </p:nvSpPr>
          <p:spPr>
            <a:xfrm>
              <a:off x="6071469" y="5056651"/>
              <a:ext cx="8643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t (h)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A3F3B9D2-6BAE-6E15-891A-7A2E86552C3D}"/>
                </a:ext>
              </a:extLst>
            </p:cNvPr>
            <p:cNvSpPr txBox="1"/>
            <p:nvPr/>
          </p:nvSpPr>
          <p:spPr>
            <a:xfrm>
              <a:off x="2012429" y="2937928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80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989A1D1-57E8-50F4-2DDE-1EB77DA30ADC}"/>
                </a:ext>
              </a:extLst>
            </p:cNvPr>
            <p:cNvSpPr txBox="1"/>
            <p:nvPr/>
          </p:nvSpPr>
          <p:spPr>
            <a:xfrm>
              <a:off x="1812053" y="1998358"/>
              <a:ext cx="7857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120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2289B9DD-4CED-0012-C7E4-73B5EAA90F43}"/>
                </a:ext>
              </a:extLst>
            </p:cNvPr>
            <p:cNvSpPr txBox="1"/>
            <p:nvPr/>
          </p:nvSpPr>
          <p:spPr>
            <a:xfrm>
              <a:off x="2045385" y="3898633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40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4E635418-EC12-4FE9-2C82-535FBE01178E}"/>
                </a:ext>
              </a:extLst>
            </p:cNvPr>
            <p:cNvSpPr txBox="1"/>
            <p:nvPr/>
          </p:nvSpPr>
          <p:spPr>
            <a:xfrm>
              <a:off x="5380200" y="5151247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1FD45638-CCB7-BEFE-C9BD-248A043B8BD9}"/>
                </a:ext>
              </a:extLst>
            </p:cNvPr>
            <p:cNvSpPr txBox="1"/>
            <p:nvPr/>
          </p:nvSpPr>
          <p:spPr>
            <a:xfrm>
              <a:off x="3287664" y="4357252"/>
              <a:ext cx="444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63E034D9-C101-2DF1-8849-486FAD8A6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0946" y="2259968"/>
              <a:ext cx="2959073" cy="28500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8A7F7F7A-502E-677F-8FEB-6268E513E9F5}"/>
                </a:ext>
              </a:extLst>
            </p:cNvPr>
            <p:cNvCxnSpPr/>
            <p:nvPr/>
          </p:nvCxnSpPr>
          <p:spPr>
            <a:xfrm flipV="1">
              <a:off x="2660946" y="2259968"/>
              <a:ext cx="2959073" cy="19002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245B12A-0AF1-050A-0BAD-42025BF56BD9}"/>
                </a:ext>
              </a:extLst>
            </p:cNvPr>
            <p:cNvSpPr txBox="1"/>
            <p:nvPr/>
          </p:nvSpPr>
          <p:spPr>
            <a:xfrm>
              <a:off x="2953651" y="3210105"/>
              <a:ext cx="444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89575B8C-5E21-259D-FF89-507C4A184CE8}"/>
                </a:ext>
              </a:extLst>
            </p:cNvPr>
            <p:cNvCxnSpPr/>
            <p:nvPr/>
          </p:nvCxnSpPr>
          <p:spPr>
            <a:xfrm>
              <a:off x="2582197" y="2259968"/>
              <a:ext cx="346675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87BD5C84-6F2B-CAEA-878B-A3738FBDF56F}"/>
                </a:ext>
              </a:extLst>
            </p:cNvPr>
            <p:cNvCxnSpPr/>
            <p:nvPr/>
          </p:nvCxnSpPr>
          <p:spPr>
            <a:xfrm>
              <a:off x="2597882" y="3194339"/>
              <a:ext cx="315159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BD885115-5BCB-10E7-7444-4920F6E9E6E6}"/>
                </a:ext>
              </a:extLst>
            </p:cNvPr>
            <p:cNvCxnSpPr/>
            <p:nvPr/>
          </p:nvCxnSpPr>
          <p:spPr>
            <a:xfrm>
              <a:off x="2596217" y="4144477"/>
              <a:ext cx="315159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DE10AB27-3B08-4CC4-B7EA-F764EAC152C9}"/>
                </a:ext>
              </a:extLst>
            </p:cNvPr>
            <p:cNvCxnSpPr>
              <a:cxnSpLocks/>
            </p:cNvCxnSpPr>
            <p:nvPr/>
          </p:nvCxnSpPr>
          <p:spPr>
            <a:xfrm>
              <a:off x="5604253" y="1998358"/>
              <a:ext cx="0" cy="305829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8852D889-AF20-ED1B-4B32-01082D4E3368}"/>
                </a:ext>
              </a:extLst>
            </p:cNvPr>
            <p:cNvCxnSpPr/>
            <p:nvPr/>
          </p:nvCxnSpPr>
          <p:spPr>
            <a:xfrm>
              <a:off x="5601741" y="5049551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C4AD917D-07EC-EC84-7BA0-A659C3D42F55}"/>
                </a:ext>
              </a:extLst>
            </p:cNvPr>
            <p:cNvCxnSpPr/>
            <p:nvPr/>
          </p:nvCxnSpPr>
          <p:spPr>
            <a:xfrm>
              <a:off x="4130298" y="5044287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1B48D00-96C7-61C6-1879-CB5C1A157A92}"/>
              </a:ext>
            </a:extLst>
          </p:cNvPr>
          <p:cNvSpPr txBox="1"/>
          <p:nvPr/>
        </p:nvSpPr>
        <p:spPr>
          <a:xfrm>
            <a:off x="220294" y="1568027"/>
            <a:ext cx="5359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a velocidade escalar de cada um dos móveis.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AFAC0EE-7A2C-8B32-0ABB-4CAFEFEE2607}"/>
              </a:ext>
            </a:extLst>
          </p:cNvPr>
          <p:cNvSpPr txBox="1"/>
          <p:nvPr/>
        </p:nvSpPr>
        <p:spPr>
          <a:xfrm>
            <a:off x="216843" y="2603756"/>
            <a:ext cx="56157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o espaço inicial de cada um.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0446FC1-DC4B-D491-2500-010D3A6B66AA}"/>
              </a:ext>
            </a:extLst>
          </p:cNvPr>
          <p:cNvSpPr txBox="1"/>
          <p:nvPr/>
        </p:nvSpPr>
        <p:spPr>
          <a:xfrm>
            <a:off x="216843" y="3352042"/>
            <a:ext cx="56157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as funções horárias de A e B.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CAB0DAB-F6C0-4B0C-7377-FE7AF3529B8E}"/>
              </a:ext>
            </a:extLst>
          </p:cNvPr>
          <p:cNvSpPr txBox="1"/>
          <p:nvPr/>
        </p:nvSpPr>
        <p:spPr>
          <a:xfrm>
            <a:off x="197581" y="4049137"/>
            <a:ext cx="46294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o instante do encontro.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7CA7C27-79C3-A87F-8798-716AD9E0AD6F}"/>
              </a:ext>
            </a:extLst>
          </p:cNvPr>
          <p:cNvSpPr txBox="1"/>
          <p:nvPr/>
        </p:nvSpPr>
        <p:spPr>
          <a:xfrm>
            <a:off x="197580" y="4820074"/>
            <a:ext cx="4448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o espaço do encontro.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96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903A-3C08-F01C-29C1-562EAFB3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510619C-545A-51BB-7F0F-9A2A39971A76}"/>
              </a:ext>
            </a:extLst>
          </p:cNvPr>
          <p:cNvSpPr txBox="1"/>
          <p:nvPr/>
        </p:nvSpPr>
        <p:spPr>
          <a:xfrm>
            <a:off x="200678" y="143066"/>
            <a:ext cx="2085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Resolução</a:t>
            </a:r>
            <a:endParaRPr lang="pt-BR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5E4636B-122B-A227-4864-C16AFA5CD2D5}"/>
              </a:ext>
            </a:extLst>
          </p:cNvPr>
          <p:cNvGrpSpPr/>
          <p:nvPr/>
        </p:nvGrpSpPr>
        <p:grpSpPr>
          <a:xfrm>
            <a:off x="6286167" y="143066"/>
            <a:ext cx="5554810" cy="4140010"/>
            <a:chOff x="1380998" y="1534457"/>
            <a:chExt cx="5554810" cy="4140010"/>
          </a:xfrm>
        </p:grpSpPr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71E0417C-ECCC-B7EC-AC0A-7169AFC35036}"/>
                </a:ext>
              </a:extLst>
            </p:cNvPr>
            <p:cNvCxnSpPr>
              <a:cxnSpLocks/>
            </p:cNvCxnSpPr>
            <p:nvPr/>
          </p:nvCxnSpPr>
          <p:spPr>
            <a:xfrm>
              <a:off x="2172216" y="5109973"/>
              <a:ext cx="43890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de Seta Reta 4">
              <a:extLst>
                <a:ext uri="{FF2B5EF4-FFF2-40B4-BE49-F238E27FC236}">
                  <a16:creationId xmlns:a16="http://schemas.microsoft.com/office/drawing/2014/main" id="{612F4D9A-C7CA-6D9F-BC00-29C3EB29CA95}"/>
                </a:ext>
              </a:extLst>
            </p:cNvPr>
            <p:cNvCxnSpPr/>
            <p:nvPr/>
          </p:nvCxnSpPr>
          <p:spPr>
            <a:xfrm flipV="1">
              <a:off x="2660946" y="1676426"/>
              <a:ext cx="0" cy="364183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EB68878A-2976-E47B-EA44-8D41EC6126DC}"/>
                </a:ext>
              </a:extLst>
            </p:cNvPr>
            <p:cNvSpPr txBox="1"/>
            <p:nvPr/>
          </p:nvSpPr>
          <p:spPr>
            <a:xfrm>
              <a:off x="1380998" y="1534457"/>
              <a:ext cx="12827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S (km)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DA87C554-0D80-465E-3884-8DCBABD00450}"/>
                </a:ext>
              </a:extLst>
            </p:cNvPr>
            <p:cNvSpPr txBox="1"/>
            <p:nvPr/>
          </p:nvSpPr>
          <p:spPr>
            <a:xfrm>
              <a:off x="6071469" y="5056651"/>
              <a:ext cx="8643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t (h)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29960D30-460A-A2A5-B8CC-1017BE9384B1}"/>
                </a:ext>
              </a:extLst>
            </p:cNvPr>
            <p:cNvSpPr txBox="1"/>
            <p:nvPr/>
          </p:nvSpPr>
          <p:spPr>
            <a:xfrm>
              <a:off x="2012429" y="2937928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80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5AAD81AA-6272-6B95-B172-28AE5F12EA86}"/>
                </a:ext>
              </a:extLst>
            </p:cNvPr>
            <p:cNvSpPr txBox="1"/>
            <p:nvPr/>
          </p:nvSpPr>
          <p:spPr>
            <a:xfrm>
              <a:off x="1812053" y="1998358"/>
              <a:ext cx="7857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120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7DB20498-3431-9F2D-2EB9-B567CE87AE79}"/>
                </a:ext>
              </a:extLst>
            </p:cNvPr>
            <p:cNvSpPr txBox="1"/>
            <p:nvPr/>
          </p:nvSpPr>
          <p:spPr>
            <a:xfrm>
              <a:off x="2045385" y="3898633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40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95094E03-B2DE-201A-4D12-1DC406967038}"/>
                </a:ext>
              </a:extLst>
            </p:cNvPr>
            <p:cNvSpPr txBox="1"/>
            <p:nvPr/>
          </p:nvSpPr>
          <p:spPr>
            <a:xfrm>
              <a:off x="5380200" y="5151247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D0070B0F-A604-FCAE-6BAC-7988081E7D29}"/>
                </a:ext>
              </a:extLst>
            </p:cNvPr>
            <p:cNvSpPr txBox="1"/>
            <p:nvPr/>
          </p:nvSpPr>
          <p:spPr>
            <a:xfrm>
              <a:off x="3287664" y="4357252"/>
              <a:ext cx="444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C82EED46-B9F6-E791-3205-F9EC007F07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0946" y="2259968"/>
              <a:ext cx="2959073" cy="28500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962AB606-0C40-8893-3021-FC091FD4C83A}"/>
                </a:ext>
              </a:extLst>
            </p:cNvPr>
            <p:cNvCxnSpPr/>
            <p:nvPr/>
          </p:nvCxnSpPr>
          <p:spPr>
            <a:xfrm flipV="1">
              <a:off x="2660946" y="2259968"/>
              <a:ext cx="2959073" cy="19002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B1DE076D-170C-6092-4CD8-D4ABB712E9BA}"/>
                </a:ext>
              </a:extLst>
            </p:cNvPr>
            <p:cNvSpPr txBox="1"/>
            <p:nvPr/>
          </p:nvSpPr>
          <p:spPr>
            <a:xfrm>
              <a:off x="2953651" y="3210105"/>
              <a:ext cx="444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CE59BAC7-5244-988A-CBE6-FBB46AF9A898}"/>
                </a:ext>
              </a:extLst>
            </p:cNvPr>
            <p:cNvCxnSpPr/>
            <p:nvPr/>
          </p:nvCxnSpPr>
          <p:spPr>
            <a:xfrm>
              <a:off x="2582197" y="2259968"/>
              <a:ext cx="346675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0FA29BE-2B04-B83C-4445-F9FFB358609F}"/>
                </a:ext>
              </a:extLst>
            </p:cNvPr>
            <p:cNvCxnSpPr/>
            <p:nvPr/>
          </p:nvCxnSpPr>
          <p:spPr>
            <a:xfrm>
              <a:off x="2597882" y="3194339"/>
              <a:ext cx="315159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3B255559-287C-7F6D-4EBE-810D78247AA8}"/>
                </a:ext>
              </a:extLst>
            </p:cNvPr>
            <p:cNvCxnSpPr/>
            <p:nvPr/>
          </p:nvCxnSpPr>
          <p:spPr>
            <a:xfrm>
              <a:off x="2596217" y="4144477"/>
              <a:ext cx="315159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1148DDCD-853C-36AD-CB28-9205E1994375}"/>
                </a:ext>
              </a:extLst>
            </p:cNvPr>
            <p:cNvCxnSpPr>
              <a:cxnSpLocks/>
            </p:cNvCxnSpPr>
            <p:nvPr/>
          </p:nvCxnSpPr>
          <p:spPr>
            <a:xfrm>
              <a:off x="5604253" y="1998358"/>
              <a:ext cx="0" cy="305829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E9957032-59C5-C25F-ECCB-0537C26C8B13}"/>
                </a:ext>
              </a:extLst>
            </p:cNvPr>
            <p:cNvCxnSpPr/>
            <p:nvPr/>
          </p:nvCxnSpPr>
          <p:spPr>
            <a:xfrm>
              <a:off x="5601741" y="5049551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B7BB762-A5E9-DCD6-C379-BE6146162EAB}"/>
                </a:ext>
              </a:extLst>
            </p:cNvPr>
            <p:cNvCxnSpPr/>
            <p:nvPr/>
          </p:nvCxnSpPr>
          <p:spPr>
            <a:xfrm>
              <a:off x="4130298" y="5044287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30E3812-A998-EDE5-9EA8-518A0E0BCF25}"/>
              </a:ext>
            </a:extLst>
          </p:cNvPr>
          <p:cNvSpPr txBox="1"/>
          <p:nvPr/>
        </p:nvSpPr>
        <p:spPr>
          <a:xfrm>
            <a:off x="200678" y="666286"/>
            <a:ext cx="5359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a velocidade escalar de cada um dos móveis.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6EA5716-B04B-A878-6BE6-61536A90A9C2}"/>
              </a:ext>
            </a:extLst>
          </p:cNvPr>
          <p:cNvSpPr txBox="1"/>
          <p:nvPr/>
        </p:nvSpPr>
        <p:spPr>
          <a:xfrm>
            <a:off x="283683" y="1784536"/>
            <a:ext cx="2654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  <a:endParaRPr lang="pt-BR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7D4939DC-9C89-4031-0DA4-9E3889162814}"/>
                  </a:ext>
                </a:extLst>
              </p:cNvPr>
              <p:cNvSpPr txBox="1"/>
              <p:nvPr/>
            </p:nvSpPr>
            <p:spPr>
              <a:xfrm>
                <a:off x="2838369" y="1686083"/>
                <a:ext cx="1264178" cy="739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den>
                    </m:f>
                  </m:oMath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7D4939DC-9C89-4031-0DA4-9E3889162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369" y="1686083"/>
                <a:ext cx="1264178" cy="7397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6C47DE01-2A3A-0A8B-0365-EC4399C47C8E}"/>
                  </a:ext>
                </a:extLst>
              </p:cNvPr>
              <p:cNvSpPr txBox="1"/>
              <p:nvPr/>
            </p:nvSpPr>
            <p:spPr>
              <a:xfrm>
                <a:off x="200678" y="2440064"/>
                <a:ext cx="2305687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sub>
                    </m:sSub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𝟏𝟐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𝟒𝟎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den>
                    </m:f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6C47DE01-2A3A-0A8B-0365-EC4399C47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78" y="2440064"/>
                <a:ext cx="2305687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DE143E41-9594-E9E8-5D6C-59DE851E33E8}"/>
              </a:ext>
            </a:extLst>
          </p:cNvPr>
          <p:cNvSpPr/>
          <p:nvPr/>
        </p:nvSpPr>
        <p:spPr>
          <a:xfrm>
            <a:off x="2387413" y="2600221"/>
            <a:ext cx="493119" cy="394367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532288D0-3401-CD82-D7B5-70FF0921F976}"/>
                  </a:ext>
                </a:extLst>
              </p:cNvPr>
              <p:cNvSpPr txBox="1"/>
              <p:nvPr/>
            </p:nvSpPr>
            <p:spPr>
              <a:xfrm>
                <a:off x="2946031" y="2513372"/>
                <a:ext cx="2706539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sub>
                    </m:sSub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𝒌𝒎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𝒉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532288D0-3401-CD82-D7B5-70FF0921F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031" y="2513372"/>
                <a:ext cx="270653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E599B004-1B3D-78FC-AC66-6C66A7725B75}"/>
                  </a:ext>
                </a:extLst>
              </p:cNvPr>
              <p:cNvSpPr txBox="1"/>
              <p:nvPr/>
            </p:nvSpPr>
            <p:spPr>
              <a:xfrm>
                <a:off x="179229" y="3259186"/>
                <a:ext cx="2305687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𝑩</m:t>
                        </m:r>
                      </m:sub>
                    </m:sSub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𝟏𝟐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den>
                    </m:f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E599B004-1B3D-78FC-AC66-6C66A7725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29" y="3259186"/>
                <a:ext cx="2305687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851AE70A-EDB8-140C-CB01-B4252FD2B5B3}"/>
              </a:ext>
            </a:extLst>
          </p:cNvPr>
          <p:cNvSpPr/>
          <p:nvPr/>
        </p:nvSpPr>
        <p:spPr>
          <a:xfrm>
            <a:off x="2206262" y="3506070"/>
            <a:ext cx="493119" cy="394367"/>
          </a:xfrm>
          <a:prstGeom prst="rightArrow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BBA50517-A2F7-8C62-D96F-CE4BB674219B}"/>
                  </a:ext>
                </a:extLst>
              </p:cNvPr>
              <p:cNvSpPr txBox="1"/>
              <p:nvPr/>
            </p:nvSpPr>
            <p:spPr>
              <a:xfrm>
                <a:off x="2782713" y="3363812"/>
                <a:ext cx="2706539" cy="52322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𝑩</m:t>
                        </m:r>
                      </m:sub>
                    </m:sSub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𝟔𝟎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𝒌𝒎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𝒉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BBA50517-A2F7-8C62-D96F-CE4BB6742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713" y="3363812"/>
                <a:ext cx="270653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ixaDeTexto 30">
            <a:extLst>
              <a:ext uri="{FF2B5EF4-FFF2-40B4-BE49-F238E27FC236}">
                <a16:creationId xmlns:a16="http://schemas.microsoft.com/office/drawing/2014/main" id="{1EA7530B-4012-7988-E6FD-9AE790D1ABC0}"/>
              </a:ext>
            </a:extLst>
          </p:cNvPr>
          <p:cNvSpPr txBox="1"/>
          <p:nvPr/>
        </p:nvSpPr>
        <p:spPr>
          <a:xfrm>
            <a:off x="200678" y="4209530"/>
            <a:ext cx="56157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o espaço inicial de cada um.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D63EBCE-C6AB-F8DE-94FA-835A58B7C2D7}"/>
              </a:ext>
            </a:extLst>
          </p:cNvPr>
          <p:cNvSpPr txBox="1"/>
          <p:nvPr/>
        </p:nvSpPr>
        <p:spPr>
          <a:xfrm>
            <a:off x="229341" y="4830161"/>
            <a:ext cx="3821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 leitura do gráfico: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E108FC5-4C1D-9AD5-73D2-6A97C4936FDD}"/>
                  </a:ext>
                </a:extLst>
              </p:cNvPr>
              <p:cNvSpPr txBox="1"/>
              <p:nvPr/>
            </p:nvSpPr>
            <p:spPr>
              <a:xfrm>
                <a:off x="3893763" y="4840364"/>
                <a:ext cx="2392404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𝒌𝒎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E108FC5-4C1D-9AD5-73D2-6A97C4936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763" y="4840364"/>
                <a:ext cx="239240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3BA6A22F-5485-BA06-8999-99D65D3813CD}"/>
                  </a:ext>
                </a:extLst>
              </p:cNvPr>
              <p:cNvSpPr txBox="1"/>
              <p:nvPr/>
            </p:nvSpPr>
            <p:spPr>
              <a:xfrm>
                <a:off x="3893763" y="5450792"/>
                <a:ext cx="2392404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𝑩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𝒌𝒎</m:t>
                      </m:r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3BA6A22F-5485-BA06-8999-99D65D381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763" y="5450792"/>
                <a:ext cx="239240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Imagem 35" descr="Cachorro com a boca aberta&#10;&#10;Descrição gerada automaticamente">
            <a:extLst>
              <a:ext uri="{FF2B5EF4-FFF2-40B4-BE49-F238E27FC236}">
                <a16:creationId xmlns:a16="http://schemas.microsoft.com/office/drawing/2014/main" id="{3780477B-C60F-3058-86D3-1F8B1BE6B8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118" y="3828203"/>
            <a:ext cx="2895113" cy="289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6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 animBg="1"/>
      <p:bldP spid="27" grpId="0" animBg="1"/>
      <p:bldP spid="28" grpId="0"/>
      <p:bldP spid="29" grpId="0" animBg="1"/>
      <p:bldP spid="30" grpId="0" animBg="1"/>
      <p:bldP spid="32" grpId="0"/>
      <p:bldP spid="33" grpId="0" animBg="1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53DEF-2F4D-899A-98C9-7101CA8EE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F09F8D8-42F0-249F-708D-50B3DEE79DA9}"/>
              </a:ext>
            </a:extLst>
          </p:cNvPr>
          <p:cNvSpPr txBox="1"/>
          <p:nvPr/>
        </p:nvSpPr>
        <p:spPr>
          <a:xfrm>
            <a:off x="169546" y="340828"/>
            <a:ext cx="56157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as funções horárias de A e B.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108077-71C8-6063-599D-A57A26C282F7}"/>
              </a:ext>
            </a:extLst>
          </p:cNvPr>
          <p:cNvSpPr txBox="1"/>
          <p:nvPr/>
        </p:nvSpPr>
        <p:spPr>
          <a:xfrm>
            <a:off x="508462" y="1082321"/>
            <a:ext cx="2654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  <a:endParaRPr lang="pt-BR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DCE4BF7-160D-EE31-98A4-719F5A09E534}"/>
                  </a:ext>
                </a:extLst>
              </p:cNvPr>
              <p:cNvSpPr txBox="1"/>
              <p:nvPr/>
            </p:nvSpPr>
            <p:spPr>
              <a:xfrm>
                <a:off x="3074380" y="1094792"/>
                <a:ext cx="23712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pt-BR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𝒗𝒕</m:t>
                    </m:r>
                  </m:oMath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DCE4BF7-160D-EE31-98A4-719F5A09E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80" y="1094792"/>
                <a:ext cx="23712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3F0E99D-811E-8DD0-FADA-A2804D06CF58}"/>
                  </a:ext>
                </a:extLst>
              </p:cNvPr>
              <p:cNvSpPr txBox="1"/>
              <p:nvPr/>
            </p:nvSpPr>
            <p:spPr>
              <a:xfrm>
                <a:off x="2117856" y="1699319"/>
                <a:ext cx="3809978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𝒌𝒎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;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𝒉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3F0E99D-811E-8DD0-FADA-A2804D06C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856" y="1699319"/>
                <a:ext cx="380997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308DEF9-B9C1-F676-0401-7C57DB086B7D}"/>
                  </a:ext>
                </a:extLst>
              </p:cNvPr>
              <p:cNvSpPr txBox="1"/>
              <p:nvPr/>
            </p:nvSpPr>
            <p:spPr>
              <a:xfrm>
                <a:off x="2117856" y="2481635"/>
                <a:ext cx="3132061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𝑩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𝒌𝒎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;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𝒉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308DEF9-B9C1-F676-0401-7C57DB08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856" y="2481635"/>
                <a:ext cx="313206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Agrupar 6">
            <a:extLst>
              <a:ext uri="{FF2B5EF4-FFF2-40B4-BE49-F238E27FC236}">
                <a16:creationId xmlns:a16="http://schemas.microsoft.com/office/drawing/2014/main" id="{6428161E-A5BE-1EB9-C922-0CE98A444BC4}"/>
              </a:ext>
            </a:extLst>
          </p:cNvPr>
          <p:cNvGrpSpPr/>
          <p:nvPr/>
        </p:nvGrpSpPr>
        <p:grpSpPr>
          <a:xfrm>
            <a:off x="6395946" y="340828"/>
            <a:ext cx="5554810" cy="4140010"/>
            <a:chOff x="1380998" y="1534457"/>
            <a:chExt cx="5554810" cy="4140010"/>
          </a:xfrm>
        </p:grpSpPr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AC85548F-3A90-A555-63FE-B993E76E1B11}"/>
                </a:ext>
              </a:extLst>
            </p:cNvPr>
            <p:cNvCxnSpPr>
              <a:cxnSpLocks/>
            </p:cNvCxnSpPr>
            <p:nvPr/>
          </p:nvCxnSpPr>
          <p:spPr>
            <a:xfrm>
              <a:off x="2172216" y="5109973"/>
              <a:ext cx="43890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9CAE6C0D-2721-D470-0D10-206DC8F78F62}"/>
                </a:ext>
              </a:extLst>
            </p:cNvPr>
            <p:cNvCxnSpPr/>
            <p:nvPr/>
          </p:nvCxnSpPr>
          <p:spPr>
            <a:xfrm flipV="1">
              <a:off x="2660946" y="1676426"/>
              <a:ext cx="0" cy="364183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636531F3-4C81-A130-BB74-1A188857C4B6}"/>
                </a:ext>
              </a:extLst>
            </p:cNvPr>
            <p:cNvSpPr txBox="1"/>
            <p:nvPr/>
          </p:nvSpPr>
          <p:spPr>
            <a:xfrm>
              <a:off x="1380998" y="1534457"/>
              <a:ext cx="12827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S (km)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361F7720-2650-2A81-930A-A011E6C06A9B}"/>
                </a:ext>
              </a:extLst>
            </p:cNvPr>
            <p:cNvSpPr txBox="1"/>
            <p:nvPr/>
          </p:nvSpPr>
          <p:spPr>
            <a:xfrm>
              <a:off x="6071469" y="5056651"/>
              <a:ext cx="8643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t (h)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0C8DD6EA-41C3-1FAC-FB27-DA63D2D6D32C}"/>
                </a:ext>
              </a:extLst>
            </p:cNvPr>
            <p:cNvSpPr txBox="1"/>
            <p:nvPr/>
          </p:nvSpPr>
          <p:spPr>
            <a:xfrm>
              <a:off x="2012429" y="2937928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80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E9128DB-4D46-B7B3-634D-E5BB51B580B8}"/>
                </a:ext>
              </a:extLst>
            </p:cNvPr>
            <p:cNvSpPr txBox="1"/>
            <p:nvPr/>
          </p:nvSpPr>
          <p:spPr>
            <a:xfrm>
              <a:off x="1812053" y="1998358"/>
              <a:ext cx="7857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120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7FDEDA5-4081-9B4F-22D7-B1C56DA1E91E}"/>
                </a:ext>
              </a:extLst>
            </p:cNvPr>
            <p:cNvSpPr txBox="1"/>
            <p:nvPr/>
          </p:nvSpPr>
          <p:spPr>
            <a:xfrm>
              <a:off x="2045385" y="3898633"/>
              <a:ext cx="585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40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B7117638-A68E-5F1D-0E7C-88B71AB9B4D9}"/>
                </a:ext>
              </a:extLst>
            </p:cNvPr>
            <p:cNvSpPr txBox="1"/>
            <p:nvPr/>
          </p:nvSpPr>
          <p:spPr>
            <a:xfrm>
              <a:off x="5380200" y="5151247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2BEACD2C-86A0-B875-6725-BBFE2B93D801}"/>
                </a:ext>
              </a:extLst>
            </p:cNvPr>
            <p:cNvSpPr txBox="1"/>
            <p:nvPr/>
          </p:nvSpPr>
          <p:spPr>
            <a:xfrm>
              <a:off x="3287664" y="4357252"/>
              <a:ext cx="444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C7785016-C469-0C28-B509-9AED985B8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0946" y="2259968"/>
              <a:ext cx="2959073" cy="28500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6FBE7474-6B52-1588-5914-2BFDFE41A2C8}"/>
                </a:ext>
              </a:extLst>
            </p:cNvPr>
            <p:cNvCxnSpPr/>
            <p:nvPr/>
          </p:nvCxnSpPr>
          <p:spPr>
            <a:xfrm flipV="1">
              <a:off x="2660946" y="2259968"/>
              <a:ext cx="2959073" cy="19002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DF7A7A8A-F294-1ED9-0CFB-3E6A0CB9F6EF}"/>
                </a:ext>
              </a:extLst>
            </p:cNvPr>
            <p:cNvSpPr txBox="1"/>
            <p:nvPr/>
          </p:nvSpPr>
          <p:spPr>
            <a:xfrm>
              <a:off x="2953651" y="3210105"/>
              <a:ext cx="444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75DC185F-CBD8-EB18-B64C-C74A22F3D1F3}"/>
                </a:ext>
              </a:extLst>
            </p:cNvPr>
            <p:cNvCxnSpPr/>
            <p:nvPr/>
          </p:nvCxnSpPr>
          <p:spPr>
            <a:xfrm>
              <a:off x="2582197" y="2259968"/>
              <a:ext cx="346675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5380853A-6C3A-3330-4FC7-448F321379BE}"/>
                </a:ext>
              </a:extLst>
            </p:cNvPr>
            <p:cNvCxnSpPr/>
            <p:nvPr/>
          </p:nvCxnSpPr>
          <p:spPr>
            <a:xfrm>
              <a:off x="2597882" y="3194339"/>
              <a:ext cx="315159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3C865D11-4BAE-12C2-5C7D-3AE673C49E70}"/>
                </a:ext>
              </a:extLst>
            </p:cNvPr>
            <p:cNvCxnSpPr/>
            <p:nvPr/>
          </p:nvCxnSpPr>
          <p:spPr>
            <a:xfrm>
              <a:off x="2596217" y="4144477"/>
              <a:ext cx="315159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E4890D01-8FB6-08E6-FDEB-E3CAE0A65562}"/>
                </a:ext>
              </a:extLst>
            </p:cNvPr>
            <p:cNvCxnSpPr>
              <a:cxnSpLocks/>
            </p:cNvCxnSpPr>
            <p:nvPr/>
          </p:nvCxnSpPr>
          <p:spPr>
            <a:xfrm>
              <a:off x="5604253" y="1998358"/>
              <a:ext cx="0" cy="305829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E5F13EDF-0A3A-B822-F70A-9CDCA2D635BB}"/>
                </a:ext>
              </a:extLst>
            </p:cNvPr>
            <p:cNvCxnSpPr/>
            <p:nvPr/>
          </p:nvCxnSpPr>
          <p:spPr>
            <a:xfrm>
              <a:off x="5601741" y="5049551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E3D9D664-C479-5AE0-07B3-72A73E2700CD}"/>
                </a:ext>
              </a:extLst>
            </p:cNvPr>
            <p:cNvCxnSpPr/>
            <p:nvPr/>
          </p:nvCxnSpPr>
          <p:spPr>
            <a:xfrm>
              <a:off x="4130298" y="5044287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05EF598-37E4-76BD-71CB-3427D8AF1E94}"/>
              </a:ext>
            </a:extLst>
          </p:cNvPr>
          <p:cNvSpPr txBox="1"/>
          <p:nvPr/>
        </p:nvSpPr>
        <p:spPr>
          <a:xfrm>
            <a:off x="508462" y="3030970"/>
            <a:ext cx="46294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o instante do encontro.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56805E0-DE06-5FF7-1C1A-F357A426BF21}"/>
              </a:ext>
            </a:extLst>
          </p:cNvPr>
          <p:cNvSpPr txBox="1"/>
          <p:nvPr/>
        </p:nvSpPr>
        <p:spPr>
          <a:xfrm>
            <a:off x="389184" y="3601071"/>
            <a:ext cx="64720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 leitura do gráfico o encontro ocorre em: </a:t>
            </a:r>
            <a:r>
              <a:rPr lang="pt-BR" sz="28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 = 2,0 h.</a:t>
            </a:r>
            <a:endParaRPr lang="pt-BR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F820509-379B-BD6F-1814-1D5AFCCEB0A5}"/>
              </a:ext>
            </a:extLst>
          </p:cNvPr>
          <p:cNvSpPr txBox="1"/>
          <p:nvPr/>
        </p:nvSpPr>
        <p:spPr>
          <a:xfrm>
            <a:off x="389184" y="4628174"/>
            <a:ext cx="4448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o espaço do encontro.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D9697B2-2204-7F89-92CB-B201C61FDF7F}"/>
              </a:ext>
            </a:extLst>
          </p:cNvPr>
          <p:cNvSpPr txBox="1"/>
          <p:nvPr/>
        </p:nvSpPr>
        <p:spPr>
          <a:xfrm>
            <a:off x="354945" y="5215228"/>
            <a:ext cx="64720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 leitura do gráfico o espaço do encontro ocorre em: </a:t>
            </a: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= 120,0 km.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Imagem 30" descr="Imagem digital fictícia de personagem de desenho animado&#10;&#10;Descrição gerada automaticamente">
            <a:extLst>
              <a:ext uri="{FF2B5EF4-FFF2-40B4-BE49-F238E27FC236}">
                <a16:creationId xmlns:a16="http://schemas.microsoft.com/office/drawing/2014/main" id="{9C69B68B-7302-1D4F-6A12-FB6F93EE4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655" y="4328900"/>
            <a:ext cx="2855263" cy="231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5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27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17733-BDE2-B3EB-C69B-B83C92BDC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E26938B1-ED4D-04C9-495D-AC0ECC43F259}"/>
              </a:ext>
            </a:extLst>
          </p:cNvPr>
          <p:cNvSpPr/>
          <p:nvPr/>
        </p:nvSpPr>
        <p:spPr>
          <a:xfrm>
            <a:off x="4861036" y="2294667"/>
            <a:ext cx="1594109" cy="557629"/>
          </a:xfrm>
          <a:prstGeom prst="round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6EC72DF-4B05-8AA5-1C15-D282BF856120}"/>
              </a:ext>
            </a:extLst>
          </p:cNvPr>
          <p:cNvSpPr txBox="1"/>
          <p:nvPr/>
        </p:nvSpPr>
        <p:spPr>
          <a:xfrm>
            <a:off x="377523" y="154744"/>
            <a:ext cx="114150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5-) pag.: 68 Consolidando saberes (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EsPCEx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-SP 2020) Considere um objeto que se desloca em movimento retilíneo uniforme durante 10 s. O desenho a seguir representa o gráfico do espaço em função do tempo. O espaço do objeto no instante t = 10 s, em metros, é:</a:t>
            </a: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1634631-950E-75A1-FBC2-F38EF39224B6}"/>
              </a:ext>
            </a:extLst>
          </p:cNvPr>
          <p:cNvGrpSpPr/>
          <p:nvPr/>
        </p:nvGrpSpPr>
        <p:grpSpPr>
          <a:xfrm>
            <a:off x="8253009" y="1821749"/>
            <a:ext cx="3955790" cy="4827500"/>
            <a:chOff x="7087277" y="1966256"/>
            <a:chExt cx="3955790" cy="4827500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97A6374E-414C-F704-1234-5919E892D12F}"/>
                </a:ext>
              </a:extLst>
            </p:cNvPr>
            <p:cNvCxnSpPr/>
            <p:nvPr/>
          </p:nvCxnSpPr>
          <p:spPr>
            <a:xfrm>
              <a:off x="7945821" y="5596759"/>
              <a:ext cx="223870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5AE8CFD0-E916-B96D-0DF0-2FFDCB208E61}"/>
                </a:ext>
              </a:extLst>
            </p:cNvPr>
            <p:cNvCxnSpPr/>
            <p:nvPr/>
          </p:nvCxnSpPr>
          <p:spPr>
            <a:xfrm flipV="1">
              <a:off x="8166538" y="2128346"/>
              <a:ext cx="0" cy="368913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EDDE421F-8375-533F-4E2B-92E28D8E2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66538" y="2401513"/>
              <a:ext cx="1040524" cy="248579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C8004003-3FE3-77E8-F684-07886B1116EA}"/>
                </a:ext>
              </a:extLst>
            </p:cNvPr>
            <p:cNvCxnSpPr/>
            <p:nvPr/>
          </p:nvCxnSpPr>
          <p:spPr>
            <a:xfrm>
              <a:off x="9065172" y="2727434"/>
              <a:ext cx="0" cy="2869325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C095BB32-BDF7-7FCE-0985-4F84E02D5575}"/>
                </a:ext>
              </a:extLst>
            </p:cNvPr>
            <p:cNvCxnSpPr/>
            <p:nvPr/>
          </p:nvCxnSpPr>
          <p:spPr>
            <a:xfrm>
              <a:off x="8166538" y="2711669"/>
              <a:ext cx="89863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2EBD0F46-ADBC-3153-8F8C-BDC0A2465FEC}"/>
                </a:ext>
              </a:extLst>
            </p:cNvPr>
            <p:cNvSpPr txBox="1"/>
            <p:nvPr/>
          </p:nvSpPr>
          <p:spPr>
            <a:xfrm>
              <a:off x="9486810" y="5586643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 (s)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E590B269-7CB7-1110-C21C-7BDF4FB1E41C}"/>
                </a:ext>
              </a:extLst>
            </p:cNvPr>
            <p:cNvSpPr txBox="1"/>
            <p:nvPr/>
          </p:nvSpPr>
          <p:spPr>
            <a:xfrm>
              <a:off x="8204490" y="1966256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 (m)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4A81C00B-5768-72E3-3043-9C308D6DA506}"/>
                </a:ext>
              </a:extLst>
            </p:cNvPr>
            <p:cNvSpPr txBox="1"/>
            <p:nvPr/>
          </p:nvSpPr>
          <p:spPr>
            <a:xfrm>
              <a:off x="7615973" y="2496601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C6BF46C8-BDD8-581A-4E71-C8E80448C7DA}"/>
                </a:ext>
              </a:extLst>
            </p:cNvPr>
            <p:cNvSpPr txBox="1"/>
            <p:nvPr/>
          </p:nvSpPr>
          <p:spPr>
            <a:xfrm>
              <a:off x="7815412" y="3258500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EAFED0A1-1E95-0E2A-3F45-F87660B27D1F}"/>
                </a:ext>
              </a:extLst>
            </p:cNvPr>
            <p:cNvSpPr txBox="1"/>
            <p:nvPr/>
          </p:nvSpPr>
          <p:spPr>
            <a:xfrm>
              <a:off x="7815412" y="3965964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94CEBA62-19F5-CAFD-816F-E0DCD6D04CD6}"/>
                </a:ext>
              </a:extLst>
            </p:cNvPr>
            <p:cNvSpPr txBox="1"/>
            <p:nvPr/>
          </p:nvSpPr>
          <p:spPr>
            <a:xfrm>
              <a:off x="7859389" y="467342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B67D9131-FF34-218C-5943-8F3B203A8AAB}"/>
                </a:ext>
              </a:extLst>
            </p:cNvPr>
            <p:cNvSpPr txBox="1"/>
            <p:nvPr/>
          </p:nvSpPr>
          <p:spPr>
            <a:xfrm>
              <a:off x="7831184" y="5549160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557CBDC7-9DA1-C98A-40F8-623B614F76CB}"/>
                </a:ext>
              </a:extLst>
            </p:cNvPr>
            <p:cNvSpPr txBox="1"/>
            <p:nvPr/>
          </p:nvSpPr>
          <p:spPr>
            <a:xfrm>
              <a:off x="8586673" y="5564926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7068BD4D-889E-D4AB-579D-1D2E365B3747}"/>
                </a:ext>
              </a:extLst>
            </p:cNvPr>
            <p:cNvSpPr txBox="1"/>
            <p:nvPr/>
          </p:nvSpPr>
          <p:spPr>
            <a:xfrm>
              <a:off x="8279822" y="556076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E9DBF675-4202-DC67-9E89-A77A06FE7F34}"/>
                </a:ext>
              </a:extLst>
            </p:cNvPr>
            <p:cNvSpPr txBox="1"/>
            <p:nvPr/>
          </p:nvSpPr>
          <p:spPr>
            <a:xfrm>
              <a:off x="8893524" y="554378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89237FC9-7212-E027-A186-26E3526FE5CC}"/>
                </a:ext>
              </a:extLst>
            </p:cNvPr>
            <p:cNvSpPr txBox="1"/>
            <p:nvPr/>
          </p:nvSpPr>
          <p:spPr>
            <a:xfrm>
              <a:off x="7087277" y="5962759"/>
              <a:ext cx="39557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Desenho ilustrativo Fora de Escala</a:t>
              </a:r>
            </a:p>
          </p:txBody>
        </p: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07E49609-193D-C6E6-F0B9-95CFE669DF7E}"/>
                </a:ext>
              </a:extLst>
            </p:cNvPr>
            <p:cNvCxnSpPr/>
            <p:nvPr/>
          </p:nvCxnSpPr>
          <p:spPr>
            <a:xfrm>
              <a:off x="8767448" y="5513232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802CA219-D9BF-0B8D-DD4B-2B7CC025BEEC}"/>
                </a:ext>
              </a:extLst>
            </p:cNvPr>
            <p:cNvCxnSpPr/>
            <p:nvPr/>
          </p:nvCxnSpPr>
          <p:spPr>
            <a:xfrm>
              <a:off x="8462642" y="5523738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FD9E8548-14D3-C7F8-40A7-0C941A453453}"/>
                </a:ext>
              </a:extLst>
            </p:cNvPr>
            <p:cNvCxnSpPr/>
            <p:nvPr/>
          </p:nvCxnSpPr>
          <p:spPr>
            <a:xfrm>
              <a:off x="9061742" y="5507972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D4CE3EB-7F34-5D9C-6510-175B90EEAF12}"/>
                </a:ext>
              </a:extLst>
            </p:cNvPr>
            <p:cNvCxnSpPr/>
            <p:nvPr/>
          </p:nvCxnSpPr>
          <p:spPr>
            <a:xfrm>
              <a:off x="8122826" y="4142442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878D807B-5234-C0A0-3130-93C4F7E3B25B}"/>
                </a:ext>
              </a:extLst>
            </p:cNvPr>
            <p:cNvCxnSpPr/>
            <p:nvPr/>
          </p:nvCxnSpPr>
          <p:spPr>
            <a:xfrm>
              <a:off x="8101803" y="3459265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AAD5885A-F470-D2F0-329B-9422677181D8}"/>
                </a:ext>
              </a:extLst>
            </p:cNvPr>
            <p:cNvCxnSpPr/>
            <p:nvPr/>
          </p:nvCxnSpPr>
          <p:spPr>
            <a:xfrm>
              <a:off x="8107055" y="2707763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A57731A0-6710-F47E-DBA8-CDAC51B14596}"/>
                </a:ext>
              </a:extLst>
            </p:cNvPr>
            <p:cNvCxnSpPr/>
            <p:nvPr/>
          </p:nvCxnSpPr>
          <p:spPr>
            <a:xfrm>
              <a:off x="8122827" y="4851891"/>
              <a:ext cx="11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3192E69-F815-661A-AC97-435DF2338613}"/>
              </a:ext>
            </a:extLst>
          </p:cNvPr>
          <p:cNvSpPr txBox="1"/>
          <p:nvPr/>
        </p:nvSpPr>
        <p:spPr>
          <a:xfrm>
            <a:off x="315079" y="2294667"/>
            <a:ext cx="662051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25 m.			b) 30 m.			c) 33 m.</a:t>
            </a:r>
          </a:p>
          <a:p>
            <a:pPr algn="l">
              <a:spcBef>
                <a:spcPts val="1200"/>
              </a:spcBef>
            </a:pP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36 m.			e) 40 m.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771B14E-8A75-4F9B-265C-EFAC762CD436}"/>
              </a:ext>
            </a:extLst>
          </p:cNvPr>
          <p:cNvSpPr txBox="1"/>
          <p:nvPr/>
        </p:nvSpPr>
        <p:spPr>
          <a:xfrm>
            <a:off x="274508" y="3579971"/>
            <a:ext cx="2654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  <a:endParaRPr lang="pt-BR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AAA232DE-01FA-5922-FDAB-D8AACC40DE24}"/>
                  </a:ext>
                </a:extLst>
              </p:cNvPr>
              <p:cNvSpPr txBox="1"/>
              <p:nvPr/>
            </p:nvSpPr>
            <p:spPr>
              <a:xfrm>
                <a:off x="2829194" y="3481518"/>
                <a:ext cx="1264178" cy="739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den>
                    </m:f>
                  </m:oMath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AAA232DE-01FA-5922-FDAB-D8AACC40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194" y="3481518"/>
                <a:ext cx="1264178" cy="7397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F20AB91-BD82-1071-9F69-4A5B4AC8B1E7}"/>
                  </a:ext>
                </a:extLst>
              </p:cNvPr>
              <p:cNvSpPr txBox="1"/>
              <p:nvPr/>
            </p:nvSpPr>
            <p:spPr>
              <a:xfrm>
                <a:off x="191504" y="4235499"/>
                <a:ext cx="170483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𝟏𝟐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den>
                    </m:f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F20AB91-BD82-1071-9F69-4A5B4AC8B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04" y="4235499"/>
                <a:ext cx="1704830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Seta: para a Direita 39">
            <a:extLst>
              <a:ext uri="{FF2B5EF4-FFF2-40B4-BE49-F238E27FC236}">
                <a16:creationId xmlns:a16="http://schemas.microsoft.com/office/drawing/2014/main" id="{0380ADE5-246D-E70F-8622-74E135879992}"/>
              </a:ext>
            </a:extLst>
          </p:cNvPr>
          <p:cNvSpPr/>
          <p:nvPr/>
        </p:nvSpPr>
        <p:spPr>
          <a:xfrm>
            <a:off x="1842828" y="4425551"/>
            <a:ext cx="493119" cy="394367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17A9A3F0-473D-76AC-1A17-425D0FD843B6}"/>
                  </a:ext>
                </a:extLst>
              </p:cNvPr>
              <p:cNvSpPr txBox="1"/>
              <p:nvPr/>
            </p:nvSpPr>
            <p:spPr>
              <a:xfrm>
                <a:off x="2461256" y="4319725"/>
                <a:ext cx="2706539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17A9A3F0-473D-76AC-1A17-425D0FD84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56" y="4319725"/>
                <a:ext cx="270653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aixaDeTexto 41">
            <a:extLst>
              <a:ext uri="{FF2B5EF4-FFF2-40B4-BE49-F238E27FC236}">
                <a16:creationId xmlns:a16="http://schemas.microsoft.com/office/drawing/2014/main" id="{7AC1A4A6-90E6-6050-C6AA-BDA59E1B593C}"/>
              </a:ext>
            </a:extLst>
          </p:cNvPr>
          <p:cNvSpPr txBox="1"/>
          <p:nvPr/>
        </p:nvSpPr>
        <p:spPr>
          <a:xfrm>
            <a:off x="267935" y="4903695"/>
            <a:ext cx="3821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 leitura do gráfico: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FF87B06F-FF36-B4A5-163A-444717F730BE}"/>
                  </a:ext>
                </a:extLst>
              </p:cNvPr>
              <p:cNvSpPr txBox="1"/>
              <p:nvPr/>
            </p:nvSpPr>
            <p:spPr>
              <a:xfrm>
                <a:off x="3932357" y="4913898"/>
                <a:ext cx="2163643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FF87B06F-FF36-B4A5-163A-444717F73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357" y="4913898"/>
                <a:ext cx="216364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aixaDeTexto 43">
            <a:extLst>
              <a:ext uri="{FF2B5EF4-FFF2-40B4-BE49-F238E27FC236}">
                <a16:creationId xmlns:a16="http://schemas.microsoft.com/office/drawing/2014/main" id="{BDE527BF-196F-7F82-35A2-1178A578ED97}"/>
              </a:ext>
            </a:extLst>
          </p:cNvPr>
          <p:cNvSpPr txBox="1"/>
          <p:nvPr/>
        </p:nvSpPr>
        <p:spPr>
          <a:xfrm>
            <a:off x="318372" y="5524613"/>
            <a:ext cx="2654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  <a:endParaRPr lang="pt-BR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019B4FF9-42C8-FC92-E38B-033A05FEFACF}"/>
                  </a:ext>
                </a:extLst>
              </p:cNvPr>
              <p:cNvSpPr txBox="1"/>
              <p:nvPr/>
            </p:nvSpPr>
            <p:spPr>
              <a:xfrm>
                <a:off x="2884290" y="5537084"/>
                <a:ext cx="23712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pt-BR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𝒗𝒕</m:t>
                    </m:r>
                  </m:oMath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019B4FF9-42C8-FC92-E38B-033A05FEF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290" y="5537084"/>
                <a:ext cx="23712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36C900D1-2102-C037-0293-AECFFF4864FA}"/>
                  </a:ext>
                </a:extLst>
              </p:cNvPr>
              <p:cNvSpPr txBox="1"/>
              <p:nvPr/>
            </p:nvSpPr>
            <p:spPr>
              <a:xfrm>
                <a:off x="556267" y="6113788"/>
                <a:ext cx="2943678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𝑺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;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36C900D1-2102-C037-0293-AECFFF48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7" y="6113788"/>
                <a:ext cx="294367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aixaDeTexto 46">
            <a:extLst>
              <a:ext uri="{FF2B5EF4-FFF2-40B4-BE49-F238E27FC236}">
                <a16:creationId xmlns:a16="http://schemas.microsoft.com/office/drawing/2014/main" id="{F650B085-A5DD-A852-2A66-CA4EE942998D}"/>
              </a:ext>
            </a:extLst>
          </p:cNvPr>
          <p:cNvSpPr txBox="1"/>
          <p:nvPr/>
        </p:nvSpPr>
        <p:spPr>
          <a:xfrm>
            <a:off x="3499945" y="6099449"/>
            <a:ext cx="2596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t = 10 s:</a:t>
            </a:r>
            <a:endParaRPr lang="pt-BR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46869FD1-6E00-4485-5931-013A7D0D63D3}"/>
              </a:ext>
            </a:extLst>
          </p:cNvPr>
          <p:cNvGrpSpPr/>
          <p:nvPr/>
        </p:nvGrpSpPr>
        <p:grpSpPr>
          <a:xfrm>
            <a:off x="6303891" y="3083826"/>
            <a:ext cx="45719" cy="3565423"/>
            <a:chOff x="7126014" y="4330257"/>
            <a:chExt cx="57804" cy="1802529"/>
          </a:xfrm>
        </p:grpSpPr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id="{DDB01086-C2E9-531D-2F6B-4A95E4C5BBD7}"/>
                </a:ext>
              </a:extLst>
            </p:cNvPr>
            <p:cNvCxnSpPr/>
            <p:nvPr/>
          </p:nvCxnSpPr>
          <p:spPr>
            <a:xfrm>
              <a:off x="7126014" y="4335517"/>
              <a:ext cx="0" cy="17972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>
              <a:extLst>
                <a:ext uri="{FF2B5EF4-FFF2-40B4-BE49-F238E27FC236}">
                  <a16:creationId xmlns:a16="http://schemas.microsoft.com/office/drawing/2014/main" id="{E24E217A-4C88-8C97-1DEB-BBC2450AE2AE}"/>
                </a:ext>
              </a:extLst>
            </p:cNvPr>
            <p:cNvCxnSpPr/>
            <p:nvPr/>
          </p:nvCxnSpPr>
          <p:spPr>
            <a:xfrm>
              <a:off x="7183818" y="4330257"/>
              <a:ext cx="0" cy="17972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B2FF669-3BB4-5D35-4CF1-D7EE69D95C37}"/>
                  </a:ext>
                </a:extLst>
              </p:cNvPr>
              <p:cNvSpPr txBox="1"/>
              <p:nvPr/>
            </p:nvSpPr>
            <p:spPr>
              <a:xfrm>
                <a:off x="6392084" y="2905780"/>
                <a:ext cx="23712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800" b="1" i="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</m:t>
                    </m:r>
                  </m:oMath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B2FF669-3BB4-5D35-4CF1-D7EE69D95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084" y="2905780"/>
                <a:ext cx="23712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81178AF5-4D2A-56C6-6350-F7468481457C}"/>
                  </a:ext>
                </a:extLst>
              </p:cNvPr>
              <p:cNvSpPr txBox="1"/>
              <p:nvPr/>
            </p:nvSpPr>
            <p:spPr>
              <a:xfrm>
                <a:off x="6715876" y="3586662"/>
                <a:ext cx="1807565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𝑺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𝟑𝟑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81178AF5-4D2A-56C6-6350-F74684814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76" y="3586662"/>
                <a:ext cx="180756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Imagem 54" descr="Desenho de um bicho amarelo&#10;&#10;Descrição gerada automaticamente com confiança média">
            <a:extLst>
              <a:ext uri="{FF2B5EF4-FFF2-40B4-BE49-F238E27FC236}">
                <a16:creationId xmlns:a16="http://schemas.microsoft.com/office/drawing/2014/main" id="{E75AE1A6-63A7-E02D-F9BC-8BA042E2D5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8263" y="4465528"/>
            <a:ext cx="1711037" cy="171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37" grpId="0"/>
      <p:bldP spid="38" grpId="0"/>
      <p:bldP spid="39" grpId="0"/>
      <p:bldP spid="40" grpId="0" animBg="1"/>
      <p:bldP spid="41" grpId="0" animBg="1"/>
      <p:bldP spid="42" grpId="0"/>
      <p:bldP spid="43" grpId="0" animBg="1"/>
      <p:bldP spid="44" grpId="0"/>
      <p:bldP spid="45" grpId="0"/>
      <p:bldP spid="46" grpId="0" animBg="1"/>
      <p:bldP spid="47" grpId="0"/>
      <p:bldP spid="51" grpId="0"/>
      <p:bldP spid="5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702A6-22FB-82A1-DBFB-B7E53FEC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2D28AD1-C847-C008-DE4C-E4A576E2510D}"/>
              </a:ext>
            </a:extLst>
          </p:cNvPr>
          <p:cNvGrpSpPr/>
          <p:nvPr/>
        </p:nvGrpSpPr>
        <p:grpSpPr>
          <a:xfrm>
            <a:off x="8572041" y="1656790"/>
            <a:ext cx="2000526" cy="1734904"/>
            <a:chOff x="8572041" y="1656790"/>
            <a:chExt cx="2000526" cy="1734904"/>
          </a:xfrm>
        </p:grpSpPr>
        <p:sp>
          <p:nvSpPr>
            <p:cNvPr id="55" name="Triângulo Retângulo 54">
              <a:extLst>
                <a:ext uri="{FF2B5EF4-FFF2-40B4-BE49-F238E27FC236}">
                  <a16:creationId xmlns:a16="http://schemas.microsoft.com/office/drawing/2014/main" id="{6AC19526-D060-4728-D86C-546027D0939B}"/>
                </a:ext>
              </a:extLst>
            </p:cNvPr>
            <p:cNvSpPr/>
            <p:nvPr/>
          </p:nvSpPr>
          <p:spPr>
            <a:xfrm>
              <a:off x="9405110" y="1656790"/>
              <a:ext cx="1167457" cy="1734903"/>
            </a:xfrm>
            <a:prstGeom prst="rtTriangle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id="{35056F23-772C-A901-D31E-2C13EFACFD65}"/>
                </a:ext>
              </a:extLst>
            </p:cNvPr>
            <p:cNvSpPr/>
            <p:nvPr/>
          </p:nvSpPr>
          <p:spPr>
            <a:xfrm>
              <a:off x="8572041" y="1689998"/>
              <a:ext cx="905495" cy="1701696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CaixaDeTexto 56">
                  <a:extLst>
                    <a:ext uri="{FF2B5EF4-FFF2-40B4-BE49-F238E27FC236}">
                      <a16:creationId xmlns:a16="http://schemas.microsoft.com/office/drawing/2014/main" id="{8ACEF27D-0B68-47AD-F140-0CBCF9AB8C6F}"/>
                    </a:ext>
                  </a:extLst>
                </p:cNvPr>
                <p:cNvSpPr txBox="1"/>
                <p:nvPr/>
              </p:nvSpPr>
              <p:spPr>
                <a:xfrm>
                  <a:off x="8948208" y="2331170"/>
                  <a:ext cx="52129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7" name="CaixaDeTexto 56">
                  <a:extLst>
                    <a:ext uri="{FF2B5EF4-FFF2-40B4-BE49-F238E27FC236}">
                      <a16:creationId xmlns:a16="http://schemas.microsoft.com/office/drawing/2014/main" id="{8ACEF27D-0B68-47AD-F140-0CBCF9AB8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208" y="2331170"/>
                  <a:ext cx="521297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9525057E-3894-5B95-9C5A-07B797FB683A}"/>
              </a:ext>
            </a:extLst>
          </p:cNvPr>
          <p:cNvSpPr/>
          <p:nvPr/>
        </p:nvSpPr>
        <p:spPr>
          <a:xfrm>
            <a:off x="4729655" y="3677150"/>
            <a:ext cx="1740666" cy="516815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75000"/>
                  <a:tint val="66000"/>
                  <a:satMod val="160000"/>
                </a:schemeClr>
              </a:gs>
              <a:gs pos="50000">
                <a:schemeClr val="accent4">
                  <a:lumMod val="75000"/>
                  <a:tint val="44500"/>
                  <a:satMod val="160000"/>
                </a:schemeClr>
              </a:gs>
              <a:gs pos="100000">
                <a:schemeClr val="accent4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/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C1057CF-CC09-3976-F91D-AC6019BC8293}"/>
              </a:ext>
            </a:extLst>
          </p:cNvPr>
          <p:cNvSpPr txBox="1"/>
          <p:nvPr/>
        </p:nvSpPr>
        <p:spPr>
          <a:xfrm>
            <a:off x="182487" y="63065"/>
            <a:ext cx="114150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10-) pag.: 69 Consolidando saberes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(IFS - SE 2019) Um móvel executa movimento cujo gráfico da velocidade em função do tempo é dado conforme a seguir: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BD4860E0-9827-EE8F-7B3D-6121D919D50E}"/>
              </a:ext>
            </a:extLst>
          </p:cNvPr>
          <p:cNvGrpSpPr/>
          <p:nvPr/>
        </p:nvGrpSpPr>
        <p:grpSpPr>
          <a:xfrm>
            <a:off x="7947198" y="878391"/>
            <a:ext cx="4244802" cy="3003665"/>
            <a:chOff x="6406578" y="1379103"/>
            <a:chExt cx="4244802" cy="3003665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DD29C150-29E1-B297-565C-D95CEA7754E2}"/>
                </a:ext>
              </a:extLst>
            </p:cNvPr>
            <p:cNvCxnSpPr/>
            <p:nvPr/>
          </p:nvCxnSpPr>
          <p:spPr>
            <a:xfrm>
              <a:off x="6725614" y="3925614"/>
              <a:ext cx="35439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694676B3-E054-5DD2-4089-150271EF5A56}"/>
                </a:ext>
              </a:extLst>
            </p:cNvPr>
            <p:cNvCxnSpPr/>
            <p:nvPr/>
          </p:nvCxnSpPr>
          <p:spPr>
            <a:xfrm flipV="1">
              <a:off x="7015655" y="1702676"/>
              <a:ext cx="0" cy="247518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D3D50BAD-86F2-48D6-0C10-9BA74BB05020}"/>
                    </a:ext>
                  </a:extLst>
                </p:cNvPr>
                <p:cNvSpPr txBox="1"/>
                <p:nvPr/>
              </p:nvSpPr>
              <p:spPr>
                <a:xfrm>
                  <a:off x="7015655" y="1379103"/>
                  <a:ext cx="15648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(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D3D50BAD-86F2-48D6-0C10-9BA74BB050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5655" y="1379103"/>
                  <a:ext cx="156485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3944860B-231D-C46F-52B1-3B8B920164EB}"/>
                    </a:ext>
                  </a:extLst>
                </p:cNvPr>
                <p:cNvSpPr txBox="1"/>
                <p:nvPr/>
              </p:nvSpPr>
              <p:spPr>
                <a:xfrm>
                  <a:off x="6605614" y="3825058"/>
                  <a:ext cx="4988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3944860B-231D-C46F-52B1-3B8B920164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5614" y="3825058"/>
                  <a:ext cx="498855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F5A5AFE3-CD0D-9DB6-36F8-F758E8E4CA5D}"/>
                    </a:ext>
                  </a:extLst>
                </p:cNvPr>
                <p:cNvSpPr txBox="1"/>
                <p:nvPr/>
              </p:nvSpPr>
              <p:spPr>
                <a:xfrm>
                  <a:off x="9660404" y="3859548"/>
                  <a:ext cx="99097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(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F5A5AFE3-CD0D-9DB6-36F8-F758E8E4C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0404" y="3859548"/>
                  <a:ext cx="99097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6DB069C-8A4B-637B-A1D0-D9AE6CBF3833}"/>
                    </a:ext>
                  </a:extLst>
                </p:cNvPr>
                <p:cNvSpPr txBox="1"/>
                <p:nvPr/>
              </p:nvSpPr>
              <p:spPr>
                <a:xfrm>
                  <a:off x="6406578" y="1913334"/>
                  <a:ext cx="71365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𝟖𝟎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6DB069C-8A4B-637B-A1D0-D9AE6CBF3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6578" y="1913334"/>
                  <a:ext cx="713657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49A6F694-6E81-11A9-215E-AD5DACE9C0D2}"/>
                    </a:ext>
                  </a:extLst>
                </p:cNvPr>
                <p:cNvSpPr txBox="1"/>
                <p:nvPr/>
              </p:nvSpPr>
              <p:spPr>
                <a:xfrm>
                  <a:off x="8747753" y="3856590"/>
                  <a:ext cx="71365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49A6F694-6E81-11A9-215E-AD5DACE9C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7753" y="3856590"/>
                  <a:ext cx="71365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1CEBEF7C-6A7C-1527-FC38-8014ECDFB881}"/>
                    </a:ext>
                  </a:extLst>
                </p:cNvPr>
                <p:cNvSpPr txBox="1"/>
                <p:nvPr/>
              </p:nvSpPr>
              <p:spPr>
                <a:xfrm>
                  <a:off x="7700024" y="3856590"/>
                  <a:ext cx="4988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1CEBEF7C-6A7C-1527-FC38-8014ECDFB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0024" y="3856590"/>
                  <a:ext cx="498855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64905666-5175-0013-53F5-E00D2B406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9794" y="2190710"/>
              <a:ext cx="92965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88F95DB1-39FE-84B0-5E17-3488094EB46F}"/>
                </a:ext>
              </a:extLst>
            </p:cNvPr>
            <p:cNvCxnSpPr>
              <a:cxnSpLocks/>
            </p:cNvCxnSpPr>
            <p:nvPr/>
          </p:nvCxnSpPr>
          <p:spPr>
            <a:xfrm>
              <a:off x="7939852" y="2190710"/>
              <a:ext cx="1167457" cy="173490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7DB5081A-FA75-4019-715A-C858A21E9555}"/>
                </a:ext>
              </a:extLst>
            </p:cNvPr>
            <p:cNvCxnSpPr/>
            <p:nvPr/>
          </p:nvCxnSpPr>
          <p:spPr>
            <a:xfrm>
              <a:off x="7924086" y="2174944"/>
              <a:ext cx="9599" cy="175067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B3F0769-7F03-435A-6D4E-D2257B008218}"/>
              </a:ext>
            </a:extLst>
          </p:cNvPr>
          <p:cNvSpPr txBox="1"/>
          <p:nvPr/>
        </p:nvSpPr>
        <p:spPr>
          <a:xfrm>
            <a:off x="186362" y="1491956"/>
            <a:ext cx="76256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velocidade é dada em metros por segundo e o tempo em segundos. Com base no gráfico anterior, podemos afirmar que a velocidade média do móvel entre 0 e 10 segundos é: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DBDCF17-E0CB-3066-E20E-64F6672C0D75}"/>
              </a:ext>
            </a:extLst>
          </p:cNvPr>
          <p:cNvSpPr txBox="1"/>
          <p:nvPr/>
        </p:nvSpPr>
        <p:spPr>
          <a:xfrm>
            <a:off x="182487" y="3670745"/>
            <a:ext cx="82849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10 m/s		b) 80 m/s		c) 60 m/s</a:t>
            </a:r>
            <a:r>
              <a:rPr lang="pt-B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25 m/s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4B803C4-998A-007E-4D27-9FE75D102AB3}"/>
              </a:ext>
            </a:extLst>
          </p:cNvPr>
          <p:cNvSpPr txBox="1"/>
          <p:nvPr/>
        </p:nvSpPr>
        <p:spPr>
          <a:xfrm>
            <a:off x="199532" y="4540364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59D91911-8D53-BCD5-220E-E6BB96D7C0A8}"/>
              </a:ext>
            </a:extLst>
          </p:cNvPr>
          <p:cNvGrpSpPr/>
          <p:nvPr/>
        </p:nvGrpSpPr>
        <p:grpSpPr>
          <a:xfrm>
            <a:off x="2874755" y="4372557"/>
            <a:ext cx="2248870" cy="993487"/>
            <a:chOff x="4253111" y="5707850"/>
            <a:chExt cx="2248870" cy="993487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C1D8A4C0-E98C-4661-EFBC-BC813E9A47EC}"/>
                </a:ext>
              </a:extLst>
            </p:cNvPr>
            <p:cNvSpPr/>
            <p:nvPr/>
          </p:nvSpPr>
          <p:spPr>
            <a:xfrm>
              <a:off x="4253111" y="5712010"/>
              <a:ext cx="2248870" cy="989327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B91A6879-0D4D-B611-D235-BBA2E6C055D1}"/>
                </a:ext>
              </a:extLst>
            </p:cNvPr>
            <p:cNvGrpSpPr/>
            <p:nvPr/>
          </p:nvGrpSpPr>
          <p:grpSpPr>
            <a:xfrm>
              <a:off x="4290553" y="5707850"/>
              <a:ext cx="2056589" cy="782604"/>
              <a:chOff x="4290553" y="5707850"/>
              <a:chExt cx="2056589" cy="7826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CaixaDeTexto 36">
                    <a:extLst>
                      <a:ext uri="{FF2B5EF4-FFF2-40B4-BE49-F238E27FC236}">
                        <a16:creationId xmlns:a16="http://schemas.microsoft.com/office/drawing/2014/main" id="{6758EAB5-9279-F2F6-99FD-54C3E04D3988}"/>
                      </a:ext>
                    </a:extLst>
                  </p:cNvPr>
                  <p:cNvSpPr txBox="1"/>
                  <p:nvPr/>
                </p:nvSpPr>
                <p:spPr>
                  <a:xfrm>
                    <a:off x="4290553" y="5925748"/>
                    <a:ext cx="2056589" cy="56470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𝒗𝒙𝒕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oMath>
                      </m:oMathPara>
                    </a14:m>
                    <a:endParaRPr lang="pt-BR" sz="2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7" name="CaixaDeTexto 36">
                    <a:extLst>
                      <a:ext uri="{FF2B5EF4-FFF2-40B4-BE49-F238E27FC236}">
                        <a16:creationId xmlns:a16="http://schemas.microsoft.com/office/drawing/2014/main" id="{6758EAB5-9279-F2F6-99FD-54C3E04D39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0553" y="5925748"/>
                    <a:ext cx="2056589" cy="56470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aixaDeTexto 37">
                    <a:extLst>
                      <a:ext uri="{FF2B5EF4-FFF2-40B4-BE49-F238E27FC236}">
                        <a16:creationId xmlns:a16="http://schemas.microsoft.com/office/drawing/2014/main" id="{808D9F4F-91B2-895C-D915-2AF8B2054EAD}"/>
                      </a:ext>
                    </a:extLst>
                  </p:cNvPr>
                  <p:cNvSpPr txBox="1"/>
                  <p:nvPr/>
                </p:nvSpPr>
                <p:spPr>
                  <a:xfrm>
                    <a:off x="5269095" y="5707850"/>
                    <a:ext cx="5565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𝑵</m:t>
                          </m:r>
                        </m:oMath>
                      </m:oMathPara>
                    </a14:m>
                    <a:endParaRPr lang="pt-BR" sz="2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8" name="CaixaDeTexto 37">
                    <a:extLst>
                      <a:ext uri="{FF2B5EF4-FFF2-40B4-BE49-F238E27FC236}">
                        <a16:creationId xmlns:a16="http://schemas.microsoft.com/office/drawing/2014/main" id="{808D9F4F-91B2-895C-D915-2AF8B2054E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9095" y="5707850"/>
                    <a:ext cx="556563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245DB18E-8C3D-56E9-BE94-641856CB6459}"/>
                  </a:ext>
                </a:extLst>
              </p:cNvPr>
              <p:cNvSpPr txBox="1"/>
              <p:nvPr/>
            </p:nvSpPr>
            <p:spPr>
              <a:xfrm>
                <a:off x="199532" y="5564646"/>
                <a:ext cx="3174139" cy="9257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𝑺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d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𝟖𝟎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245DB18E-8C3D-56E9-BE94-641856CB6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32" y="5564646"/>
                <a:ext cx="3174139" cy="9257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Seta: para a Direita 40">
            <a:extLst>
              <a:ext uri="{FF2B5EF4-FFF2-40B4-BE49-F238E27FC236}">
                <a16:creationId xmlns:a16="http://schemas.microsoft.com/office/drawing/2014/main" id="{3C8FB9A4-5D7F-21D3-CB48-080FBF1F72F8}"/>
              </a:ext>
            </a:extLst>
          </p:cNvPr>
          <p:cNvSpPr/>
          <p:nvPr/>
        </p:nvSpPr>
        <p:spPr>
          <a:xfrm>
            <a:off x="3346566" y="5754300"/>
            <a:ext cx="544173" cy="512157"/>
          </a:xfrm>
          <a:prstGeom prst="rightArrow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7DB88027-E8B8-DA48-4598-09AD18617862}"/>
                  </a:ext>
                </a:extLst>
              </p:cNvPr>
              <p:cNvSpPr txBox="1"/>
              <p:nvPr/>
            </p:nvSpPr>
            <p:spPr>
              <a:xfrm>
                <a:off x="3940491" y="5655904"/>
                <a:ext cx="22244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𝑺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𝟔𝟎𝟎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7DB88027-E8B8-DA48-4598-09AD18617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491" y="5655904"/>
                <a:ext cx="222445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C6537936-B5E3-5046-5AEC-E6810C8EFD2E}"/>
                  </a:ext>
                </a:extLst>
              </p:cNvPr>
              <p:cNvSpPr/>
              <p:nvPr/>
            </p:nvSpPr>
            <p:spPr>
              <a:xfrm>
                <a:off x="6160444" y="4233264"/>
                <a:ext cx="174066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num>
                        <m:den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C6537936-B5E3-5046-5AEC-E6810C8EFD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444" y="4233264"/>
                <a:ext cx="1740668" cy="9017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Agrupar 43">
            <a:extLst>
              <a:ext uri="{FF2B5EF4-FFF2-40B4-BE49-F238E27FC236}">
                <a16:creationId xmlns:a16="http://schemas.microsoft.com/office/drawing/2014/main" id="{3CAA723B-16C7-4FDF-65F8-06E7B3C7DBF2}"/>
              </a:ext>
            </a:extLst>
          </p:cNvPr>
          <p:cNvGrpSpPr/>
          <p:nvPr/>
        </p:nvGrpSpPr>
        <p:grpSpPr>
          <a:xfrm flipH="1">
            <a:off x="6131192" y="4605327"/>
            <a:ext cx="67013" cy="1965092"/>
            <a:chOff x="7126014" y="4330257"/>
            <a:chExt cx="57804" cy="1802529"/>
          </a:xfrm>
        </p:grpSpPr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id="{92517A30-61F2-3DE7-6E57-DDD84A04843A}"/>
                </a:ext>
              </a:extLst>
            </p:cNvPr>
            <p:cNvCxnSpPr/>
            <p:nvPr/>
          </p:nvCxnSpPr>
          <p:spPr>
            <a:xfrm>
              <a:off x="7126014" y="4335517"/>
              <a:ext cx="0" cy="17972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to 45">
              <a:extLst>
                <a:ext uri="{FF2B5EF4-FFF2-40B4-BE49-F238E27FC236}">
                  <a16:creationId xmlns:a16="http://schemas.microsoft.com/office/drawing/2014/main" id="{03D7B18C-12C9-CC9E-3C37-DE6FDE4CB142}"/>
                </a:ext>
              </a:extLst>
            </p:cNvPr>
            <p:cNvCxnSpPr/>
            <p:nvPr/>
          </p:nvCxnSpPr>
          <p:spPr>
            <a:xfrm>
              <a:off x="7183818" y="4330257"/>
              <a:ext cx="0" cy="17972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9607C90A-38E6-021F-E999-9F269112667F}"/>
                  </a:ext>
                </a:extLst>
              </p:cNvPr>
              <p:cNvSpPr/>
              <p:nvPr/>
            </p:nvSpPr>
            <p:spPr>
              <a:xfrm>
                <a:off x="6681928" y="4967580"/>
                <a:ext cx="2141217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𝟔𝟎𝟎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9607C90A-38E6-021F-E999-9F2691126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928" y="4967580"/>
                <a:ext cx="2141217" cy="9017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tângulo 47">
                <a:extLst>
                  <a:ext uri="{FF2B5EF4-FFF2-40B4-BE49-F238E27FC236}">
                    <a16:creationId xmlns:a16="http://schemas.microsoft.com/office/drawing/2014/main" id="{A7DCEAAB-F12B-D7C8-2EB1-5BF285AA841F}"/>
                  </a:ext>
                </a:extLst>
              </p:cNvPr>
              <p:cNvSpPr/>
              <p:nvPr/>
            </p:nvSpPr>
            <p:spPr>
              <a:xfrm>
                <a:off x="6479166" y="6023629"/>
                <a:ext cx="2356725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lin ang="10800000" scaled="1"/>
                <a:tileRect/>
              </a:gra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</m:sub>
                      </m:sSub>
                      <m:r>
                        <a:rPr lang="pt-BR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Retângulo 47">
                <a:extLst>
                  <a:ext uri="{FF2B5EF4-FFF2-40B4-BE49-F238E27FC236}">
                    <a16:creationId xmlns:a16="http://schemas.microsoft.com/office/drawing/2014/main" id="{A7DCEAAB-F12B-D7C8-2EB1-5BF285AA84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166" y="6023629"/>
                <a:ext cx="2356725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" name="Imagem 51" descr="Desenho de um bicho amarelo&#10;&#10;Descrição gerada automaticamente com confiança média">
            <a:extLst>
              <a:ext uri="{FF2B5EF4-FFF2-40B4-BE49-F238E27FC236}">
                <a16:creationId xmlns:a16="http://schemas.microsoft.com/office/drawing/2014/main" id="{B4858B0B-99A1-3670-7992-88C81D21F75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46004" y="4188001"/>
            <a:ext cx="1740666" cy="246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19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33" grpId="0"/>
      <p:bldP spid="40" grpId="0"/>
      <p:bldP spid="41" grpId="0" animBg="1"/>
      <p:bldP spid="42" grpId="0"/>
      <p:bldP spid="43" grpId="0"/>
      <p:bldP spid="47" grpId="0"/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1C4D9-4D45-7A8F-90C8-DA00BF08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AAFD28A3-22D7-3291-87CA-271A4EC836BD}"/>
              </a:ext>
            </a:extLst>
          </p:cNvPr>
          <p:cNvSpPr/>
          <p:nvPr/>
        </p:nvSpPr>
        <p:spPr>
          <a:xfrm>
            <a:off x="219929" y="2668737"/>
            <a:ext cx="2211428" cy="523220"/>
          </a:xfrm>
          <a:prstGeom prst="round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BD1F76DA-2324-1D2F-8B92-6D585EC07882}"/>
              </a:ext>
            </a:extLst>
          </p:cNvPr>
          <p:cNvGrpSpPr/>
          <p:nvPr/>
        </p:nvGrpSpPr>
        <p:grpSpPr>
          <a:xfrm>
            <a:off x="9199778" y="3653523"/>
            <a:ext cx="1343386" cy="839926"/>
            <a:chOff x="9199778" y="3637757"/>
            <a:chExt cx="1343386" cy="839926"/>
          </a:xfrm>
        </p:grpSpPr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097F091C-7587-A0BD-6EFF-DE53431D0F9E}"/>
                </a:ext>
              </a:extLst>
            </p:cNvPr>
            <p:cNvSpPr/>
            <p:nvPr/>
          </p:nvSpPr>
          <p:spPr>
            <a:xfrm>
              <a:off x="9199778" y="3637757"/>
              <a:ext cx="1343386" cy="83992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Fluxograma: Conector 42">
                  <a:extLst>
                    <a:ext uri="{FF2B5EF4-FFF2-40B4-BE49-F238E27FC236}">
                      <a16:creationId xmlns:a16="http://schemas.microsoft.com/office/drawing/2014/main" id="{F688009D-6DAB-B9DD-AD60-0F2DAD78BE08}"/>
                    </a:ext>
                  </a:extLst>
                </p:cNvPr>
                <p:cNvSpPr/>
                <p:nvPr/>
              </p:nvSpPr>
              <p:spPr>
                <a:xfrm>
                  <a:off x="9522334" y="3809753"/>
                  <a:ext cx="819212" cy="523220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3" name="Fluxograma: Conector 42">
                  <a:extLst>
                    <a:ext uri="{FF2B5EF4-FFF2-40B4-BE49-F238E27FC236}">
                      <a16:creationId xmlns:a16="http://schemas.microsoft.com/office/drawing/2014/main" id="{F688009D-6DAB-B9DD-AD60-0F2DAD78BE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2334" y="3809753"/>
                  <a:ext cx="819212" cy="523220"/>
                </a:xfrm>
                <a:prstGeom prst="flowChartConnector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2999E5D8-B74D-DF2F-DC41-C9674E36558F}"/>
              </a:ext>
            </a:extLst>
          </p:cNvPr>
          <p:cNvGrpSpPr/>
          <p:nvPr/>
        </p:nvGrpSpPr>
        <p:grpSpPr>
          <a:xfrm>
            <a:off x="7092575" y="2767459"/>
            <a:ext cx="1343386" cy="1750068"/>
            <a:chOff x="5011934" y="4614121"/>
            <a:chExt cx="1343386" cy="1750068"/>
          </a:xfrm>
        </p:grpSpPr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7010B1C0-EBF2-B5BE-EA52-2283307D5A20}"/>
                </a:ext>
              </a:extLst>
            </p:cNvPr>
            <p:cNvSpPr/>
            <p:nvPr/>
          </p:nvSpPr>
          <p:spPr>
            <a:xfrm>
              <a:off x="5011934" y="4614121"/>
              <a:ext cx="1343386" cy="1750068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Fluxograma: Conector 44">
                  <a:extLst>
                    <a:ext uri="{FF2B5EF4-FFF2-40B4-BE49-F238E27FC236}">
                      <a16:creationId xmlns:a16="http://schemas.microsoft.com/office/drawing/2014/main" id="{E3A7FA21-5BBE-C56C-B36C-4EBE310F0EC4}"/>
                    </a:ext>
                  </a:extLst>
                </p:cNvPr>
                <p:cNvSpPr/>
                <p:nvPr/>
              </p:nvSpPr>
              <p:spPr>
                <a:xfrm>
                  <a:off x="5287989" y="5227545"/>
                  <a:ext cx="819212" cy="523220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5" name="Fluxograma: Conector 44">
                  <a:extLst>
                    <a:ext uri="{FF2B5EF4-FFF2-40B4-BE49-F238E27FC236}">
                      <a16:creationId xmlns:a16="http://schemas.microsoft.com/office/drawing/2014/main" id="{E3A7FA21-5BBE-C56C-B36C-4EBE310F0E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7989" y="5227545"/>
                  <a:ext cx="819212" cy="523220"/>
                </a:xfrm>
                <a:prstGeom prst="flowChartConnector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64CC4F52-0647-20D2-5780-E34E8C7DE001}"/>
              </a:ext>
            </a:extLst>
          </p:cNvPr>
          <p:cNvSpPr txBox="1"/>
          <p:nvPr/>
        </p:nvSpPr>
        <p:spPr>
          <a:xfrm>
            <a:off x="182487" y="63065"/>
            <a:ext cx="114150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11-) pag.: 69 Consolidando saberes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(Mackenzie-SP 2018) Uma pessoa realiza uma viagem de carro em uma estrada retilínea, parando para um lanche, de acordo com gráfico a seguir. A velocidade média nas primeiras 5 horas deste movimento é: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D26566F-80DD-5B0F-CC3E-21B02A119D75}"/>
              </a:ext>
            </a:extLst>
          </p:cNvPr>
          <p:cNvSpPr txBox="1"/>
          <p:nvPr/>
        </p:nvSpPr>
        <p:spPr>
          <a:xfrm>
            <a:off x="329762" y="2047971"/>
            <a:ext cx="22400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10 km/h.</a:t>
            </a:r>
          </a:p>
          <a:p>
            <a:pPr algn="l">
              <a:spcBef>
                <a:spcPts val="1200"/>
              </a:spcBef>
            </a:pP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12 km/h.</a:t>
            </a:r>
          </a:p>
          <a:p>
            <a:pPr algn="l">
              <a:spcBef>
                <a:spcPts val="1200"/>
              </a:spcBef>
            </a:pP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15 km/h.</a:t>
            </a:r>
          </a:p>
          <a:p>
            <a:pPr algn="l">
              <a:spcBef>
                <a:spcPts val="1200"/>
              </a:spcBef>
            </a:pP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30 km/h.</a:t>
            </a:r>
          </a:p>
          <a:p>
            <a:pPr algn="l">
              <a:spcBef>
                <a:spcPts val="1200"/>
              </a:spcBef>
            </a:pPr>
            <a:r>
              <a:rPr lang="pt-B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60 km/h.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E0988A47-A832-5BC1-388B-53AEC4D50C22}"/>
              </a:ext>
            </a:extLst>
          </p:cNvPr>
          <p:cNvGrpSpPr/>
          <p:nvPr/>
        </p:nvGrpSpPr>
        <p:grpSpPr>
          <a:xfrm>
            <a:off x="6410858" y="1941593"/>
            <a:ext cx="5451380" cy="3075077"/>
            <a:chOff x="6529684" y="1961328"/>
            <a:chExt cx="5451380" cy="3075077"/>
          </a:xfrm>
        </p:grpSpPr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451B478-611D-6D18-05C5-7A256E058368}"/>
                </a:ext>
              </a:extLst>
            </p:cNvPr>
            <p:cNvCxnSpPr/>
            <p:nvPr/>
          </p:nvCxnSpPr>
          <p:spPr>
            <a:xfrm>
              <a:off x="6968359" y="4524703"/>
              <a:ext cx="4272455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68810508-A105-B56F-2967-7126C3EFA9A9}"/>
                </a:ext>
              </a:extLst>
            </p:cNvPr>
            <p:cNvCxnSpPr/>
            <p:nvPr/>
          </p:nvCxnSpPr>
          <p:spPr>
            <a:xfrm flipV="1">
              <a:off x="7189076" y="2222938"/>
              <a:ext cx="0" cy="268735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C2EF1076-8206-6370-36DE-4A7C6F711C8E}"/>
                    </a:ext>
                  </a:extLst>
                </p:cNvPr>
                <p:cNvSpPr txBox="1"/>
                <p:nvPr/>
              </p:nvSpPr>
              <p:spPr>
                <a:xfrm>
                  <a:off x="7243342" y="1961328"/>
                  <a:ext cx="18325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(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𝒌𝒎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𝒉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C2EF1076-8206-6370-36DE-4A7C6F711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3342" y="1961328"/>
                  <a:ext cx="183255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8C50A1F9-1D1F-27DE-45A9-58BEE4A3DF71}"/>
                    </a:ext>
                  </a:extLst>
                </p:cNvPr>
                <p:cNvSpPr txBox="1"/>
                <p:nvPr/>
              </p:nvSpPr>
              <p:spPr>
                <a:xfrm>
                  <a:off x="6529684" y="3395882"/>
                  <a:ext cx="71365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8C50A1F9-1D1F-27DE-45A9-58BEE4A3D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9684" y="3395882"/>
                  <a:ext cx="71365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481B65E6-423F-EFAF-6B6A-46F100A5F201}"/>
                    </a:ext>
                  </a:extLst>
                </p:cNvPr>
                <p:cNvSpPr txBox="1"/>
                <p:nvPr/>
              </p:nvSpPr>
              <p:spPr>
                <a:xfrm>
                  <a:off x="10941998" y="4455889"/>
                  <a:ext cx="103906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(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𝒉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481B65E6-423F-EFAF-6B6A-46F100A5F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1998" y="4455889"/>
                  <a:ext cx="103906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FEB66CF1-23BD-FB96-68E9-9DC3CBE94280}"/>
                    </a:ext>
                  </a:extLst>
                </p:cNvPr>
                <p:cNvSpPr txBox="1"/>
                <p:nvPr/>
              </p:nvSpPr>
              <p:spPr>
                <a:xfrm>
                  <a:off x="6529685" y="2501507"/>
                  <a:ext cx="71365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𝟐𝟎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FEB66CF1-23BD-FB96-68E9-9DC3CBE942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9685" y="2501507"/>
                  <a:ext cx="71365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8AB08279-1E26-F776-8049-CC2CCC157E01}"/>
                    </a:ext>
                  </a:extLst>
                </p:cNvPr>
                <p:cNvSpPr txBox="1"/>
                <p:nvPr/>
              </p:nvSpPr>
              <p:spPr>
                <a:xfrm>
                  <a:off x="6744486" y="4461533"/>
                  <a:ext cx="4988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8AB08279-1E26-F776-8049-CC2CCC157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4486" y="4461533"/>
                  <a:ext cx="498855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74545A01-2DF2-B68A-3DC0-2F119E4F6AEE}"/>
                    </a:ext>
                  </a:extLst>
                </p:cNvPr>
                <p:cNvSpPr txBox="1"/>
                <p:nvPr/>
              </p:nvSpPr>
              <p:spPr>
                <a:xfrm>
                  <a:off x="7633667" y="4455889"/>
                  <a:ext cx="4988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74545A01-2DF2-B68A-3DC0-2F119E4F6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3667" y="4455889"/>
                  <a:ext cx="498855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764D6531-C493-D974-C158-6EB4752D5EDE}"/>
                    </a:ext>
                  </a:extLst>
                </p:cNvPr>
                <p:cNvSpPr txBox="1"/>
                <p:nvPr/>
              </p:nvSpPr>
              <p:spPr>
                <a:xfrm>
                  <a:off x="8337317" y="4490297"/>
                  <a:ext cx="4988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764D6531-C493-D974-C158-6EB4752D5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7317" y="4490297"/>
                  <a:ext cx="498855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1863646A-9D3C-0C6B-2D2C-943EC742261D}"/>
                    </a:ext>
                  </a:extLst>
                </p:cNvPr>
                <p:cNvSpPr txBox="1"/>
                <p:nvPr/>
              </p:nvSpPr>
              <p:spPr>
                <a:xfrm>
                  <a:off x="9026802" y="4513185"/>
                  <a:ext cx="4988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1863646A-9D3C-0C6B-2D2C-943EC74226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6802" y="4513185"/>
                  <a:ext cx="498855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A368027E-1B4F-3C62-E9C7-79CB31D22DB7}"/>
                    </a:ext>
                  </a:extLst>
                </p:cNvPr>
                <p:cNvSpPr txBox="1"/>
                <p:nvPr/>
              </p:nvSpPr>
              <p:spPr>
                <a:xfrm>
                  <a:off x="9734972" y="4497419"/>
                  <a:ext cx="4988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A368027E-1B4F-3C62-E9C7-79CB31D22D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4972" y="4497419"/>
                  <a:ext cx="498855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2610D4A9-145B-5F03-14D8-B1D129082561}"/>
                    </a:ext>
                  </a:extLst>
                </p:cNvPr>
                <p:cNvSpPr txBox="1"/>
                <p:nvPr/>
              </p:nvSpPr>
              <p:spPr>
                <a:xfrm>
                  <a:off x="10424457" y="4483038"/>
                  <a:ext cx="4988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2610D4A9-145B-5F03-14D8-B1D129082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4457" y="4483038"/>
                  <a:ext cx="498855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6A7E4849-37D3-42AE-4806-2D6FDFA8847C}"/>
                </a:ext>
              </a:extLst>
            </p:cNvPr>
            <p:cNvCxnSpPr>
              <a:endCxn id="17" idx="0"/>
            </p:cNvCxnSpPr>
            <p:nvPr/>
          </p:nvCxnSpPr>
          <p:spPr>
            <a:xfrm>
              <a:off x="8586744" y="2763117"/>
              <a:ext cx="1" cy="172718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0A045440-2D0A-0BE6-CE44-B18B93988B03}"/>
                </a:ext>
              </a:extLst>
            </p:cNvPr>
            <p:cNvCxnSpPr>
              <a:cxnSpLocks/>
            </p:cNvCxnSpPr>
            <p:nvPr/>
          </p:nvCxnSpPr>
          <p:spPr>
            <a:xfrm>
              <a:off x="9300812" y="3626707"/>
              <a:ext cx="3718" cy="891076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2B3A5C9A-3D7A-C9EC-095F-25D0289DBE8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326" y="3622109"/>
              <a:ext cx="3718" cy="891076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F18D3167-CBE8-1327-C9ED-739658C45CF6}"/>
                </a:ext>
              </a:extLst>
            </p:cNvPr>
            <p:cNvCxnSpPr/>
            <p:nvPr/>
          </p:nvCxnSpPr>
          <p:spPr>
            <a:xfrm>
              <a:off x="7243341" y="3657492"/>
              <a:ext cx="2079875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C5CDDC51-2A8F-9DE5-68FD-D805A0FFD173}"/>
                </a:ext>
              </a:extLst>
            </p:cNvPr>
            <p:cNvCxnSpPr>
              <a:stCxn id="14" idx="3"/>
            </p:cNvCxnSpPr>
            <p:nvPr/>
          </p:nvCxnSpPr>
          <p:spPr>
            <a:xfrm>
              <a:off x="7243342" y="2763117"/>
              <a:ext cx="134340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8AB06251-B697-1823-DF2F-4B21E0154198}"/>
                </a:ext>
              </a:extLst>
            </p:cNvPr>
            <p:cNvCxnSpPr/>
            <p:nvPr/>
          </p:nvCxnSpPr>
          <p:spPr>
            <a:xfrm>
              <a:off x="9323216" y="3657492"/>
              <a:ext cx="134340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3BD5A671-0C4C-178A-39BE-C19F41FB3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5052" y="4513185"/>
              <a:ext cx="728476" cy="115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E5F6BE4D-30F6-5D3F-5079-02F3480BAF91}"/>
                </a:ext>
              </a:extLst>
            </p:cNvPr>
            <p:cNvCxnSpPr/>
            <p:nvPr/>
          </p:nvCxnSpPr>
          <p:spPr>
            <a:xfrm>
              <a:off x="7883999" y="4465519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id="{5EA76D10-684A-5EEE-9393-62E236B6F20D}"/>
                </a:ext>
              </a:extLst>
            </p:cNvPr>
            <p:cNvCxnSpPr/>
            <p:nvPr/>
          </p:nvCxnSpPr>
          <p:spPr>
            <a:xfrm>
              <a:off x="9991331" y="4460259"/>
              <a:ext cx="0" cy="1342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2019448-D59B-9480-C43C-E9EB0804B5FF}"/>
              </a:ext>
            </a:extLst>
          </p:cNvPr>
          <p:cNvSpPr txBox="1"/>
          <p:nvPr/>
        </p:nvSpPr>
        <p:spPr>
          <a:xfrm>
            <a:off x="119359" y="5058365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CA6A0005-4CC0-42C1-4FEB-F28954328F28}"/>
              </a:ext>
            </a:extLst>
          </p:cNvPr>
          <p:cNvGrpSpPr/>
          <p:nvPr/>
        </p:nvGrpSpPr>
        <p:grpSpPr>
          <a:xfrm>
            <a:off x="182487" y="5581585"/>
            <a:ext cx="2248870" cy="993487"/>
            <a:chOff x="4253111" y="5707850"/>
            <a:chExt cx="2248870" cy="993487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FDE5CC1B-69BF-0740-C3E0-81B18E188CE5}"/>
                </a:ext>
              </a:extLst>
            </p:cNvPr>
            <p:cNvSpPr/>
            <p:nvPr/>
          </p:nvSpPr>
          <p:spPr>
            <a:xfrm>
              <a:off x="4253111" y="5712010"/>
              <a:ext cx="2248870" cy="989327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4C87F864-EA8E-F166-0E63-728028AE172D}"/>
                </a:ext>
              </a:extLst>
            </p:cNvPr>
            <p:cNvGrpSpPr/>
            <p:nvPr/>
          </p:nvGrpSpPr>
          <p:grpSpPr>
            <a:xfrm>
              <a:off x="4290553" y="5707850"/>
              <a:ext cx="2056589" cy="782604"/>
              <a:chOff x="4290553" y="5707850"/>
              <a:chExt cx="2056589" cy="7826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CaixaDeTexto 39">
                    <a:extLst>
                      <a:ext uri="{FF2B5EF4-FFF2-40B4-BE49-F238E27FC236}">
                        <a16:creationId xmlns:a16="http://schemas.microsoft.com/office/drawing/2014/main" id="{517B919E-777F-2FE5-10CB-D00161BE7481}"/>
                      </a:ext>
                    </a:extLst>
                  </p:cNvPr>
                  <p:cNvSpPr txBox="1"/>
                  <p:nvPr/>
                </p:nvSpPr>
                <p:spPr>
                  <a:xfrm>
                    <a:off x="4290553" y="5925748"/>
                    <a:ext cx="2056589" cy="56470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𝒗𝒙𝒕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oMath>
                      </m:oMathPara>
                    </a14:m>
                    <a:endParaRPr lang="pt-BR" sz="2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0" name="CaixaDeTexto 39">
                    <a:extLst>
                      <a:ext uri="{FF2B5EF4-FFF2-40B4-BE49-F238E27FC236}">
                        <a16:creationId xmlns:a16="http://schemas.microsoft.com/office/drawing/2014/main" id="{517B919E-777F-2FE5-10CB-D00161BE74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0553" y="5925748"/>
                    <a:ext cx="2056589" cy="56470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CaixaDeTexto 40">
                    <a:extLst>
                      <a:ext uri="{FF2B5EF4-FFF2-40B4-BE49-F238E27FC236}">
                        <a16:creationId xmlns:a16="http://schemas.microsoft.com/office/drawing/2014/main" id="{B9AE95CE-6356-6585-2F6D-4AC039F9E6D2}"/>
                      </a:ext>
                    </a:extLst>
                  </p:cNvPr>
                  <p:cNvSpPr txBox="1"/>
                  <p:nvPr/>
                </p:nvSpPr>
                <p:spPr>
                  <a:xfrm>
                    <a:off x="5269095" y="5707850"/>
                    <a:ext cx="5565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𝑵</m:t>
                          </m:r>
                        </m:oMath>
                      </m:oMathPara>
                    </a14:m>
                    <a:endParaRPr lang="pt-BR" sz="2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1" name="CaixaDeTexto 40">
                    <a:extLst>
                      <a:ext uri="{FF2B5EF4-FFF2-40B4-BE49-F238E27FC236}">
                        <a16:creationId xmlns:a16="http://schemas.microsoft.com/office/drawing/2014/main" id="{B9AE95CE-6356-6585-2F6D-4AC039F9E6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9095" y="5707850"/>
                    <a:ext cx="556563" cy="52322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CB192176-2B3F-B7CA-C311-3D44B5E85AC9}"/>
                  </a:ext>
                </a:extLst>
              </p:cNvPr>
              <p:cNvSpPr txBox="1"/>
              <p:nvPr/>
            </p:nvSpPr>
            <p:spPr>
              <a:xfrm>
                <a:off x="3229170" y="2133919"/>
                <a:ext cx="211801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CB192176-2B3F-B7CA-C311-3D44B5E85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0" y="2133919"/>
                <a:ext cx="2118016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A2C13CD7-FF46-ED1B-0F8E-6714D5104126}"/>
                  </a:ext>
                </a:extLst>
              </p:cNvPr>
              <p:cNvSpPr txBox="1"/>
              <p:nvPr/>
            </p:nvSpPr>
            <p:spPr>
              <a:xfrm>
                <a:off x="3225801" y="2668737"/>
                <a:ext cx="24012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𝟒𝟎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𝒌𝒎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A2C13CD7-FF46-ED1B-0F8E-6714D5104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801" y="2668737"/>
                <a:ext cx="2401235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5E9CFE8-3D40-1823-28A0-B6318B044F12}"/>
                  </a:ext>
                </a:extLst>
              </p:cNvPr>
              <p:cNvSpPr txBox="1"/>
              <p:nvPr/>
            </p:nvSpPr>
            <p:spPr>
              <a:xfrm>
                <a:off x="3275679" y="3293027"/>
                <a:ext cx="211801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5E9CFE8-3D40-1823-28A0-B6318B044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679" y="3293027"/>
                <a:ext cx="2118016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6AF95380-8179-D874-8CE1-C51B1A395E18}"/>
                  </a:ext>
                </a:extLst>
              </p:cNvPr>
              <p:cNvSpPr txBox="1"/>
              <p:nvPr/>
            </p:nvSpPr>
            <p:spPr>
              <a:xfrm>
                <a:off x="3272310" y="3827845"/>
                <a:ext cx="24012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𝒌𝒎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6AF95380-8179-D874-8CE1-C51B1A395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310" y="3827845"/>
                <a:ext cx="2401235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C68BD123-5126-A700-A34E-EB9866AE720D}"/>
                  </a:ext>
                </a:extLst>
              </p:cNvPr>
              <p:cNvSpPr txBox="1"/>
              <p:nvPr/>
            </p:nvSpPr>
            <p:spPr>
              <a:xfrm>
                <a:off x="3239363" y="4405919"/>
                <a:ext cx="28982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pt-BR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C68BD123-5126-A700-A34E-EB9866AE7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363" y="4405919"/>
                <a:ext cx="2898294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82933B9E-9944-805B-A7C8-8FFE0D8CC013}"/>
                  </a:ext>
                </a:extLst>
              </p:cNvPr>
              <p:cNvSpPr txBox="1"/>
              <p:nvPr/>
            </p:nvSpPr>
            <p:spPr>
              <a:xfrm>
                <a:off x="3225801" y="5016670"/>
                <a:ext cx="25800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𝟒𝟎</m:t>
                      </m:r>
                      <m:r>
                        <a:rPr lang="pt-BR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82933B9E-9944-805B-A7C8-8FFE0D8CC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801" y="5016670"/>
                <a:ext cx="2580002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C07E5B2B-8411-7B54-33FA-F53B978BCB7C}"/>
                  </a:ext>
                </a:extLst>
              </p:cNvPr>
              <p:cNvSpPr txBox="1"/>
              <p:nvPr/>
            </p:nvSpPr>
            <p:spPr>
              <a:xfrm>
                <a:off x="3255060" y="5565027"/>
                <a:ext cx="2354747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𝟔𝟎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𝒌𝒎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C07E5B2B-8411-7B54-33FA-F53B978BC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060" y="5565027"/>
                <a:ext cx="2354747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tângulo 54">
                <a:extLst>
                  <a:ext uri="{FF2B5EF4-FFF2-40B4-BE49-F238E27FC236}">
                    <a16:creationId xmlns:a16="http://schemas.microsoft.com/office/drawing/2014/main" id="{FAF1C915-41AE-80FB-CA83-31E4567B463F}"/>
                  </a:ext>
                </a:extLst>
              </p:cNvPr>
              <p:cNvSpPr/>
              <p:nvPr/>
            </p:nvSpPr>
            <p:spPr>
              <a:xfrm>
                <a:off x="5954953" y="4960760"/>
                <a:ext cx="174066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num>
                        <m:den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Retângulo 54">
                <a:extLst>
                  <a:ext uri="{FF2B5EF4-FFF2-40B4-BE49-F238E27FC236}">
                    <a16:creationId xmlns:a16="http://schemas.microsoft.com/office/drawing/2014/main" id="{FAF1C915-41AE-80FB-CA83-31E4567B4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953" y="4960760"/>
                <a:ext cx="1740668" cy="90178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tângulo 55">
                <a:extLst>
                  <a:ext uri="{FF2B5EF4-FFF2-40B4-BE49-F238E27FC236}">
                    <a16:creationId xmlns:a16="http://schemas.microsoft.com/office/drawing/2014/main" id="{B509FBAF-49F7-5DED-989A-303D38703E17}"/>
                  </a:ext>
                </a:extLst>
              </p:cNvPr>
              <p:cNvSpPr/>
              <p:nvPr/>
            </p:nvSpPr>
            <p:spPr>
              <a:xfrm>
                <a:off x="7680130" y="4962146"/>
                <a:ext cx="2141217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</m:sub>
                      </m:sSub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𝟔𝟎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6" name="Retângulo 55">
                <a:extLst>
                  <a:ext uri="{FF2B5EF4-FFF2-40B4-BE49-F238E27FC236}">
                    <a16:creationId xmlns:a16="http://schemas.microsoft.com/office/drawing/2014/main" id="{B509FBAF-49F7-5DED-989A-303D38703E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30" y="4962146"/>
                <a:ext cx="2141217" cy="90178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tângulo 56">
                <a:extLst>
                  <a:ext uri="{FF2B5EF4-FFF2-40B4-BE49-F238E27FC236}">
                    <a16:creationId xmlns:a16="http://schemas.microsoft.com/office/drawing/2014/main" id="{34FF20C0-9F4F-53D1-7731-A3BF7868AD2F}"/>
                  </a:ext>
                </a:extLst>
              </p:cNvPr>
              <p:cNvSpPr/>
              <p:nvPr/>
            </p:nvSpPr>
            <p:spPr>
              <a:xfrm>
                <a:off x="6360621" y="6036661"/>
                <a:ext cx="2596448" cy="523220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lin ang="10800000" scaled="1"/>
                <a:tileRect/>
              </a:gra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1000"/>
                  </a:spcBef>
                  <a:buClr>
                    <a:srgbClr val="5FCBE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</m:sub>
                      </m:sSub>
                      <m:r>
                        <a:rPr lang="pt-BR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𝟏𝟐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𝒌𝒎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𝒉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Retângulo 56">
                <a:extLst>
                  <a:ext uri="{FF2B5EF4-FFF2-40B4-BE49-F238E27FC236}">
                    <a16:creationId xmlns:a16="http://schemas.microsoft.com/office/drawing/2014/main" id="{34FF20C0-9F4F-53D1-7731-A3BF7868AD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621" y="6036661"/>
                <a:ext cx="2596448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Imagem 60" descr="Desenho de personagem de desenhos animados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6BC20108-B179-42D6-07FF-8F66D5D9136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86636" y="5098348"/>
            <a:ext cx="1528394" cy="152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8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36" grpId="0"/>
      <p:bldP spid="48" grpId="0"/>
      <p:bldP spid="49" grpId="0"/>
      <p:bldP spid="51" grpId="0"/>
      <p:bldP spid="52" grpId="0"/>
      <p:bldP spid="53" grpId="0"/>
      <p:bldP spid="54" grpId="0" animBg="1"/>
      <p:bldP spid="55" grpId="0"/>
      <p:bldP spid="56" grpId="0"/>
      <p:bldP spid="57" grpId="0" animBg="1"/>
    </p:bldLst>
  </p:timing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7301</TotalTime>
  <Words>1578</Words>
  <Application>Microsoft Office PowerPoint</Application>
  <PresentationFormat>Widescreen</PresentationFormat>
  <Paragraphs>258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Cambria Math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Estudo dos gráficos - MU</dc:title>
  <dc:creator>Willi Pendl</dc:creator>
  <cp:lastModifiedBy>WILLI PENDL JUNIOR PENDL JUNIOR</cp:lastModifiedBy>
  <cp:revision>95</cp:revision>
  <dcterms:created xsi:type="dcterms:W3CDTF">2020-05-05T14:06:36Z</dcterms:created>
  <dcterms:modified xsi:type="dcterms:W3CDTF">2025-04-16T01:17:40Z</dcterms:modified>
</cp:coreProperties>
</file>