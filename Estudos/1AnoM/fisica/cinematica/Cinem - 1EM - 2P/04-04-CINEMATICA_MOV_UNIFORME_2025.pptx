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9" r:id="rId3"/>
    <p:sldId id="258" r:id="rId4"/>
    <p:sldId id="257" r:id="rId5"/>
    <p:sldId id="265" r:id="rId6"/>
    <p:sldId id="317" r:id="rId7"/>
    <p:sldId id="275" r:id="rId8"/>
    <p:sldId id="301" r:id="rId9"/>
    <p:sldId id="302" r:id="rId10"/>
    <p:sldId id="303" r:id="rId11"/>
    <p:sldId id="304" r:id="rId12"/>
    <p:sldId id="305" r:id="rId13"/>
    <p:sldId id="306" r:id="rId14"/>
    <p:sldId id="307" r:id="rId15"/>
    <p:sldId id="308" r:id="rId16"/>
    <p:sldId id="309" r:id="rId17"/>
    <p:sldId id="310" r:id="rId18"/>
    <p:sldId id="311" r:id="rId19"/>
    <p:sldId id="312" r:id="rId20"/>
    <p:sldId id="313" r:id="rId21"/>
    <p:sldId id="314" r:id="rId22"/>
    <p:sldId id="315" r:id="rId23"/>
    <p:sldId id="316" r:id="rId24"/>
    <p:sldId id="318" r:id="rId25"/>
    <p:sldId id="319" r:id="rId26"/>
    <p:sldId id="320"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4" autoAdjust="0"/>
    <p:restoredTop sz="94660"/>
  </p:normalViewPr>
  <p:slideViewPr>
    <p:cSldViewPr snapToGrid="0">
      <p:cViewPr varScale="1">
        <p:scale>
          <a:sx n="59" d="100"/>
          <a:sy n="59" d="100"/>
        </p:scale>
        <p:origin x="1134" y="2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 PENDL JUNIOR" userId="a7519bb9f12db4d8" providerId="LiveId" clId="{134D9E5A-48EB-4932-BFED-CCEBE5E5D767}"/>
    <pc:docChg chg="undo custSel addSld modSld sldOrd">
      <pc:chgData name="WILLI PENDL JUNIOR" userId="a7519bb9f12db4d8" providerId="LiveId" clId="{134D9E5A-48EB-4932-BFED-CCEBE5E5D767}" dt="2023-02-24T00:18:21.994" v="549"/>
      <pc:docMkLst>
        <pc:docMk/>
      </pc:docMkLst>
      <pc:sldChg chg="modSp mod">
        <pc:chgData name="WILLI PENDL JUNIOR" userId="a7519bb9f12db4d8" providerId="LiveId" clId="{134D9E5A-48EB-4932-BFED-CCEBE5E5D767}" dt="2023-02-07T00:07:05.243" v="1" actId="20577"/>
        <pc:sldMkLst>
          <pc:docMk/>
          <pc:sldMk cId="1821539191" sldId="256"/>
        </pc:sldMkLst>
      </pc:sldChg>
      <pc:sldChg chg="addSp delSp modSp mod delAnim modAnim">
        <pc:chgData name="WILLI PENDL JUNIOR" userId="a7519bb9f12db4d8" providerId="LiveId" clId="{134D9E5A-48EB-4932-BFED-CCEBE5E5D767}" dt="2023-02-07T23:41:43.615" v="177"/>
        <pc:sldMkLst>
          <pc:docMk/>
          <pc:sldMk cId="2297134478" sldId="257"/>
        </pc:sldMkLst>
      </pc:sldChg>
      <pc:sldChg chg="modSp mod">
        <pc:chgData name="WILLI PENDL JUNIOR" userId="a7519bb9f12db4d8" providerId="LiveId" clId="{134D9E5A-48EB-4932-BFED-CCEBE5E5D767}" dt="2023-02-07T00:08:34.187" v="11" actId="14100"/>
        <pc:sldMkLst>
          <pc:docMk/>
          <pc:sldMk cId="2096077926" sldId="258"/>
        </pc:sldMkLst>
      </pc:sldChg>
      <pc:sldChg chg="addSp delSp modSp mod delAnim modAnim">
        <pc:chgData name="WILLI PENDL JUNIOR" userId="a7519bb9f12db4d8" providerId="LiveId" clId="{134D9E5A-48EB-4932-BFED-CCEBE5E5D767}" dt="2023-02-07T23:40:40.028" v="170"/>
        <pc:sldMkLst>
          <pc:docMk/>
          <pc:sldMk cId="308908579" sldId="259"/>
        </pc:sldMkLst>
      </pc:sldChg>
      <pc:sldChg chg="delSp modSp mod ord">
        <pc:chgData name="WILLI PENDL JUNIOR" userId="a7519bb9f12db4d8" providerId="LiveId" clId="{134D9E5A-48EB-4932-BFED-CCEBE5E5D767}" dt="2023-02-24T00:18:21.994" v="549"/>
        <pc:sldMkLst>
          <pc:docMk/>
          <pc:sldMk cId="186771952" sldId="260"/>
        </pc:sldMkLst>
      </pc:sldChg>
      <pc:sldChg chg="ord">
        <pc:chgData name="WILLI PENDL JUNIOR" userId="a7519bb9f12db4d8" providerId="LiveId" clId="{134D9E5A-48EB-4932-BFED-CCEBE5E5D767}" dt="2023-02-22T15:23:21.476" v="539"/>
        <pc:sldMkLst>
          <pc:docMk/>
          <pc:sldMk cId="1410788959" sldId="261"/>
        </pc:sldMkLst>
      </pc:sldChg>
      <pc:sldChg chg="modSp mod">
        <pc:chgData name="WILLI PENDL JUNIOR" userId="a7519bb9f12db4d8" providerId="LiveId" clId="{134D9E5A-48EB-4932-BFED-CCEBE5E5D767}" dt="2023-02-07T00:22:44.854" v="162" actId="14100"/>
        <pc:sldMkLst>
          <pc:docMk/>
          <pc:sldMk cId="385277333" sldId="262"/>
        </pc:sldMkLst>
      </pc:sldChg>
      <pc:sldChg chg="modSp mod ord">
        <pc:chgData name="WILLI PENDL JUNIOR" userId="a7519bb9f12db4d8" providerId="LiveId" clId="{134D9E5A-48EB-4932-BFED-CCEBE5E5D767}" dt="2023-02-07T23:46:45.699" v="179"/>
        <pc:sldMkLst>
          <pc:docMk/>
          <pc:sldMk cId="2693623824" sldId="263"/>
        </pc:sldMkLst>
      </pc:sldChg>
      <pc:sldChg chg="modSp mod">
        <pc:chgData name="WILLI PENDL JUNIOR" userId="a7519bb9f12db4d8" providerId="LiveId" clId="{134D9E5A-48EB-4932-BFED-CCEBE5E5D767}" dt="2023-02-22T15:22:46.963" v="537" actId="20577"/>
        <pc:sldMkLst>
          <pc:docMk/>
          <pc:sldMk cId="3949678181" sldId="264"/>
        </pc:sldMkLst>
      </pc:sldChg>
      <pc:sldChg chg="ord">
        <pc:chgData name="WILLI PENDL JUNIOR" userId="a7519bb9f12db4d8" providerId="LiveId" clId="{134D9E5A-48EB-4932-BFED-CCEBE5E5D767}" dt="2023-02-22T15:22:06.178" v="534"/>
        <pc:sldMkLst>
          <pc:docMk/>
          <pc:sldMk cId="147201771" sldId="265"/>
        </pc:sldMkLst>
      </pc:sldChg>
      <pc:sldChg chg="modSp mod ord">
        <pc:chgData name="WILLI PENDL JUNIOR" userId="a7519bb9f12db4d8" providerId="LiveId" clId="{134D9E5A-48EB-4932-BFED-CCEBE5E5D767}" dt="2023-02-22T15:25:43.316" v="547" actId="1076"/>
        <pc:sldMkLst>
          <pc:docMk/>
          <pc:sldMk cId="1766616487" sldId="266"/>
        </pc:sldMkLst>
      </pc:sldChg>
      <pc:sldChg chg="modSp mod ord">
        <pc:chgData name="WILLI PENDL JUNIOR" userId="a7519bb9f12db4d8" providerId="LiveId" clId="{134D9E5A-48EB-4932-BFED-CCEBE5E5D767}" dt="2023-02-22T15:22:31.267" v="535" actId="20577"/>
        <pc:sldMkLst>
          <pc:docMk/>
          <pc:sldMk cId="351102439" sldId="267"/>
        </pc:sldMkLst>
      </pc:sldChg>
      <pc:sldChg chg="addSp delSp modSp mod ord">
        <pc:chgData name="WILLI PENDL JUNIOR" userId="a7519bb9f12db4d8" providerId="LiveId" clId="{134D9E5A-48EB-4932-BFED-CCEBE5E5D767}" dt="2023-02-07T00:20:48.292" v="138" actId="1076"/>
        <pc:sldMkLst>
          <pc:docMk/>
          <pc:sldMk cId="191681892" sldId="268"/>
        </pc:sldMkLst>
      </pc:sldChg>
      <pc:sldChg chg="delSp modSp mod">
        <pc:chgData name="WILLI PENDL JUNIOR" userId="a7519bb9f12db4d8" providerId="LiveId" clId="{134D9E5A-48EB-4932-BFED-CCEBE5E5D767}" dt="2023-02-07T00:22:18.137" v="151" actId="20577"/>
        <pc:sldMkLst>
          <pc:docMk/>
          <pc:sldMk cId="2955540107" sldId="269"/>
        </pc:sldMkLst>
      </pc:sldChg>
      <pc:sldChg chg="modSp mod">
        <pc:chgData name="WILLI PENDL JUNIOR" userId="a7519bb9f12db4d8" providerId="LiveId" clId="{134D9E5A-48EB-4932-BFED-CCEBE5E5D767}" dt="2023-02-07T00:16:08.243" v="82" actId="14100"/>
        <pc:sldMkLst>
          <pc:docMk/>
          <pc:sldMk cId="3741528712" sldId="273"/>
        </pc:sldMkLst>
      </pc:sldChg>
      <pc:sldChg chg="modSp mod">
        <pc:chgData name="WILLI PENDL JUNIOR" userId="a7519bb9f12db4d8" providerId="LiveId" clId="{134D9E5A-48EB-4932-BFED-CCEBE5E5D767}" dt="2023-02-07T00:08:24.095" v="8" actId="14100"/>
        <pc:sldMkLst>
          <pc:docMk/>
          <pc:sldMk cId="2161651935" sldId="274"/>
        </pc:sldMkLst>
      </pc:sldChg>
      <pc:sldChg chg="addSp modSp new mod">
        <pc:chgData name="WILLI PENDL JUNIOR" userId="a7519bb9f12db4d8" providerId="LiveId" clId="{134D9E5A-48EB-4932-BFED-CCEBE5E5D767}" dt="2023-02-07T23:54:43.980" v="275" actId="14100"/>
        <pc:sldMkLst>
          <pc:docMk/>
          <pc:sldMk cId="1960446809" sldId="275"/>
        </pc:sldMkLst>
      </pc:sldChg>
      <pc:sldChg chg="addSp modSp new mod modAnim">
        <pc:chgData name="WILLI PENDL JUNIOR" userId="a7519bb9f12db4d8" providerId="LiveId" clId="{134D9E5A-48EB-4932-BFED-CCEBE5E5D767}" dt="2023-02-08T00:09:47.834" v="531" actId="1037"/>
        <pc:sldMkLst>
          <pc:docMk/>
          <pc:sldMk cId="408212166" sldId="276"/>
        </pc:sldMkLst>
      </pc:sldChg>
    </pc:docChg>
  </pc:docChgLst>
  <pc:docChgLst>
    <pc:chgData name="WILLI PENDL JUNIOR PENDL JUNIOR" userId="a7519bb9f12db4d8" providerId="LiveId" clId="{59255A95-13BE-4152-819E-C2BDAF9061EB}"/>
    <pc:docChg chg="custSel delSld modSld sldOrd">
      <pc:chgData name="WILLI PENDL JUNIOR PENDL JUNIOR" userId="a7519bb9f12db4d8" providerId="LiveId" clId="{59255A95-13BE-4152-819E-C2BDAF9061EB}" dt="2025-02-20T01:46:08.825" v="56" actId="1076"/>
      <pc:docMkLst>
        <pc:docMk/>
      </pc:docMkLst>
      <pc:sldChg chg="addSp delSp modSp mod">
        <pc:chgData name="WILLI PENDL JUNIOR PENDL JUNIOR" userId="a7519bb9f12db4d8" providerId="LiveId" clId="{59255A95-13BE-4152-819E-C2BDAF9061EB}" dt="2025-02-20T01:43:28.571" v="4"/>
        <pc:sldMkLst>
          <pc:docMk/>
          <pc:sldMk cId="2096077926" sldId="258"/>
        </pc:sldMkLst>
        <pc:spChg chg="add mod">
          <ac:chgData name="WILLI PENDL JUNIOR PENDL JUNIOR" userId="a7519bb9f12db4d8" providerId="LiveId" clId="{59255A95-13BE-4152-819E-C2BDAF9061EB}" dt="2025-02-20T01:43:28.571" v="4"/>
          <ac:spMkLst>
            <pc:docMk/>
            <pc:sldMk cId="2096077926" sldId="258"/>
            <ac:spMk id="4" creationId="{5B4A6322-7DAE-26B1-E38B-2A7F1A7E6AE3}"/>
          </ac:spMkLst>
        </pc:spChg>
      </pc:sldChg>
      <pc:sldChg chg="addSp delSp modSp mod">
        <pc:chgData name="WILLI PENDL JUNIOR PENDL JUNIOR" userId="a7519bb9f12db4d8" providerId="LiveId" clId="{59255A95-13BE-4152-819E-C2BDAF9061EB}" dt="2025-02-20T01:43:23.560" v="2"/>
        <pc:sldMkLst>
          <pc:docMk/>
          <pc:sldMk cId="308908579" sldId="259"/>
        </pc:sldMkLst>
        <pc:spChg chg="add mod">
          <ac:chgData name="WILLI PENDL JUNIOR PENDL JUNIOR" userId="a7519bb9f12db4d8" providerId="LiveId" clId="{59255A95-13BE-4152-819E-C2BDAF9061EB}" dt="2025-02-20T01:43:23.560" v="2"/>
          <ac:spMkLst>
            <pc:docMk/>
            <pc:sldMk cId="308908579" sldId="259"/>
            <ac:spMk id="2" creationId="{876565AA-29A5-A583-1ECB-ADB58AD3EC38}"/>
          </ac:spMkLst>
        </pc:spChg>
      </pc:sldChg>
      <pc:sldChg chg="del">
        <pc:chgData name="WILLI PENDL JUNIOR PENDL JUNIOR" userId="a7519bb9f12db4d8" providerId="LiveId" clId="{59255A95-13BE-4152-819E-C2BDAF9061EB}" dt="2025-02-19T01:48:37.871" v="0" actId="47"/>
        <pc:sldMkLst>
          <pc:docMk/>
          <pc:sldMk cId="2161651935" sldId="274"/>
        </pc:sldMkLst>
      </pc:sldChg>
      <pc:sldChg chg="addSp modSp mod ord">
        <pc:chgData name="WILLI PENDL JUNIOR PENDL JUNIOR" userId="a7519bb9f12db4d8" providerId="LiveId" clId="{59255A95-13BE-4152-819E-C2BDAF9061EB}" dt="2025-02-20T01:46:08.825" v="56" actId="1076"/>
        <pc:sldMkLst>
          <pc:docMk/>
          <pc:sldMk cId="3979078355" sldId="317"/>
        </pc:sldMkLst>
        <pc:spChg chg="mod">
          <ac:chgData name="WILLI PENDL JUNIOR PENDL JUNIOR" userId="a7519bb9f12db4d8" providerId="LiveId" clId="{59255A95-13BE-4152-819E-C2BDAF9061EB}" dt="2025-02-20T01:46:08.825" v="56" actId="1076"/>
          <ac:spMkLst>
            <pc:docMk/>
            <pc:sldMk cId="3979078355" sldId="317"/>
            <ac:spMk id="2" creationId="{FA28169E-5941-206F-C990-0B75B1410034}"/>
          </ac:spMkLst>
        </pc:spChg>
        <pc:spChg chg="mod">
          <ac:chgData name="WILLI PENDL JUNIOR PENDL JUNIOR" userId="a7519bb9f12db4d8" providerId="LiveId" clId="{59255A95-13BE-4152-819E-C2BDAF9061EB}" dt="2025-02-20T01:46:08.825" v="56" actId="1076"/>
          <ac:spMkLst>
            <pc:docMk/>
            <pc:sldMk cId="3979078355" sldId="317"/>
            <ac:spMk id="3" creationId="{24B31B23-B600-B62F-C6D4-7D3C75AF864D}"/>
          </ac:spMkLst>
        </pc:spChg>
        <pc:spChg chg="mod">
          <ac:chgData name="WILLI PENDL JUNIOR PENDL JUNIOR" userId="a7519bb9f12db4d8" providerId="LiveId" clId="{59255A95-13BE-4152-819E-C2BDAF9061EB}" dt="2025-02-20T01:46:08.825" v="56" actId="1076"/>
          <ac:spMkLst>
            <pc:docMk/>
            <pc:sldMk cId="3979078355" sldId="317"/>
            <ac:spMk id="4" creationId="{E9852500-E7E7-72F5-058F-5C22484CBA7B}"/>
          </ac:spMkLst>
        </pc:spChg>
        <pc:spChg chg="mod">
          <ac:chgData name="WILLI PENDL JUNIOR PENDL JUNIOR" userId="a7519bb9f12db4d8" providerId="LiveId" clId="{59255A95-13BE-4152-819E-C2BDAF9061EB}" dt="2025-02-20T01:46:08.825" v="56" actId="1076"/>
          <ac:spMkLst>
            <pc:docMk/>
            <pc:sldMk cId="3979078355" sldId="317"/>
            <ac:spMk id="5" creationId="{E8400733-6D07-E4A2-1C57-EC37B496DDFF}"/>
          </ac:spMkLst>
        </pc:spChg>
        <pc:spChg chg="add mod">
          <ac:chgData name="WILLI PENDL JUNIOR PENDL JUNIOR" userId="a7519bb9f12db4d8" providerId="LiveId" clId="{59255A95-13BE-4152-819E-C2BDAF9061EB}" dt="2025-02-20T01:44:34.168" v="34" actId="20577"/>
          <ac:spMkLst>
            <pc:docMk/>
            <pc:sldMk cId="3979078355" sldId="317"/>
            <ac:spMk id="6" creationId="{7BDB9033-D0A5-9A31-DA55-7CBFEBBA3E90}"/>
          </ac:spMkLst>
        </pc:spChg>
        <pc:spChg chg="add mod">
          <ac:chgData name="WILLI PENDL JUNIOR PENDL JUNIOR" userId="a7519bb9f12db4d8" providerId="LiveId" clId="{59255A95-13BE-4152-819E-C2BDAF9061EB}" dt="2025-02-20T01:45:51.863" v="55" actId="20577"/>
          <ac:spMkLst>
            <pc:docMk/>
            <pc:sldMk cId="3979078355" sldId="317"/>
            <ac:spMk id="7" creationId="{A59B498B-9DA4-97A1-9A91-FC74382E8DB2}"/>
          </ac:spMkLst>
        </pc:spChg>
      </pc:sldChg>
    </pc:docChg>
  </pc:docChgLst>
  <pc:docChgLst>
    <pc:chgData name="WILLI PENDL JUNIOR PENDL JUNIOR" userId="a7519bb9f12db4d8" providerId="LiveId" clId="{8EF78FEE-8EF5-4606-8BBA-AC61041591A0}"/>
    <pc:docChg chg="undo custSel addSld modSld sldOrd">
      <pc:chgData name="WILLI PENDL JUNIOR PENDL JUNIOR" userId="a7519bb9f12db4d8" providerId="LiveId" clId="{8EF78FEE-8EF5-4606-8BBA-AC61041591A0}" dt="2025-01-15T16:58:07.154" v="5723" actId="1076"/>
      <pc:docMkLst>
        <pc:docMk/>
      </pc:docMkLst>
      <pc:sldChg chg="modSp mod">
        <pc:chgData name="WILLI PENDL JUNIOR PENDL JUNIOR" userId="a7519bb9f12db4d8" providerId="LiveId" clId="{8EF78FEE-8EF5-4606-8BBA-AC61041591A0}" dt="2025-01-14T16:30:39.080" v="2" actId="20577"/>
        <pc:sldMkLst>
          <pc:docMk/>
          <pc:sldMk cId="1821539191" sldId="256"/>
        </pc:sldMkLst>
        <pc:spChg chg="mod">
          <ac:chgData name="WILLI PENDL JUNIOR PENDL JUNIOR" userId="a7519bb9f12db4d8" providerId="LiveId" clId="{8EF78FEE-8EF5-4606-8BBA-AC61041591A0}" dt="2025-01-14T16:30:39.080" v="2" actId="20577"/>
          <ac:spMkLst>
            <pc:docMk/>
            <pc:sldMk cId="1821539191" sldId="256"/>
            <ac:spMk id="24" creationId="{00000000-0000-0000-0000-000000000000}"/>
          </ac:spMkLst>
        </pc:spChg>
      </pc:sldChg>
      <pc:sldChg chg="ord">
        <pc:chgData name="WILLI PENDL JUNIOR PENDL JUNIOR" userId="a7519bb9f12db4d8" providerId="LiveId" clId="{8EF78FEE-8EF5-4606-8BBA-AC61041591A0}" dt="2025-01-14T16:32:55.587" v="6"/>
        <pc:sldMkLst>
          <pc:docMk/>
          <pc:sldMk cId="2297134478" sldId="257"/>
        </pc:sldMkLst>
      </pc:sldChg>
      <pc:sldChg chg="ord">
        <pc:chgData name="WILLI PENDL JUNIOR PENDL JUNIOR" userId="a7519bb9f12db4d8" providerId="LiveId" clId="{8EF78FEE-8EF5-4606-8BBA-AC61041591A0}" dt="2025-01-14T16:32:47.456" v="4"/>
        <pc:sldMkLst>
          <pc:docMk/>
          <pc:sldMk cId="147201771" sldId="265"/>
        </pc:sldMkLst>
      </pc:sldChg>
      <pc:sldChg chg="addSp delSp modSp mod">
        <pc:chgData name="WILLI PENDL JUNIOR PENDL JUNIOR" userId="a7519bb9f12db4d8" providerId="LiveId" clId="{8EF78FEE-8EF5-4606-8BBA-AC61041591A0}" dt="2025-01-14T21:10:33.555" v="1282" actId="20577"/>
        <pc:sldMkLst>
          <pc:docMk/>
          <pc:sldMk cId="1960446809" sldId="275"/>
        </pc:sldMkLst>
        <pc:spChg chg="mod">
          <ac:chgData name="WILLI PENDL JUNIOR PENDL JUNIOR" userId="a7519bb9f12db4d8" providerId="LiveId" clId="{8EF78FEE-8EF5-4606-8BBA-AC61041591A0}" dt="2025-01-14T16:36:11.934" v="35" actId="20577"/>
          <ac:spMkLst>
            <pc:docMk/>
            <pc:sldMk cId="1960446809" sldId="275"/>
            <ac:spMk id="2" creationId="{BA12EB79-6FC0-390F-7094-D7E9AEECC1D4}"/>
          </ac:spMkLst>
        </pc:spChg>
        <pc:spChg chg="add mod">
          <ac:chgData name="WILLI PENDL JUNIOR PENDL JUNIOR" userId="a7519bb9f12db4d8" providerId="LiveId" clId="{8EF78FEE-8EF5-4606-8BBA-AC61041591A0}" dt="2025-01-14T16:41:29.452" v="538" actId="1076"/>
          <ac:spMkLst>
            <pc:docMk/>
            <pc:sldMk cId="1960446809" sldId="275"/>
            <ac:spMk id="3" creationId="{9D89F9D2-03BB-01AA-3381-AC221E0484F8}"/>
          </ac:spMkLst>
        </pc:spChg>
        <pc:spChg chg="mod">
          <ac:chgData name="WILLI PENDL JUNIOR PENDL JUNIOR" userId="a7519bb9f12db4d8" providerId="LiveId" clId="{8EF78FEE-8EF5-4606-8BBA-AC61041591A0}" dt="2025-01-14T21:10:33.555" v="1282" actId="20577"/>
          <ac:spMkLst>
            <pc:docMk/>
            <pc:sldMk cId="1960446809" sldId="275"/>
            <ac:spMk id="4" creationId="{C472ADF1-8D1E-52BA-13F4-C0CB975C7265}"/>
          </ac:spMkLst>
        </pc:spChg>
        <pc:spChg chg="mod">
          <ac:chgData name="WILLI PENDL JUNIOR PENDL JUNIOR" userId="a7519bb9f12db4d8" providerId="LiveId" clId="{8EF78FEE-8EF5-4606-8BBA-AC61041591A0}" dt="2025-01-14T16:41:29.452" v="538" actId="1076"/>
          <ac:spMkLst>
            <pc:docMk/>
            <pc:sldMk cId="1960446809" sldId="275"/>
            <ac:spMk id="6" creationId="{983DA28F-EF4F-EE1F-1FCB-7A646E454CC1}"/>
          </ac:spMkLst>
        </pc:spChg>
      </pc:sldChg>
      <pc:sldChg chg="addSp delSp modSp new mod modAnim">
        <pc:chgData name="WILLI PENDL JUNIOR PENDL JUNIOR" userId="a7519bb9f12db4d8" providerId="LiveId" clId="{8EF78FEE-8EF5-4606-8BBA-AC61041591A0}" dt="2025-01-15T02:31:02.275" v="4835"/>
        <pc:sldMkLst>
          <pc:docMk/>
          <pc:sldMk cId="1805566148" sldId="301"/>
        </pc:sldMkLst>
        <pc:spChg chg="add mod">
          <ac:chgData name="WILLI PENDL JUNIOR PENDL JUNIOR" userId="a7519bb9f12db4d8" providerId="LiveId" clId="{8EF78FEE-8EF5-4606-8BBA-AC61041591A0}" dt="2025-01-14T16:41:40.717" v="541" actId="1076"/>
          <ac:spMkLst>
            <pc:docMk/>
            <pc:sldMk cId="1805566148" sldId="301"/>
            <ac:spMk id="2" creationId="{8EA9C12F-27EF-5E99-D021-8A62FEB78B5F}"/>
          </ac:spMkLst>
        </pc:spChg>
        <pc:spChg chg="add mod">
          <ac:chgData name="WILLI PENDL JUNIOR PENDL JUNIOR" userId="a7519bb9f12db4d8" providerId="LiveId" clId="{8EF78FEE-8EF5-4606-8BBA-AC61041591A0}" dt="2025-01-14T16:41:38.153" v="540" actId="1076"/>
          <ac:spMkLst>
            <pc:docMk/>
            <pc:sldMk cId="1805566148" sldId="301"/>
            <ac:spMk id="3" creationId="{17831C99-1869-3DAF-0086-6EAECABAEAA3}"/>
          </ac:spMkLst>
        </pc:spChg>
        <pc:spChg chg="add mod">
          <ac:chgData name="WILLI PENDL JUNIOR PENDL JUNIOR" userId="a7519bb9f12db4d8" providerId="LiveId" clId="{8EF78FEE-8EF5-4606-8BBA-AC61041591A0}" dt="2025-01-14T16:42:29.303" v="599" actId="20577"/>
          <ac:spMkLst>
            <pc:docMk/>
            <pc:sldMk cId="1805566148" sldId="301"/>
            <ac:spMk id="4" creationId="{A869E399-EFF5-BB53-8E01-478637E29CDD}"/>
          </ac:spMkLst>
        </pc:spChg>
        <pc:spChg chg="add mod">
          <ac:chgData name="WILLI PENDL JUNIOR PENDL JUNIOR" userId="a7519bb9f12db4d8" providerId="LiveId" clId="{8EF78FEE-8EF5-4606-8BBA-AC61041591A0}" dt="2025-01-14T16:44:23.164" v="638" actId="1076"/>
          <ac:spMkLst>
            <pc:docMk/>
            <pc:sldMk cId="1805566148" sldId="301"/>
            <ac:spMk id="5" creationId="{695DB50F-4201-5C98-AD04-C2370DE2A844}"/>
          </ac:spMkLst>
        </pc:spChg>
        <pc:spChg chg="add mod">
          <ac:chgData name="WILLI PENDL JUNIOR PENDL JUNIOR" userId="a7519bb9f12db4d8" providerId="LiveId" clId="{8EF78FEE-8EF5-4606-8BBA-AC61041591A0}" dt="2025-01-14T16:44:26.171" v="639" actId="1076"/>
          <ac:spMkLst>
            <pc:docMk/>
            <pc:sldMk cId="1805566148" sldId="301"/>
            <ac:spMk id="6" creationId="{53D6356B-B31E-8AFB-BA38-8053DA20FA3E}"/>
          </ac:spMkLst>
        </pc:spChg>
        <pc:spChg chg="add mod">
          <ac:chgData name="WILLI PENDL JUNIOR PENDL JUNIOR" userId="a7519bb9f12db4d8" providerId="LiveId" clId="{8EF78FEE-8EF5-4606-8BBA-AC61041591A0}" dt="2025-01-14T18:31:56.872" v="691" actId="1076"/>
          <ac:spMkLst>
            <pc:docMk/>
            <pc:sldMk cId="1805566148" sldId="301"/>
            <ac:spMk id="8" creationId="{80BD9AC7-621C-9F0B-2123-C2C4A28F0288}"/>
          </ac:spMkLst>
        </pc:spChg>
        <pc:spChg chg="add mod">
          <ac:chgData name="WILLI PENDL JUNIOR PENDL JUNIOR" userId="a7519bb9f12db4d8" providerId="LiveId" clId="{8EF78FEE-8EF5-4606-8BBA-AC61041591A0}" dt="2025-01-14T18:32:26.680" v="700" actId="1076"/>
          <ac:spMkLst>
            <pc:docMk/>
            <pc:sldMk cId="1805566148" sldId="301"/>
            <ac:spMk id="9" creationId="{2E5CF39A-B2B1-8F50-8802-77FE9BD5B79C}"/>
          </ac:spMkLst>
        </pc:spChg>
        <pc:spChg chg="add mod">
          <ac:chgData name="WILLI PENDL JUNIOR PENDL JUNIOR" userId="a7519bb9f12db4d8" providerId="LiveId" clId="{8EF78FEE-8EF5-4606-8BBA-AC61041591A0}" dt="2025-01-14T18:33:24.770" v="734" actId="1076"/>
          <ac:spMkLst>
            <pc:docMk/>
            <pc:sldMk cId="1805566148" sldId="301"/>
            <ac:spMk id="10" creationId="{6A21AFD2-2213-385F-2AE3-21FE8C5B0535}"/>
          </ac:spMkLst>
        </pc:spChg>
        <pc:spChg chg="add mod">
          <ac:chgData name="WILLI PENDL JUNIOR PENDL JUNIOR" userId="a7519bb9f12db4d8" providerId="LiveId" clId="{8EF78FEE-8EF5-4606-8BBA-AC61041591A0}" dt="2025-01-14T18:34:08.005" v="742" actId="207"/>
          <ac:spMkLst>
            <pc:docMk/>
            <pc:sldMk cId="1805566148" sldId="301"/>
            <ac:spMk id="12" creationId="{C30B2D57-6036-12AD-4C36-88A0BF75FE3D}"/>
          </ac:spMkLst>
        </pc:spChg>
        <pc:spChg chg="add mod">
          <ac:chgData name="WILLI PENDL JUNIOR PENDL JUNIOR" userId="a7519bb9f12db4d8" providerId="LiveId" clId="{8EF78FEE-8EF5-4606-8BBA-AC61041591A0}" dt="2025-01-14T18:36:22.361" v="792" actId="164"/>
          <ac:spMkLst>
            <pc:docMk/>
            <pc:sldMk cId="1805566148" sldId="301"/>
            <ac:spMk id="13" creationId="{503DA9B3-133D-04C5-84FE-AA6BFF07844D}"/>
          </ac:spMkLst>
        </pc:spChg>
        <pc:spChg chg="add mod">
          <ac:chgData name="WILLI PENDL JUNIOR PENDL JUNIOR" userId="a7519bb9f12db4d8" providerId="LiveId" clId="{8EF78FEE-8EF5-4606-8BBA-AC61041591A0}" dt="2025-01-14T18:36:32.103" v="793" actId="164"/>
          <ac:spMkLst>
            <pc:docMk/>
            <pc:sldMk cId="1805566148" sldId="301"/>
            <ac:spMk id="14" creationId="{70A64D6E-B824-E5A9-658F-1F234C73A985}"/>
          </ac:spMkLst>
        </pc:spChg>
        <pc:spChg chg="add mod">
          <ac:chgData name="WILLI PENDL JUNIOR PENDL JUNIOR" userId="a7519bb9f12db4d8" providerId="LiveId" clId="{8EF78FEE-8EF5-4606-8BBA-AC61041591A0}" dt="2025-01-14T18:36:57.528" v="803" actId="1076"/>
          <ac:spMkLst>
            <pc:docMk/>
            <pc:sldMk cId="1805566148" sldId="301"/>
            <ac:spMk id="26" creationId="{36859F85-A75D-40DD-7DD7-F07F584E07E1}"/>
          </ac:spMkLst>
        </pc:spChg>
        <pc:spChg chg="add mod">
          <ac:chgData name="WILLI PENDL JUNIOR PENDL JUNIOR" userId="a7519bb9f12db4d8" providerId="LiveId" clId="{8EF78FEE-8EF5-4606-8BBA-AC61041591A0}" dt="2025-01-14T18:37:11.842" v="808" actId="1076"/>
          <ac:spMkLst>
            <pc:docMk/>
            <pc:sldMk cId="1805566148" sldId="301"/>
            <ac:spMk id="27" creationId="{6422929F-E9D4-139F-1B61-FE06D29DA576}"/>
          </ac:spMkLst>
        </pc:spChg>
        <pc:spChg chg="add mod">
          <ac:chgData name="WILLI PENDL JUNIOR PENDL JUNIOR" userId="a7519bb9f12db4d8" providerId="LiveId" clId="{8EF78FEE-8EF5-4606-8BBA-AC61041591A0}" dt="2025-01-14T18:38:34.238" v="830" actId="1076"/>
          <ac:spMkLst>
            <pc:docMk/>
            <pc:sldMk cId="1805566148" sldId="301"/>
            <ac:spMk id="30" creationId="{FC71FF30-7E8F-2433-7FCF-8E0D5709177C}"/>
          </ac:spMkLst>
        </pc:spChg>
        <pc:spChg chg="add mod">
          <ac:chgData name="WILLI PENDL JUNIOR PENDL JUNIOR" userId="a7519bb9f12db4d8" providerId="LiveId" clId="{8EF78FEE-8EF5-4606-8BBA-AC61041591A0}" dt="2025-01-14T18:39:22.528" v="847" actId="1076"/>
          <ac:spMkLst>
            <pc:docMk/>
            <pc:sldMk cId="1805566148" sldId="301"/>
            <ac:spMk id="31" creationId="{EA79FBC9-D881-91B6-16DA-0F80A14A6E46}"/>
          </ac:spMkLst>
        </pc:spChg>
        <pc:spChg chg="add mod">
          <ac:chgData name="WILLI PENDL JUNIOR PENDL JUNIOR" userId="a7519bb9f12db4d8" providerId="LiveId" clId="{8EF78FEE-8EF5-4606-8BBA-AC61041591A0}" dt="2025-01-14T18:39:39.519" v="850" actId="14100"/>
          <ac:spMkLst>
            <pc:docMk/>
            <pc:sldMk cId="1805566148" sldId="301"/>
            <ac:spMk id="32" creationId="{96051EAB-7C68-204B-1BD5-87666786FCBC}"/>
          </ac:spMkLst>
        </pc:spChg>
        <pc:spChg chg="add mod">
          <ac:chgData name="WILLI PENDL JUNIOR PENDL JUNIOR" userId="a7519bb9f12db4d8" providerId="LiveId" clId="{8EF78FEE-8EF5-4606-8BBA-AC61041591A0}" dt="2025-01-14T18:40:14.729" v="871" actId="1076"/>
          <ac:spMkLst>
            <pc:docMk/>
            <pc:sldMk cId="1805566148" sldId="301"/>
            <ac:spMk id="33" creationId="{037032AD-9D1D-89A7-D200-BBBA839E1447}"/>
          </ac:spMkLst>
        </pc:spChg>
        <pc:spChg chg="add mod">
          <ac:chgData name="WILLI PENDL JUNIOR PENDL JUNIOR" userId="a7519bb9f12db4d8" providerId="LiveId" clId="{8EF78FEE-8EF5-4606-8BBA-AC61041591A0}" dt="2025-01-14T18:40:34.775" v="883" actId="1076"/>
          <ac:spMkLst>
            <pc:docMk/>
            <pc:sldMk cId="1805566148" sldId="301"/>
            <ac:spMk id="34" creationId="{C6BF90C8-8294-5CEC-E157-F98401232EA3}"/>
          </ac:spMkLst>
        </pc:spChg>
        <pc:spChg chg="add mod">
          <ac:chgData name="WILLI PENDL JUNIOR PENDL JUNIOR" userId="a7519bb9f12db4d8" providerId="LiveId" clId="{8EF78FEE-8EF5-4606-8BBA-AC61041591A0}" dt="2025-01-14T18:41:06.753" v="892" actId="1076"/>
          <ac:spMkLst>
            <pc:docMk/>
            <pc:sldMk cId="1805566148" sldId="301"/>
            <ac:spMk id="35" creationId="{56EEFB65-4308-60D5-9BE4-B444616A0890}"/>
          </ac:spMkLst>
        </pc:spChg>
        <pc:spChg chg="add mod">
          <ac:chgData name="WILLI PENDL JUNIOR PENDL JUNIOR" userId="a7519bb9f12db4d8" providerId="LiveId" clId="{8EF78FEE-8EF5-4606-8BBA-AC61041591A0}" dt="2025-01-14T18:41:33.039" v="906" actId="1076"/>
          <ac:spMkLst>
            <pc:docMk/>
            <pc:sldMk cId="1805566148" sldId="301"/>
            <ac:spMk id="36" creationId="{F1DD0458-2A07-9C4F-0A1B-7D4A589B3357}"/>
          </ac:spMkLst>
        </pc:spChg>
        <pc:spChg chg="add mod">
          <ac:chgData name="WILLI PENDL JUNIOR PENDL JUNIOR" userId="a7519bb9f12db4d8" providerId="LiveId" clId="{8EF78FEE-8EF5-4606-8BBA-AC61041591A0}" dt="2025-01-14T18:41:44.615" v="916" actId="6549"/>
          <ac:spMkLst>
            <pc:docMk/>
            <pc:sldMk cId="1805566148" sldId="301"/>
            <ac:spMk id="37" creationId="{13342B4D-5A1D-7BA5-1C9E-58C30719C941}"/>
          </ac:spMkLst>
        </pc:spChg>
        <pc:spChg chg="add mod">
          <ac:chgData name="WILLI PENDL JUNIOR PENDL JUNIOR" userId="a7519bb9f12db4d8" providerId="LiveId" clId="{8EF78FEE-8EF5-4606-8BBA-AC61041591A0}" dt="2025-01-14T18:41:58.078" v="920" actId="1076"/>
          <ac:spMkLst>
            <pc:docMk/>
            <pc:sldMk cId="1805566148" sldId="301"/>
            <ac:spMk id="38" creationId="{58D141CF-1B0B-9D80-2784-3D932304A495}"/>
          </ac:spMkLst>
        </pc:spChg>
        <pc:spChg chg="add mod">
          <ac:chgData name="WILLI PENDL JUNIOR PENDL JUNIOR" userId="a7519bb9f12db4d8" providerId="LiveId" clId="{8EF78FEE-8EF5-4606-8BBA-AC61041591A0}" dt="2025-01-14T18:42:17.532" v="928" actId="207"/>
          <ac:spMkLst>
            <pc:docMk/>
            <pc:sldMk cId="1805566148" sldId="301"/>
            <ac:spMk id="39" creationId="{44DE7EC5-D9C6-324E-D2C3-312AA4DF0962}"/>
          </ac:spMkLst>
        </pc:spChg>
        <pc:spChg chg="add mod">
          <ac:chgData name="WILLI PENDL JUNIOR PENDL JUNIOR" userId="a7519bb9f12db4d8" providerId="LiveId" clId="{8EF78FEE-8EF5-4606-8BBA-AC61041591A0}" dt="2025-01-14T18:43:28.470" v="957" actId="1076"/>
          <ac:spMkLst>
            <pc:docMk/>
            <pc:sldMk cId="1805566148" sldId="301"/>
            <ac:spMk id="42" creationId="{315E819D-4939-9047-DED9-66E622EB5313}"/>
          </ac:spMkLst>
        </pc:spChg>
        <pc:spChg chg="add mod">
          <ac:chgData name="WILLI PENDL JUNIOR PENDL JUNIOR" userId="a7519bb9f12db4d8" providerId="LiveId" clId="{8EF78FEE-8EF5-4606-8BBA-AC61041591A0}" dt="2025-01-15T02:30:45.095" v="4819" actId="1076"/>
          <ac:spMkLst>
            <pc:docMk/>
            <pc:sldMk cId="1805566148" sldId="301"/>
            <ac:spMk id="43" creationId="{388966B2-0FD8-D5A7-9053-3FBE85488106}"/>
          </ac:spMkLst>
        </pc:spChg>
        <pc:grpChg chg="add mod ord">
          <ac:chgData name="WILLI PENDL JUNIOR PENDL JUNIOR" userId="a7519bb9f12db4d8" providerId="LiveId" clId="{8EF78FEE-8EF5-4606-8BBA-AC61041591A0}" dt="2025-01-14T18:36:32.103" v="793" actId="164"/>
          <ac:grpSpMkLst>
            <pc:docMk/>
            <pc:sldMk cId="1805566148" sldId="301"/>
            <ac:grpSpMk id="19" creationId="{D33DD76F-54FD-D608-5ED4-B314F3E27FEF}"/>
          </ac:grpSpMkLst>
        </pc:grpChg>
        <pc:grpChg chg="add mod ord">
          <ac:chgData name="WILLI PENDL JUNIOR PENDL JUNIOR" userId="a7519bb9f12db4d8" providerId="LiveId" clId="{8EF78FEE-8EF5-4606-8BBA-AC61041591A0}" dt="2025-01-14T18:36:22.361" v="792" actId="164"/>
          <ac:grpSpMkLst>
            <pc:docMk/>
            <pc:sldMk cId="1805566148" sldId="301"/>
            <ac:grpSpMk id="20" creationId="{C2399A8C-D508-BBB1-3391-F0757C1BFA59}"/>
          </ac:grpSpMkLst>
        </pc:grpChg>
        <pc:grpChg chg="add mod">
          <ac:chgData name="WILLI PENDL JUNIOR PENDL JUNIOR" userId="a7519bb9f12db4d8" providerId="LiveId" clId="{8EF78FEE-8EF5-4606-8BBA-AC61041591A0}" dt="2025-01-14T18:36:22.361" v="792" actId="164"/>
          <ac:grpSpMkLst>
            <pc:docMk/>
            <pc:sldMk cId="1805566148" sldId="301"/>
            <ac:grpSpMk id="24" creationId="{C4538078-BBB0-D229-7E42-B645E350B29C}"/>
          </ac:grpSpMkLst>
        </pc:grpChg>
        <pc:grpChg chg="add mod">
          <ac:chgData name="WILLI PENDL JUNIOR PENDL JUNIOR" userId="a7519bb9f12db4d8" providerId="LiveId" clId="{8EF78FEE-8EF5-4606-8BBA-AC61041591A0}" dt="2025-01-14T18:36:32.103" v="793" actId="164"/>
          <ac:grpSpMkLst>
            <pc:docMk/>
            <pc:sldMk cId="1805566148" sldId="301"/>
            <ac:grpSpMk id="25" creationId="{CB1A472E-1884-953B-EBAE-DDB1806D5D8C}"/>
          </ac:grpSpMkLst>
        </pc:grpChg>
        <pc:picChg chg="add mod">
          <ac:chgData name="WILLI PENDL JUNIOR PENDL JUNIOR" userId="a7519bb9f12db4d8" providerId="LiveId" clId="{8EF78FEE-8EF5-4606-8BBA-AC61041591A0}" dt="2025-01-14T18:42:36.661" v="932" actId="962"/>
          <ac:picMkLst>
            <pc:docMk/>
            <pc:sldMk cId="1805566148" sldId="301"/>
            <ac:picMk id="41" creationId="{1E8DE544-877C-C800-2CC2-9D549C9047E5}"/>
          </ac:picMkLst>
        </pc:picChg>
        <pc:cxnChg chg="add mod">
          <ac:chgData name="WILLI PENDL JUNIOR PENDL JUNIOR" userId="a7519bb9f12db4d8" providerId="LiveId" clId="{8EF78FEE-8EF5-4606-8BBA-AC61041591A0}" dt="2025-01-14T18:35:44.869" v="786" actId="164"/>
          <ac:cxnSpMkLst>
            <pc:docMk/>
            <pc:sldMk cId="1805566148" sldId="301"/>
            <ac:cxnSpMk id="16" creationId="{2AEF71E4-15B3-C290-59E1-3A0185A79E9E}"/>
          </ac:cxnSpMkLst>
        </pc:cxnChg>
        <pc:cxnChg chg="add mod">
          <ac:chgData name="WILLI PENDL JUNIOR PENDL JUNIOR" userId="a7519bb9f12db4d8" providerId="LiveId" clId="{8EF78FEE-8EF5-4606-8BBA-AC61041591A0}" dt="2025-01-14T18:35:44.869" v="786" actId="164"/>
          <ac:cxnSpMkLst>
            <pc:docMk/>
            <pc:sldMk cId="1805566148" sldId="301"/>
            <ac:cxnSpMk id="17" creationId="{D8C5AE52-1CF6-1058-EECF-0CCB6617FD13}"/>
          </ac:cxnSpMkLst>
        </pc:cxnChg>
        <pc:cxnChg chg="add mod">
          <ac:chgData name="WILLI PENDL JUNIOR PENDL JUNIOR" userId="a7519bb9f12db4d8" providerId="LiveId" clId="{8EF78FEE-8EF5-4606-8BBA-AC61041591A0}" dt="2025-01-14T18:35:44.869" v="786" actId="164"/>
          <ac:cxnSpMkLst>
            <pc:docMk/>
            <pc:sldMk cId="1805566148" sldId="301"/>
            <ac:cxnSpMk id="18" creationId="{EF32E701-2CB9-3FAC-6310-441B91362AD8}"/>
          </ac:cxnSpMkLst>
        </pc:cxnChg>
        <pc:cxnChg chg="mod">
          <ac:chgData name="WILLI PENDL JUNIOR PENDL JUNIOR" userId="a7519bb9f12db4d8" providerId="LiveId" clId="{8EF78FEE-8EF5-4606-8BBA-AC61041591A0}" dt="2025-01-14T18:36:04.099" v="789"/>
          <ac:cxnSpMkLst>
            <pc:docMk/>
            <pc:sldMk cId="1805566148" sldId="301"/>
            <ac:cxnSpMk id="21" creationId="{0FA107C6-FC39-E7CB-5D5C-561BAE535FE1}"/>
          </ac:cxnSpMkLst>
        </pc:cxnChg>
        <pc:cxnChg chg="mod">
          <ac:chgData name="WILLI PENDL JUNIOR PENDL JUNIOR" userId="a7519bb9f12db4d8" providerId="LiveId" clId="{8EF78FEE-8EF5-4606-8BBA-AC61041591A0}" dt="2025-01-14T18:36:04.099" v="789"/>
          <ac:cxnSpMkLst>
            <pc:docMk/>
            <pc:sldMk cId="1805566148" sldId="301"/>
            <ac:cxnSpMk id="22" creationId="{DEA1267D-F633-CF4F-3FF3-FCBC19E2F22A}"/>
          </ac:cxnSpMkLst>
        </pc:cxnChg>
        <pc:cxnChg chg="mod">
          <ac:chgData name="WILLI PENDL JUNIOR PENDL JUNIOR" userId="a7519bb9f12db4d8" providerId="LiveId" clId="{8EF78FEE-8EF5-4606-8BBA-AC61041591A0}" dt="2025-01-14T18:36:04.099" v="789"/>
          <ac:cxnSpMkLst>
            <pc:docMk/>
            <pc:sldMk cId="1805566148" sldId="301"/>
            <ac:cxnSpMk id="23" creationId="{ACF4810B-48EF-5EDA-A59E-72FDCBDC562E}"/>
          </ac:cxnSpMkLst>
        </pc:cxnChg>
      </pc:sldChg>
      <pc:sldChg chg="addSp modSp new mod modAnim">
        <pc:chgData name="WILLI PENDL JUNIOR PENDL JUNIOR" userId="a7519bb9f12db4d8" providerId="LiveId" clId="{8EF78FEE-8EF5-4606-8BBA-AC61041591A0}" dt="2025-01-14T21:09:24.232" v="1266" actId="1582"/>
        <pc:sldMkLst>
          <pc:docMk/>
          <pc:sldMk cId="1274871850" sldId="302"/>
        </pc:sldMkLst>
        <pc:spChg chg="add mod">
          <ac:chgData name="WILLI PENDL JUNIOR PENDL JUNIOR" userId="a7519bb9f12db4d8" providerId="LiveId" clId="{8EF78FEE-8EF5-4606-8BBA-AC61041591A0}" dt="2025-01-14T18:45:21.381" v="1075" actId="14100"/>
          <ac:spMkLst>
            <pc:docMk/>
            <pc:sldMk cId="1274871850" sldId="302"/>
            <ac:spMk id="2" creationId="{1AD04B18-AEF0-ED3E-025A-10873A42C2B5}"/>
          </ac:spMkLst>
        </pc:spChg>
        <pc:spChg chg="add mod">
          <ac:chgData name="WILLI PENDL JUNIOR PENDL JUNIOR" userId="a7519bb9f12db4d8" providerId="LiveId" clId="{8EF78FEE-8EF5-4606-8BBA-AC61041591A0}" dt="2025-01-14T18:45:25.624" v="1076" actId="1076"/>
          <ac:spMkLst>
            <pc:docMk/>
            <pc:sldMk cId="1274871850" sldId="302"/>
            <ac:spMk id="3" creationId="{F2FF209A-0417-1C79-2C01-AD87E12F8105}"/>
          </ac:spMkLst>
        </pc:spChg>
        <pc:spChg chg="add mod">
          <ac:chgData name="WILLI PENDL JUNIOR PENDL JUNIOR" userId="a7519bb9f12db4d8" providerId="LiveId" clId="{8EF78FEE-8EF5-4606-8BBA-AC61041591A0}" dt="2025-01-14T18:55:29.325" v="1094" actId="1076"/>
          <ac:spMkLst>
            <pc:docMk/>
            <pc:sldMk cId="1274871850" sldId="302"/>
            <ac:spMk id="4" creationId="{FFB824C5-03AB-0D9A-1991-79C82581F898}"/>
          </ac:spMkLst>
        </pc:spChg>
        <pc:spChg chg="add mod">
          <ac:chgData name="WILLI PENDL JUNIOR PENDL JUNIOR" userId="a7519bb9f12db4d8" providerId="LiveId" clId="{8EF78FEE-8EF5-4606-8BBA-AC61041591A0}" dt="2025-01-14T18:55:42.537" v="1096" actId="1076"/>
          <ac:spMkLst>
            <pc:docMk/>
            <pc:sldMk cId="1274871850" sldId="302"/>
            <ac:spMk id="5" creationId="{98792E95-A642-8518-D951-EC7D1130E78F}"/>
          </ac:spMkLst>
        </pc:spChg>
        <pc:spChg chg="add mod">
          <ac:chgData name="WILLI PENDL JUNIOR PENDL JUNIOR" userId="a7519bb9f12db4d8" providerId="LiveId" clId="{8EF78FEE-8EF5-4606-8BBA-AC61041591A0}" dt="2025-01-14T18:55:57.399" v="1098" actId="1076"/>
          <ac:spMkLst>
            <pc:docMk/>
            <pc:sldMk cId="1274871850" sldId="302"/>
            <ac:spMk id="6" creationId="{C323DCFC-E3C5-7214-01E7-335B0D11880B}"/>
          </ac:spMkLst>
        </pc:spChg>
        <pc:spChg chg="add mod">
          <ac:chgData name="WILLI PENDL JUNIOR PENDL JUNIOR" userId="a7519bb9f12db4d8" providerId="LiveId" clId="{8EF78FEE-8EF5-4606-8BBA-AC61041591A0}" dt="2025-01-14T18:56:09.905" v="1109" actId="6549"/>
          <ac:spMkLst>
            <pc:docMk/>
            <pc:sldMk cId="1274871850" sldId="302"/>
            <ac:spMk id="7" creationId="{24388B8F-4335-C5C7-FF0A-AB520360FC6E}"/>
          </ac:spMkLst>
        </pc:spChg>
        <pc:spChg chg="add mod">
          <ac:chgData name="WILLI PENDL JUNIOR PENDL JUNIOR" userId="a7519bb9f12db4d8" providerId="LiveId" clId="{8EF78FEE-8EF5-4606-8BBA-AC61041591A0}" dt="2025-01-14T18:56:17.991" v="1112" actId="207"/>
          <ac:spMkLst>
            <pc:docMk/>
            <pc:sldMk cId="1274871850" sldId="302"/>
            <ac:spMk id="8" creationId="{9CD7BB03-2564-BAE6-ED89-F6F11C10528D}"/>
          </ac:spMkLst>
        </pc:spChg>
        <pc:spChg chg="add mod">
          <ac:chgData name="WILLI PENDL JUNIOR PENDL JUNIOR" userId="a7519bb9f12db4d8" providerId="LiveId" clId="{8EF78FEE-8EF5-4606-8BBA-AC61041591A0}" dt="2025-01-14T18:56:30.355" v="1118" actId="20577"/>
          <ac:spMkLst>
            <pc:docMk/>
            <pc:sldMk cId="1274871850" sldId="302"/>
            <ac:spMk id="9" creationId="{4D6F1DAC-0E29-A8ED-CAA8-492DF9DC262C}"/>
          </ac:spMkLst>
        </pc:spChg>
        <pc:spChg chg="add mod">
          <ac:chgData name="WILLI PENDL JUNIOR PENDL JUNIOR" userId="a7519bb9f12db4d8" providerId="LiveId" clId="{8EF78FEE-8EF5-4606-8BBA-AC61041591A0}" dt="2025-01-14T18:57:43.454" v="1136" actId="20577"/>
          <ac:spMkLst>
            <pc:docMk/>
            <pc:sldMk cId="1274871850" sldId="302"/>
            <ac:spMk id="10" creationId="{203716BA-1630-0246-BF00-3CB01FF14820}"/>
          </ac:spMkLst>
        </pc:spChg>
        <pc:spChg chg="add mod">
          <ac:chgData name="WILLI PENDL JUNIOR PENDL JUNIOR" userId="a7519bb9f12db4d8" providerId="LiveId" clId="{8EF78FEE-8EF5-4606-8BBA-AC61041591A0}" dt="2025-01-14T21:08:27.929" v="1257" actId="207"/>
          <ac:spMkLst>
            <pc:docMk/>
            <pc:sldMk cId="1274871850" sldId="302"/>
            <ac:spMk id="11" creationId="{6606D3E9-5B7F-FD39-8A62-6E4450D326E7}"/>
          </ac:spMkLst>
        </pc:spChg>
        <pc:spChg chg="add mod">
          <ac:chgData name="WILLI PENDL JUNIOR PENDL JUNIOR" userId="a7519bb9f12db4d8" providerId="LiveId" clId="{8EF78FEE-8EF5-4606-8BBA-AC61041591A0}" dt="2025-01-14T18:57:55.769" v="1142" actId="20577"/>
          <ac:spMkLst>
            <pc:docMk/>
            <pc:sldMk cId="1274871850" sldId="302"/>
            <ac:spMk id="12" creationId="{902AD9A9-29B0-B18B-0598-A877A0BD237B}"/>
          </ac:spMkLst>
        </pc:spChg>
        <pc:spChg chg="add mod">
          <ac:chgData name="WILLI PENDL JUNIOR PENDL JUNIOR" userId="a7519bb9f12db4d8" providerId="LiveId" clId="{8EF78FEE-8EF5-4606-8BBA-AC61041591A0}" dt="2025-01-14T21:08:38.142" v="1259" actId="207"/>
          <ac:spMkLst>
            <pc:docMk/>
            <pc:sldMk cId="1274871850" sldId="302"/>
            <ac:spMk id="13" creationId="{ECF6CBD8-A1ED-2091-98C0-8E8C1C539066}"/>
          </ac:spMkLst>
        </pc:spChg>
        <pc:spChg chg="add mod">
          <ac:chgData name="WILLI PENDL JUNIOR PENDL JUNIOR" userId="a7519bb9f12db4d8" providerId="LiveId" clId="{8EF78FEE-8EF5-4606-8BBA-AC61041591A0}" dt="2025-01-14T18:59:28.093" v="1160" actId="6549"/>
          <ac:spMkLst>
            <pc:docMk/>
            <pc:sldMk cId="1274871850" sldId="302"/>
            <ac:spMk id="14" creationId="{C239772C-F23C-92E6-BD8D-199682218647}"/>
          </ac:spMkLst>
        </pc:spChg>
        <pc:spChg chg="add mod">
          <ac:chgData name="WILLI PENDL JUNIOR PENDL JUNIOR" userId="a7519bb9f12db4d8" providerId="LiveId" clId="{8EF78FEE-8EF5-4606-8BBA-AC61041591A0}" dt="2025-01-14T21:08:43.613" v="1260" actId="207"/>
          <ac:spMkLst>
            <pc:docMk/>
            <pc:sldMk cId="1274871850" sldId="302"/>
            <ac:spMk id="15" creationId="{50364AC5-4C1B-46C3-9FE2-7676340FB203}"/>
          </ac:spMkLst>
        </pc:spChg>
        <pc:spChg chg="add mod">
          <ac:chgData name="WILLI PENDL JUNIOR PENDL JUNIOR" userId="a7519bb9f12db4d8" providerId="LiveId" clId="{8EF78FEE-8EF5-4606-8BBA-AC61041591A0}" dt="2025-01-14T21:04:45.015" v="1236" actId="1076"/>
          <ac:spMkLst>
            <pc:docMk/>
            <pc:sldMk cId="1274871850" sldId="302"/>
            <ac:spMk id="16" creationId="{638A0C69-D534-2241-8F1F-FC2E9172155F}"/>
          </ac:spMkLst>
        </pc:spChg>
        <pc:spChg chg="add mod">
          <ac:chgData name="WILLI PENDL JUNIOR PENDL JUNIOR" userId="a7519bb9f12db4d8" providerId="LiveId" clId="{8EF78FEE-8EF5-4606-8BBA-AC61041591A0}" dt="2025-01-14T19:00:19.630" v="1177" actId="1076"/>
          <ac:spMkLst>
            <pc:docMk/>
            <pc:sldMk cId="1274871850" sldId="302"/>
            <ac:spMk id="17" creationId="{87BFD7E7-D2E7-0057-407A-FA9F339633B4}"/>
          </ac:spMkLst>
        </pc:spChg>
        <pc:spChg chg="add mod">
          <ac:chgData name="WILLI PENDL JUNIOR PENDL JUNIOR" userId="a7519bb9f12db4d8" providerId="LiveId" clId="{8EF78FEE-8EF5-4606-8BBA-AC61041591A0}" dt="2025-01-14T21:02:19.852" v="1179" actId="1076"/>
          <ac:spMkLst>
            <pc:docMk/>
            <pc:sldMk cId="1274871850" sldId="302"/>
            <ac:spMk id="18" creationId="{467219F7-D253-5504-5570-2CF14C806FAE}"/>
          </ac:spMkLst>
        </pc:spChg>
        <pc:spChg chg="add mod">
          <ac:chgData name="WILLI PENDL JUNIOR PENDL JUNIOR" userId="a7519bb9f12db4d8" providerId="LiveId" clId="{8EF78FEE-8EF5-4606-8BBA-AC61041591A0}" dt="2025-01-14T21:08:52.584" v="1261" actId="207"/>
          <ac:spMkLst>
            <pc:docMk/>
            <pc:sldMk cId="1274871850" sldId="302"/>
            <ac:spMk id="19" creationId="{C28039FA-C419-E61B-1CBA-E31E8BD76ACF}"/>
          </ac:spMkLst>
        </pc:spChg>
        <pc:spChg chg="add mod">
          <ac:chgData name="WILLI PENDL JUNIOR PENDL JUNIOR" userId="a7519bb9f12db4d8" providerId="LiveId" clId="{8EF78FEE-8EF5-4606-8BBA-AC61041591A0}" dt="2025-01-14T21:02:36.841" v="1192" actId="6549"/>
          <ac:spMkLst>
            <pc:docMk/>
            <pc:sldMk cId="1274871850" sldId="302"/>
            <ac:spMk id="20" creationId="{BFEAF1F6-AE74-B222-0628-6F905FC37BF8}"/>
          </ac:spMkLst>
        </pc:spChg>
        <pc:spChg chg="add mod">
          <ac:chgData name="WILLI PENDL JUNIOR PENDL JUNIOR" userId="a7519bb9f12db4d8" providerId="LiveId" clId="{8EF78FEE-8EF5-4606-8BBA-AC61041591A0}" dt="2025-01-14T21:05:53.216" v="1249" actId="1076"/>
          <ac:spMkLst>
            <pc:docMk/>
            <pc:sldMk cId="1274871850" sldId="302"/>
            <ac:spMk id="21" creationId="{DE878827-E694-4B65-8FD9-8F85F7593EF8}"/>
          </ac:spMkLst>
        </pc:spChg>
        <pc:spChg chg="add mod">
          <ac:chgData name="WILLI PENDL JUNIOR PENDL JUNIOR" userId="a7519bb9f12db4d8" providerId="LiveId" clId="{8EF78FEE-8EF5-4606-8BBA-AC61041591A0}" dt="2025-01-14T21:09:08.527" v="1263" actId="207"/>
          <ac:spMkLst>
            <pc:docMk/>
            <pc:sldMk cId="1274871850" sldId="302"/>
            <ac:spMk id="22" creationId="{A8FEF71A-793B-7750-4EFD-43B65C622FB1}"/>
          </ac:spMkLst>
        </pc:spChg>
        <pc:spChg chg="add mod">
          <ac:chgData name="WILLI PENDL JUNIOR PENDL JUNIOR" userId="a7519bb9f12db4d8" providerId="LiveId" clId="{8EF78FEE-8EF5-4606-8BBA-AC61041591A0}" dt="2025-01-14T21:03:17.511" v="1204" actId="20577"/>
          <ac:spMkLst>
            <pc:docMk/>
            <pc:sldMk cId="1274871850" sldId="302"/>
            <ac:spMk id="23" creationId="{D8B0C436-2B62-329B-6FE2-B25602BDDD73}"/>
          </ac:spMkLst>
        </pc:spChg>
        <pc:spChg chg="add mod">
          <ac:chgData name="WILLI PENDL JUNIOR PENDL JUNIOR" userId="a7519bb9f12db4d8" providerId="LiveId" clId="{8EF78FEE-8EF5-4606-8BBA-AC61041591A0}" dt="2025-01-14T21:03:38.686" v="1211" actId="6549"/>
          <ac:spMkLst>
            <pc:docMk/>
            <pc:sldMk cId="1274871850" sldId="302"/>
            <ac:spMk id="24" creationId="{C9B97C3F-81D3-18F6-344F-4AF2B7DBB566}"/>
          </ac:spMkLst>
        </pc:spChg>
        <pc:spChg chg="add mod">
          <ac:chgData name="WILLI PENDL JUNIOR PENDL JUNIOR" userId="a7519bb9f12db4d8" providerId="LiveId" clId="{8EF78FEE-8EF5-4606-8BBA-AC61041591A0}" dt="2025-01-14T21:09:14.158" v="1264" actId="207"/>
          <ac:spMkLst>
            <pc:docMk/>
            <pc:sldMk cId="1274871850" sldId="302"/>
            <ac:spMk id="25" creationId="{C265BF8D-21F8-9433-9ECC-DA898E0689E8}"/>
          </ac:spMkLst>
        </pc:spChg>
        <pc:spChg chg="add mod">
          <ac:chgData name="WILLI PENDL JUNIOR PENDL JUNIOR" userId="a7519bb9f12db4d8" providerId="LiveId" clId="{8EF78FEE-8EF5-4606-8BBA-AC61041591A0}" dt="2025-01-14T21:03:58.344" v="1222" actId="6549"/>
          <ac:spMkLst>
            <pc:docMk/>
            <pc:sldMk cId="1274871850" sldId="302"/>
            <ac:spMk id="26" creationId="{117D964B-86AC-BD7E-6B9A-51E8ADDFC5F7}"/>
          </ac:spMkLst>
        </pc:spChg>
        <pc:spChg chg="add mod">
          <ac:chgData name="WILLI PENDL JUNIOR PENDL JUNIOR" userId="a7519bb9f12db4d8" providerId="LiveId" clId="{8EF78FEE-8EF5-4606-8BBA-AC61041591A0}" dt="2025-01-14T21:09:24.232" v="1266" actId="1582"/>
          <ac:spMkLst>
            <pc:docMk/>
            <pc:sldMk cId="1274871850" sldId="302"/>
            <ac:spMk id="27" creationId="{DBC65796-B40C-2C63-6AA3-5C00A3E49082}"/>
          </ac:spMkLst>
        </pc:spChg>
        <pc:spChg chg="add mod">
          <ac:chgData name="WILLI PENDL JUNIOR PENDL JUNIOR" userId="a7519bb9f12db4d8" providerId="LiveId" clId="{8EF78FEE-8EF5-4606-8BBA-AC61041591A0}" dt="2025-01-14T21:08:00.839" v="1255" actId="1076"/>
          <ac:spMkLst>
            <pc:docMk/>
            <pc:sldMk cId="1274871850" sldId="302"/>
            <ac:spMk id="28" creationId="{692F3BB1-2C89-45EF-2EAF-8185B31E9DB3}"/>
          </ac:spMkLst>
        </pc:spChg>
        <pc:picChg chg="add mod">
          <ac:chgData name="WILLI PENDL JUNIOR PENDL JUNIOR" userId="a7519bb9f12db4d8" providerId="LiveId" clId="{8EF78FEE-8EF5-4606-8BBA-AC61041591A0}" dt="2025-01-14T21:05:14.113" v="1243" actId="1076"/>
          <ac:picMkLst>
            <pc:docMk/>
            <pc:sldMk cId="1274871850" sldId="302"/>
            <ac:picMk id="30" creationId="{E843F9F2-1C8D-6334-6244-A0D10EAA21BE}"/>
          </ac:picMkLst>
        </pc:picChg>
      </pc:sldChg>
      <pc:sldChg chg="addSp delSp modSp new mod delAnim modAnim">
        <pc:chgData name="WILLI PENDL JUNIOR PENDL JUNIOR" userId="a7519bb9f12db4d8" providerId="LiveId" clId="{8EF78FEE-8EF5-4606-8BBA-AC61041591A0}" dt="2025-01-14T22:15:48.371" v="1892" actId="1076"/>
        <pc:sldMkLst>
          <pc:docMk/>
          <pc:sldMk cId="3477690513" sldId="303"/>
        </pc:sldMkLst>
        <pc:spChg chg="add mod">
          <ac:chgData name="WILLI PENDL JUNIOR PENDL JUNIOR" userId="a7519bb9f12db4d8" providerId="LiveId" clId="{8EF78FEE-8EF5-4606-8BBA-AC61041591A0}" dt="2025-01-14T21:55:14.284" v="1572" actId="14100"/>
          <ac:spMkLst>
            <pc:docMk/>
            <pc:sldMk cId="3477690513" sldId="303"/>
            <ac:spMk id="2" creationId="{1214DB8A-53E6-966E-D532-35652DCFD52D}"/>
          </ac:spMkLst>
        </pc:spChg>
        <pc:spChg chg="add mod">
          <ac:chgData name="WILLI PENDL JUNIOR PENDL JUNIOR" userId="a7519bb9f12db4d8" providerId="LiveId" clId="{8EF78FEE-8EF5-4606-8BBA-AC61041591A0}" dt="2025-01-14T22:11:13.797" v="1771" actId="1076"/>
          <ac:spMkLst>
            <pc:docMk/>
            <pc:sldMk cId="3477690513" sldId="303"/>
            <ac:spMk id="3" creationId="{1C26F8C3-269C-A6B8-D24A-471AED11082A}"/>
          </ac:spMkLst>
        </pc:spChg>
        <pc:spChg chg="add mod">
          <ac:chgData name="WILLI PENDL JUNIOR PENDL JUNIOR" userId="a7519bb9f12db4d8" providerId="LiveId" clId="{8EF78FEE-8EF5-4606-8BBA-AC61041591A0}" dt="2025-01-14T21:56:10.029" v="1611" actId="14100"/>
          <ac:spMkLst>
            <pc:docMk/>
            <pc:sldMk cId="3477690513" sldId="303"/>
            <ac:spMk id="4" creationId="{46BCD2B7-34F5-D3C8-92E2-77B2CCFBDCF1}"/>
          </ac:spMkLst>
        </pc:spChg>
        <pc:spChg chg="add mod">
          <ac:chgData name="WILLI PENDL JUNIOR PENDL JUNIOR" userId="a7519bb9f12db4d8" providerId="LiveId" clId="{8EF78FEE-8EF5-4606-8BBA-AC61041591A0}" dt="2025-01-14T21:56:36.093" v="1615" actId="1076"/>
          <ac:spMkLst>
            <pc:docMk/>
            <pc:sldMk cId="3477690513" sldId="303"/>
            <ac:spMk id="6" creationId="{01ABEE9C-43BE-BCBE-82D1-3B7A9A2FC5A3}"/>
          </ac:spMkLst>
        </pc:spChg>
        <pc:spChg chg="add mod">
          <ac:chgData name="WILLI PENDL JUNIOR PENDL JUNIOR" userId="a7519bb9f12db4d8" providerId="LiveId" clId="{8EF78FEE-8EF5-4606-8BBA-AC61041591A0}" dt="2025-01-14T22:01:55.115" v="1650" actId="164"/>
          <ac:spMkLst>
            <pc:docMk/>
            <pc:sldMk cId="3477690513" sldId="303"/>
            <ac:spMk id="7" creationId="{4AEE0113-BE00-3854-DB1F-FC89413510C6}"/>
          </ac:spMkLst>
        </pc:spChg>
        <pc:spChg chg="add mod">
          <ac:chgData name="WILLI PENDL JUNIOR PENDL JUNIOR" userId="a7519bb9f12db4d8" providerId="LiveId" clId="{8EF78FEE-8EF5-4606-8BBA-AC61041591A0}" dt="2025-01-14T22:01:55.115" v="1650" actId="164"/>
          <ac:spMkLst>
            <pc:docMk/>
            <pc:sldMk cId="3477690513" sldId="303"/>
            <ac:spMk id="12" creationId="{1AA1D2B0-5C20-2722-CCC2-865B88D6F30A}"/>
          </ac:spMkLst>
        </pc:spChg>
        <pc:spChg chg="add mod">
          <ac:chgData name="WILLI PENDL JUNIOR PENDL JUNIOR" userId="a7519bb9f12db4d8" providerId="LiveId" clId="{8EF78FEE-8EF5-4606-8BBA-AC61041591A0}" dt="2025-01-14T22:01:55.115" v="1650" actId="164"/>
          <ac:spMkLst>
            <pc:docMk/>
            <pc:sldMk cId="3477690513" sldId="303"/>
            <ac:spMk id="15" creationId="{8E1DF4A6-4D68-BB09-9C8B-2F3E0318F73E}"/>
          </ac:spMkLst>
        </pc:spChg>
        <pc:spChg chg="add mod">
          <ac:chgData name="WILLI PENDL JUNIOR PENDL JUNIOR" userId="a7519bb9f12db4d8" providerId="LiveId" clId="{8EF78FEE-8EF5-4606-8BBA-AC61041591A0}" dt="2025-01-14T22:05:18.447" v="1692" actId="164"/>
          <ac:spMkLst>
            <pc:docMk/>
            <pc:sldMk cId="3477690513" sldId="303"/>
            <ac:spMk id="17" creationId="{0CD963A4-0DBD-F064-D873-83B8CFF808E3}"/>
          </ac:spMkLst>
        </pc:spChg>
        <pc:spChg chg="add mod">
          <ac:chgData name="WILLI PENDL JUNIOR PENDL JUNIOR" userId="a7519bb9f12db4d8" providerId="LiveId" clId="{8EF78FEE-8EF5-4606-8BBA-AC61041591A0}" dt="2025-01-14T22:05:18.447" v="1692" actId="164"/>
          <ac:spMkLst>
            <pc:docMk/>
            <pc:sldMk cId="3477690513" sldId="303"/>
            <ac:spMk id="18" creationId="{91439003-0021-7DB4-D2FA-1CA7B6FD56ED}"/>
          </ac:spMkLst>
        </pc:spChg>
        <pc:spChg chg="add mod">
          <ac:chgData name="WILLI PENDL JUNIOR PENDL JUNIOR" userId="a7519bb9f12db4d8" providerId="LiveId" clId="{8EF78FEE-8EF5-4606-8BBA-AC61041591A0}" dt="2025-01-14T22:05:18.447" v="1692" actId="164"/>
          <ac:spMkLst>
            <pc:docMk/>
            <pc:sldMk cId="3477690513" sldId="303"/>
            <ac:spMk id="19" creationId="{CAE18F65-4B8A-581E-547E-4315047D41BC}"/>
          </ac:spMkLst>
        </pc:spChg>
        <pc:spChg chg="add mod">
          <ac:chgData name="WILLI PENDL JUNIOR PENDL JUNIOR" userId="a7519bb9f12db4d8" providerId="LiveId" clId="{8EF78FEE-8EF5-4606-8BBA-AC61041591A0}" dt="2025-01-14T22:05:18.447" v="1692" actId="164"/>
          <ac:spMkLst>
            <pc:docMk/>
            <pc:sldMk cId="3477690513" sldId="303"/>
            <ac:spMk id="20" creationId="{75F902CA-7B17-02BA-ECE5-29094D8039F6}"/>
          </ac:spMkLst>
        </pc:spChg>
        <pc:spChg chg="add mod">
          <ac:chgData name="WILLI PENDL JUNIOR PENDL JUNIOR" userId="a7519bb9f12db4d8" providerId="LiveId" clId="{8EF78FEE-8EF5-4606-8BBA-AC61041591A0}" dt="2025-01-14T22:05:18.447" v="1692" actId="164"/>
          <ac:spMkLst>
            <pc:docMk/>
            <pc:sldMk cId="3477690513" sldId="303"/>
            <ac:spMk id="21" creationId="{A4FD86B4-EA82-46DE-5CAD-DE89D35F3F46}"/>
          </ac:spMkLst>
        </pc:spChg>
        <pc:spChg chg="add mod">
          <ac:chgData name="WILLI PENDL JUNIOR PENDL JUNIOR" userId="a7519bb9f12db4d8" providerId="LiveId" clId="{8EF78FEE-8EF5-4606-8BBA-AC61041591A0}" dt="2025-01-14T22:05:18.447" v="1692" actId="164"/>
          <ac:spMkLst>
            <pc:docMk/>
            <pc:sldMk cId="3477690513" sldId="303"/>
            <ac:spMk id="22" creationId="{DF940E58-D580-A063-6BD2-0944B286C0AC}"/>
          </ac:spMkLst>
        </pc:spChg>
        <pc:spChg chg="mod">
          <ac:chgData name="WILLI PENDL JUNIOR PENDL JUNIOR" userId="a7519bb9f12db4d8" providerId="LiveId" clId="{8EF78FEE-8EF5-4606-8BBA-AC61041591A0}" dt="2025-01-14T22:04:44.361" v="1688"/>
          <ac:spMkLst>
            <pc:docMk/>
            <pc:sldMk cId="3477690513" sldId="303"/>
            <ac:spMk id="28" creationId="{3BC6D027-5109-E223-BB12-79A5620BE318}"/>
          </ac:spMkLst>
        </pc:spChg>
        <pc:spChg chg="mod">
          <ac:chgData name="WILLI PENDL JUNIOR PENDL JUNIOR" userId="a7519bb9f12db4d8" providerId="LiveId" clId="{8EF78FEE-8EF5-4606-8BBA-AC61041591A0}" dt="2025-01-14T22:04:44.361" v="1688"/>
          <ac:spMkLst>
            <pc:docMk/>
            <pc:sldMk cId="3477690513" sldId="303"/>
            <ac:spMk id="29" creationId="{F0854B6C-1122-4CD0-EAE8-5808E2C20E35}"/>
          </ac:spMkLst>
        </pc:spChg>
        <pc:spChg chg="mod">
          <ac:chgData name="WILLI PENDL JUNIOR PENDL JUNIOR" userId="a7519bb9f12db4d8" providerId="LiveId" clId="{8EF78FEE-8EF5-4606-8BBA-AC61041591A0}" dt="2025-01-14T22:04:44.361" v="1688"/>
          <ac:spMkLst>
            <pc:docMk/>
            <pc:sldMk cId="3477690513" sldId="303"/>
            <ac:spMk id="31" creationId="{726BEA42-5372-2C1B-32B1-05F05ED5E16B}"/>
          </ac:spMkLst>
        </pc:spChg>
        <pc:spChg chg="add mod">
          <ac:chgData name="WILLI PENDL JUNIOR PENDL JUNIOR" userId="a7519bb9f12db4d8" providerId="LiveId" clId="{8EF78FEE-8EF5-4606-8BBA-AC61041591A0}" dt="2025-01-14T22:04:55.197" v="1690" actId="164"/>
          <ac:spMkLst>
            <pc:docMk/>
            <pc:sldMk cId="3477690513" sldId="303"/>
            <ac:spMk id="32" creationId="{84B8736F-BD8D-F601-C3DA-F0B2344A8EA2}"/>
          </ac:spMkLst>
        </pc:spChg>
        <pc:spChg chg="add mod">
          <ac:chgData name="WILLI PENDL JUNIOR PENDL JUNIOR" userId="a7519bb9f12db4d8" providerId="LiveId" clId="{8EF78FEE-8EF5-4606-8BBA-AC61041591A0}" dt="2025-01-14T22:04:55.197" v="1690" actId="164"/>
          <ac:spMkLst>
            <pc:docMk/>
            <pc:sldMk cId="3477690513" sldId="303"/>
            <ac:spMk id="33" creationId="{BF0AF0F8-650C-4584-5931-E1925D4901CE}"/>
          </ac:spMkLst>
        </pc:spChg>
        <pc:spChg chg="mod">
          <ac:chgData name="WILLI PENDL JUNIOR PENDL JUNIOR" userId="a7519bb9f12db4d8" providerId="LiveId" clId="{8EF78FEE-8EF5-4606-8BBA-AC61041591A0}" dt="2025-01-14T22:04:55.197" v="1690" actId="164"/>
          <ac:spMkLst>
            <pc:docMk/>
            <pc:sldMk cId="3477690513" sldId="303"/>
            <ac:spMk id="34" creationId="{34BB218C-678D-DB8A-E967-1326E57DC039}"/>
          </ac:spMkLst>
        </pc:spChg>
        <pc:spChg chg="add mod">
          <ac:chgData name="WILLI PENDL JUNIOR PENDL JUNIOR" userId="a7519bb9f12db4d8" providerId="LiveId" clId="{8EF78FEE-8EF5-4606-8BBA-AC61041591A0}" dt="2025-01-14T22:04:55.197" v="1690" actId="164"/>
          <ac:spMkLst>
            <pc:docMk/>
            <pc:sldMk cId="3477690513" sldId="303"/>
            <ac:spMk id="35" creationId="{C0F37241-64BF-2B53-0130-F39EA727B837}"/>
          </ac:spMkLst>
        </pc:spChg>
        <pc:spChg chg="add mod">
          <ac:chgData name="WILLI PENDL JUNIOR PENDL JUNIOR" userId="a7519bb9f12db4d8" providerId="LiveId" clId="{8EF78FEE-8EF5-4606-8BBA-AC61041591A0}" dt="2025-01-14T22:04:55.197" v="1690" actId="164"/>
          <ac:spMkLst>
            <pc:docMk/>
            <pc:sldMk cId="3477690513" sldId="303"/>
            <ac:spMk id="36" creationId="{C2DC00CE-8A09-371C-DFC2-DBB1DDD0E677}"/>
          </ac:spMkLst>
        </pc:spChg>
        <pc:spChg chg="add mod">
          <ac:chgData name="WILLI PENDL JUNIOR PENDL JUNIOR" userId="a7519bb9f12db4d8" providerId="LiveId" clId="{8EF78FEE-8EF5-4606-8BBA-AC61041591A0}" dt="2025-01-14T22:04:55.197" v="1690" actId="164"/>
          <ac:spMkLst>
            <pc:docMk/>
            <pc:sldMk cId="3477690513" sldId="303"/>
            <ac:spMk id="37" creationId="{444FAF98-3E8B-DACB-7C01-B71AAE944186}"/>
          </ac:spMkLst>
        </pc:spChg>
        <pc:spChg chg="mod">
          <ac:chgData name="WILLI PENDL JUNIOR PENDL JUNIOR" userId="a7519bb9f12db4d8" providerId="LiveId" clId="{8EF78FEE-8EF5-4606-8BBA-AC61041591A0}" dt="2025-01-14T22:04:55.197" v="1690" actId="164"/>
          <ac:spMkLst>
            <pc:docMk/>
            <pc:sldMk cId="3477690513" sldId="303"/>
            <ac:spMk id="38" creationId="{7F629874-902C-171A-84DE-9321B07052DD}"/>
          </ac:spMkLst>
        </pc:spChg>
        <pc:spChg chg="add mod">
          <ac:chgData name="WILLI PENDL JUNIOR PENDL JUNIOR" userId="a7519bb9f12db4d8" providerId="LiveId" clId="{8EF78FEE-8EF5-4606-8BBA-AC61041591A0}" dt="2025-01-14T22:04:55.197" v="1690" actId="164"/>
          <ac:spMkLst>
            <pc:docMk/>
            <pc:sldMk cId="3477690513" sldId="303"/>
            <ac:spMk id="39" creationId="{203D99C9-6D1C-1E05-58B1-A3B1C4ADF720}"/>
          </ac:spMkLst>
        </pc:spChg>
        <pc:spChg chg="add mod">
          <ac:chgData name="WILLI PENDL JUNIOR PENDL JUNIOR" userId="a7519bb9f12db4d8" providerId="LiveId" clId="{8EF78FEE-8EF5-4606-8BBA-AC61041591A0}" dt="2025-01-14T22:04:55.197" v="1690" actId="164"/>
          <ac:spMkLst>
            <pc:docMk/>
            <pc:sldMk cId="3477690513" sldId="303"/>
            <ac:spMk id="40" creationId="{A8A1FF2B-FE9A-0FAE-8CCD-24CCBD2B2F55}"/>
          </ac:spMkLst>
        </pc:spChg>
        <pc:spChg chg="add mod">
          <ac:chgData name="WILLI PENDL JUNIOR PENDL JUNIOR" userId="a7519bb9f12db4d8" providerId="LiveId" clId="{8EF78FEE-8EF5-4606-8BBA-AC61041591A0}" dt="2025-01-14T22:09:00.951" v="1750" actId="164"/>
          <ac:spMkLst>
            <pc:docMk/>
            <pc:sldMk cId="3477690513" sldId="303"/>
            <ac:spMk id="53" creationId="{64FA5675-B304-EB71-1112-64A0A1C8D29F}"/>
          </ac:spMkLst>
        </pc:spChg>
        <pc:spChg chg="add mod">
          <ac:chgData name="WILLI PENDL JUNIOR PENDL JUNIOR" userId="a7519bb9f12db4d8" providerId="LiveId" clId="{8EF78FEE-8EF5-4606-8BBA-AC61041591A0}" dt="2025-01-14T22:09:08.680" v="1751" actId="164"/>
          <ac:spMkLst>
            <pc:docMk/>
            <pc:sldMk cId="3477690513" sldId="303"/>
            <ac:spMk id="54" creationId="{E335A7BC-AA00-5BF2-EBBB-06AAF5EF50FE}"/>
          </ac:spMkLst>
        </pc:spChg>
        <pc:spChg chg="add mod">
          <ac:chgData name="WILLI PENDL JUNIOR PENDL JUNIOR" userId="a7519bb9f12db4d8" providerId="LiveId" clId="{8EF78FEE-8EF5-4606-8BBA-AC61041591A0}" dt="2025-01-14T22:10:13.238" v="1768"/>
          <ac:spMkLst>
            <pc:docMk/>
            <pc:sldMk cId="3477690513" sldId="303"/>
            <ac:spMk id="59" creationId="{6C40C3CE-A4F0-BFB2-124C-B9AE203CD809}"/>
          </ac:spMkLst>
        </pc:spChg>
        <pc:spChg chg="add mod">
          <ac:chgData name="WILLI PENDL JUNIOR PENDL JUNIOR" userId="a7519bb9f12db4d8" providerId="LiveId" clId="{8EF78FEE-8EF5-4606-8BBA-AC61041591A0}" dt="2025-01-14T22:10:13.238" v="1768"/>
          <ac:spMkLst>
            <pc:docMk/>
            <pc:sldMk cId="3477690513" sldId="303"/>
            <ac:spMk id="60" creationId="{282AA322-3A83-F83A-893E-0023913801B3}"/>
          </ac:spMkLst>
        </pc:spChg>
        <pc:spChg chg="add mod">
          <ac:chgData name="WILLI PENDL JUNIOR PENDL JUNIOR" userId="a7519bb9f12db4d8" providerId="LiveId" clId="{8EF78FEE-8EF5-4606-8BBA-AC61041591A0}" dt="2025-01-14T22:10:47.680" v="1770" actId="1076"/>
          <ac:spMkLst>
            <pc:docMk/>
            <pc:sldMk cId="3477690513" sldId="303"/>
            <ac:spMk id="61" creationId="{708B7E3A-39C7-EC69-C94A-CEBAAB745712}"/>
          </ac:spMkLst>
        </pc:spChg>
        <pc:spChg chg="add mod">
          <ac:chgData name="WILLI PENDL JUNIOR PENDL JUNIOR" userId="a7519bb9f12db4d8" providerId="LiveId" clId="{8EF78FEE-8EF5-4606-8BBA-AC61041591A0}" dt="2025-01-14T22:10:47.680" v="1770" actId="1076"/>
          <ac:spMkLst>
            <pc:docMk/>
            <pc:sldMk cId="3477690513" sldId="303"/>
            <ac:spMk id="62" creationId="{C98FF7E1-9B79-435C-4CCE-7A2EDE1F8DA5}"/>
          </ac:spMkLst>
        </pc:spChg>
        <pc:spChg chg="add mod">
          <ac:chgData name="WILLI PENDL JUNIOR PENDL JUNIOR" userId="a7519bb9f12db4d8" providerId="LiveId" clId="{8EF78FEE-8EF5-4606-8BBA-AC61041591A0}" dt="2025-01-14T22:11:58.530" v="1829" actId="1076"/>
          <ac:spMkLst>
            <pc:docMk/>
            <pc:sldMk cId="3477690513" sldId="303"/>
            <ac:spMk id="63" creationId="{E16257AF-4E71-0981-438C-C7A5443536E0}"/>
          </ac:spMkLst>
        </pc:spChg>
        <pc:spChg chg="add mod">
          <ac:chgData name="WILLI PENDL JUNIOR PENDL JUNIOR" userId="a7519bb9f12db4d8" providerId="LiveId" clId="{8EF78FEE-8EF5-4606-8BBA-AC61041591A0}" dt="2025-01-14T22:12:24.711" v="1833" actId="20577"/>
          <ac:spMkLst>
            <pc:docMk/>
            <pc:sldMk cId="3477690513" sldId="303"/>
            <ac:spMk id="64" creationId="{2D691952-E795-B858-9897-7B8BC4A3FD17}"/>
          </ac:spMkLst>
        </pc:spChg>
        <pc:spChg chg="add mod">
          <ac:chgData name="WILLI PENDL JUNIOR PENDL JUNIOR" userId="a7519bb9f12db4d8" providerId="LiveId" clId="{8EF78FEE-8EF5-4606-8BBA-AC61041591A0}" dt="2025-01-14T22:12:36.869" v="1840" actId="20577"/>
          <ac:spMkLst>
            <pc:docMk/>
            <pc:sldMk cId="3477690513" sldId="303"/>
            <ac:spMk id="65" creationId="{F6770429-2A4B-7C3D-01BC-C01473277299}"/>
          </ac:spMkLst>
        </pc:spChg>
        <pc:spChg chg="add mod">
          <ac:chgData name="WILLI PENDL JUNIOR PENDL JUNIOR" userId="a7519bb9f12db4d8" providerId="LiveId" clId="{8EF78FEE-8EF5-4606-8BBA-AC61041591A0}" dt="2025-01-14T22:15:04.557" v="1883" actId="208"/>
          <ac:spMkLst>
            <pc:docMk/>
            <pc:sldMk cId="3477690513" sldId="303"/>
            <ac:spMk id="71" creationId="{4456115A-10E6-1E04-D690-C46ECA9A797B}"/>
          </ac:spMkLst>
        </pc:spChg>
        <pc:spChg chg="add mod">
          <ac:chgData name="WILLI PENDL JUNIOR PENDL JUNIOR" userId="a7519bb9f12db4d8" providerId="LiveId" clId="{8EF78FEE-8EF5-4606-8BBA-AC61041591A0}" dt="2025-01-14T22:15:24.465" v="1887"/>
          <ac:spMkLst>
            <pc:docMk/>
            <pc:sldMk cId="3477690513" sldId="303"/>
            <ac:spMk id="72" creationId="{83907EC6-C29E-8AF2-6158-04140E163C23}"/>
          </ac:spMkLst>
        </pc:spChg>
        <pc:spChg chg="add mod">
          <ac:chgData name="WILLI PENDL JUNIOR PENDL JUNIOR" userId="a7519bb9f12db4d8" providerId="LiveId" clId="{8EF78FEE-8EF5-4606-8BBA-AC61041591A0}" dt="2025-01-14T22:15:24.465" v="1887"/>
          <ac:spMkLst>
            <pc:docMk/>
            <pc:sldMk cId="3477690513" sldId="303"/>
            <ac:spMk id="73" creationId="{E219EC98-B048-5C37-314D-35D2F83A573C}"/>
          </ac:spMkLst>
        </pc:spChg>
        <pc:spChg chg="add mod">
          <ac:chgData name="WILLI PENDL JUNIOR PENDL JUNIOR" userId="a7519bb9f12db4d8" providerId="LiveId" clId="{8EF78FEE-8EF5-4606-8BBA-AC61041591A0}" dt="2025-01-14T22:15:24.465" v="1887"/>
          <ac:spMkLst>
            <pc:docMk/>
            <pc:sldMk cId="3477690513" sldId="303"/>
            <ac:spMk id="74" creationId="{9C9BE007-3451-8120-CF7E-95CF693FF413}"/>
          </ac:spMkLst>
        </pc:spChg>
        <pc:spChg chg="add mod">
          <ac:chgData name="WILLI PENDL JUNIOR PENDL JUNIOR" userId="a7519bb9f12db4d8" providerId="LiveId" clId="{8EF78FEE-8EF5-4606-8BBA-AC61041591A0}" dt="2025-01-14T22:15:24.465" v="1887"/>
          <ac:spMkLst>
            <pc:docMk/>
            <pc:sldMk cId="3477690513" sldId="303"/>
            <ac:spMk id="75" creationId="{CD797FB7-A83B-A046-28C9-1EBD0D3FC5A9}"/>
          </ac:spMkLst>
        </pc:spChg>
        <pc:spChg chg="add mod">
          <ac:chgData name="WILLI PENDL JUNIOR PENDL JUNIOR" userId="a7519bb9f12db4d8" providerId="LiveId" clId="{8EF78FEE-8EF5-4606-8BBA-AC61041591A0}" dt="2025-01-14T22:15:45.990" v="1891" actId="1076"/>
          <ac:spMkLst>
            <pc:docMk/>
            <pc:sldMk cId="3477690513" sldId="303"/>
            <ac:spMk id="76" creationId="{21F40E43-F475-B0D3-8764-52DAB8F46EF7}"/>
          </ac:spMkLst>
        </pc:spChg>
        <pc:grpChg chg="add mod">
          <ac:chgData name="WILLI PENDL JUNIOR PENDL JUNIOR" userId="a7519bb9f12db4d8" providerId="LiveId" clId="{8EF78FEE-8EF5-4606-8BBA-AC61041591A0}" dt="2025-01-14T22:05:18.447" v="1692" actId="164"/>
          <ac:grpSpMkLst>
            <pc:docMk/>
            <pc:sldMk cId="3477690513" sldId="303"/>
            <ac:grpSpMk id="16" creationId="{2BA4348B-3C11-4961-D6F5-0148907507FC}"/>
          </ac:grpSpMkLst>
        </pc:grpChg>
        <pc:grpChg chg="mod">
          <ac:chgData name="WILLI PENDL JUNIOR PENDL JUNIOR" userId="a7519bb9f12db4d8" providerId="LiveId" clId="{8EF78FEE-8EF5-4606-8BBA-AC61041591A0}" dt="2025-01-14T22:04:55.197" v="1690" actId="164"/>
          <ac:grpSpMkLst>
            <pc:docMk/>
            <pc:sldMk cId="3477690513" sldId="303"/>
            <ac:grpSpMk id="27" creationId="{B62669E4-6C5B-FE7D-EF6F-5F2B89EF464F}"/>
          </ac:grpSpMkLst>
        </pc:grpChg>
        <pc:grpChg chg="mod">
          <ac:chgData name="WILLI PENDL JUNIOR PENDL JUNIOR" userId="a7519bb9f12db4d8" providerId="LiveId" clId="{8EF78FEE-8EF5-4606-8BBA-AC61041591A0}" dt="2025-01-14T22:05:33.517" v="1700" actId="1037"/>
          <ac:grpSpMkLst>
            <pc:docMk/>
            <pc:sldMk cId="3477690513" sldId="303"/>
            <ac:grpSpMk id="42" creationId="{1C4C531D-5077-DCE3-0EEE-2B9703B10BD8}"/>
          </ac:grpSpMkLst>
        </pc:grpChg>
        <pc:grpChg chg="add mod">
          <ac:chgData name="WILLI PENDL JUNIOR PENDL JUNIOR" userId="a7519bb9f12db4d8" providerId="LiveId" clId="{8EF78FEE-8EF5-4606-8BBA-AC61041591A0}" dt="2025-01-14T22:05:23.439" v="1693" actId="1076"/>
          <ac:grpSpMkLst>
            <pc:docMk/>
            <pc:sldMk cId="3477690513" sldId="303"/>
            <ac:grpSpMk id="43" creationId="{E00A10C1-7744-9EFF-1D17-668A854F2F25}"/>
          </ac:grpSpMkLst>
        </pc:grpChg>
        <pc:grpChg chg="add mod">
          <ac:chgData name="WILLI PENDL JUNIOR PENDL JUNIOR" userId="a7519bb9f12db4d8" providerId="LiveId" clId="{8EF78FEE-8EF5-4606-8BBA-AC61041591A0}" dt="2025-01-14T22:08:08.605" v="1733" actId="164"/>
          <ac:grpSpMkLst>
            <pc:docMk/>
            <pc:sldMk cId="3477690513" sldId="303"/>
            <ac:grpSpMk id="52" creationId="{3EEC15C6-0277-8874-135A-B123D35A1A07}"/>
          </ac:grpSpMkLst>
        </pc:grpChg>
        <pc:grpChg chg="add mod">
          <ac:chgData name="WILLI PENDL JUNIOR PENDL JUNIOR" userId="a7519bb9f12db4d8" providerId="LiveId" clId="{8EF78FEE-8EF5-4606-8BBA-AC61041591A0}" dt="2025-01-14T22:09:00.951" v="1750" actId="164"/>
          <ac:grpSpMkLst>
            <pc:docMk/>
            <pc:sldMk cId="3477690513" sldId="303"/>
            <ac:grpSpMk id="55" creationId="{53E08883-6962-4DA1-A151-46A852D73836}"/>
          </ac:grpSpMkLst>
        </pc:grpChg>
        <pc:grpChg chg="add mod">
          <ac:chgData name="WILLI PENDL JUNIOR PENDL JUNIOR" userId="a7519bb9f12db4d8" providerId="LiveId" clId="{8EF78FEE-8EF5-4606-8BBA-AC61041591A0}" dt="2025-01-14T22:09:08.680" v="1751" actId="164"/>
          <ac:grpSpMkLst>
            <pc:docMk/>
            <pc:sldMk cId="3477690513" sldId="303"/>
            <ac:grpSpMk id="56" creationId="{559FEB1B-1ED4-85CB-DE6C-A367A8121461}"/>
          </ac:grpSpMkLst>
        </pc:grpChg>
        <pc:picChg chg="add mod">
          <ac:chgData name="WILLI PENDL JUNIOR PENDL JUNIOR" userId="a7519bb9f12db4d8" providerId="LiveId" clId="{8EF78FEE-8EF5-4606-8BBA-AC61041591A0}" dt="2025-01-14T22:15:48.371" v="1892" actId="1076"/>
          <ac:picMkLst>
            <pc:docMk/>
            <pc:sldMk cId="3477690513" sldId="303"/>
            <ac:picMk id="77" creationId="{B92FE425-C830-ED35-4719-BA0BD7AF5356}"/>
          </ac:picMkLst>
        </pc:picChg>
        <pc:cxnChg chg="add mod">
          <ac:chgData name="WILLI PENDL JUNIOR PENDL JUNIOR" userId="a7519bb9f12db4d8" providerId="LiveId" clId="{8EF78FEE-8EF5-4606-8BBA-AC61041591A0}" dt="2025-01-14T22:01:55.115" v="1650" actId="164"/>
          <ac:cxnSpMkLst>
            <pc:docMk/>
            <pc:sldMk cId="3477690513" sldId="303"/>
            <ac:cxnSpMk id="14" creationId="{FA444BB3-073B-FBC3-1D2D-91C793216E8A}"/>
          </ac:cxnSpMkLst>
        </pc:cxnChg>
        <pc:cxnChg chg="add mod">
          <ac:chgData name="WILLI PENDL JUNIOR PENDL JUNIOR" userId="a7519bb9f12db4d8" providerId="LiveId" clId="{8EF78FEE-8EF5-4606-8BBA-AC61041591A0}" dt="2025-01-14T22:08:08.605" v="1733" actId="164"/>
          <ac:cxnSpMkLst>
            <pc:docMk/>
            <pc:sldMk cId="3477690513" sldId="303"/>
            <ac:cxnSpMk id="45" creationId="{FDB18423-AA72-0F9D-0F7C-59E8D0AD955C}"/>
          </ac:cxnSpMkLst>
        </pc:cxnChg>
        <pc:cxnChg chg="add mod">
          <ac:chgData name="WILLI PENDL JUNIOR PENDL JUNIOR" userId="a7519bb9f12db4d8" providerId="LiveId" clId="{8EF78FEE-8EF5-4606-8BBA-AC61041591A0}" dt="2025-01-14T22:08:08.605" v="1733" actId="164"/>
          <ac:cxnSpMkLst>
            <pc:docMk/>
            <pc:sldMk cId="3477690513" sldId="303"/>
            <ac:cxnSpMk id="46" creationId="{18CF722A-9E7C-E84B-4125-FC8D99C54E92}"/>
          </ac:cxnSpMkLst>
        </pc:cxnChg>
        <pc:cxnChg chg="add mod">
          <ac:chgData name="WILLI PENDL JUNIOR PENDL JUNIOR" userId="a7519bb9f12db4d8" providerId="LiveId" clId="{8EF78FEE-8EF5-4606-8BBA-AC61041591A0}" dt="2025-01-14T22:08:08.605" v="1733" actId="164"/>
          <ac:cxnSpMkLst>
            <pc:docMk/>
            <pc:sldMk cId="3477690513" sldId="303"/>
            <ac:cxnSpMk id="47" creationId="{D2325EAA-058C-C4FF-69C0-1AD43ED591B9}"/>
          </ac:cxnSpMkLst>
        </pc:cxnChg>
        <pc:cxnChg chg="add mod">
          <ac:chgData name="WILLI PENDL JUNIOR PENDL JUNIOR" userId="a7519bb9f12db4d8" providerId="LiveId" clId="{8EF78FEE-8EF5-4606-8BBA-AC61041591A0}" dt="2025-01-14T22:09:00.951" v="1750" actId="164"/>
          <ac:cxnSpMkLst>
            <pc:docMk/>
            <pc:sldMk cId="3477690513" sldId="303"/>
            <ac:cxnSpMk id="49" creationId="{7AB33331-353B-E6A4-797A-8D4A7A74850F}"/>
          </ac:cxnSpMkLst>
        </pc:cxnChg>
        <pc:cxnChg chg="add mod">
          <ac:chgData name="WILLI PENDL JUNIOR PENDL JUNIOR" userId="a7519bb9f12db4d8" providerId="LiveId" clId="{8EF78FEE-8EF5-4606-8BBA-AC61041591A0}" dt="2025-01-14T22:09:08.680" v="1751" actId="164"/>
          <ac:cxnSpMkLst>
            <pc:docMk/>
            <pc:sldMk cId="3477690513" sldId="303"/>
            <ac:cxnSpMk id="50" creationId="{2AE67EEF-A869-C751-5640-BE130C94BBC9}"/>
          </ac:cxnSpMkLst>
        </pc:cxnChg>
      </pc:sldChg>
      <pc:sldChg chg="addSp delSp modSp new mod delAnim modAnim">
        <pc:chgData name="WILLI PENDL JUNIOR PENDL JUNIOR" userId="a7519bb9f12db4d8" providerId="LiveId" clId="{8EF78FEE-8EF5-4606-8BBA-AC61041591A0}" dt="2025-01-14T23:01:11.207" v="2659" actId="208"/>
        <pc:sldMkLst>
          <pc:docMk/>
          <pc:sldMk cId="4403322" sldId="304"/>
        </pc:sldMkLst>
        <pc:spChg chg="add mod">
          <ac:chgData name="WILLI PENDL JUNIOR PENDL JUNIOR" userId="a7519bb9f12db4d8" providerId="LiveId" clId="{8EF78FEE-8EF5-4606-8BBA-AC61041591A0}" dt="2025-01-14T22:19:31.453" v="2275" actId="20577"/>
          <ac:spMkLst>
            <pc:docMk/>
            <pc:sldMk cId="4403322" sldId="304"/>
            <ac:spMk id="2" creationId="{5E699F50-000D-3FAD-130F-2F1447FBBFEB}"/>
          </ac:spMkLst>
        </pc:spChg>
        <pc:spChg chg="add mod">
          <ac:chgData name="WILLI PENDL JUNIOR PENDL JUNIOR" userId="a7519bb9f12db4d8" providerId="LiveId" clId="{8EF78FEE-8EF5-4606-8BBA-AC61041591A0}" dt="2025-01-14T22:41:31.061" v="2334" actId="1076"/>
          <ac:spMkLst>
            <pc:docMk/>
            <pc:sldMk cId="4403322" sldId="304"/>
            <ac:spMk id="3" creationId="{ADDBF76D-CEAD-0A8E-019D-4578CB0A26C6}"/>
          </ac:spMkLst>
        </pc:spChg>
        <pc:spChg chg="add mod">
          <ac:chgData name="WILLI PENDL JUNIOR PENDL JUNIOR" userId="a7519bb9f12db4d8" providerId="LiveId" clId="{8EF78FEE-8EF5-4606-8BBA-AC61041591A0}" dt="2025-01-14T22:42:45.220" v="2364" actId="1076"/>
          <ac:spMkLst>
            <pc:docMk/>
            <pc:sldMk cId="4403322" sldId="304"/>
            <ac:spMk id="4" creationId="{49E23D2E-9B96-9598-DB33-D863347E76F5}"/>
          </ac:spMkLst>
        </pc:spChg>
        <pc:spChg chg="add mod">
          <ac:chgData name="WILLI PENDL JUNIOR PENDL JUNIOR" userId="a7519bb9f12db4d8" providerId="LiveId" clId="{8EF78FEE-8EF5-4606-8BBA-AC61041591A0}" dt="2025-01-14T22:52:02.443" v="2544" actId="1076"/>
          <ac:spMkLst>
            <pc:docMk/>
            <pc:sldMk cId="4403322" sldId="304"/>
            <ac:spMk id="5" creationId="{F90EAC2C-A489-D458-E83D-5F98E95AD2D9}"/>
          </ac:spMkLst>
        </pc:spChg>
        <pc:spChg chg="add mod">
          <ac:chgData name="WILLI PENDL JUNIOR PENDL JUNIOR" userId="a7519bb9f12db4d8" providerId="LiveId" clId="{8EF78FEE-8EF5-4606-8BBA-AC61041591A0}" dt="2025-01-14T22:51:58.576" v="2543" actId="1076"/>
          <ac:spMkLst>
            <pc:docMk/>
            <pc:sldMk cId="4403322" sldId="304"/>
            <ac:spMk id="6" creationId="{15BC585E-D5D9-398D-B17A-4ABD23E596C7}"/>
          </ac:spMkLst>
        </pc:spChg>
        <pc:spChg chg="add mod">
          <ac:chgData name="WILLI PENDL JUNIOR PENDL JUNIOR" userId="a7519bb9f12db4d8" providerId="LiveId" clId="{8EF78FEE-8EF5-4606-8BBA-AC61041591A0}" dt="2025-01-14T22:46:36.253" v="2440" actId="164"/>
          <ac:spMkLst>
            <pc:docMk/>
            <pc:sldMk cId="4403322" sldId="304"/>
            <ac:spMk id="7" creationId="{DFDDC623-E48B-8763-E9E4-9E7DCCEEE167}"/>
          </ac:spMkLst>
        </pc:spChg>
        <pc:spChg chg="add mod">
          <ac:chgData name="WILLI PENDL JUNIOR PENDL JUNIOR" userId="a7519bb9f12db4d8" providerId="LiveId" clId="{8EF78FEE-8EF5-4606-8BBA-AC61041591A0}" dt="2025-01-14T22:46:36.253" v="2440" actId="164"/>
          <ac:spMkLst>
            <pc:docMk/>
            <pc:sldMk cId="4403322" sldId="304"/>
            <ac:spMk id="8" creationId="{623F8833-3B88-6C96-A58C-72B59F4B2CB8}"/>
          </ac:spMkLst>
        </pc:spChg>
        <pc:spChg chg="add mod">
          <ac:chgData name="WILLI PENDL JUNIOR PENDL JUNIOR" userId="a7519bb9f12db4d8" providerId="LiveId" clId="{8EF78FEE-8EF5-4606-8BBA-AC61041591A0}" dt="2025-01-14T22:49:25.091" v="2513" actId="1036"/>
          <ac:spMkLst>
            <pc:docMk/>
            <pc:sldMk cId="4403322" sldId="304"/>
            <ac:spMk id="9" creationId="{2A70E845-138C-3A2C-FC8E-65ED191A5C7B}"/>
          </ac:spMkLst>
        </pc:spChg>
        <pc:spChg chg="add mod">
          <ac:chgData name="WILLI PENDL JUNIOR PENDL JUNIOR" userId="a7519bb9f12db4d8" providerId="LiveId" clId="{8EF78FEE-8EF5-4606-8BBA-AC61041591A0}" dt="2025-01-14T22:49:30.185" v="2515" actId="1036"/>
          <ac:spMkLst>
            <pc:docMk/>
            <pc:sldMk cId="4403322" sldId="304"/>
            <ac:spMk id="10" creationId="{9BB9F11C-6A42-C9BF-BED3-5CA2BD2A71E6}"/>
          </ac:spMkLst>
        </pc:spChg>
        <pc:spChg chg="add mod">
          <ac:chgData name="WILLI PENDL JUNIOR PENDL JUNIOR" userId="a7519bb9f12db4d8" providerId="LiveId" clId="{8EF78FEE-8EF5-4606-8BBA-AC61041591A0}" dt="2025-01-14T22:46:36.253" v="2440" actId="164"/>
          <ac:spMkLst>
            <pc:docMk/>
            <pc:sldMk cId="4403322" sldId="304"/>
            <ac:spMk id="11" creationId="{661B8D14-ADF8-E618-C1F7-4B86C3EF7703}"/>
          </ac:spMkLst>
        </pc:spChg>
        <pc:spChg chg="add mod">
          <ac:chgData name="WILLI PENDL JUNIOR PENDL JUNIOR" userId="a7519bb9f12db4d8" providerId="LiveId" clId="{8EF78FEE-8EF5-4606-8BBA-AC61041591A0}" dt="2025-01-14T22:46:36.253" v="2440" actId="164"/>
          <ac:spMkLst>
            <pc:docMk/>
            <pc:sldMk cId="4403322" sldId="304"/>
            <ac:spMk id="12" creationId="{1C2F19AE-D7CA-A3AC-4718-E576B2889ED7}"/>
          </ac:spMkLst>
        </pc:spChg>
        <pc:spChg chg="add mod">
          <ac:chgData name="WILLI PENDL JUNIOR PENDL JUNIOR" userId="a7519bb9f12db4d8" providerId="LiveId" clId="{8EF78FEE-8EF5-4606-8BBA-AC61041591A0}" dt="2025-01-14T22:46:36.253" v="2440" actId="164"/>
          <ac:spMkLst>
            <pc:docMk/>
            <pc:sldMk cId="4403322" sldId="304"/>
            <ac:spMk id="13" creationId="{F10BF9C8-A86F-B69A-D4DF-F618B06D7EE6}"/>
          </ac:spMkLst>
        </pc:spChg>
        <pc:spChg chg="add mod">
          <ac:chgData name="WILLI PENDL JUNIOR PENDL JUNIOR" userId="a7519bb9f12db4d8" providerId="LiveId" clId="{8EF78FEE-8EF5-4606-8BBA-AC61041591A0}" dt="2025-01-14T22:46:36.253" v="2440" actId="164"/>
          <ac:spMkLst>
            <pc:docMk/>
            <pc:sldMk cId="4403322" sldId="304"/>
            <ac:spMk id="14" creationId="{48C2FF30-2AF6-D72E-4E33-027FF9665478}"/>
          </ac:spMkLst>
        </pc:spChg>
        <pc:spChg chg="add mod">
          <ac:chgData name="WILLI PENDL JUNIOR PENDL JUNIOR" userId="a7519bb9f12db4d8" providerId="LiveId" clId="{8EF78FEE-8EF5-4606-8BBA-AC61041591A0}" dt="2025-01-14T22:46:36.253" v="2440" actId="164"/>
          <ac:spMkLst>
            <pc:docMk/>
            <pc:sldMk cId="4403322" sldId="304"/>
            <ac:spMk id="15" creationId="{62E174DE-9A1A-BC73-ED00-32F73016CAC2}"/>
          </ac:spMkLst>
        </pc:spChg>
        <pc:spChg chg="add mod">
          <ac:chgData name="WILLI PENDL JUNIOR PENDL JUNIOR" userId="a7519bb9f12db4d8" providerId="LiveId" clId="{8EF78FEE-8EF5-4606-8BBA-AC61041591A0}" dt="2025-01-14T22:48:36.721" v="2495" actId="164"/>
          <ac:spMkLst>
            <pc:docMk/>
            <pc:sldMk cId="4403322" sldId="304"/>
            <ac:spMk id="16" creationId="{F99E8FA0-A144-0B3C-ED92-E40321DFDED4}"/>
          </ac:spMkLst>
        </pc:spChg>
        <pc:spChg chg="add mod">
          <ac:chgData name="WILLI PENDL JUNIOR PENDL JUNIOR" userId="a7519bb9f12db4d8" providerId="LiveId" clId="{8EF78FEE-8EF5-4606-8BBA-AC61041591A0}" dt="2025-01-14T22:48:36.721" v="2495" actId="164"/>
          <ac:spMkLst>
            <pc:docMk/>
            <pc:sldMk cId="4403322" sldId="304"/>
            <ac:spMk id="18" creationId="{51ACDB5B-38E8-6D33-9C7F-67AD85434B48}"/>
          </ac:spMkLst>
        </pc:spChg>
        <pc:spChg chg="add mod">
          <ac:chgData name="WILLI PENDL JUNIOR PENDL JUNIOR" userId="a7519bb9f12db4d8" providerId="LiveId" clId="{8EF78FEE-8EF5-4606-8BBA-AC61041591A0}" dt="2025-01-14T22:48:36.721" v="2495" actId="164"/>
          <ac:spMkLst>
            <pc:docMk/>
            <pc:sldMk cId="4403322" sldId="304"/>
            <ac:spMk id="19" creationId="{509BE438-3D73-2C9B-94A4-A5C0A0019905}"/>
          </ac:spMkLst>
        </pc:spChg>
        <pc:spChg chg="add mod">
          <ac:chgData name="WILLI PENDL JUNIOR PENDL JUNIOR" userId="a7519bb9f12db4d8" providerId="LiveId" clId="{8EF78FEE-8EF5-4606-8BBA-AC61041591A0}" dt="2025-01-14T22:48:36.721" v="2495" actId="164"/>
          <ac:spMkLst>
            <pc:docMk/>
            <pc:sldMk cId="4403322" sldId="304"/>
            <ac:spMk id="20" creationId="{BEBFDC88-878D-044B-5E06-90DA58429491}"/>
          </ac:spMkLst>
        </pc:spChg>
        <pc:spChg chg="add mod">
          <ac:chgData name="WILLI PENDL JUNIOR PENDL JUNIOR" userId="a7519bb9f12db4d8" providerId="LiveId" clId="{8EF78FEE-8EF5-4606-8BBA-AC61041591A0}" dt="2025-01-14T22:48:36.721" v="2495" actId="164"/>
          <ac:spMkLst>
            <pc:docMk/>
            <pc:sldMk cId="4403322" sldId="304"/>
            <ac:spMk id="21" creationId="{86061675-3E0F-8515-C5E3-318EDE63497D}"/>
          </ac:spMkLst>
        </pc:spChg>
        <pc:spChg chg="add mod">
          <ac:chgData name="WILLI PENDL JUNIOR PENDL JUNIOR" userId="a7519bb9f12db4d8" providerId="LiveId" clId="{8EF78FEE-8EF5-4606-8BBA-AC61041591A0}" dt="2025-01-14T22:51:55.813" v="2542" actId="1076"/>
          <ac:spMkLst>
            <pc:docMk/>
            <pc:sldMk cId="4403322" sldId="304"/>
            <ac:spMk id="23" creationId="{21311200-542E-34A5-AEA5-3C34CB936C46}"/>
          </ac:spMkLst>
        </pc:spChg>
        <pc:spChg chg="mod">
          <ac:chgData name="WILLI PENDL JUNIOR PENDL JUNIOR" userId="a7519bb9f12db4d8" providerId="LiveId" clId="{8EF78FEE-8EF5-4606-8BBA-AC61041591A0}" dt="2025-01-14T22:53:13.327" v="2558" actId="14100"/>
          <ac:spMkLst>
            <pc:docMk/>
            <pc:sldMk cId="4403322" sldId="304"/>
            <ac:spMk id="32" creationId="{B866F576-5015-EF2C-7D33-ACB41FA7BC39}"/>
          </ac:spMkLst>
        </pc:spChg>
        <pc:spChg chg="mod">
          <ac:chgData name="WILLI PENDL JUNIOR PENDL JUNIOR" userId="a7519bb9f12db4d8" providerId="LiveId" clId="{8EF78FEE-8EF5-4606-8BBA-AC61041591A0}" dt="2025-01-14T22:54:07.009" v="2568" actId="1076"/>
          <ac:spMkLst>
            <pc:docMk/>
            <pc:sldMk cId="4403322" sldId="304"/>
            <ac:spMk id="37" creationId="{310BD9B4-B1DC-79C3-0092-1B26FB1789D2}"/>
          </ac:spMkLst>
        </pc:spChg>
        <pc:spChg chg="add mod">
          <ac:chgData name="WILLI PENDL JUNIOR PENDL JUNIOR" userId="a7519bb9f12db4d8" providerId="LiveId" clId="{8EF78FEE-8EF5-4606-8BBA-AC61041591A0}" dt="2025-01-14T22:54:36.971" v="2576" actId="1038"/>
          <ac:spMkLst>
            <pc:docMk/>
            <pc:sldMk cId="4403322" sldId="304"/>
            <ac:spMk id="39" creationId="{9B999BC8-ABFD-35D2-7A57-D79A5B2CE79D}"/>
          </ac:spMkLst>
        </pc:spChg>
        <pc:spChg chg="add mod">
          <ac:chgData name="WILLI PENDL JUNIOR PENDL JUNIOR" userId="a7519bb9f12db4d8" providerId="LiveId" clId="{8EF78FEE-8EF5-4606-8BBA-AC61041591A0}" dt="2025-01-14T22:54:43.649" v="2577" actId="1076"/>
          <ac:spMkLst>
            <pc:docMk/>
            <pc:sldMk cId="4403322" sldId="304"/>
            <ac:spMk id="40" creationId="{5E9EC78D-76F5-AB88-37C9-176DE43BF550}"/>
          </ac:spMkLst>
        </pc:spChg>
        <pc:spChg chg="add mod">
          <ac:chgData name="WILLI PENDL JUNIOR PENDL JUNIOR" userId="a7519bb9f12db4d8" providerId="LiveId" clId="{8EF78FEE-8EF5-4606-8BBA-AC61041591A0}" dt="2025-01-14T22:56:09.020" v="2595" actId="1076"/>
          <ac:spMkLst>
            <pc:docMk/>
            <pc:sldMk cId="4403322" sldId="304"/>
            <ac:spMk id="44" creationId="{F87CCAF4-044B-E0AD-0426-E970DD926895}"/>
          </ac:spMkLst>
        </pc:spChg>
        <pc:spChg chg="add mod">
          <ac:chgData name="WILLI PENDL JUNIOR PENDL JUNIOR" userId="a7519bb9f12db4d8" providerId="LiveId" clId="{8EF78FEE-8EF5-4606-8BBA-AC61041591A0}" dt="2025-01-14T22:56:21.398" v="2597"/>
          <ac:spMkLst>
            <pc:docMk/>
            <pc:sldMk cId="4403322" sldId="304"/>
            <ac:spMk id="45" creationId="{57453863-4EF1-5817-E44A-18C6B898BC74}"/>
          </ac:spMkLst>
        </pc:spChg>
        <pc:spChg chg="add mod">
          <ac:chgData name="WILLI PENDL JUNIOR PENDL JUNIOR" userId="a7519bb9f12db4d8" providerId="LiveId" clId="{8EF78FEE-8EF5-4606-8BBA-AC61041591A0}" dt="2025-01-14T22:56:21.398" v="2597"/>
          <ac:spMkLst>
            <pc:docMk/>
            <pc:sldMk cId="4403322" sldId="304"/>
            <ac:spMk id="46" creationId="{C137F95D-6119-D527-98FA-9DBBEDCD7DFB}"/>
          </ac:spMkLst>
        </pc:spChg>
        <pc:spChg chg="add mod">
          <ac:chgData name="WILLI PENDL JUNIOR PENDL JUNIOR" userId="a7519bb9f12db4d8" providerId="LiveId" clId="{8EF78FEE-8EF5-4606-8BBA-AC61041591A0}" dt="2025-01-14T22:56:21.398" v="2597"/>
          <ac:spMkLst>
            <pc:docMk/>
            <pc:sldMk cId="4403322" sldId="304"/>
            <ac:spMk id="47" creationId="{8FD14ECB-4956-AF86-2639-F8BDDD11305F}"/>
          </ac:spMkLst>
        </pc:spChg>
        <pc:spChg chg="add mod">
          <ac:chgData name="WILLI PENDL JUNIOR PENDL JUNIOR" userId="a7519bb9f12db4d8" providerId="LiveId" clId="{8EF78FEE-8EF5-4606-8BBA-AC61041591A0}" dt="2025-01-14T22:56:40.324" v="2599" actId="1076"/>
          <ac:spMkLst>
            <pc:docMk/>
            <pc:sldMk cId="4403322" sldId="304"/>
            <ac:spMk id="48" creationId="{1FD3F28C-ECE2-6F2D-0F6A-88E9891ADAAF}"/>
          </ac:spMkLst>
        </pc:spChg>
        <pc:spChg chg="add mod">
          <ac:chgData name="WILLI PENDL JUNIOR PENDL JUNIOR" userId="a7519bb9f12db4d8" providerId="LiveId" clId="{8EF78FEE-8EF5-4606-8BBA-AC61041591A0}" dt="2025-01-14T22:57:15.107" v="2608" actId="20577"/>
          <ac:spMkLst>
            <pc:docMk/>
            <pc:sldMk cId="4403322" sldId="304"/>
            <ac:spMk id="49" creationId="{330A9D2F-C5A2-D891-EDDC-6269A7DFDD77}"/>
          </ac:spMkLst>
        </pc:spChg>
        <pc:spChg chg="add mod">
          <ac:chgData name="WILLI PENDL JUNIOR PENDL JUNIOR" userId="a7519bb9f12db4d8" providerId="LiveId" clId="{8EF78FEE-8EF5-4606-8BBA-AC61041591A0}" dt="2025-01-14T23:01:11.207" v="2659" actId="208"/>
          <ac:spMkLst>
            <pc:docMk/>
            <pc:sldMk cId="4403322" sldId="304"/>
            <ac:spMk id="52" creationId="{D2FD4419-B234-F7CD-ECC7-5FCCCD9839BB}"/>
          </ac:spMkLst>
        </pc:spChg>
        <pc:spChg chg="add mod">
          <ac:chgData name="WILLI PENDL JUNIOR PENDL JUNIOR" userId="a7519bb9f12db4d8" providerId="LiveId" clId="{8EF78FEE-8EF5-4606-8BBA-AC61041591A0}" dt="2025-01-14T22:58:16.910" v="2621" actId="20577"/>
          <ac:spMkLst>
            <pc:docMk/>
            <pc:sldMk cId="4403322" sldId="304"/>
            <ac:spMk id="53" creationId="{1DF1A8B6-3141-7226-A055-C132C0281C58}"/>
          </ac:spMkLst>
        </pc:spChg>
        <pc:spChg chg="add mod">
          <ac:chgData name="WILLI PENDL JUNIOR PENDL JUNIOR" userId="a7519bb9f12db4d8" providerId="LiveId" clId="{8EF78FEE-8EF5-4606-8BBA-AC61041591A0}" dt="2025-01-14T23:00:01.009" v="2647" actId="207"/>
          <ac:spMkLst>
            <pc:docMk/>
            <pc:sldMk cId="4403322" sldId="304"/>
            <ac:spMk id="54" creationId="{356E9905-367B-D229-1C51-4C7912FCF5F1}"/>
          </ac:spMkLst>
        </pc:spChg>
        <pc:spChg chg="add mod ord">
          <ac:chgData name="WILLI PENDL JUNIOR PENDL JUNIOR" userId="a7519bb9f12db4d8" providerId="LiveId" clId="{8EF78FEE-8EF5-4606-8BBA-AC61041591A0}" dt="2025-01-14T22:59:41.974" v="2644" actId="1038"/>
          <ac:spMkLst>
            <pc:docMk/>
            <pc:sldMk cId="4403322" sldId="304"/>
            <ac:spMk id="55" creationId="{ED046800-0DAB-7C92-2D7B-9894B1F7090B}"/>
          </ac:spMkLst>
        </pc:spChg>
        <pc:grpChg chg="add mod">
          <ac:chgData name="WILLI PENDL JUNIOR PENDL JUNIOR" userId="a7519bb9f12db4d8" providerId="LiveId" clId="{8EF78FEE-8EF5-4606-8BBA-AC61041591A0}" dt="2025-01-14T22:51:55.813" v="2542" actId="1076"/>
          <ac:grpSpMkLst>
            <pc:docMk/>
            <pc:sldMk cId="4403322" sldId="304"/>
            <ac:grpSpMk id="17" creationId="{A5C378CD-D7A3-FC2F-A15C-DAC94936EF18}"/>
          </ac:grpSpMkLst>
        </pc:grpChg>
        <pc:grpChg chg="add mod">
          <ac:chgData name="WILLI PENDL JUNIOR PENDL JUNIOR" userId="a7519bb9f12db4d8" providerId="LiveId" clId="{8EF78FEE-8EF5-4606-8BBA-AC61041591A0}" dt="2025-01-14T22:51:55.813" v="2542" actId="1076"/>
          <ac:grpSpMkLst>
            <pc:docMk/>
            <pc:sldMk cId="4403322" sldId="304"/>
            <ac:grpSpMk id="22" creationId="{5E33387C-2D2C-662C-6B27-9AE682E991A3}"/>
          </ac:grpSpMkLst>
        </pc:grpChg>
        <pc:grpChg chg="add mod">
          <ac:chgData name="WILLI PENDL JUNIOR PENDL JUNIOR" userId="a7519bb9f12db4d8" providerId="LiveId" clId="{8EF78FEE-8EF5-4606-8BBA-AC61041591A0}" dt="2025-01-14T22:51:55.813" v="2542" actId="1076"/>
          <ac:grpSpMkLst>
            <pc:docMk/>
            <pc:sldMk cId="4403322" sldId="304"/>
            <ac:grpSpMk id="24" creationId="{E1EA0A51-500C-58F2-C427-BCF9AEE9A9F2}"/>
          </ac:grpSpMkLst>
        </pc:grpChg>
        <pc:grpChg chg="add mod">
          <ac:chgData name="WILLI PENDL JUNIOR PENDL JUNIOR" userId="a7519bb9f12db4d8" providerId="LiveId" clId="{8EF78FEE-8EF5-4606-8BBA-AC61041591A0}" dt="2025-01-14T22:53:06.034" v="2556" actId="1076"/>
          <ac:grpSpMkLst>
            <pc:docMk/>
            <pc:sldMk cId="4403322" sldId="304"/>
            <ac:grpSpMk id="30" creationId="{9ACA235A-25C9-0976-B83E-032415BF645D}"/>
          </ac:grpSpMkLst>
        </pc:grpChg>
        <pc:grpChg chg="add mod">
          <ac:chgData name="WILLI PENDL JUNIOR PENDL JUNIOR" userId="a7519bb9f12db4d8" providerId="LiveId" clId="{8EF78FEE-8EF5-4606-8BBA-AC61041591A0}" dt="2025-01-14T22:53:48.134" v="2563" actId="1076"/>
          <ac:grpSpMkLst>
            <pc:docMk/>
            <pc:sldMk cId="4403322" sldId="304"/>
            <ac:grpSpMk id="35" creationId="{89614C05-10C7-F204-4586-58C330CC3DF0}"/>
          </ac:grpSpMkLst>
        </pc:grpChg>
        <pc:picChg chg="add mod">
          <ac:chgData name="WILLI PENDL JUNIOR PENDL JUNIOR" userId="a7519bb9f12db4d8" providerId="LiveId" clId="{8EF78FEE-8EF5-4606-8BBA-AC61041591A0}" dt="2025-01-14T23:00:26.488" v="2650" actId="1076"/>
          <ac:picMkLst>
            <pc:docMk/>
            <pc:sldMk cId="4403322" sldId="304"/>
            <ac:picMk id="56" creationId="{15529475-4363-015E-9E91-67D9F67613D7}"/>
          </ac:picMkLst>
        </pc:picChg>
        <pc:cxnChg chg="mod">
          <ac:chgData name="WILLI PENDL JUNIOR PENDL JUNIOR" userId="a7519bb9f12db4d8" providerId="LiveId" clId="{8EF78FEE-8EF5-4606-8BBA-AC61041591A0}" dt="2025-01-14T22:50:57.659" v="2535" actId="1076"/>
          <ac:cxnSpMkLst>
            <pc:docMk/>
            <pc:sldMk cId="4403322" sldId="304"/>
            <ac:cxnSpMk id="25" creationId="{0D4E986E-7345-A882-2955-0D83C36DCE92}"/>
          </ac:cxnSpMkLst>
        </pc:cxnChg>
        <pc:cxnChg chg="mod">
          <ac:chgData name="WILLI PENDL JUNIOR PENDL JUNIOR" userId="a7519bb9f12db4d8" providerId="LiveId" clId="{8EF78FEE-8EF5-4606-8BBA-AC61041591A0}" dt="2025-01-14T22:51:07.236" v="2537" actId="1076"/>
          <ac:cxnSpMkLst>
            <pc:docMk/>
            <pc:sldMk cId="4403322" sldId="304"/>
            <ac:cxnSpMk id="26" creationId="{3CBFBEFF-AFBC-EFF8-70B5-D6D4D432A976}"/>
          </ac:cxnSpMkLst>
        </pc:cxnChg>
        <pc:cxnChg chg="mod">
          <ac:chgData name="WILLI PENDL JUNIOR PENDL JUNIOR" userId="a7519bb9f12db4d8" providerId="LiveId" clId="{8EF78FEE-8EF5-4606-8BBA-AC61041591A0}" dt="2025-01-14T22:51:02.643" v="2536" actId="1076"/>
          <ac:cxnSpMkLst>
            <pc:docMk/>
            <pc:sldMk cId="4403322" sldId="304"/>
            <ac:cxnSpMk id="27" creationId="{C403DF54-8AF2-1637-2CD7-2464F7C06F36}"/>
          </ac:cxnSpMkLst>
        </pc:cxnChg>
        <pc:cxnChg chg="mod">
          <ac:chgData name="WILLI PENDL JUNIOR PENDL JUNIOR" userId="a7519bb9f12db4d8" providerId="LiveId" clId="{8EF78FEE-8EF5-4606-8BBA-AC61041591A0}" dt="2025-01-14T22:53:36.690" v="2560" actId="1076"/>
          <ac:cxnSpMkLst>
            <pc:docMk/>
            <pc:sldMk cId="4403322" sldId="304"/>
            <ac:cxnSpMk id="31" creationId="{94E98CE6-5058-08E0-E4FD-5603FE582E3A}"/>
          </ac:cxnSpMkLst>
        </pc:cxnChg>
        <pc:cxnChg chg="mod">
          <ac:chgData name="WILLI PENDL JUNIOR PENDL JUNIOR" userId="a7519bb9f12db4d8" providerId="LiveId" clId="{8EF78FEE-8EF5-4606-8BBA-AC61041591A0}" dt="2025-01-14T22:53:56.833" v="2565" actId="14100"/>
          <ac:cxnSpMkLst>
            <pc:docMk/>
            <pc:sldMk cId="4403322" sldId="304"/>
            <ac:cxnSpMk id="36" creationId="{DF33DF82-5F5D-5971-B494-239A33FF51DF}"/>
          </ac:cxnSpMkLst>
        </pc:cxnChg>
      </pc:sldChg>
      <pc:sldChg chg="addSp modSp add mod">
        <pc:chgData name="WILLI PENDL JUNIOR PENDL JUNIOR" userId="a7519bb9f12db4d8" providerId="LiveId" clId="{8EF78FEE-8EF5-4606-8BBA-AC61041591A0}" dt="2025-01-14T23:36:57.544" v="3699" actId="1035"/>
        <pc:sldMkLst>
          <pc:docMk/>
          <pc:sldMk cId="1152530365" sldId="305"/>
        </pc:sldMkLst>
        <pc:spChg chg="add mod">
          <ac:chgData name="WILLI PENDL JUNIOR PENDL JUNIOR" userId="a7519bb9f12db4d8" providerId="LiveId" clId="{8EF78FEE-8EF5-4606-8BBA-AC61041591A0}" dt="2025-01-14T23:36:57.544" v="3699" actId="1035"/>
          <ac:spMkLst>
            <pc:docMk/>
            <pc:sldMk cId="1152530365" sldId="305"/>
            <ac:spMk id="2" creationId="{1437D2B0-EEF9-BCF0-58FB-109EA03225B3}"/>
          </ac:spMkLst>
        </pc:spChg>
        <pc:spChg chg="add mod">
          <ac:chgData name="WILLI PENDL JUNIOR PENDL JUNIOR" userId="a7519bb9f12db4d8" providerId="LiveId" clId="{8EF78FEE-8EF5-4606-8BBA-AC61041591A0}" dt="2025-01-14T23:36:49.450" v="3694" actId="1076"/>
          <ac:spMkLst>
            <pc:docMk/>
            <pc:sldMk cId="1152530365" sldId="305"/>
            <ac:spMk id="3" creationId="{35E60A1A-BBD9-4138-8AFE-21A655CF387A}"/>
          </ac:spMkLst>
        </pc:spChg>
      </pc:sldChg>
      <pc:sldChg chg="addSp delSp modSp add mod replId delAnim modAnim">
        <pc:chgData name="WILLI PENDL JUNIOR PENDL JUNIOR" userId="a7519bb9f12db4d8" providerId="LiveId" clId="{8EF78FEE-8EF5-4606-8BBA-AC61041591A0}" dt="2025-01-14T23:45:06.551" v="3858" actId="1076"/>
        <pc:sldMkLst>
          <pc:docMk/>
          <pc:sldMk cId="2112000077" sldId="306"/>
        </pc:sldMkLst>
        <pc:spChg chg="add mod">
          <ac:chgData name="WILLI PENDL JUNIOR PENDL JUNIOR" userId="a7519bb9f12db4d8" providerId="LiveId" clId="{8EF78FEE-8EF5-4606-8BBA-AC61041591A0}" dt="2025-01-14T23:35:24.961" v="3621" actId="1076"/>
          <ac:spMkLst>
            <pc:docMk/>
            <pc:sldMk cId="2112000077" sldId="306"/>
            <ac:spMk id="2" creationId="{B84B00C0-F29F-7FFC-ADF3-D0CB9A1032A8}"/>
          </ac:spMkLst>
        </pc:spChg>
        <pc:spChg chg="add mod">
          <ac:chgData name="WILLI PENDL JUNIOR PENDL JUNIOR" userId="a7519bb9f12db4d8" providerId="LiveId" clId="{8EF78FEE-8EF5-4606-8BBA-AC61041591A0}" dt="2025-01-14T23:36:11.145" v="3659" actId="1076"/>
          <ac:spMkLst>
            <pc:docMk/>
            <pc:sldMk cId="2112000077" sldId="306"/>
            <ac:spMk id="3" creationId="{3823D3A3-E601-78E2-D533-B19317F235D3}"/>
          </ac:spMkLst>
        </pc:spChg>
        <pc:spChg chg="add mod">
          <ac:chgData name="WILLI PENDL JUNIOR PENDL JUNIOR" userId="a7519bb9f12db4d8" providerId="LiveId" clId="{8EF78FEE-8EF5-4606-8BBA-AC61041591A0}" dt="2025-01-14T23:38:30.643" v="3701" actId="1076"/>
          <ac:spMkLst>
            <pc:docMk/>
            <pc:sldMk cId="2112000077" sldId="306"/>
            <ac:spMk id="4" creationId="{5D9A81AC-94E1-763D-1AA6-618A254AE53A}"/>
          </ac:spMkLst>
        </pc:spChg>
        <pc:spChg chg="add mod">
          <ac:chgData name="WILLI PENDL JUNIOR PENDL JUNIOR" userId="a7519bb9f12db4d8" providerId="LiveId" clId="{8EF78FEE-8EF5-4606-8BBA-AC61041591A0}" dt="2025-01-14T23:38:39.883" v="3703" actId="1076"/>
          <ac:spMkLst>
            <pc:docMk/>
            <pc:sldMk cId="2112000077" sldId="306"/>
            <ac:spMk id="5" creationId="{2C231D33-1365-E782-8AB2-9AB3696862EB}"/>
          </ac:spMkLst>
        </pc:spChg>
        <pc:spChg chg="add mod">
          <ac:chgData name="WILLI PENDL JUNIOR PENDL JUNIOR" userId="a7519bb9f12db4d8" providerId="LiveId" clId="{8EF78FEE-8EF5-4606-8BBA-AC61041591A0}" dt="2025-01-14T23:39:14.190" v="3713" actId="6549"/>
          <ac:spMkLst>
            <pc:docMk/>
            <pc:sldMk cId="2112000077" sldId="306"/>
            <ac:spMk id="6" creationId="{DF5CB3DB-391C-0C55-D983-9E5A19CE164A}"/>
          </ac:spMkLst>
        </pc:spChg>
        <pc:spChg chg="add mod">
          <ac:chgData name="WILLI PENDL JUNIOR PENDL JUNIOR" userId="a7519bb9f12db4d8" providerId="LiveId" clId="{8EF78FEE-8EF5-4606-8BBA-AC61041591A0}" dt="2025-01-14T23:40:00.313" v="3776" actId="1076"/>
          <ac:spMkLst>
            <pc:docMk/>
            <pc:sldMk cId="2112000077" sldId="306"/>
            <ac:spMk id="7" creationId="{88C3E9F6-CC21-D743-0C23-348C31D49B27}"/>
          </ac:spMkLst>
        </pc:spChg>
        <pc:spChg chg="add mod">
          <ac:chgData name="WILLI PENDL JUNIOR PENDL JUNIOR" userId="a7519bb9f12db4d8" providerId="LiveId" clId="{8EF78FEE-8EF5-4606-8BBA-AC61041591A0}" dt="2025-01-14T23:40:17.651" v="3778" actId="1076"/>
          <ac:spMkLst>
            <pc:docMk/>
            <pc:sldMk cId="2112000077" sldId="306"/>
            <ac:spMk id="8" creationId="{B18C461E-3C16-AF81-E2CF-F776A7C7E7F6}"/>
          </ac:spMkLst>
        </pc:spChg>
        <pc:spChg chg="add mod">
          <ac:chgData name="WILLI PENDL JUNIOR PENDL JUNIOR" userId="a7519bb9f12db4d8" providerId="LiveId" clId="{8EF78FEE-8EF5-4606-8BBA-AC61041591A0}" dt="2025-01-14T23:40:17.651" v="3778" actId="1076"/>
          <ac:spMkLst>
            <pc:docMk/>
            <pc:sldMk cId="2112000077" sldId="306"/>
            <ac:spMk id="9" creationId="{FB73EF01-AA63-AD5F-A200-EE79529692CC}"/>
          </ac:spMkLst>
        </pc:spChg>
        <pc:spChg chg="add mod">
          <ac:chgData name="WILLI PENDL JUNIOR PENDL JUNIOR" userId="a7519bb9f12db4d8" providerId="LiveId" clId="{8EF78FEE-8EF5-4606-8BBA-AC61041591A0}" dt="2025-01-14T23:40:48.740" v="3802" actId="14100"/>
          <ac:spMkLst>
            <pc:docMk/>
            <pc:sldMk cId="2112000077" sldId="306"/>
            <ac:spMk id="10" creationId="{86DEA10A-4684-E309-F840-8EB00DBAE5A6}"/>
          </ac:spMkLst>
        </pc:spChg>
        <pc:spChg chg="add mod">
          <ac:chgData name="WILLI PENDL JUNIOR PENDL JUNIOR" userId="a7519bb9f12db4d8" providerId="LiveId" clId="{8EF78FEE-8EF5-4606-8BBA-AC61041591A0}" dt="2025-01-14T23:41:10.318" v="3810" actId="1076"/>
          <ac:spMkLst>
            <pc:docMk/>
            <pc:sldMk cId="2112000077" sldId="306"/>
            <ac:spMk id="11" creationId="{C17C8FAA-6684-6C1D-A89C-970E3800F9AC}"/>
          </ac:spMkLst>
        </pc:spChg>
        <pc:spChg chg="add mod">
          <ac:chgData name="WILLI PENDL JUNIOR PENDL JUNIOR" userId="a7519bb9f12db4d8" providerId="LiveId" clId="{8EF78FEE-8EF5-4606-8BBA-AC61041591A0}" dt="2025-01-14T23:41:27.267" v="3812" actId="1076"/>
          <ac:spMkLst>
            <pc:docMk/>
            <pc:sldMk cId="2112000077" sldId="306"/>
            <ac:spMk id="12" creationId="{DAACF656-07CB-B55F-8B76-A807DAA1135C}"/>
          </ac:spMkLst>
        </pc:spChg>
        <pc:spChg chg="add mod">
          <ac:chgData name="WILLI PENDL JUNIOR PENDL JUNIOR" userId="a7519bb9f12db4d8" providerId="LiveId" clId="{8EF78FEE-8EF5-4606-8BBA-AC61041591A0}" dt="2025-01-14T23:42:08.352" v="3823" actId="1076"/>
          <ac:spMkLst>
            <pc:docMk/>
            <pc:sldMk cId="2112000077" sldId="306"/>
            <ac:spMk id="13" creationId="{F2EC21D0-43E7-70DF-7EB0-422F0A27FAB0}"/>
          </ac:spMkLst>
        </pc:spChg>
        <pc:spChg chg="add mod">
          <ac:chgData name="WILLI PENDL JUNIOR PENDL JUNIOR" userId="a7519bb9f12db4d8" providerId="LiveId" clId="{8EF78FEE-8EF5-4606-8BBA-AC61041591A0}" dt="2025-01-14T23:42:25.203" v="3825" actId="1076"/>
          <ac:spMkLst>
            <pc:docMk/>
            <pc:sldMk cId="2112000077" sldId="306"/>
            <ac:spMk id="14" creationId="{1A4E146F-3AAC-325F-1324-8C8BDF24CB77}"/>
          </ac:spMkLst>
        </pc:spChg>
        <pc:spChg chg="add mod">
          <ac:chgData name="WILLI PENDL JUNIOR PENDL JUNIOR" userId="a7519bb9f12db4d8" providerId="LiveId" clId="{8EF78FEE-8EF5-4606-8BBA-AC61041591A0}" dt="2025-01-14T23:42:47.344" v="3831" actId="20577"/>
          <ac:spMkLst>
            <pc:docMk/>
            <pc:sldMk cId="2112000077" sldId="306"/>
            <ac:spMk id="15" creationId="{4C5C8737-97B5-3B53-9CEE-CC2D524F6460}"/>
          </ac:spMkLst>
        </pc:spChg>
        <pc:spChg chg="add mod">
          <ac:chgData name="WILLI PENDL JUNIOR PENDL JUNIOR" userId="a7519bb9f12db4d8" providerId="LiveId" clId="{8EF78FEE-8EF5-4606-8BBA-AC61041591A0}" dt="2025-01-14T23:43:39.023" v="3843" actId="1076"/>
          <ac:spMkLst>
            <pc:docMk/>
            <pc:sldMk cId="2112000077" sldId="306"/>
            <ac:spMk id="16" creationId="{D3A9FBDD-AD5D-C8F2-1855-822BFD31B1CB}"/>
          </ac:spMkLst>
        </pc:spChg>
        <pc:spChg chg="add mod">
          <ac:chgData name="WILLI PENDL JUNIOR PENDL JUNIOR" userId="a7519bb9f12db4d8" providerId="LiveId" clId="{8EF78FEE-8EF5-4606-8BBA-AC61041591A0}" dt="2025-01-14T23:43:51.848" v="3846" actId="20577"/>
          <ac:spMkLst>
            <pc:docMk/>
            <pc:sldMk cId="2112000077" sldId="306"/>
            <ac:spMk id="18" creationId="{0FAF1D40-DCE8-BCC2-F142-365EB6CA3F99}"/>
          </ac:spMkLst>
        </pc:spChg>
        <pc:spChg chg="add mod ord">
          <ac:chgData name="WILLI PENDL JUNIOR PENDL JUNIOR" userId="a7519bb9f12db4d8" providerId="LiveId" clId="{8EF78FEE-8EF5-4606-8BBA-AC61041591A0}" dt="2025-01-14T23:44:44.449" v="3856" actId="1036"/>
          <ac:spMkLst>
            <pc:docMk/>
            <pc:sldMk cId="2112000077" sldId="306"/>
            <ac:spMk id="19" creationId="{214AC12C-5084-EDC8-A980-DB8B811DBB45}"/>
          </ac:spMkLst>
        </pc:spChg>
        <pc:picChg chg="add mod">
          <ac:chgData name="WILLI PENDL JUNIOR PENDL JUNIOR" userId="a7519bb9f12db4d8" providerId="LiveId" clId="{8EF78FEE-8EF5-4606-8BBA-AC61041591A0}" dt="2025-01-14T23:45:06.551" v="3858" actId="1076"/>
          <ac:picMkLst>
            <pc:docMk/>
            <pc:sldMk cId="2112000077" sldId="306"/>
            <ac:picMk id="20" creationId="{7FB4D186-A312-6972-8B2F-CA7360ADD041}"/>
          </ac:picMkLst>
        </pc:picChg>
      </pc:sldChg>
      <pc:sldChg chg="addSp delSp modSp add mod">
        <pc:chgData name="WILLI PENDL JUNIOR PENDL JUNIOR" userId="a7519bb9f12db4d8" providerId="LiveId" clId="{8EF78FEE-8EF5-4606-8BBA-AC61041591A0}" dt="2025-01-14T23:57:58.120" v="4063" actId="1076"/>
        <pc:sldMkLst>
          <pc:docMk/>
          <pc:sldMk cId="3149720121" sldId="307"/>
        </pc:sldMkLst>
        <pc:spChg chg="add mod">
          <ac:chgData name="WILLI PENDL JUNIOR PENDL JUNIOR" userId="a7519bb9f12db4d8" providerId="LiveId" clId="{8EF78FEE-8EF5-4606-8BBA-AC61041591A0}" dt="2025-01-14T23:48:26.762" v="3867" actId="1076"/>
          <ac:spMkLst>
            <pc:docMk/>
            <pc:sldMk cId="3149720121" sldId="307"/>
            <ac:spMk id="4" creationId="{9F5875A9-59E0-FCF1-3D9B-4EFB26D4DD37}"/>
          </ac:spMkLst>
        </pc:spChg>
        <pc:spChg chg="add mod">
          <ac:chgData name="WILLI PENDL JUNIOR PENDL JUNIOR" userId="a7519bb9f12db4d8" providerId="LiveId" clId="{8EF78FEE-8EF5-4606-8BBA-AC61041591A0}" dt="2025-01-14T23:49:46.312" v="3877" actId="1076"/>
          <ac:spMkLst>
            <pc:docMk/>
            <pc:sldMk cId="3149720121" sldId="307"/>
            <ac:spMk id="6" creationId="{45B018EC-D3F5-E7DC-D4ED-6B1A91C62888}"/>
          </ac:spMkLst>
        </pc:spChg>
        <pc:spChg chg="add mod">
          <ac:chgData name="WILLI PENDL JUNIOR PENDL JUNIOR" userId="a7519bb9f12db4d8" providerId="LiveId" clId="{8EF78FEE-8EF5-4606-8BBA-AC61041591A0}" dt="2025-01-14T23:50:43.603" v="3888" actId="20577"/>
          <ac:spMkLst>
            <pc:docMk/>
            <pc:sldMk cId="3149720121" sldId="307"/>
            <ac:spMk id="7" creationId="{A48385B6-D430-A619-8AB8-4047A24FE6BA}"/>
          </ac:spMkLst>
        </pc:spChg>
        <pc:spChg chg="add mod">
          <ac:chgData name="WILLI PENDL JUNIOR PENDL JUNIOR" userId="a7519bb9f12db4d8" providerId="LiveId" clId="{8EF78FEE-8EF5-4606-8BBA-AC61041591A0}" dt="2025-01-14T23:57:54.634" v="4062" actId="164"/>
          <ac:spMkLst>
            <pc:docMk/>
            <pc:sldMk cId="3149720121" sldId="307"/>
            <ac:spMk id="10" creationId="{1E979817-9B3E-3F38-CAD3-E39CAB963288}"/>
          </ac:spMkLst>
        </pc:spChg>
        <pc:spChg chg="add mod">
          <ac:chgData name="WILLI PENDL JUNIOR PENDL JUNIOR" userId="a7519bb9f12db4d8" providerId="LiveId" clId="{8EF78FEE-8EF5-4606-8BBA-AC61041591A0}" dt="2025-01-14T23:57:54.634" v="4062" actId="164"/>
          <ac:spMkLst>
            <pc:docMk/>
            <pc:sldMk cId="3149720121" sldId="307"/>
            <ac:spMk id="11" creationId="{439E5658-AE2C-FBED-ABD0-FDEF8CACF06E}"/>
          </ac:spMkLst>
        </pc:spChg>
        <pc:spChg chg="add mod">
          <ac:chgData name="WILLI PENDL JUNIOR PENDL JUNIOR" userId="a7519bb9f12db4d8" providerId="LiveId" clId="{8EF78FEE-8EF5-4606-8BBA-AC61041591A0}" dt="2025-01-14T23:57:54.634" v="4062" actId="164"/>
          <ac:spMkLst>
            <pc:docMk/>
            <pc:sldMk cId="3149720121" sldId="307"/>
            <ac:spMk id="18" creationId="{DC85C052-D089-F2F5-E70A-0286CEC97B1E}"/>
          </ac:spMkLst>
        </pc:spChg>
        <pc:spChg chg="add mod">
          <ac:chgData name="WILLI PENDL JUNIOR PENDL JUNIOR" userId="a7519bb9f12db4d8" providerId="LiveId" clId="{8EF78FEE-8EF5-4606-8BBA-AC61041591A0}" dt="2025-01-14T23:57:54.634" v="4062" actId="164"/>
          <ac:spMkLst>
            <pc:docMk/>
            <pc:sldMk cId="3149720121" sldId="307"/>
            <ac:spMk id="19" creationId="{F97DAEFE-7460-F70A-CE48-F13F3B3FF90F}"/>
          </ac:spMkLst>
        </pc:spChg>
        <pc:spChg chg="add mod">
          <ac:chgData name="WILLI PENDL JUNIOR PENDL JUNIOR" userId="a7519bb9f12db4d8" providerId="LiveId" clId="{8EF78FEE-8EF5-4606-8BBA-AC61041591A0}" dt="2025-01-14T23:57:54.634" v="4062" actId="164"/>
          <ac:spMkLst>
            <pc:docMk/>
            <pc:sldMk cId="3149720121" sldId="307"/>
            <ac:spMk id="20" creationId="{886B805F-5B49-3130-89C8-E27795877E09}"/>
          </ac:spMkLst>
        </pc:spChg>
        <pc:spChg chg="add mod">
          <ac:chgData name="WILLI PENDL JUNIOR PENDL JUNIOR" userId="a7519bb9f12db4d8" providerId="LiveId" clId="{8EF78FEE-8EF5-4606-8BBA-AC61041591A0}" dt="2025-01-14T23:57:54.634" v="4062" actId="164"/>
          <ac:spMkLst>
            <pc:docMk/>
            <pc:sldMk cId="3149720121" sldId="307"/>
            <ac:spMk id="21" creationId="{3C9430D4-5B62-435E-0A46-1EC555EA7AE3}"/>
          </ac:spMkLst>
        </pc:spChg>
        <pc:spChg chg="add mod">
          <ac:chgData name="WILLI PENDL JUNIOR PENDL JUNIOR" userId="a7519bb9f12db4d8" providerId="LiveId" clId="{8EF78FEE-8EF5-4606-8BBA-AC61041591A0}" dt="2025-01-14T23:57:54.634" v="4062" actId="164"/>
          <ac:spMkLst>
            <pc:docMk/>
            <pc:sldMk cId="3149720121" sldId="307"/>
            <ac:spMk id="22" creationId="{C422A1E0-A606-FFAC-10C6-471C1671B0DC}"/>
          </ac:spMkLst>
        </pc:spChg>
        <pc:spChg chg="add mod">
          <ac:chgData name="WILLI PENDL JUNIOR PENDL JUNIOR" userId="a7519bb9f12db4d8" providerId="LiveId" clId="{8EF78FEE-8EF5-4606-8BBA-AC61041591A0}" dt="2025-01-14T23:57:05.718" v="4059" actId="1076"/>
          <ac:spMkLst>
            <pc:docMk/>
            <pc:sldMk cId="3149720121" sldId="307"/>
            <ac:spMk id="23" creationId="{84782544-BE6F-ACD6-BB6B-2045AFA5C6FC}"/>
          </ac:spMkLst>
        </pc:spChg>
        <pc:spChg chg="add mod">
          <ac:chgData name="WILLI PENDL JUNIOR PENDL JUNIOR" userId="a7519bb9f12db4d8" providerId="LiveId" clId="{8EF78FEE-8EF5-4606-8BBA-AC61041591A0}" dt="2025-01-14T23:57:54.634" v="4062" actId="164"/>
          <ac:spMkLst>
            <pc:docMk/>
            <pc:sldMk cId="3149720121" sldId="307"/>
            <ac:spMk id="24" creationId="{9650ACD7-0238-57E4-208B-15724EC417B4}"/>
          </ac:spMkLst>
        </pc:spChg>
        <pc:spChg chg="add mod">
          <ac:chgData name="WILLI PENDL JUNIOR PENDL JUNIOR" userId="a7519bb9f12db4d8" providerId="LiveId" clId="{8EF78FEE-8EF5-4606-8BBA-AC61041591A0}" dt="2025-01-14T23:57:54.634" v="4062" actId="164"/>
          <ac:spMkLst>
            <pc:docMk/>
            <pc:sldMk cId="3149720121" sldId="307"/>
            <ac:spMk id="25" creationId="{EA6CFCD5-C308-C26B-43F1-536F4269D7CC}"/>
          </ac:spMkLst>
        </pc:spChg>
        <pc:spChg chg="add mod">
          <ac:chgData name="WILLI PENDL JUNIOR PENDL JUNIOR" userId="a7519bb9f12db4d8" providerId="LiveId" clId="{8EF78FEE-8EF5-4606-8BBA-AC61041591A0}" dt="2025-01-14T23:56:52.130" v="4057" actId="1035"/>
          <ac:spMkLst>
            <pc:docMk/>
            <pc:sldMk cId="3149720121" sldId="307"/>
            <ac:spMk id="26" creationId="{B8DF19B2-70F4-071A-DD31-7A5150F03B39}"/>
          </ac:spMkLst>
        </pc:spChg>
        <pc:spChg chg="add mod">
          <ac:chgData name="WILLI PENDL JUNIOR PENDL JUNIOR" userId="a7519bb9f12db4d8" providerId="LiveId" clId="{8EF78FEE-8EF5-4606-8BBA-AC61041591A0}" dt="2025-01-14T23:57:54.634" v="4062" actId="164"/>
          <ac:spMkLst>
            <pc:docMk/>
            <pc:sldMk cId="3149720121" sldId="307"/>
            <ac:spMk id="27" creationId="{FC6283C8-F41B-7164-A21A-B01C11D91734}"/>
          </ac:spMkLst>
        </pc:spChg>
        <pc:grpChg chg="mod">
          <ac:chgData name="WILLI PENDL JUNIOR PENDL JUNIOR" userId="a7519bb9f12db4d8" providerId="LiveId" clId="{8EF78FEE-8EF5-4606-8BBA-AC61041591A0}" dt="2025-01-14T23:57:58.120" v="4063" actId="1076"/>
          <ac:grpSpMkLst>
            <pc:docMk/>
            <pc:sldMk cId="3149720121" sldId="307"/>
            <ac:grpSpMk id="28" creationId="{80EA31BB-0DF6-B63C-7C66-4C7AD8428363}"/>
          </ac:grpSpMkLst>
        </pc:grpChg>
        <pc:cxnChg chg="add mod">
          <ac:chgData name="WILLI PENDL JUNIOR PENDL JUNIOR" userId="a7519bb9f12db4d8" providerId="LiveId" clId="{8EF78FEE-8EF5-4606-8BBA-AC61041591A0}" dt="2025-01-14T23:51:45.890" v="3897"/>
          <ac:cxnSpMkLst>
            <pc:docMk/>
            <pc:sldMk cId="3149720121" sldId="307"/>
            <ac:cxnSpMk id="9" creationId="{ECDD8321-5A9B-DC02-8B3D-1260E502D0A0}"/>
          </ac:cxnSpMkLst>
        </pc:cxnChg>
        <pc:cxnChg chg="add mod">
          <ac:chgData name="WILLI PENDL JUNIOR PENDL JUNIOR" userId="a7519bb9f12db4d8" providerId="LiveId" clId="{8EF78FEE-8EF5-4606-8BBA-AC61041591A0}" dt="2025-01-14T23:53:57.071" v="3954" actId="1036"/>
          <ac:cxnSpMkLst>
            <pc:docMk/>
            <pc:sldMk cId="3149720121" sldId="307"/>
            <ac:cxnSpMk id="13" creationId="{AFB75D4A-A958-AAB2-6039-E8365916E7C6}"/>
          </ac:cxnSpMkLst>
        </pc:cxnChg>
        <pc:cxnChg chg="add mod">
          <ac:chgData name="WILLI PENDL JUNIOR PENDL JUNIOR" userId="a7519bb9f12db4d8" providerId="LiveId" clId="{8EF78FEE-8EF5-4606-8BBA-AC61041591A0}" dt="2025-01-14T23:53:32.093" v="3925" actId="1076"/>
          <ac:cxnSpMkLst>
            <pc:docMk/>
            <pc:sldMk cId="3149720121" sldId="307"/>
            <ac:cxnSpMk id="16" creationId="{97D0472B-EA1B-34A9-BFEB-AD3977D5B1AB}"/>
          </ac:cxnSpMkLst>
        </pc:cxnChg>
        <pc:cxnChg chg="add mod">
          <ac:chgData name="WILLI PENDL JUNIOR PENDL JUNIOR" userId="a7519bb9f12db4d8" providerId="LiveId" clId="{8EF78FEE-8EF5-4606-8BBA-AC61041591A0}" dt="2025-01-14T23:54:14.761" v="4010" actId="1035"/>
          <ac:cxnSpMkLst>
            <pc:docMk/>
            <pc:sldMk cId="3149720121" sldId="307"/>
            <ac:cxnSpMk id="17" creationId="{8FEBBA47-0D66-9229-124E-225FFDCEBE9D}"/>
          </ac:cxnSpMkLst>
        </pc:cxnChg>
      </pc:sldChg>
      <pc:sldChg chg="addSp delSp modSp add mod replId delAnim modAnim">
        <pc:chgData name="WILLI PENDL JUNIOR PENDL JUNIOR" userId="a7519bb9f12db4d8" providerId="LiveId" clId="{8EF78FEE-8EF5-4606-8BBA-AC61041591A0}" dt="2025-01-15T00:04:12.231" v="4144" actId="1076"/>
        <pc:sldMkLst>
          <pc:docMk/>
          <pc:sldMk cId="2488579472" sldId="308"/>
        </pc:sldMkLst>
        <pc:spChg chg="add mod">
          <ac:chgData name="WILLI PENDL JUNIOR PENDL JUNIOR" userId="a7519bb9f12db4d8" providerId="LiveId" clId="{8EF78FEE-8EF5-4606-8BBA-AC61041591A0}" dt="2025-01-14T23:58:32.386" v="4065" actId="1076"/>
          <ac:spMkLst>
            <pc:docMk/>
            <pc:sldMk cId="2488579472" sldId="308"/>
            <ac:spMk id="2" creationId="{10B10835-3B5B-2AB9-69DB-253836D15EAA}"/>
          </ac:spMkLst>
        </pc:spChg>
        <pc:spChg chg="add mod">
          <ac:chgData name="WILLI PENDL JUNIOR PENDL JUNIOR" userId="a7519bb9f12db4d8" providerId="LiveId" clId="{8EF78FEE-8EF5-4606-8BBA-AC61041591A0}" dt="2025-01-14T23:59:03.647" v="4081" actId="14100"/>
          <ac:spMkLst>
            <pc:docMk/>
            <pc:sldMk cId="2488579472" sldId="308"/>
            <ac:spMk id="3" creationId="{1D4CB5C2-C5B4-1C87-7CD0-911C90D8A06C}"/>
          </ac:spMkLst>
        </pc:spChg>
        <pc:spChg chg="add mod">
          <ac:chgData name="WILLI PENDL JUNIOR PENDL JUNIOR" userId="a7519bb9f12db4d8" providerId="LiveId" clId="{8EF78FEE-8EF5-4606-8BBA-AC61041591A0}" dt="2025-01-14T23:59:54.175" v="4091" actId="1076"/>
          <ac:spMkLst>
            <pc:docMk/>
            <pc:sldMk cId="2488579472" sldId="308"/>
            <ac:spMk id="5" creationId="{E2561378-3E8F-A2CF-05EF-954A56D601C5}"/>
          </ac:spMkLst>
        </pc:spChg>
        <pc:spChg chg="add mod">
          <ac:chgData name="WILLI PENDL JUNIOR PENDL JUNIOR" userId="a7519bb9f12db4d8" providerId="LiveId" clId="{8EF78FEE-8EF5-4606-8BBA-AC61041591A0}" dt="2025-01-15T00:00:27.917" v="4097" actId="20577"/>
          <ac:spMkLst>
            <pc:docMk/>
            <pc:sldMk cId="2488579472" sldId="308"/>
            <ac:spMk id="6" creationId="{CE146606-1081-2BC3-E3BA-2281B8D648C6}"/>
          </ac:spMkLst>
        </pc:spChg>
        <pc:spChg chg="add mod">
          <ac:chgData name="WILLI PENDL JUNIOR PENDL JUNIOR" userId="a7519bb9f12db4d8" providerId="LiveId" clId="{8EF78FEE-8EF5-4606-8BBA-AC61041591A0}" dt="2025-01-15T00:01:14.914" v="4099" actId="1076"/>
          <ac:spMkLst>
            <pc:docMk/>
            <pc:sldMk cId="2488579472" sldId="308"/>
            <ac:spMk id="7" creationId="{96FA4EA0-24B9-8EED-C07B-CA38237EE1E9}"/>
          </ac:spMkLst>
        </pc:spChg>
        <pc:spChg chg="add mod">
          <ac:chgData name="WILLI PENDL JUNIOR PENDL JUNIOR" userId="a7519bb9f12db4d8" providerId="LiveId" clId="{8EF78FEE-8EF5-4606-8BBA-AC61041591A0}" dt="2025-01-15T00:01:14.914" v="4099" actId="1076"/>
          <ac:spMkLst>
            <pc:docMk/>
            <pc:sldMk cId="2488579472" sldId="308"/>
            <ac:spMk id="8" creationId="{5B4AB3B8-6881-ABD8-842B-443162FEAA23}"/>
          </ac:spMkLst>
        </pc:spChg>
        <pc:spChg chg="add mod">
          <ac:chgData name="WILLI PENDL JUNIOR PENDL JUNIOR" userId="a7519bb9f12db4d8" providerId="LiveId" clId="{8EF78FEE-8EF5-4606-8BBA-AC61041591A0}" dt="2025-01-15T00:01:14.914" v="4099" actId="1076"/>
          <ac:spMkLst>
            <pc:docMk/>
            <pc:sldMk cId="2488579472" sldId="308"/>
            <ac:spMk id="9" creationId="{C8ECF7C9-E736-C854-F52F-CC27635B054D}"/>
          </ac:spMkLst>
        </pc:spChg>
        <pc:spChg chg="add mod">
          <ac:chgData name="WILLI PENDL JUNIOR PENDL JUNIOR" userId="a7519bb9f12db4d8" providerId="LiveId" clId="{8EF78FEE-8EF5-4606-8BBA-AC61041591A0}" dt="2025-01-15T00:01:14.914" v="4099" actId="1076"/>
          <ac:spMkLst>
            <pc:docMk/>
            <pc:sldMk cId="2488579472" sldId="308"/>
            <ac:spMk id="10" creationId="{262549AF-F7B3-42D1-BCCE-CF8B20304781}"/>
          </ac:spMkLst>
        </pc:spChg>
        <pc:spChg chg="add mod">
          <ac:chgData name="WILLI PENDL JUNIOR PENDL JUNIOR" userId="a7519bb9f12db4d8" providerId="LiveId" clId="{8EF78FEE-8EF5-4606-8BBA-AC61041591A0}" dt="2025-01-15T00:01:36.742" v="4103" actId="6549"/>
          <ac:spMkLst>
            <pc:docMk/>
            <pc:sldMk cId="2488579472" sldId="308"/>
            <ac:spMk id="11" creationId="{A575E005-75D0-7253-2250-F5EF5BB3F058}"/>
          </ac:spMkLst>
        </pc:spChg>
        <pc:spChg chg="add mod">
          <ac:chgData name="WILLI PENDL JUNIOR PENDL JUNIOR" userId="a7519bb9f12db4d8" providerId="LiveId" clId="{8EF78FEE-8EF5-4606-8BBA-AC61041591A0}" dt="2025-01-15T00:02:15.626" v="4105" actId="1076"/>
          <ac:spMkLst>
            <pc:docMk/>
            <pc:sldMk cId="2488579472" sldId="308"/>
            <ac:spMk id="12" creationId="{B51906B3-32A2-9CF8-C9D1-D28C76917AD5}"/>
          </ac:spMkLst>
        </pc:spChg>
        <pc:spChg chg="add mod">
          <ac:chgData name="WILLI PENDL JUNIOR PENDL JUNIOR" userId="a7519bb9f12db4d8" providerId="LiveId" clId="{8EF78FEE-8EF5-4606-8BBA-AC61041591A0}" dt="2025-01-15T00:02:15.626" v="4105" actId="1076"/>
          <ac:spMkLst>
            <pc:docMk/>
            <pc:sldMk cId="2488579472" sldId="308"/>
            <ac:spMk id="13" creationId="{D15EE872-0705-3090-A680-B8042780F51D}"/>
          </ac:spMkLst>
        </pc:spChg>
        <pc:spChg chg="add mod">
          <ac:chgData name="WILLI PENDL JUNIOR PENDL JUNIOR" userId="a7519bb9f12db4d8" providerId="LiveId" clId="{8EF78FEE-8EF5-4606-8BBA-AC61041591A0}" dt="2025-01-15T00:02:26.170" v="4109" actId="20577"/>
          <ac:spMkLst>
            <pc:docMk/>
            <pc:sldMk cId="2488579472" sldId="308"/>
            <ac:spMk id="14" creationId="{336B6A30-DE67-7466-DED4-69DDE13322C0}"/>
          </ac:spMkLst>
        </pc:spChg>
        <pc:spChg chg="add mod">
          <ac:chgData name="WILLI PENDL JUNIOR PENDL JUNIOR" userId="a7519bb9f12db4d8" providerId="LiveId" clId="{8EF78FEE-8EF5-4606-8BBA-AC61041591A0}" dt="2025-01-15T00:02:36.329" v="4113" actId="20577"/>
          <ac:spMkLst>
            <pc:docMk/>
            <pc:sldMk cId="2488579472" sldId="308"/>
            <ac:spMk id="15" creationId="{A0C03B0B-1591-A88D-34E3-86ED0C7B95BD}"/>
          </ac:spMkLst>
        </pc:spChg>
        <pc:spChg chg="add mod">
          <ac:chgData name="WILLI PENDL JUNIOR PENDL JUNIOR" userId="a7519bb9f12db4d8" providerId="LiveId" clId="{8EF78FEE-8EF5-4606-8BBA-AC61041591A0}" dt="2025-01-15T00:02:44.989" v="4117" actId="1076"/>
          <ac:spMkLst>
            <pc:docMk/>
            <pc:sldMk cId="2488579472" sldId="308"/>
            <ac:spMk id="16" creationId="{38BB43A4-0A77-37DF-3A3C-0249B4C3EA75}"/>
          </ac:spMkLst>
        </pc:spChg>
        <pc:spChg chg="add mod">
          <ac:chgData name="WILLI PENDL JUNIOR PENDL JUNIOR" userId="a7519bb9f12db4d8" providerId="LiveId" clId="{8EF78FEE-8EF5-4606-8BBA-AC61041591A0}" dt="2025-01-15T00:03:07.629" v="4139" actId="1076"/>
          <ac:spMkLst>
            <pc:docMk/>
            <pc:sldMk cId="2488579472" sldId="308"/>
            <ac:spMk id="17" creationId="{CD552027-BADC-8F2E-5396-C5BFAD9B2829}"/>
          </ac:spMkLst>
        </pc:spChg>
        <pc:picChg chg="add mod">
          <ac:chgData name="WILLI PENDL JUNIOR PENDL JUNIOR" userId="a7519bb9f12db4d8" providerId="LiveId" clId="{8EF78FEE-8EF5-4606-8BBA-AC61041591A0}" dt="2025-01-15T00:04:12.231" v="4144" actId="1076"/>
          <ac:picMkLst>
            <pc:docMk/>
            <pc:sldMk cId="2488579472" sldId="308"/>
            <ac:picMk id="18" creationId="{48C2F74F-98F2-7FB3-954B-972A6D5CB50B}"/>
          </ac:picMkLst>
        </pc:picChg>
      </pc:sldChg>
      <pc:sldChg chg="addSp modSp add mod replId modAnim">
        <pc:chgData name="WILLI PENDL JUNIOR PENDL JUNIOR" userId="a7519bb9f12db4d8" providerId="LiveId" clId="{8EF78FEE-8EF5-4606-8BBA-AC61041591A0}" dt="2025-01-15T01:37:24.588" v="4364" actId="1076"/>
        <pc:sldMkLst>
          <pc:docMk/>
          <pc:sldMk cId="892971661" sldId="309"/>
        </pc:sldMkLst>
        <pc:spChg chg="add mod">
          <ac:chgData name="WILLI PENDL JUNIOR PENDL JUNIOR" userId="a7519bb9f12db4d8" providerId="LiveId" clId="{8EF78FEE-8EF5-4606-8BBA-AC61041591A0}" dt="2025-01-15T01:20:33.540" v="4177" actId="1076"/>
          <ac:spMkLst>
            <pc:docMk/>
            <pc:sldMk cId="892971661" sldId="309"/>
            <ac:spMk id="2" creationId="{5DADD79A-74D9-5B87-3330-C6553391E64B}"/>
          </ac:spMkLst>
        </pc:spChg>
        <pc:spChg chg="add mod">
          <ac:chgData name="WILLI PENDL JUNIOR PENDL JUNIOR" userId="a7519bb9f12db4d8" providerId="LiveId" clId="{8EF78FEE-8EF5-4606-8BBA-AC61041591A0}" dt="2025-01-15T01:22:18.469" v="4191" actId="1076"/>
          <ac:spMkLst>
            <pc:docMk/>
            <pc:sldMk cId="892971661" sldId="309"/>
            <ac:spMk id="4" creationId="{448EF713-C1E0-CD88-7418-B0C44725142B}"/>
          </ac:spMkLst>
        </pc:spChg>
        <pc:spChg chg="add mod">
          <ac:chgData name="WILLI PENDL JUNIOR PENDL JUNIOR" userId="a7519bb9f12db4d8" providerId="LiveId" clId="{8EF78FEE-8EF5-4606-8BBA-AC61041591A0}" dt="2025-01-15T01:36:32.994" v="4357" actId="1076"/>
          <ac:spMkLst>
            <pc:docMk/>
            <pc:sldMk cId="892971661" sldId="309"/>
            <ac:spMk id="5" creationId="{7195A0E1-D83B-972E-8159-C0A0A729BEDB}"/>
          </ac:spMkLst>
        </pc:spChg>
        <pc:spChg chg="add mod">
          <ac:chgData name="WILLI PENDL JUNIOR PENDL JUNIOR" userId="a7519bb9f12db4d8" providerId="LiveId" clId="{8EF78FEE-8EF5-4606-8BBA-AC61041591A0}" dt="2025-01-15T01:36:32.994" v="4357" actId="1076"/>
          <ac:spMkLst>
            <pc:docMk/>
            <pc:sldMk cId="892971661" sldId="309"/>
            <ac:spMk id="6" creationId="{1A08B204-702B-3A0E-7D02-78973424EF30}"/>
          </ac:spMkLst>
        </pc:spChg>
        <pc:spChg chg="add mod">
          <ac:chgData name="WILLI PENDL JUNIOR PENDL JUNIOR" userId="a7519bb9f12db4d8" providerId="LiveId" clId="{8EF78FEE-8EF5-4606-8BBA-AC61041591A0}" dt="2025-01-15T01:36:32.994" v="4357" actId="1076"/>
          <ac:spMkLst>
            <pc:docMk/>
            <pc:sldMk cId="892971661" sldId="309"/>
            <ac:spMk id="7" creationId="{A8A5563C-9EAD-A76D-0312-BD8CE95B34F8}"/>
          </ac:spMkLst>
        </pc:spChg>
        <pc:spChg chg="add mod">
          <ac:chgData name="WILLI PENDL JUNIOR PENDL JUNIOR" userId="a7519bb9f12db4d8" providerId="LiveId" clId="{8EF78FEE-8EF5-4606-8BBA-AC61041591A0}" dt="2025-01-15T01:36:32.994" v="4357" actId="1076"/>
          <ac:spMkLst>
            <pc:docMk/>
            <pc:sldMk cId="892971661" sldId="309"/>
            <ac:spMk id="8" creationId="{57285C8A-90E0-DE8A-31E5-B53603FAA6DD}"/>
          </ac:spMkLst>
        </pc:spChg>
        <pc:spChg chg="add mod">
          <ac:chgData name="WILLI PENDL JUNIOR PENDL JUNIOR" userId="a7519bb9f12db4d8" providerId="LiveId" clId="{8EF78FEE-8EF5-4606-8BBA-AC61041591A0}" dt="2025-01-15T01:36:32.994" v="4357" actId="1076"/>
          <ac:spMkLst>
            <pc:docMk/>
            <pc:sldMk cId="892971661" sldId="309"/>
            <ac:spMk id="9" creationId="{441DFC7C-E1E7-BF0C-1BFC-EDFC4A653636}"/>
          </ac:spMkLst>
        </pc:spChg>
        <pc:spChg chg="add mod">
          <ac:chgData name="WILLI PENDL JUNIOR PENDL JUNIOR" userId="a7519bb9f12db4d8" providerId="LiveId" clId="{8EF78FEE-8EF5-4606-8BBA-AC61041591A0}" dt="2025-01-15T01:36:32.994" v="4357" actId="1076"/>
          <ac:spMkLst>
            <pc:docMk/>
            <pc:sldMk cId="892971661" sldId="309"/>
            <ac:spMk id="10" creationId="{EB99C577-0BA2-01B0-BA35-809F29867393}"/>
          </ac:spMkLst>
        </pc:spChg>
        <pc:spChg chg="add mod">
          <ac:chgData name="WILLI PENDL JUNIOR PENDL JUNIOR" userId="a7519bb9f12db4d8" providerId="LiveId" clId="{8EF78FEE-8EF5-4606-8BBA-AC61041591A0}" dt="2025-01-15T01:36:32.994" v="4357" actId="1076"/>
          <ac:spMkLst>
            <pc:docMk/>
            <pc:sldMk cId="892971661" sldId="309"/>
            <ac:spMk id="11" creationId="{19BE7FA2-DC74-2A36-B0AC-7EE4993AAC46}"/>
          </ac:spMkLst>
        </pc:spChg>
        <pc:spChg chg="add mod">
          <ac:chgData name="WILLI PENDL JUNIOR PENDL JUNIOR" userId="a7519bb9f12db4d8" providerId="LiveId" clId="{8EF78FEE-8EF5-4606-8BBA-AC61041591A0}" dt="2025-01-15T01:36:32.994" v="4357" actId="1076"/>
          <ac:spMkLst>
            <pc:docMk/>
            <pc:sldMk cId="892971661" sldId="309"/>
            <ac:spMk id="12" creationId="{F7EC9FC4-D566-3960-CF83-CADFEAB7D4FA}"/>
          </ac:spMkLst>
        </pc:spChg>
        <pc:spChg chg="add mod">
          <ac:chgData name="WILLI PENDL JUNIOR PENDL JUNIOR" userId="a7519bb9f12db4d8" providerId="LiveId" clId="{8EF78FEE-8EF5-4606-8BBA-AC61041591A0}" dt="2025-01-15T01:29:15.873" v="4275" actId="1076"/>
          <ac:spMkLst>
            <pc:docMk/>
            <pc:sldMk cId="892971661" sldId="309"/>
            <ac:spMk id="13" creationId="{26CD2926-D7C9-6041-0345-81D4AB865BC8}"/>
          </ac:spMkLst>
        </pc:spChg>
        <pc:spChg chg="add mod">
          <ac:chgData name="WILLI PENDL JUNIOR PENDL JUNIOR" userId="a7519bb9f12db4d8" providerId="LiveId" clId="{8EF78FEE-8EF5-4606-8BBA-AC61041591A0}" dt="2025-01-15T01:36:39.044" v="4358" actId="1076"/>
          <ac:spMkLst>
            <pc:docMk/>
            <pc:sldMk cId="892971661" sldId="309"/>
            <ac:spMk id="14" creationId="{AC6C8601-0D04-D685-DE17-617DF78B5C2B}"/>
          </ac:spMkLst>
        </pc:spChg>
        <pc:spChg chg="add mod">
          <ac:chgData name="WILLI PENDL JUNIOR PENDL JUNIOR" userId="a7519bb9f12db4d8" providerId="LiveId" clId="{8EF78FEE-8EF5-4606-8BBA-AC61041591A0}" dt="2025-01-15T01:36:44.707" v="4360" actId="1076"/>
          <ac:spMkLst>
            <pc:docMk/>
            <pc:sldMk cId="892971661" sldId="309"/>
            <ac:spMk id="15" creationId="{8FDE1238-71AE-4FD8-06CF-98B8BF281ACB}"/>
          </ac:spMkLst>
        </pc:spChg>
        <pc:spChg chg="add mod">
          <ac:chgData name="WILLI PENDL JUNIOR PENDL JUNIOR" userId="a7519bb9f12db4d8" providerId="LiveId" clId="{8EF78FEE-8EF5-4606-8BBA-AC61041591A0}" dt="2025-01-15T01:36:48.617" v="4361" actId="1076"/>
          <ac:spMkLst>
            <pc:docMk/>
            <pc:sldMk cId="892971661" sldId="309"/>
            <ac:spMk id="16" creationId="{B1391D25-460B-2D9C-04FF-AC1319FBD369}"/>
          </ac:spMkLst>
        </pc:spChg>
        <pc:spChg chg="add mod">
          <ac:chgData name="WILLI PENDL JUNIOR PENDL JUNIOR" userId="a7519bb9f12db4d8" providerId="LiveId" clId="{8EF78FEE-8EF5-4606-8BBA-AC61041591A0}" dt="2025-01-15T01:34:20.071" v="4336" actId="207"/>
          <ac:spMkLst>
            <pc:docMk/>
            <pc:sldMk cId="892971661" sldId="309"/>
            <ac:spMk id="17" creationId="{646B3849-CAE8-9880-D1A5-711D28F756A5}"/>
          </ac:spMkLst>
        </pc:spChg>
        <pc:spChg chg="add mod">
          <ac:chgData name="WILLI PENDL JUNIOR PENDL JUNIOR" userId="a7519bb9f12db4d8" providerId="LiveId" clId="{8EF78FEE-8EF5-4606-8BBA-AC61041591A0}" dt="2025-01-15T01:36:41.698" v="4359" actId="1076"/>
          <ac:spMkLst>
            <pc:docMk/>
            <pc:sldMk cId="892971661" sldId="309"/>
            <ac:spMk id="18" creationId="{329930E1-812D-419D-B454-A4ABD91DFA98}"/>
          </ac:spMkLst>
        </pc:spChg>
        <pc:spChg chg="add mod ord">
          <ac:chgData name="WILLI PENDL JUNIOR PENDL JUNIOR" userId="a7519bb9f12db4d8" providerId="LiveId" clId="{8EF78FEE-8EF5-4606-8BBA-AC61041591A0}" dt="2025-01-15T01:35:27.650" v="4350" actId="1036"/>
          <ac:spMkLst>
            <pc:docMk/>
            <pc:sldMk cId="892971661" sldId="309"/>
            <ac:spMk id="19" creationId="{36D56600-C0E3-5896-888F-6DD29107A2B4}"/>
          </ac:spMkLst>
        </pc:spChg>
        <pc:picChg chg="add mod">
          <ac:chgData name="WILLI PENDL JUNIOR PENDL JUNIOR" userId="a7519bb9f12db4d8" providerId="LiveId" clId="{8EF78FEE-8EF5-4606-8BBA-AC61041591A0}" dt="2025-01-15T01:37:24.588" v="4364" actId="1076"/>
          <ac:picMkLst>
            <pc:docMk/>
            <pc:sldMk cId="892971661" sldId="309"/>
            <ac:picMk id="20" creationId="{04B46F4C-0A5F-C76C-D8E1-7E520EFA4D86}"/>
          </ac:picMkLst>
        </pc:picChg>
      </pc:sldChg>
      <pc:sldChg chg="addSp modSp add mod replId">
        <pc:chgData name="WILLI PENDL JUNIOR PENDL JUNIOR" userId="a7519bb9f12db4d8" providerId="LiveId" clId="{8EF78FEE-8EF5-4606-8BBA-AC61041591A0}" dt="2025-01-15T02:09:06.024" v="4514" actId="1076"/>
        <pc:sldMkLst>
          <pc:docMk/>
          <pc:sldMk cId="502749061" sldId="310"/>
        </pc:sldMkLst>
        <pc:spChg chg="add mod">
          <ac:chgData name="WILLI PENDL JUNIOR PENDL JUNIOR" userId="a7519bb9f12db4d8" providerId="LiveId" clId="{8EF78FEE-8EF5-4606-8BBA-AC61041591A0}" dt="2025-01-15T02:07:06.869" v="4462"/>
          <ac:spMkLst>
            <pc:docMk/>
            <pc:sldMk cId="502749061" sldId="310"/>
            <ac:spMk id="2" creationId="{452BC4D6-775C-5D74-32BB-C134D9641B65}"/>
          </ac:spMkLst>
        </pc:spChg>
        <pc:spChg chg="add mod">
          <ac:chgData name="WILLI PENDL JUNIOR PENDL JUNIOR" userId="a7519bb9f12db4d8" providerId="LiveId" clId="{8EF78FEE-8EF5-4606-8BBA-AC61041591A0}" dt="2025-01-15T02:09:06.024" v="4514" actId="1076"/>
          <ac:spMkLst>
            <pc:docMk/>
            <pc:sldMk cId="502749061" sldId="310"/>
            <ac:spMk id="3" creationId="{C8D99A1E-C712-BA1B-9FBB-A3FD31C96F1A}"/>
          </ac:spMkLst>
        </pc:spChg>
      </pc:sldChg>
      <pc:sldChg chg="addSp delSp modSp add mod delAnim modAnim">
        <pc:chgData name="WILLI PENDL JUNIOR PENDL JUNIOR" userId="a7519bb9f12db4d8" providerId="LiveId" clId="{8EF78FEE-8EF5-4606-8BBA-AC61041591A0}" dt="2025-01-15T02:19:02.913" v="4749"/>
        <pc:sldMkLst>
          <pc:docMk/>
          <pc:sldMk cId="3902667506" sldId="311"/>
        </pc:sldMkLst>
        <pc:spChg chg="add mod">
          <ac:chgData name="WILLI PENDL JUNIOR PENDL JUNIOR" userId="a7519bb9f12db4d8" providerId="LiveId" clId="{8EF78FEE-8EF5-4606-8BBA-AC61041591A0}" dt="2025-01-15T02:09:16.083" v="4515"/>
          <ac:spMkLst>
            <pc:docMk/>
            <pc:sldMk cId="3902667506" sldId="311"/>
            <ac:spMk id="2" creationId="{067CA179-E0E1-F143-7FA1-52EC273BE1BB}"/>
          </ac:spMkLst>
        </pc:spChg>
        <pc:spChg chg="add mod">
          <ac:chgData name="WILLI PENDL JUNIOR PENDL JUNIOR" userId="a7519bb9f12db4d8" providerId="LiveId" clId="{8EF78FEE-8EF5-4606-8BBA-AC61041591A0}" dt="2025-01-15T02:10:00.114" v="4596" actId="20577"/>
          <ac:spMkLst>
            <pc:docMk/>
            <pc:sldMk cId="3902667506" sldId="311"/>
            <ac:spMk id="3" creationId="{9B9E66B1-EDFD-AB28-F560-DF05D6D89CAD}"/>
          </ac:spMkLst>
        </pc:spChg>
        <pc:spChg chg="add mod">
          <ac:chgData name="WILLI PENDL JUNIOR PENDL JUNIOR" userId="a7519bb9f12db4d8" providerId="LiveId" clId="{8EF78FEE-8EF5-4606-8BBA-AC61041591A0}" dt="2025-01-15T02:10:38.316" v="4598" actId="1076"/>
          <ac:spMkLst>
            <pc:docMk/>
            <pc:sldMk cId="3902667506" sldId="311"/>
            <ac:spMk id="4" creationId="{D37EDB87-3186-40E0-D44A-5FB08A0E256B}"/>
          </ac:spMkLst>
        </pc:spChg>
        <pc:spChg chg="add mod">
          <ac:chgData name="WILLI PENDL JUNIOR PENDL JUNIOR" userId="a7519bb9f12db4d8" providerId="LiveId" clId="{8EF78FEE-8EF5-4606-8BBA-AC61041591A0}" dt="2025-01-15T02:10:38.316" v="4598" actId="1076"/>
          <ac:spMkLst>
            <pc:docMk/>
            <pc:sldMk cId="3902667506" sldId="311"/>
            <ac:spMk id="5" creationId="{E4E8D6DF-E195-C73F-6566-44D583D65145}"/>
          </ac:spMkLst>
        </pc:spChg>
        <pc:spChg chg="add mod">
          <ac:chgData name="WILLI PENDL JUNIOR PENDL JUNIOR" userId="a7519bb9f12db4d8" providerId="LiveId" clId="{8EF78FEE-8EF5-4606-8BBA-AC61041591A0}" dt="2025-01-15T02:11:23.363" v="4600" actId="1076"/>
          <ac:spMkLst>
            <pc:docMk/>
            <pc:sldMk cId="3902667506" sldId="311"/>
            <ac:spMk id="6" creationId="{FEF8F210-2C5E-D098-5F21-3A3DFEB93985}"/>
          </ac:spMkLst>
        </pc:spChg>
        <pc:spChg chg="add mod">
          <ac:chgData name="WILLI PENDL JUNIOR PENDL JUNIOR" userId="a7519bb9f12db4d8" providerId="LiveId" clId="{8EF78FEE-8EF5-4606-8BBA-AC61041591A0}" dt="2025-01-15T02:11:49.808" v="4604"/>
          <ac:spMkLst>
            <pc:docMk/>
            <pc:sldMk cId="3902667506" sldId="311"/>
            <ac:spMk id="7" creationId="{E2D1DD91-CC00-3D7E-00EA-6416FE04E91D}"/>
          </ac:spMkLst>
        </pc:spChg>
        <pc:spChg chg="add mod">
          <ac:chgData name="WILLI PENDL JUNIOR PENDL JUNIOR" userId="a7519bb9f12db4d8" providerId="LiveId" clId="{8EF78FEE-8EF5-4606-8BBA-AC61041591A0}" dt="2025-01-15T02:15:03.851" v="4698" actId="1076"/>
          <ac:spMkLst>
            <pc:docMk/>
            <pc:sldMk cId="3902667506" sldId="311"/>
            <ac:spMk id="8" creationId="{E89BD02E-DC16-2A90-D29A-86D8EA1481F8}"/>
          </ac:spMkLst>
        </pc:spChg>
        <pc:spChg chg="add mod">
          <ac:chgData name="WILLI PENDL JUNIOR PENDL JUNIOR" userId="a7519bb9f12db4d8" providerId="LiveId" clId="{8EF78FEE-8EF5-4606-8BBA-AC61041591A0}" dt="2025-01-15T02:12:14.057" v="4611" actId="1076"/>
          <ac:spMkLst>
            <pc:docMk/>
            <pc:sldMk cId="3902667506" sldId="311"/>
            <ac:spMk id="9" creationId="{751B849C-BB85-3749-AD61-1CC0FB9E5D3D}"/>
          </ac:spMkLst>
        </pc:spChg>
        <pc:spChg chg="add mod">
          <ac:chgData name="WILLI PENDL JUNIOR PENDL JUNIOR" userId="a7519bb9f12db4d8" providerId="LiveId" clId="{8EF78FEE-8EF5-4606-8BBA-AC61041591A0}" dt="2025-01-15T02:12:44.958" v="4622" actId="208"/>
          <ac:spMkLst>
            <pc:docMk/>
            <pc:sldMk cId="3902667506" sldId="311"/>
            <ac:spMk id="11" creationId="{0A7D6AA1-5ED7-BA9B-BD54-44B78A6FFCFB}"/>
          </ac:spMkLst>
        </pc:spChg>
        <pc:spChg chg="add mod">
          <ac:chgData name="WILLI PENDL JUNIOR PENDL JUNIOR" userId="a7519bb9f12db4d8" providerId="LiveId" clId="{8EF78FEE-8EF5-4606-8BBA-AC61041591A0}" dt="2025-01-15T02:13:21.800" v="4658" actId="1076"/>
          <ac:spMkLst>
            <pc:docMk/>
            <pc:sldMk cId="3902667506" sldId="311"/>
            <ac:spMk id="12" creationId="{4DC5F36E-9DEF-1EA7-E1FE-74FC670A741F}"/>
          </ac:spMkLst>
        </pc:spChg>
        <pc:spChg chg="add mod">
          <ac:chgData name="WILLI PENDL JUNIOR PENDL JUNIOR" userId="a7519bb9f12db4d8" providerId="LiveId" clId="{8EF78FEE-8EF5-4606-8BBA-AC61041591A0}" dt="2025-01-15T02:14:10.423" v="4680" actId="1076"/>
          <ac:spMkLst>
            <pc:docMk/>
            <pc:sldMk cId="3902667506" sldId="311"/>
            <ac:spMk id="13" creationId="{D844E5A5-4F7E-261C-36E6-0AA89012F675}"/>
          </ac:spMkLst>
        </pc:spChg>
        <pc:spChg chg="add mod">
          <ac:chgData name="WILLI PENDL JUNIOR PENDL JUNIOR" userId="a7519bb9f12db4d8" providerId="LiveId" clId="{8EF78FEE-8EF5-4606-8BBA-AC61041591A0}" dt="2025-01-15T02:14:42.650" v="4694" actId="339"/>
          <ac:spMkLst>
            <pc:docMk/>
            <pc:sldMk cId="3902667506" sldId="311"/>
            <ac:spMk id="14" creationId="{7EF8A11D-FEAB-74EA-8566-7F79363F1EEA}"/>
          </ac:spMkLst>
        </pc:spChg>
        <pc:spChg chg="add mod">
          <ac:chgData name="WILLI PENDL JUNIOR PENDL JUNIOR" userId="a7519bb9f12db4d8" providerId="LiveId" clId="{8EF78FEE-8EF5-4606-8BBA-AC61041591A0}" dt="2025-01-15T02:15:00.234" v="4697" actId="1076"/>
          <ac:spMkLst>
            <pc:docMk/>
            <pc:sldMk cId="3902667506" sldId="311"/>
            <ac:spMk id="15" creationId="{7FD3F7EB-EFEA-0C33-FFE0-19E98ACEC709}"/>
          </ac:spMkLst>
        </pc:spChg>
        <pc:spChg chg="add mod">
          <ac:chgData name="WILLI PENDL JUNIOR PENDL JUNIOR" userId="a7519bb9f12db4d8" providerId="LiveId" clId="{8EF78FEE-8EF5-4606-8BBA-AC61041591A0}" dt="2025-01-15T02:15:00.234" v="4697" actId="1076"/>
          <ac:spMkLst>
            <pc:docMk/>
            <pc:sldMk cId="3902667506" sldId="311"/>
            <ac:spMk id="16" creationId="{56D7BE8A-B15F-A3FE-64E7-AF9ED2FE0E7F}"/>
          </ac:spMkLst>
        </pc:spChg>
        <pc:spChg chg="add mod">
          <ac:chgData name="WILLI PENDL JUNIOR PENDL JUNIOR" userId="a7519bb9f12db4d8" providerId="LiveId" clId="{8EF78FEE-8EF5-4606-8BBA-AC61041591A0}" dt="2025-01-15T02:15:31.768" v="4708" actId="1076"/>
          <ac:spMkLst>
            <pc:docMk/>
            <pc:sldMk cId="3902667506" sldId="311"/>
            <ac:spMk id="17" creationId="{7C7E3D9A-4D77-F118-AA63-3385C37AE17E}"/>
          </ac:spMkLst>
        </pc:spChg>
        <pc:spChg chg="add mod">
          <ac:chgData name="WILLI PENDL JUNIOR PENDL JUNIOR" userId="a7519bb9f12db4d8" providerId="LiveId" clId="{8EF78FEE-8EF5-4606-8BBA-AC61041591A0}" dt="2025-01-15T02:15:48.504" v="4710" actId="1076"/>
          <ac:spMkLst>
            <pc:docMk/>
            <pc:sldMk cId="3902667506" sldId="311"/>
            <ac:spMk id="18" creationId="{6566543D-988D-E57B-1557-72B28805FF9E}"/>
          </ac:spMkLst>
        </pc:spChg>
        <pc:spChg chg="add mod">
          <ac:chgData name="WILLI PENDL JUNIOR PENDL JUNIOR" userId="a7519bb9f12db4d8" providerId="LiveId" clId="{8EF78FEE-8EF5-4606-8BBA-AC61041591A0}" dt="2025-01-15T02:16:23.575" v="4717" actId="1076"/>
          <ac:spMkLst>
            <pc:docMk/>
            <pc:sldMk cId="3902667506" sldId="311"/>
            <ac:spMk id="19" creationId="{16E3E78A-5B77-26E1-3748-7A43CCF11555}"/>
          </ac:spMkLst>
        </pc:spChg>
        <pc:spChg chg="add mod">
          <ac:chgData name="WILLI PENDL JUNIOR PENDL JUNIOR" userId="a7519bb9f12db4d8" providerId="LiveId" clId="{8EF78FEE-8EF5-4606-8BBA-AC61041591A0}" dt="2025-01-15T02:16:53.969" v="4737" actId="1076"/>
          <ac:spMkLst>
            <pc:docMk/>
            <pc:sldMk cId="3902667506" sldId="311"/>
            <ac:spMk id="20" creationId="{49BD3BDB-7F3F-DD1D-3028-4D2DADEF48DD}"/>
          </ac:spMkLst>
        </pc:spChg>
        <pc:picChg chg="add mod">
          <ac:chgData name="WILLI PENDL JUNIOR PENDL JUNIOR" userId="a7519bb9f12db4d8" providerId="LiveId" clId="{8EF78FEE-8EF5-4606-8BBA-AC61041591A0}" dt="2025-01-15T02:18:18.938" v="4744" actId="1076"/>
          <ac:picMkLst>
            <pc:docMk/>
            <pc:sldMk cId="3902667506" sldId="311"/>
            <ac:picMk id="22" creationId="{D0BFE527-1322-6F12-F3A7-AC1DA3F4EB26}"/>
          </ac:picMkLst>
        </pc:picChg>
      </pc:sldChg>
      <pc:sldChg chg="addSp modSp add mod replId modAnim">
        <pc:chgData name="WILLI PENDL JUNIOR PENDL JUNIOR" userId="a7519bb9f12db4d8" providerId="LiveId" clId="{8EF78FEE-8EF5-4606-8BBA-AC61041591A0}" dt="2025-01-15T16:09:39.489" v="5101" actId="1076"/>
        <pc:sldMkLst>
          <pc:docMk/>
          <pc:sldMk cId="465085568" sldId="312"/>
        </pc:sldMkLst>
        <pc:spChg chg="add mod">
          <ac:chgData name="WILLI PENDL JUNIOR PENDL JUNIOR" userId="a7519bb9f12db4d8" providerId="LiveId" clId="{8EF78FEE-8EF5-4606-8BBA-AC61041591A0}" dt="2025-01-15T02:36:21.998" v="4884" actId="20577"/>
          <ac:spMkLst>
            <pc:docMk/>
            <pc:sldMk cId="465085568" sldId="312"/>
            <ac:spMk id="2" creationId="{04A97FCA-D18F-72DA-69A4-A816DB2FECF6}"/>
          </ac:spMkLst>
        </pc:spChg>
        <pc:spChg chg="add mod">
          <ac:chgData name="WILLI PENDL JUNIOR PENDL JUNIOR" userId="a7519bb9f12db4d8" providerId="LiveId" clId="{8EF78FEE-8EF5-4606-8BBA-AC61041591A0}" dt="2025-01-15T02:27:06.607" v="4804" actId="1076"/>
          <ac:spMkLst>
            <pc:docMk/>
            <pc:sldMk cId="465085568" sldId="312"/>
            <ac:spMk id="5" creationId="{3D8CE0B9-84E6-C75D-5A1D-AF26FC7BAFB9}"/>
          </ac:spMkLst>
        </pc:spChg>
        <pc:spChg chg="add mod">
          <ac:chgData name="WILLI PENDL JUNIOR PENDL JUNIOR" userId="a7519bb9f12db4d8" providerId="LiveId" clId="{8EF78FEE-8EF5-4606-8BBA-AC61041591A0}" dt="2025-01-15T16:09:39.489" v="5101" actId="1076"/>
          <ac:spMkLst>
            <pc:docMk/>
            <pc:sldMk cId="465085568" sldId="312"/>
            <ac:spMk id="6" creationId="{C5D91E05-AB06-4788-2FA4-345C90981E0B}"/>
          </ac:spMkLst>
        </pc:spChg>
        <pc:spChg chg="add mod">
          <ac:chgData name="WILLI PENDL JUNIOR PENDL JUNIOR" userId="a7519bb9f12db4d8" providerId="LiveId" clId="{8EF78FEE-8EF5-4606-8BBA-AC61041591A0}" dt="2025-01-15T16:09:39.489" v="5101" actId="1076"/>
          <ac:spMkLst>
            <pc:docMk/>
            <pc:sldMk cId="465085568" sldId="312"/>
            <ac:spMk id="7" creationId="{E2F54288-5613-511C-0E7D-58BDBB5A7291}"/>
          </ac:spMkLst>
        </pc:spChg>
        <pc:spChg chg="mod">
          <ac:chgData name="WILLI PENDL JUNIOR PENDL JUNIOR" userId="a7519bb9f12db4d8" providerId="LiveId" clId="{8EF78FEE-8EF5-4606-8BBA-AC61041591A0}" dt="2025-01-15T02:28:23.052" v="4805"/>
          <ac:spMkLst>
            <pc:docMk/>
            <pc:sldMk cId="465085568" sldId="312"/>
            <ac:spMk id="10" creationId="{17D72E2A-63DF-CBC1-0E39-24BF1F2C19FC}"/>
          </ac:spMkLst>
        </pc:spChg>
        <pc:spChg chg="mod">
          <ac:chgData name="WILLI PENDL JUNIOR PENDL JUNIOR" userId="a7519bb9f12db4d8" providerId="LiveId" clId="{8EF78FEE-8EF5-4606-8BBA-AC61041591A0}" dt="2025-01-15T02:28:23.052" v="4805"/>
          <ac:spMkLst>
            <pc:docMk/>
            <pc:sldMk cId="465085568" sldId="312"/>
            <ac:spMk id="16" creationId="{EEE75171-0403-4DC9-A1C3-1C55BDDD95B7}"/>
          </ac:spMkLst>
        </pc:spChg>
        <pc:spChg chg="add mod">
          <ac:chgData name="WILLI PENDL JUNIOR PENDL JUNIOR" userId="a7519bb9f12db4d8" providerId="LiveId" clId="{8EF78FEE-8EF5-4606-8BBA-AC61041591A0}" dt="2025-01-15T16:09:39.489" v="5101" actId="1076"/>
          <ac:spMkLst>
            <pc:docMk/>
            <pc:sldMk cId="465085568" sldId="312"/>
            <ac:spMk id="20" creationId="{46C9321F-F40B-AD35-B847-D18AC9D8D622}"/>
          </ac:spMkLst>
        </pc:spChg>
        <pc:spChg chg="add mod">
          <ac:chgData name="WILLI PENDL JUNIOR PENDL JUNIOR" userId="a7519bb9f12db4d8" providerId="LiveId" clId="{8EF78FEE-8EF5-4606-8BBA-AC61041591A0}" dt="2025-01-15T16:09:39.489" v="5101" actId="1076"/>
          <ac:spMkLst>
            <pc:docMk/>
            <pc:sldMk cId="465085568" sldId="312"/>
            <ac:spMk id="21" creationId="{7D20710F-DCE0-A7E6-E867-35D1DE428E5E}"/>
          </ac:spMkLst>
        </pc:spChg>
        <pc:spChg chg="add mod">
          <ac:chgData name="WILLI PENDL JUNIOR PENDL JUNIOR" userId="a7519bb9f12db4d8" providerId="LiveId" clId="{8EF78FEE-8EF5-4606-8BBA-AC61041591A0}" dt="2025-01-15T16:09:39.489" v="5101" actId="1076"/>
          <ac:spMkLst>
            <pc:docMk/>
            <pc:sldMk cId="465085568" sldId="312"/>
            <ac:spMk id="22" creationId="{D250FD4E-3179-B127-9D10-9060BE5703DD}"/>
          </ac:spMkLst>
        </pc:spChg>
        <pc:spChg chg="add mod">
          <ac:chgData name="WILLI PENDL JUNIOR PENDL JUNIOR" userId="a7519bb9f12db4d8" providerId="LiveId" clId="{8EF78FEE-8EF5-4606-8BBA-AC61041591A0}" dt="2025-01-15T02:33:23.960" v="4862" actId="1076"/>
          <ac:spMkLst>
            <pc:docMk/>
            <pc:sldMk cId="465085568" sldId="312"/>
            <ac:spMk id="23" creationId="{0DCFAAEF-1FFF-2C3B-85EA-450D0EA85550}"/>
          </ac:spMkLst>
        </pc:spChg>
        <pc:spChg chg="add mod">
          <ac:chgData name="WILLI PENDL JUNIOR PENDL JUNIOR" userId="a7519bb9f12db4d8" providerId="LiveId" clId="{8EF78FEE-8EF5-4606-8BBA-AC61041591A0}" dt="2025-01-15T16:09:39.489" v="5101" actId="1076"/>
          <ac:spMkLst>
            <pc:docMk/>
            <pc:sldMk cId="465085568" sldId="312"/>
            <ac:spMk id="24" creationId="{7A89F314-B6EF-7FAF-8177-DA64E0E99B17}"/>
          </ac:spMkLst>
        </pc:spChg>
        <pc:spChg chg="add mod">
          <ac:chgData name="WILLI PENDL JUNIOR PENDL JUNIOR" userId="a7519bb9f12db4d8" providerId="LiveId" clId="{8EF78FEE-8EF5-4606-8BBA-AC61041591A0}" dt="2025-01-15T02:33:29.976" v="4863" actId="1076"/>
          <ac:spMkLst>
            <pc:docMk/>
            <pc:sldMk cId="465085568" sldId="312"/>
            <ac:spMk id="25" creationId="{7A230D46-3CC4-B725-B545-07BF24C52B3B}"/>
          </ac:spMkLst>
        </pc:spChg>
        <pc:spChg chg="add mod">
          <ac:chgData name="WILLI PENDL JUNIOR PENDL JUNIOR" userId="a7519bb9f12db4d8" providerId="LiveId" clId="{8EF78FEE-8EF5-4606-8BBA-AC61041591A0}" dt="2025-01-15T02:37:29.249" v="4891" actId="20577"/>
          <ac:spMkLst>
            <pc:docMk/>
            <pc:sldMk cId="465085568" sldId="312"/>
            <ac:spMk id="26" creationId="{688FB684-BC64-F5B0-74D8-983428CC8D43}"/>
          </ac:spMkLst>
        </pc:spChg>
        <pc:spChg chg="add mod">
          <ac:chgData name="WILLI PENDL JUNIOR PENDL JUNIOR" userId="a7519bb9f12db4d8" providerId="LiveId" clId="{8EF78FEE-8EF5-4606-8BBA-AC61041591A0}" dt="2025-01-15T02:34:50.500" v="4868" actId="20577"/>
          <ac:spMkLst>
            <pc:docMk/>
            <pc:sldMk cId="465085568" sldId="312"/>
            <ac:spMk id="27" creationId="{326053CF-1CD3-297E-1EB8-82F7A398DD1A}"/>
          </ac:spMkLst>
        </pc:spChg>
        <pc:spChg chg="add mod">
          <ac:chgData name="WILLI PENDL JUNIOR PENDL JUNIOR" userId="a7519bb9f12db4d8" providerId="LiveId" clId="{8EF78FEE-8EF5-4606-8BBA-AC61041591A0}" dt="2025-01-15T02:37:31.909" v="4892" actId="20577"/>
          <ac:spMkLst>
            <pc:docMk/>
            <pc:sldMk cId="465085568" sldId="312"/>
            <ac:spMk id="28" creationId="{D06D959A-934E-4C39-DF18-C59654F98908}"/>
          </ac:spMkLst>
        </pc:spChg>
        <pc:spChg chg="add mod">
          <ac:chgData name="WILLI PENDL JUNIOR PENDL JUNIOR" userId="a7519bb9f12db4d8" providerId="LiveId" clId="{8EF78FEE-8EF5-4606-8BBA-AC61041591A0}" dt="2025-01-15T02:37:33.446" v="4893" actId="20577"/>
          <ac:spMkLst>
            <pc:docMk/>
            <pc:sldMk cId="465085568" sldId="312"/>
            <ac:spMk id="29" creationId="{CCF00B30-A4AD-47A7-A66B-10468D7C2B9B}"/>
          </ac:spMkLst>
        </pc:spChg>
        <pc:spChg chg="add mod">
          <ac:chgData name="WILLI PENDL JUNIOR PENDL JUNIOR" userId="a7519bb9f12db4d8" providerId="LiveId" clId="{8EF78FEE-8EF5-4606-8BBA-AC61041591A0}" dt="2025-01-15T02:38:24.553" v="4900" actId="1076"/>
          <ac:spMkLst>
            <pc:docMk/>
            <pc:sldMk cId="465085568" sldId="312"/>
            <ac:spMk id="30" creationId="{00F52DCF-139C-B875-4570-CE84314E9EC0}"/>
          </ac:spMkLst>
        </pc:spChg>
        <pc:spChg chg="add mod">
          <ac:chgData name="WILLI PENDL JUNIOR PENDL JUNIOR" userId="a7519bb9f12db4d8" providerId="LiveId" clId="{8EF78FEE-8EF5-4606-8BBA-AC61041591A0}" dt="2025-01-15T02:38:36.962" v="4902" actId="1076"/>
          <ac:spMkLst>
            <pc:docMk/>
            <pc:sldMk cId="465085568" sldId="312"/>
            <ac:spMk id="31" creationId="{0277098E-DDDA-49E6-D5B3-B36AEC1EE4DC}"/>
          </ac:spMkLst>
        </pc:spChg>
        <pc:spChg chg="add mod">
          <ac:chgData name="WILLI PENDL JUNIOR PENDL JUNIOR" userId="a7519bb9f12db4d8" providerId="LiveId" clId="{8EF78FEE-8EF5-4606-8BBA-AC61041591A0}" dt="2025-01-15T02:39:11.637" v="4912" actId="208"/>
          <ac:spMkLst>
            <pc:docMk/>
            <pc:sldMk cId="465085568" sldId="312"/>
            <ac:spMk id="32" creationId="{A39B8F1C-4333-D7EF-AECA-53FB0D907D9F}"/>
          </ac:spMkLst>
        </pc:spChg>
        <pc:spChg chg="add mod ord">
          <ac:chgData name="WILLI PENDL JUNIOR PENDL JUNIOR" userId="a7519bb9f12db4d8" providerId="LiveId" clId="{8EF78FEE-8EF5-4606-8BBA-AC61041591A0}" dt="2025-01-15T02:40:34.762" v="4920" actId="167"/>
          <ac:spMkLst>
            <pc:docMk/>
            <pc:sldMk cId="465085568" sldId="312"/>
            <ac:spMk id="33" creationId="{04D6E8A1-56A7-B20F-F5F7-DBC3042C5040}"/>
          </ac:spMkLst>
        </pc:spChg>
        <pc:grpChg chg="mod">
          <ac:chgData name="WILLI PENDL JUNIOR PENDL JUNIOR" userId="a7519bb9f12db4d8" providerId="LiveId" clId="{8EF78FEE-8EF5-4606-8BBA-AC61041591A0}" dt="2025-01-15T16:09:39.489" v="5101" actId="1076"/>
          <ac:grpSpMkLst>
            <pc:docMk/>
            <pc:sldMk cId="465085568" sldId="312"/>
            <ac:grpSpMk id="8" creationId="{BE32F5E8-2FAA-4C04-032B-3996EB19477D}"/>
          </ac:grpSpMkLst>
        </pc:grpChg>
        <pc:grpChg chg="mod">
          <ac:chgData name="WILLI PENDL JUNIOR PENDL JUNIOR" userId="a7519bb9f12db4d8" providerId="LiveId" clId="{8EF78FEE-8EF5-4606-8BBA-AC61041591A0}" dt="2025-01-15T02:28:23.052" v="4805"/>
          <ac:grpSpMkLst>
            <pc:docMk/>
            <pc:sldMk cId="465085568" sldId="312"/>
            <ac:grpSpMk id="9" creationId="{1A79FC14-8956-4DA3-353B-50304CC6ED53}"/>
          </ac:grpSpMkLst>
        </pc:grpChg>
        <pc:grpChg chg="mod">
          <ac:chgData name="WILLI PENDL JUNIOR PENDL JUNIOR" userId="a7519bb9f12db4d8" providerId="LiveId" clId="{8EF78FEE-8EF5-4606-8BBA-AC61041591A0}" dt="2025-01-15T16:09:39.489" v="5101" actId="1076"/>
          <ac:grpSpMkLst>
            <pc:docMk/>
            <pc:sldMk cId="465085568" sldId="312"/>
            <ac:grpSpMk id="14" creationId="{E8655C81-A347-3E1D-78B4-DB1F2B0AC206}"/>
          </ac:grpSpMkLst>
        </pc:grpChg>
        <pc:grpChg chg="mod">
          <ac:chgData name="WILLI PENDL JUNIOR PENDL JUNIOR" userId="a7519bb9f12db4d8" providerId="LiveId" clId="{8EF78FEE-8EF5-4606-8BBA-AC61041591A0}" dt="2025-01-15T02:28:23.052" v="4805"/>
          <ac:grpSpMkLst>
            <pc:docMk/>
            <pc:sldMk cId="465085568" sldId="312"/>
            <ac:grpSpMk id="15" creationId="{8804D4CC-9FC2-AC14-B057-A38E4BECE462}"/>
          </ac:grpSpMkLst>
        </pc:grpChg>
        <pc:picChg chg="add mod">
          <ac:chgData name="WILLI PENDL JUNIOR PENDL JUNIOR" userId="a7519bb9f12db4d8" providerId="LiveId" clId="{8EF78FEE-8EF5-4606-8BBA-AC61041591A0}" dt="2025-01-15T02:41:02.550" v="4927" actId="1076"/>
          <ac:picMkLst>
            <pc:docMk/>
            <pc:sldMk cId="465085568" sldId="312"/>
            <ac:picMk id="35" creationId="{B5C78ED3-837C-C320-D7EA-430F497E347D}"/>
          </ac:picMkLst>
        </pc:picChg>
      </pc:sldChg>
      <pc:sldChg chg="addSp modSp add mod modAnim">
        <pc:chgData name="WILLI PENDL JUNIOR PENDL JUNIOR" userId="a7519bb9f12db4d8" providerId="LiveId" clId="{8EF78FEE-8EF5-4606-8BBA-AC61041591A0}" dt="2025-01-15T16:14:57.077" v="5166" actId="1076"/>
        <pc:sldMkLst>
          <pc:docMk/>
          <pc:sldMk cId="2260467854" sldId="313"/>
        </pc:sldMkLst>
        <pc:spChg chg="add mod">
          <ac:chgData name="WILLI PENDL JUNIOR PENDL JUNIOR" userId="a7519bb9f12db4d8" providerId="LiveId" clId="{8EF78FEE-8EF5-4606-8BBA-AC61041591A0}" dt="2025-01-15T14:57:16.424" v="5041" actId="1076"/>
          <ac:spMkLst>
            <pc:docMk/>
            <pc:sldMk cId="2260467854" sldId="313"/>
            <ac:spMk id="2" creationId="{3B38271D-0676-6D7B-F370-6AD0572B2888}"/>
          </ac:spMkLst>
        </pc:spChg>
        <pc:spChg chg="add mod">
          <ac:chgData name="WILLI PENDL JUNIOR PENDL JUNIOR" userId="a7519bb9f12db4d8" providerId="LiveId" clId="{8EF78FEE-8EF5-4606-8BBA-AC61041591A0}" dt="2025-01-15T16:13:48.536" v="5156" actId="6549"/>
          <ac:spMkLst>
            <pc:docMk/>
            <pc:sldMk cId="2260467854" sldId="313"/>
            <ac:spMk id="3" creationId="{E87BDC10-E405-6126-5818-ACEA74FEA3A9}"/>
          </ac:spMkLst>
        </pc:spChg>
        <pc:spChg chg="add mod">
          <ac:chgData name="WILLI PENDL JUNIOR PENDL JUNIOR" userId="a7519bb9f12db4d8" providerId="LiveId" clId="{8EF78FEE-8EF5-4606-8BBA-AC61041591A0}" dt="2025-01-15T16:13:59.556" v="5157" actId="1076"/>
          <ac:spMkLst>
            <pc:docMk/>
            <pc:sldMk cId="2260467854" sldId="313"/>
            <ac:spMk id="5" creationId="{D94B7FE0-2546-0E56-4212-B812DC0FB087}"/>
          </ac:spMkLst>
        </pc:spChg>
        <pc:spChg chg="add mod">
          <ac:chgData name="WILLI PENDL JUNIOR PENDL JUNIOR" userId="a7519bb9f12db4d8" providerId="LiveId" clId="{8EF78FEE-8EF5-4606-8BBA-AC61041591A0}" dt="2025-01-15T16:13:59.556" v="5157" actId="1076"/>
          <ac:spMkLst>
            <pc:docMk/>
            <pc:sldMk cId="2260467854" sldId="313"/>
            <ac:spMk id="6" creationId="{25A6DBB0-2858-280F-0717-6988E3D8B39C}"/>
          </ac:spMkLst>
        </pc:spChg>
        <pc:spChg chg="add mod">
          <ac:chgData name="WILLI PENDL JUNIOR PENDL JUNIOR" userId="a7519bb9f12db4d8" providerId="LiveId" clId="{8EF78FEE-8EF5-4606-8BBA-AC61041591A0}" dt="2025-01-15T16:13:59.556" v="5157" actId="1076"/>
          <ac:spMkLst>
            <pc:docMk/>
            <pc:sldMk cId="2260467854" sldId="313"/>
            <ac:spMk id="7" creationId="{1056FDB7-FFE5-A3FD-5ACF-28377A33F4EC}"/>
          </ac:spMkLst>
        </pc:spChg>
        <pc:spChg chg="mod">
          <ac:chgData name="WILLI PENDL JUNIOR PENDL JUNIOR" userId="a7519bb9f12db4d8" providerId="LiveId" clId="{8EF78FEE-8EF5-4606-8BBA-AC61041591A0}" dt="2025-01-15T16:09:47.041" v="5102"/>
          <ac:spMkLst>
            <pc:docMk/>
            <pc:sldMk cId="2260467854" sldId="313"/>
            <ac:spMk id="10" creationId="{39952F4A-E34E-F4F8-6062-FA473495CD97}"/>
          </ac:spMkLst>
        </pc:spChg>
        <pc:spChg chg="mod">
          <ac:chgData name="WILLI PENDL JUNIOR PENDL JUNIOR" userId="a7519bb9f12db4d8" providerId="LiveId" clId="{8EF78FEE-8EF5-4606-8BBA-AC61041591A0}" dt="2025-01-15T16:09:47.041" v="5102"/>
          <ac:spMkLst>
            <pc:docMk/>
            <pc:sldMk cId="2260467854" sldId="313"/>
            <ac:spMk id="16" creationId="{A5E192AE-317B-7FCC-AD63-54E0DAE98BEE}"/>
          </ac:spMkLst>
        </pc:spChg>
        <pc:spChg chg="add mod">
          <ac:chgData name="WILLI PENDL JUNIOR PENDL JUNIOR" userId="a7519bb9f12db4d8" providerId="LiveId" clId="{8EF78FEE-8EF5-4606-8BBA-AC61041591A0}" dt="2025-01-15T16:10:04.348" v="5104" actId="1076"/>
          <ac:spMkLst>
            <pc:docMk/>
            <pc:sldMk cId="2260467854" sldId="313"/>
            <ac:spMk id="20" creationId="{D253F1F6-584C-0739-64B6-0C8CC34D6F62}"/>
          </ac:spMkLst>
        </pc:spChg>
        <pc:spChg chg="mod">
          <ac:chgData name="WILLI PENDL JUNIOR PENDL JUNIOR" userId="a7519bb9f12db4d8" providerId="LiveId" clId="{8EF78FEE-8EF5-4606-8BBA-AC61041591A0}" dt="2025-01-15T16:10:26.139" v="5109" actId="20577"/>
          <ac:spMkLst>
            <pc:docMk/>
            <pc:sldMk cId="2260467854" sldId="313"/>
            <ac:spMk id="21" creationId="{FDE15436-F486-0E82-EC76-01B2337FC145}"/>
          </ac:spMkLst>
        </pc:spChg>
        <pc:spChg chg="add mod">
          <ac:chgData name="WILLI PENDL JUNIOR PENDL JUNIOR" userId="a7519bb9f12db4d8" providerId="LiveId" clId="{8EF78FEE-8EF5-4606-8BBA-AC61041591A0}" dt="2025-01-15T16:13:59.556" v="5157" actId="1076"/>
          <ac:spMkLst>
            <pc:docMk/>
            <pc:sldMk cId="2260467854" sldId="313"/>
            <ac:spMk id="22" creationId="{526C7789-7861-F2AA-4B85-26B9BAADC5E5}"/>
          </ac:spMkLst>
        </pc:spChg>
        <pc:spChg chg="add mod">
          <ac:chgData name="WILLI PENDL JUNIOR PENDL JUNIOR" userId="a7519bb9f12db4d8" providerId="LiveId" clId="{8EF78FEE-8EF5-4606-8BBA-AC61041591A0}" dt="2025-01-15T16:13:59.556" v="5157" actId="1076"/>
          <ac:spMkLst>
            <pc:docMk/>
            <pc:sldMk cId="2260467854" sldId="313"/>
            <ac:spMk id="23" creationId="{5C12886C-D137-78DA-CA86-3D4313E59358}"/>
          </ac:spMkLst>
        </pc:spChg>
        <pc:spChg chg="add mod">
          <ac:chgData name="WILLI PENDL JUNIOR PENDL JUNIOR" userId="a7519bb9f12db4d8" providerId="LiveId" clId="{8EF78FEE-8EF5-4606-8BBA-AC61041591A0}" dt="2025-01-15T16:13:59.556" v="5157" actId="1076"/>
          <ac:spMkLst>
            <pc:docMk/>
            <pc:sldMk cId="2260467854" sldId="313"/>
            <ac:spMk id="24" creationId="{36E78BD4-447B-FA3E-1D94-782B89B7C873}"/>
          </ac:spMkLst>
        </pc:spChg>
        <pc:spChg chg="add mod">
          <ac:chgData name="WILLI PENDL JUNIOR PENDL JUNIOR" userId="a7519bb9f12db4d8" providerId="LiveId" clId="{8EF78FEE-8EF5-4606-8BBA-AC61041591A0}" dt="2025-01-15T16:10:58.407" v="5114" actId="20577"/>
          <ac:spMkLst>
            <pc:docMk/>
            <pc:sldMk cId="2260467854" sldId="313"/>
            <ac:spMk id="25" creationId="{126E037F-0A4C-0A82-0E0F-3CB5A2F38531}"/>
          </ac:spMkLst>
        </pc:spChg>
        <pc:spChg chg="add mod">
          <ac:chgData name="WILLI PENDL JUNIOR PENDL JUNIOR" userId="a7519bb9f12db4d8" providerId="LiveId" clId="{8EF78FEE-8EF5-4606-8BBA-AC61041591A0}" dt="2025-01-15T16:13:59.556" v="5157" actId="1076"/>
          <ac:spMkLst>
            <pc:docMk/>
            <pc:sldMk cId="2260467854" sldId="313"/>
            <ac:spMk id="26" creationId="{414FA06C-3FA9-E3CB-67E5-157B7F483CED}"/>
          </ac:spMkLst>
        </pc:spChg>
        <pc:spChg chg="add mod">
          <ac:chgData name="WILLI PENDL JUNIOR PENDL JUNIOR" userId="a7519bb9f12db4d8" providerId="LiveId" clId="{8EF78FEE-8EF5-4606-8BBA-AC61041591A0}" dt="2025-01-15T16:14:23.318" v="5160" actId="1076"/>
          <ac:spMkLst>
            <pc:docMk/>
            <pc:sldMk cId="2260467854" sldId="313"/>
            <ac:spMk id="27" creationId="{70D6D4C3-39BA-BDB8-6881-430D2CE6969D}"/>
          </ac:spMkLst>
        </pc:spChg>
        <pc:spChg chg="add mod">
          <ac:chgData name="WILLI PENDL JUNIOR PENDL JUNIOR" userId="a7519bb9f12db4d8" providerId="LiveId" clId="{8EF78FEE-8EF5-4606-8BBA-AC61041591A0}" dt="2025-01-15T16:14:25.758" v="5161" actId="1076"/>
          <ac:spMkLst>
            <pc:docMk/>
            <pc:sldMk cId="2260467854" sldId="313"/>
            <ac:spMk id="28" creationId="{9A7C5C9B-907D-CAD9-DC0D-8E7D372D2251}"/>
          </ac:spMkLst>
        </pc:spChg>
        <pc:spChg chg="add mod">
          <ac:chgData name="WILLI PENDL JUNIOR PENDL JUNIOR" userId="a7519bb9f12db4d8" providerId="LiveId" clId="{8EF78FEE-8EF5-4606-8BBA-AC61041591A0}" dt="2025-01-15T16:14:29.492" v="5162" actId="1076"/>
          <ac:spMkLst>
            <pc:docMk/>
            <pc:sldMk cId="2260467854" sldId="313"/>
            <ac:spMk id="29" creationId="{5DF54787-D46A-DAAD-B4A4-CE03E98263BE}"/>
          </ac:spMkLst>
        </pc:spChg>
        <pc:spChg chg="add mod ord">
          <ac:chgData name="WILLI PENDL JUNIOR PENDL JUNIOR" userId="a7519bb9f12db4d8" providerId="LiveId" clId="{8EF78FEE-8EF5-4606-8BBA-AC61041591A0}" dt="2025-01-15T16:13:59.556" v="5157" actId="1076"/>
          <ac:spMkLst>
            <pc:docMk/>
            <pc:sldMk cId="2260467854" sldId="313"/>
            <ac:spMk id="30" creationId="{255D43A8-5968-8C08-124D-574E5B357FCA}"/>
          </ac:spMkLst>
        </pc:spChg>
        <pc:grpChg chg="mod">
          <ac:chgData name="WILLI PENDL JUNIOR PENDL JUNIOR" userId="a7519bb9f12db4d8" providerId="LiveId" clId="{8EF78FEE-8EF5-4606-8BBA-AC61041591A0}" dt="2025-01-15T16:10:22.621" v="5107" actId="1076"/>
          <ac:grpSpMkLst>
            <pc:docMk/>
            <pc:sldMk cId="2260467854" sldId="313"/>
            <ac:grpSpMk id="8" creationId="{61524BE9-5712-18B3-2290-90D4D1C5C11B}"/>
          </ac:grpSpMkLst>
        </pc:grpChg>
        <pc:grpChg chg="mod">
          <ac:chgData name="WILLI PENDL JUNIOR PENDL JUNIOR" userId="a7519bb9f12db4d8" providerId="LiveId" clId="{8EF78FEE-8EF5-4606-8BBA-AC61041591A0}" dt="2025-01-15T16:10:04.348" v="5104" actId="1076"/>
          <ac:grpSpMkLst>
            <pc:docMk/>
            <pc:sldMk cId="2260467854" sldId="313"/>
            <ac:grpSpMk id="14" creationId="{DB07A349-4AF6-F838-91AC-7792F406C3A1}"/>
          </ac:grpSpMkLst>
        </pc:grpChg>
        <pc:picChg chg="add mod">
          <ac:chgData name="WILLI PENDL JUNIOR PENDL JUNIOR" userId="a7519bb9f12db4d8" providerId="LiveId" clId="{8EF78FEE-8EF5-4606-8BBA-AC61041591A0}" dt="2025-01-15T16:14:57.077" v="5166" actId="1076"/>
          <ac:picMkLst>
            <pc:docMk/>
            <pc:sldMk cId="2260467854" sldId="313"/>
            <ac:picMk id="31" creationId="{4B113813-304E-FA33-A91E-CF75176B2269}"/>
          </ac:picMkLst>
        </pc:picChg>
      </pc:sldChg>
      <pc:sldChg chg="addSp delSp modSp add mod replId delAnim modAnim">
        <pc:chgData name="WILLI PENDL JUNIOR PENDL JUNIOR" userId="a7519bb9f12db4d8" providerId="LiveId" clId="{8EF78FEE-8EF5-4606-8BBA-AC61041591A0}" dt="2025-01-15T16:35:25.648" v="5437"/>
        <pc:sldMkLst>
          <pc:docMk/>
          <pc:sldMk cId="2741548727" sldId="314"/>
        </pc:sldMkLst>
        <pc:spChg chg="add mod">
          <ac:chgData name="WILLI PENDL JUNIOR PENDL JUNIOR" userId="a7519bb9f12db4d8" providerId="LiveId" clId="{8EF78FEE-8EF5-4606-8BBA-AC61041591A0}" dt="2025-01-15T16:19:28.950" v="5188"/>
          <ac:spMkLst>
            <pc:docMk/>
            <pc:sldMk cId="2741548727" sldId="314"/>
            <ac:spMk id="2" creationId="{1A9C63B2-B173-F68C-8C22-7CC75402AA9C}"/>
          </ac:spMkLst>
        </pc:spChg>
        <pc:spChg chg="add mod">
          <ac:chgData name="WILLI PENDL JUNIOR PENDL JUNIOR" userId="a7519bb9f12db4d8" providerId="LiveId" clId="{8EF78FEE-8EF5-4606-8BBA-AC61041591A0}" dt="2025-01-15T16:20:45.645" v="5225" actId="1076"/>
          <ac:spMkLst>
            <pc:docMk/>
            <pc:sldMk cId="2741548727" sldId="314"/>
            <ac:spMk id="3" creationId="{8FBB80EC-FD45-9513-DFE4-2256B747D4EE}"/>
          </ac:spMkLst>
        </pc:spChg>
        <pc:spChg chg="add mod">
          <ac:chgData name="WILLI PENDL JUNIOR PENDL JUNIOR" userId="a7519bb9f12db4d8" providerId="LiveId" clId="{8EF78FEE-8EF5-4606-8BBA-AC61041591A0}" dt="2025-01-15T16:21:32.599" v="5226"/>
          <ac:spMkLst>
            <pc:docMk/>
            <pc:sldMk cId="2741548727" sldId="314"/>
            <ac:spMk id="5" creationId="{4E39A1BE-4A9B-451B-4FBF-90BD83899D70}"/>
          </ac:spMkLst>
        </pc:spChg>
        <pc:spChg chg="mod">
          <ac:chgData name="WILLI PENDL JUNIOR PENDL JUNIOR" userId="a7519bb9f12db4d8" providerId="LiveId" clId="{8EF78FEE-8EF5-4606-8BBA-AC61041591A0}" dt="2025-01-15T16:21:32.599" v="5226"/>
          <ac:spMkLst>
            <pc:docMk/>
            <pc:sldMk cId="2741548727" sldId="314"/>
            <ac:spMk id="11" creationId="{CAD732E6-B8FE-F231-C3CE-E29B1BB2858C}"/>
          </ac:spMkLst>
        </pc:spChg>
        <pc:spChg chg="mod">
          <ac:chgData name="WILLI PENDL JUNIOR PENDL JUNIOR" userId="a7519bb9f12db4d8" providerId="LiveId" clId="{8EF78FEE-8EF5-4606-8BBA-AC61041591A0}" dt="2025-01-15T16:21:32.599" v="5226"/>
          <ac:spMkLst>
            <pc:docMk/>
            <pc:sldMk cId="2741548727" sldId="314"/>
            <ac:spMk id="13" creationId="{5CD9568A-C1A3-C4FD-FB38-164119520E14}"/>
          </ac:spMkLst>
        </pc:spChg>
        <pc:spChg chg="mod">
          <ac:chgData name="WILLI PENDL JUNIOR PENDL JUNIOR" userId="a7519bb9f12db4d8" providerId="LiveId" clId="{8EF78FEE-8EF5-4606-8BBA-AC61041591A0}" dt="2025-01-15T16:21:32.599" v="5226"/>
          <ac:spMkLst>
            <pc:docMk/>
            <pc:sldMk cId="2741548727" sldId="314"/>
            <ac:spMk id="15" creationId="{63AC57F3-9A2F-C1EB-3F4D-5A9B2FA37DF3}"/>
          </ac:spMkLst>
        </pc:spChg>
        <pc:spChg chg="mod">
          <ac:chgData name="WILLI PENDL JUNIOR PENDL JUNIOR" userId="a7519bb9f12db4d8" providerId="LiveId" clId="{8EF78FEE-8EF5-4606-8BBA-AC61041591A0}" dt="2025-01-15T16:21:32.599" v="5226"/>
          <ac:spMkLst>
            <pc:docMk/>
            <pc:sldMk cId="2741548727" sldId="314"/>
            <ac:spMk id="16" creationId="{C2E570F0-D570-A283-11CF-B0B07FC7B546}"/>
          </ac:spMkLst>
        </pc:spChg>
        <pc:spChg chg="mod topLvl">
          <ac:chgData name="WILLI PENDL JUNIOR PENDL JUNIOR" userId="a7519bb9f12db4d8" providerId="LiveId" clId="{8EF78FEE-8EF5-4606-8BBA-AC61041591A0}" dt="2025-01-15T16:23:51.227" v="5246" actId="164"/>
          <ac:spMkLst>
            <pc:docMk/>
            <pc:sldMk cId="2741548727" sldId="314"/>
            <ac:spMk id="29" creationId="{D492B3D1-B76A-73DF-2455-CFB648FFCB91}"/>
          </ac:spMkLst>
        </pc:spChg>
        <pc:spChg chg="mod">
          <ac:chgData name="WILLI PENDL JUNIOR PENDL JUNIOR" userId="a7519bb9f12db4d8" providerId="LiveId" clId="{8EF78FEE-8EF5-4606-8BBA-AC61041591A0}" dt="2025-01-15T16:25:15.941" v="5261" actId="20577"/>
          <ac:spMkLst>
            <pc:docMk/>
            <pc:sldMk cId="2741548727" sldId="314"/>
            <ac:spMk id="41" creationId="{FD291E5D-560E-FAE3-5405-EE873814393C}"/>
          </ac:spMkLst>
        </pc:spChg>
        <pc:spChg chg="mod">
          <ac:chgData name="WILLI PENDL JUNIOR PENDL JUNIOR" userId="a7519bb9f12db4d8" providerId="LiveId" clId="{8EF78FEE-8EF5-4606-8BBA-AC61041591A0}" dt="2025-01-15T16:25:13.352" v="5260" actId="1076"/>
          <ac:spMkLst>
            <pc:docMk/>
            <pc:sldMk cId="2741548727" sldId="314"/>
            <ac:spMk id="44" creationId="{9193E926-139E-1D2D-7813-DAC5488B22A6}"/>
          </ac:spMkLst>
        </pc:spChg>
        <pc:spChg chg="add mod">
          <ac:chgData name="WILLI PENDL JUNIOR PENDL JUNIOR" userId="a7519bb9f12db4d8" providerId="LiveId" clId="{8EF78FEE-8EF5-4606-8BBA-AC61041591A0}" dt="2025-01-15T16:21:32.599" v="5226"/>
          <ac:spMkLst>
            <pc:docMk/>
            <pc:sldMk cId="2741548727" sldId="314"/>
            <ac:spMk id="45" creationId="{FB0AC5AF-B933-15D3-0846-C8D9DB0D7D9E}"/>
          </ac:spMkLst>
        </pc:spChg>
        <pc:spChg chg="add mod">
          <ac:chgData name="WILLI PENDL JUNIOR PENDL JUNIOR" userId="a7519bb9f12db4d8" providerId="LiveId" clId="{8EF78FEE-8EF5-4606-8BBA-AC61041591A0}" dt="2025-01-15T16:21:32.599" v="5226"/>
          <ac:spMkLst>
            <pc:docMk/>
            <pc:sldMk cId="2741548727" sldId="314"/>
            <ac:spMk id="46" creationId="{406ABD23-0F61-1411-5F93-E776F292D548}"/>
          </ac:spMkLst>
        </pc:spChg>
        <pc:spChg chg="add mod">
          <ac:chgData name="WILLI PENDL JUNIOR PENDL JUNIOR" userId="a7519bb9f12db4d8" providerId="LiveId" clId="{8EF78FEE-8EF5-4606-8BBA-AC61041591A0}" dt="2025-01-15T16:23:51.227" v="5246" actId="164"/>
          <ac:spMkLst>
            <pc:docMk/>
            <pc:sldMk cId="2741548727" sldId="314"/>
            <ac:spMk id="47" creationId="{2494B4A2-9F46-C469-9AA8-4DEEF4F4B5FC}"/>
          </ac:spMkLst>
        </pc:spChg>
        <pc:spChg chg="add mod">
          <ac:chgData name="WILLI PENDL JUNIOR PENDL JUNIOR" userId="a7519bb9f12db4d8" providerId="LiveId" clId="{8EF78FEE-8EF5-4606-8BBA-AC61041591A0}" dt="2025-01-15T16:23:51.227" v="5246" actId="164"/>
          <ac:spMkLst>
            <pc:docMk/>
            <pc:sldMk cId="2741548727" sldId="314"/>
            <ac:spMk id="48" creationId="{236BCBF7-A668-09BC-CF70-23ADD72EC1B7}"/>
          </ac:spMkLst>
        </pc:spChg>
        <pc:spChg chg="add mod">
          <ac:chgData name="WILLI PENDL JUNIOR PENDL JUNIOR" userId="a7519bb9f12db4d8" providerId="LiveId" clId="{8EF78FEE-8EF5-4606-8BBA-AC61041591A0}" dt="2025-01-15T16:25:53.368" v="5263" actId="1076"/>
          <ac:spMkLst>
            <pc:docMk/>
            <pc:sldMk cId="2741548727" sldId="314"/>
            <ac:spMk id="50" creationId="{68D40BFC-1C8F-B6D6-098C-F310966096F3}"/>
          </ac:spMkLst>
        </pc:spChg>
        <pc:spChg chg="add mod">
          <ac:chgData name="WILLI PENDL JUNIOR PENDL JUNIOR" userId="a7519bb9f12db4d8" providerId="LiveId" clId="{8EF78FEE-8EF5-4606-8BBA-AC61041591A0}" dt="2025-01-15T16:25:53.368" v="5263" actId="1076"/>
          <ac:spMkLst>
            <pc:docMk/>
            <pc:sldMk cId="2741548727" sldId="314"/>
            <ac:spMk id="51" creationId="{E107517F-0FF2-2116-0011-EEF1E4F0AB8E}"/>
          </ac:spMkLst>
        </pc:spChg>
        <pc:spChg chg="add mod">
          <ac:chgData name="WILLI PENDL JUNIOR PENDL JUNIOR" userId="a7519bb9f12db4d8" providerId="LiveId" clId="{8EF78FEE-8EF5-4606-8BBA-AC61041591A0}" dt="2025-01-15T16:27:28.212" v="5277" actId="20577"/>
          <ac:spMkLst>
            <pc:docMk/>
            <pc:sldMk cId="2741548727" sldId="314"/>
            <ac:spMk id="52" creationId="{BA8433B0-C31C-13E6-0270-8628891FC0E5}"/>
          </ac:spMkLst>
        </pc:spChg>
        <pc:spChg chg="add mod">
          <ac:chgData name="WILLI PENDL JUNIOR PENDL JUNIOR" userId="a7519bb9f12db4d8" providerId="LiveId" clId="{8EF78FEE-8EF5-4606-8BBA-AC61041591A0}" dt="2025-01-15T16:27:40.693" v="5280" actId="1076"/>
          <ac:spMkLst>
            <pc:docMk/>
            <pc:sldMk cId="2741548727" sldId="314"/>
            <ac:spMk id="53" creationId="{8E9EF642-E87D-BD5C-171B-C216FF8B34A0}"/>
          </ac:spMkLst>
        </pc:spChg>
        <pc:spChg chg="add mod">
          <ac:chgData name="WILLI PENDL JUNIOR PENDL JUNIOR" userId="a7519bb9f12db4d8" providerId="LiveId" clId="{8EF78FEE-8EF5-4606-8BBA-AC61041591A0}" dt="2025-01-15T16:28:51.509" v="5327" actId="1076"/>
          <ac:spMkLst>
            <pc:docMk/>
            <pc:sldMk cId="2741548727" sldId="314"/>
            <ac:spMk id="55" creationId="{6243F0CE-33A7-406B-8417-2ED61FAF858F}"/>
          </ac:spMkLst>
        </pc:spChg>
        <pc:spChg chg="add mod">
          <ac:chgData name="WILLI PENDL JUNIOR PENDL JUNIOR" userId="a7519bb9f12db4d8" providerId="LiveId" clId="{8EF78FEE-8EF5-4606-8BBA-AC61041591A0}" dt="2025-01-15T16:29:47.989" v="5332" actId="14100"/>
          <ac:spMkLst>
            <pc:docMk/>
            <pc:sldMk cId="2741548727" sldId="314"/>
            <ac:spMk id="58" creationId="{F4544028-645E-CC0D-CA84-2F7939294591}"/>
          </ac:spMkLst>
        </pc:spChg>
        <pc:spChg chg="add mod">
          <ac:chgData name="WILLI PENDL JUNIOR PENDL JUNIOR" userId="a7519bb9f12db4d8" providerId="LiveId" clId="{8EF78FEE-8EF5-4606-8BBA-AC61041591A0}" dt="2025-01-15T16:29:56.013" v="5335" actId="1076"/>
          <ac:spMkLst>
            <pc:docMk/>
            <pc:sldMk cId="2741548727" sldId="314"/>
            <ac:spMk id="59" creationId="{478369BC-5E6B-745E-EA77-A3C70B5C1C5F}"/>
          </ac:spMkLst>
        </pc:spChg>
        <pc:spChg chg="add mod">
          <ac:chgData name="WILLI PENDL JUNIOR PENDL JUNIOR" userId="a7519bb9f12db4d8" providerId="LiveId" clId="{8EF78FEE-8EF5-4606-8BBA-AC61041591A0}" dt="2025-01-15T16:29:56.013" v="5335" actId="1076"/>
          <ac:spMkLst>
            <pc:docMk/>
            <pc:sldMk cId="2741548727" sldId="314"/>
            <ac:spMk id="60" creationId="{3B4586E4-BC66-B01E-989C-FD46B6AA439E}"/>
          </ac:spMkLst>
        </pc:spChg>
        <pc:spChg chg="add mod">
          <ac:chgData name="WILLI PENDL JUNIOR PENDL JUNIOR" userId="a7519bb9f12db4d8" providerId="LiveId" clId="{8EF78FEE-8EF5-4606-8BBA-AC61041591A0}" dt="2025-01-15T16:30:43.504" v="5338" actId="20577"/>
          <ac:spMkLst>
            <pc:docMk/>
            <pc:sldMk cId="2741548727" sldId="314"/>
            <ac:spMk id="61" creationId="{F6A04B14-FA86-4990-14AA-3F6B38AD27CE}"/>
          </ac:spMkLst>
        </pc:spChg>
        <pc:spChg chg="add mod">
          <ac:chgData name="WILLI PENDL JUNIOR PENDL JUNIOR" userId="a7519bb9f12db4d8" providerId="LiveId" clId="{8EF78FEE-8EF5-4606-8BBA-AC61041591A0}" dt="2025-01-15T16:31:06.588" v="5347" actId="20577"/>
          <ac:spMkLst>
            <pc:docMk/>
            <pc:sldMk cId="2741548727" sldId="314"/>
            <ac:spMk id="62" creationId="{F4FF1033-D8A9-2354-000D-BF2FA1F76908}"/>
          </ac:spMkLst>
        </pc:spChg>
        <pc:spChg chg="add mod">
          <ac:chgData name="WILLI PENDL JUNIOR PENDL JUNIOR" userId="a7519bb9f12db4d8" providerId="LiveId" clId="{8EF78FEE-8EF5-4606-8BBA-AC61041591A0}" dt="2025-01-15T16:31:34.764" v="5366" actId="6549"/>
          <ac:spMkLst>
            <pc:docMk/>
            <pc:sldMk cId="2741548727" sldId="314"/>
            <ac:spMk id="64" creationId="{5F771A32-0E9F-1D9D-B578-4D1DB6429CFC}"/>
          </ac:spMkLst>
        </pc:spChg>
        <pc:spChg chg="add mod">
          <ac:chgData name="WILLI PENDL JUNIOR PENDL JUNIOR" userId="a7519bb9f12db4d8" providerId="LiveId" clId="{8EF78FEE-8EF5-4606-8BBA-AC61041591A0}" dt="2025-01-15T16:33:49.898" v="5421" actId="1076"/>
          <ac:spMkLst>
            <pc:docMk/>
            <pc:sldMk cId="2741548727" sldId="314"/>
            <ac:spMk id="65" creationId="{6A4EDBB1-ED35-F257-FAF5-B63F64AE9147}"/>
          </ac:spMkLst>
        </pc:spChg>
        <pc:spChg chg="add mod">
          <ac:chgData name="WILLI PENDL JUNIOR PENDL JUNIOR" userId="a7519bb9f12db4d8" providerId="LiveId" clId="{8EF78FEE-8EF5-4606-8BBA-AC61041591A0}" dt="2025-01-15T16:34:06.223" v="5424" actId="6549"/>
          <ac:spMkLst>
            <pc:docMk/>
            <pc:sldMk cId="2741548727" sldId="314"/>
            <ac:spMk id="66" creationId="{376A6D5F-7661-2034-DFD9-5FFC0CAB8949}"/>
          </ac:spMkLst>
        </pc:spChg>
        <pc:spChg chg="add mod ord">
          <ac:chgData name="WILLI PENDL JUNIOR PENDL JUNIOR" userId="a7519bb9f12db4d8" providerId="LiveId" clId="{8EF78FEE-8EF5-4606-8BBA-AC61041591A0}" dt="2025-01-15T16:34:44.421" v="5431" actId="167"/>
          <ac:spMkLst>
            <pc:docMk/>
            <pc:sldMk cId="2741548727" sldId="314"/>
            <ac:spMk id="67" creationId="{B0BA14BA-04B0-7EAF-9BC6-A179BF738993}"/>
          </ac:spMkLst>
        </pc:spChg>
        <pc:grpChg chg="mod">
          <ac:chgData name="WILLI PENDL JUNIOR PENDL JUNIOR" userId="a7519bb9f12db4d8" providerId="LiveId" clId="{8EF78FEE-8EF5-4606-8BBA-AC61041591A0}" dt="2025-01-15T16:25:10.627" v="5259" actId="1076"/>
          <ac:grpSpMkLst>
            <pc:docMk/>
            <pc:sldMk cId="2741548727" sldId="314"/>
            <ac:grpSpMk id="42" creationId="{8F0C356E-1841-85F8-F28A-BC688B7EE24D}"/>
          </ac:grpSpMkLst>
        </pc:grpChg>
        <pc:grpChg chg="add mod">
          <ac:chgData name="WILLI PENDL JUNIOR PENDL JUNIOR" userId="a7519bb9f12db4d8" providerId="LiveId" clId="{8EF78FEE-8EF5-4606-8BBA-AC61041591A0}" dt="2025-01-15T16:24:03.131" v="5247" actId="1076"/>
          <ac:grpSpMkLst>
            <pc:docMk/>
            <pc:sldMk cId="2741548727" sldId="314"/>
            <ac:grpSpMk id="49" creationId="{1C940854-6C80-0CEB-B2C1-FBD93D7A936A}"/>
          </ac:grpSpMkLst>
        </pc:grpChg>
        <pc:picChg chg="add mod">
          <ac:chgData name="WILLI PENDL JUNIOR PENDL JUNIOR" userId="a7519bb9f12db4d8" providerId="LiveId" clId="{8EF78FEE-8EF5-4606-8BBA-AC61041591A0}" dt="2025-01-15T16:35:22.989" v="5436" actId="1076"/>
          <ac:picMkLst>
            <pc:docMk/>
            <pc:sldMk cId="2741548727" sldId="314"/>
            <ac:picMk id="69" creationId="{BB886599-ED50-4ECE-A47A-807726A35197}"/>
          </ac:picMkLst>
        </pc:picChg>
        <pc:cxnChg chg="mod">
          <ac:chgData name="WILLI PENDL JUNIOR PENDL JUNIOR" userId="a7519bb9f12db4d8" providerId="LiveId" clId="{8EF78FEE-8EF5-4606-8BBA-AC61041591A0}" dt="2025-01-15T16:25:02.342" v="5258" actId="6549"/>
          <ac:cxnSpMkLst>
            <pc:docMk/>
            <pc:sldMk cId="2741548727" sldId="314"/>
            <ac:cxnSpMk id="43" creationId="{DCA0C9A5-6B04-AE47-B1F1-D014805394FA}"/>
          </ac:cxnSpMkLst>
        </pc:cxnChg>
      </pc:sldChg>
      <pc:sldChg chg="addSp modSp add mod replId">
        <pc:chgData name="WILLI PENDL JUNIOR PENDL JUNIOR" userId="a7519bb9f12db4d8" providerId="LiveId" clId="{8EF78FEE-8EF5-4606-8BBA-AC61041591A0}" dt="2025-01-15T16:43:10.982" v="5503" actId="14100"/>
        <pc:sldMkLst>
          <pc:docMk/>
          <pc:sldMk cId="2537114250" sldId="315"/>
        </pc:sldMkLst>
        <pc:spChg chg="add mod">
          <ac:chgData name="WILLI PENDL JUNIOR PENDL JUNIOR" userId="a7519bb9f12db4d8" providerId="LiveId" clId="{8EF78FEE-8EF5-4606-8BBA-AC61041591A0}" dt="2025-01-15T16:42:08.552" v="5486" actId="6549"/>
          <ac:spMkLst>
            <pc:docMk/>
            <pc:sldMk cId="2537114250" sldId="315"/>
            <ac:spMk id="2" creationId="{53233C6E-4EAA-ED81-881F-7B741C74D06A}"/>
          </ac:spMkLst>
        </pc:spChg>
        <pc:spChg chg="add mod">
          <ac:chgData name="WILLI PENDL JUNIOR PENDL JUNIOR" userId="a7519bb9f12db4d8" providerId="LiveId" clId="{8EF78FEE-8EF5-4606-8BBA-AC61041591A0}" dt="2025-01-15T16:43:10.982" v="5503" actId="14100"/>
          <ac:spMkLst>
            <pc:docMk/>
            <pc:sldMk cId="2537114250" sldId="315"/>
            <ac:spMk id="4" creationId="{89B3DDE1-52E5-A360-3F78-2422A94FB6AD}"/>
          </ac:spMkLst>
        </pc:spChg>
      </pc:sldChg>
      <pc:sldChg chg="addSp modSp add mod replId modAnim">
        <pc:chgData name="WILLI PENDL JUNIOR PENDL JUNIOR" userId="a7519bb9f12db4d8" providerId="LiveId" clId="{8EF78FEE-8EF5-4606-8BBA-AC61041591A0}" dt="2025-01-15T16:58:07.154" v="5723" actId="1076"/>
        <pc:sldMkLst>
          <pc:docMk/>
          <pc:sldMk cId="846632654" sldId="316"/>
        </pc:sldMkLst>
        <pc:spChg chg="add mod">
          <ac:chgData name="WILLI PENDL JUNIOR PENDL JUNIOR" userId="a7519bb9f12db4d8" providerId="LiveId" clId="{8EF78FEE-8EF5-4606-8BBA-AC61041591A0}" dt="2025-01-15T16:43:36.646" v="5505" actId="1076"/>
          <ac:spMkLst>
            <pc:docMk/>
            <pc:sldMk cId="846632654" sldId="316"/>
            <ac:spMk id="2" creationId="{D9077AA8-0555-216E-AB44-22120426FB74}"/>
          </ac:spMkLst>
        </pc:spChg>
        <pc:spChg chg="add mod">
          <ac:chgData name="WILLI PENDL JUNIOR PENDL JUNIOR" userId="a7519bb9f12db4d8" providerId="LiveId" clId="{8EF78FEE-8EF5-4606-8BBA-AC61041591A0}" dt="2025-01-15T16:44:38.556" v="5556" actId="1076"/>
          <ac:spMkLst>
            <pc:docMk/>
            <pc:sldMk cId="846632654" sldId="316"/>
            <ac:spMk id="3" creationId="{960B9EB8-654F-A833-77A4-A0D29826CFD1}"/>
          </ac:spMkLst>
        </pc:spChg>
        <pc:spChg chg="add mod">
          <ac:chgData name="WILLI PENDL JUNIOR PENDL JUNIOR" userId="a7519bb9f12db4d8" providerId="LiveId" clId="{8EF78FEE-8EF5-4606-8BBA-AC61041591A0}" dt="2025-01-15T16:53:35.170" v="5647" actId="1076"/>
          <ac:spMkLst>
            <pc:docMk/>
            <pc:sldMk cId="846632654" sldId="316"/>
            <ac:spMk id="5" creationId="{D3ECDDE2-6419-ADD1-1623-0E547F44B927}"/>
          </ac:spMkLst>
        </pc:spChg>
        <pc:spChg chg="add mod">
          <ac:chgData name="WILLI PENDL JUNIOR PENDL JUNIOR" userId="a7519bb9f12db4d8" providerId="LiveId" clId="{8EF78FEE-8EF5-4606-8BBA-AC61041591A0}" dt="2025-01-15T16:53:35.170" v="5647" actId="1076"/>
          <ac:spMkLst>
            <pc:docMk/>
            <pc:sldMk cId="846632654" sldId="316"/>
            <ac:spMk id="6" creationId="{6425D664-079A-53E1-3C08-12F46C375D9B}"/>
          </ac:spMkLst>
        </pc:spChg>
        <pc:spChg chg="add mod">
          <ac:chgData name="WILLI PENDL JUNIOR PENDL JUNIOR" userId="a7519bb9f12db4d8" providerId="LiveId" clId="{8EF78FEE-8EF5-4606-8BBA-AC61041591A0}" dt="2025-01-15T16:53:35.170" v="5647" actId="1076"/>
          <ac:spMkLst>
            <pc:docMk/>
            <pc:sldMk cId="846632654" sldId="316"/>
            <ac:spMk id="7" creationId="{6A1C18E5-E6B9-EBDA-497E-B579729D8A8E}"/>
          </ac:spMkLst>
        </pc:spChg>
        <pc:spChg chg="add mod">
          <ac:chgData name="WILLI PENDL JUNIOR PENDL JUNIOR" userId="a7519bb9f12db4d8" providerId="LiveId" clId="{8EF78FEE-8EF5-4606-8BBA-AC61041591A0}" dt="2025-01-15T16:54:04.860" v="5662" actId="1076"/>
          <ac:spMkLst>
            <pc:docMk/>
            <pc:sldMk cId="846632654" sldId="316"/>
            <ac:spMk id="9" creationId="{8790D5D4-606C-188B-60B9-594C60552F7E}"/>
          </ac:spMkLst>
        </pc:spChg>
        <pc:spChg chg="add mod">
          <ac:chgData name="WILLI PENDL JUNIOR PENDL JUNIOR" userId="a7519bb9f12db4d8" providerId="LiveId" clId="{8EF78FEE-8EF5-4606-8BBA-AC61041591A0}" dt="2025-01-15T16:53:51.595" v="5656" actId="1076"/>
          <ac:spMkLst>
            <pc:docMk/>
            <pc:sldMk cId="846632654" sldId="316"/>
            <ac:spMk id="10" creationId="{ABF0FE2C-969F-DF5E-F53D-1446D2EB15A1}"/>
          </ac:spMkLst>
        </pc:spChg>
        <pc:spChg chg="add mod">
          <ac:chgData name="WILLI PENDL JUNIOR PENDL JUNIOR" userId="a7519bb9f12db4d8" providerId="LiveId" clId="{8EF78FEE-8EF5-4606-8BBA-AC61041591A0}" dt="2025-01-15T16:56:10.979" v="5686" actId="1076"/>
          <ac:spMkLst>
            <pc:docMk/>
            <pc:sldMk cId="846632654" sldId="316"/>
            <ac:spMk id="12" creationId="{86DA3661-2BDB-69BF-D5F3-D455BF0299EF}"/>
          </ac:spMkLst>
        </pc:spChg>
        <pc:spChg chg="add mod">
          <ac:chgData name="WILLI PENDL JUNIOR PENDL JUNIOR" userId="a7519bb9f12db4d8" providerId="LiveId" clId="{8EF78FEE-8EF5-4606-8BBA-AC61041591A0}" dt="2025-01-15T16:58:07.154" v="5723" actId="1076"/>
          <ac:spMkLst>
            <pc:docMk/>
            <pc:sldMk cId="846632654" sldId="316"/>
            <ac:spMk id="14" creationId="{5685344A-AB46-6E49-62A9-F314674027C5}"/>
          </ac:spMkLst>
        </pc:spChg>
      </pc:sldChg>
      <pc:sldChg chg="addSp modSp new mod">
        <pc:chgData name="WILLI PENDL JUNIOR PENDL JUNIOR" userId="a7519bb9f12db4d8" providerId="LiveId" clId="{8EF78FEE-8EF5-4606-8BBA-AC61041591A0}" dt="2025-01-15T16:37:55.456" v="5463" actId="20577"/>
        <pc:sldMkLst>
          <pc:docMk/>
          <pc:sldMk cId="3979078355" sldId="317"/>
        </pc:sldMkLst>
        <pc:spChg chg="add mod">
          <ac:chgData name="WILLI PENDL JUNIOR PENDL JUNIOR" userId="a7519bb9f12db4d8" providerId="LiveId" clId="{8EF78FEE-8EF5-4606-8BBA-AC61041591A0}" dt="2025-01-15T01:59:40.606" v="4367" actId="1076"/>
          <ac:spMkLst>
            <pc:docMk/>
            <pc:sldMk cId="3979078355" sldId="317"/>
            <ac:spMk id="2" creationId="{FA28169E-5941-206F-C990-0B75B1410034}"/>
          </ac:spMkLst>
        </pc:spChg>
        <pc:spChg chg="add mod">
          <ac:chgData name="WILLI PENDL JUNIOR PENDL JUNIOR" userId="a7519bb9f12db4d8" providerId="LiveId" clId="{8EF78FEE-8EF5-4606-8BBA-AC61041591A0}" dt="2025-01-15T02:43:48.310" v="5016" actId="1076"/>
          <ac:spMkLst>
            <pc:docMk/>
            <pc:sldMk cId="3979078355" sldId="317"/>
            <ac:spMk id="3" creationId="{24B31B23-B600-B62F-C6D4-7D3C75AF864D}"/>
          </ac:spMkLst>
        </pc:spChg>
        <pc:spChg chg="add mod">
          <ac:chgData name="WILLI PENDL JUNIOR PENDL JUNIOR" userId="a7519bb9f12db4d8" providerId="LiveId" clId="{8EF78FEE-8EF5-4606-8BBA-AC61041591A0}" dt="2025-01-15T02:44:08.976" v="5039" actId="207"/>
          <ac:spMkLst>
            <pc:docMk/>
            <pc:sldMk cId="3979078355" sldId="317"/>
            <ac:spMk id="4" creationId="{E9852500-E7E7-72F5-058F-5C22484CBA7B}"/>
          </ac:spMkLst>
        </pc:spChg>
        <pc:spChg chg="add mod">
          <ac:chgData name="WILLI PENDL JUNIOR PENDL JUNIOR" userId="a7519bb9f12db4d8" providerId="LiveId" clId="{8EF78FEE-8EF5-4606-8BBA-AC61041591A0}" dt="2025-01-15T16:37:55.456" v="5463" actId="20577"/>
          <ac:spMkLst>
            <pc:docMk/>
            <pc:sldMk cId="3979078355" sldId="317"/>
            <ac:spMk id="5" creationId="{E8400733-6D07-E4A2-1C57-EC37B496DDFF}"/>
          </ac:spMkLst>
        </pc:spChg>
      </pc:sldChg>
      <pc:sldChg chg="add">
        <pc:chgData name="WILLI PENDL JUNIOR PENDL JUNIOR" userId="a7519bb9f12db4d8" providerId="LiveId" clId="{8EF78FEE-8EF5-4606-8BBA-AC61041591A0}" dt="2025-01-15T16:38:08.141" v="5464" actId="2890"/>
        <pc:sldMkLst>
          <pc:docMk/>
          <pc:sldMk cId="590948912" sldId="318"/>
        </pc:sldMkLst>
      </pc:sldChg>
      <pc:sldChg chg="add">
        <pc:chgData name="WILLI PENDL JUNIOR PENDL JUNIOR" userId="a7519bb9f12db4d8" providerId="LiveId" clId="{8EF78FEE-8EF5-4606-8BBA-AC61041591A0}" dt="2025-01-15T16:38:12.404" v="5465" actId="2890"/>
        <pc:sldMkLst>
          <pc:docMk/>
          <pc:sldMk cId="3458213256" sldId="319"/>
        </pc:sldMkLst>
      </pc:sldChg>
      <pc:sldChg chg="add replId">
        <pc:chgData name="WILLI PENDL JUNIOR PENDL JUNIOR" userId="a7519bb9f12db4d8" providerId="LiveId" clId="{8EF78FEE-8EF5-4606-8BBA-AC61041591A0}" dt="2025-01-15T16:38:12.404" v="5465" actId="2890"/>
        <pc:sldMkLst>
          <pc:docMk/>
          <pc:sldMk cId="2645454119" sldId="320"/>
        </pc:sldMkLst>
      </pc:sldChg>
    </pc:docChg>
  </pc:docChgLst>
  <pc:docChgLst>
    <pc:chgData name="WILLI PENDL JUNIOR" userId="a7519bb9f12db4d8" providerId="LiveId" clId="{0D60F3B3-8B4C-4005-998C-913909472963}"/>
    <pc:docChg chg="custSel delSld modSld sldOrd">
      <pc:chgData name="WILLI PENDL JUNIOR" userId="a7519bb9f12db4d8" providerId="LiveId" clId="{0D60F3B3-8B4C-4005-998C-913909472963}" dt="2022-04-20T00:03:28.980" v="418" actId="1036"/>
      <pc:docMkLst>
        <pc:docMk/>
      </pc:docMkLst>
      <pc:sldChg chg="addSp delSp modSp mod ord modAnim">
        <pc:chgData name="WILLI PENDL JUNIOR" userId="a7519bb9f12db4d8" providerId="LiveId" clId="{0D60F3B3-8B4C-4005-998C-913909472963}" dt="2022-04-19T23:48:07.725" v="128"/>
        <pc:sldMkLst>
          <pc:docMk/>
          <pc:sldMk cId="385277333" sldId="262"/>
        </pc:sldMkLst>
      </pc:sldChg>
      <pc:sldChg chg="addSp delSp modSp mod ord modAnim">
        <pc:chgData name="WILLI PENDL JUNIOR" userId="a7519bb9f12db4d8" providerId="LiveId" clId="{0D60F3B3-8B4C-4005-998C-913909472963}" dt="2022-04-20T00:03:28.980" v="418" actId="1036"/>
        <pc:sldMkLst>
          <pc:docMk/>
          <pc:sldMk cId="3251974943" sldId="270"/>
        </pc:sldMkLst>
      </pc:sldChg>
      <pc:sldChg chg="delSp modSp del mod delAnim modAnim">
        <pc:chgData name="WILLI PENDL JUNIOR" userId="a7519bb9f12db4d8" providerId="LiveId" clId="{0D60F3B3-8B4C-4005-998C-913909472963}" dt="2022-04-20T00:01:06.500" v="399" actId="47"/>
        <pc:sldMkLst>
          <pc:docMk/>
          <pc:sldMk cId="2749009380" sldId="272"/>
        </pc:sldMkLst>
      </pc:sldChg>
    </pc:docChg>
  </pc:docChgLst>
  <pc:docChgLst>
    <pc:chgData name="WILLI PENDL JUNIOR" userId="a7519bb9f12db4d8" providerId="LiveId" clId="{C253D9FA-8BA2-487B-87AC-2F1C6466BAFA}"/>
    <pc:docChg chg="undo custSel addSld modSld">
      <pc:chgData name="WILLI PENDL JUNIOR" userId="a7519bb9f12db4d8" providerId="LiveId" clId="{C253D9FA-8BA2-487B-87AC-2F1C6466BAFA}" dt="2022-03-03T02:19:23.317" v="663" actId="403"/>
      <pc:docMkLst>
        <pc:docMk/>
      </pc:docMkLst>
      <pc:sldChg chg="modSp mod">
        <pc:chgData name="WILLI PENDL JUNIOR" userId="a7519bb9f12db4d8" providerId="LiveId" clId="{C253D9FA-8BA2-487B-87AC-2F1C6466BAFA}" dt="2022-02-23T01:04:19.419" v="40" actId="1076"/>
        <pc:sldMkLst>
          <pc:docMk/>
          <pc:sldMk cId="1821539191" sldId="256"/>
        </pc:sldMkLst>
      </pc:sldChg>
      <pc:sldChg chg="modSp mod">
        <pc:chgData name="WILLI PENDL JUNIOR" userId="a7519bb9f12db4d8" providerId="LiveId" clId="{C253D9FA-8BA2-487B-87AC-2F1C6466BAFA}" dt="2022-02-23T01:33:20.601" v="299" actId="1076"/>
        <pc:sldMkLst>
          <pc:docMk/>
          <pc:sldMk cId="2297134478" sldId="257"/>
        </pc:sldMkLst>
      </pc:sldChg>
      <pc:sldChg chg="modSp mod">
        <pc:chgData name="WILLI PENDL JUNIOR" userId="a7519bb9f12db4d8" providerId="LiveId" clId="{C253D9FA-8BA2-487B-87AC-2F1C6466BAFA}" dt="2022-02-23T01:31:44.100" v="274" actId="1076"/>
        <pc:sldMkLst>
          <pc:docMk/>
          <pc:sldMk cId="2096077926" sldId="258"/>
        </pc:sldMkLst>
      </pc:sldChg>
      <pc:sldChg chg="delSp modSp mod delAnim modAnim">
        <pc:chgData name="WILLI PENDL JUNIOR" userId="a7519bb9f12db4d8" providerId="LiveId" clId="{C253D9FA-8BA2-487B-87AC-2F1C6466BAFA}" dt="2022-02-23T01:25:00.712" v="155" actId="20577"/>
        <pc:sldMkLst>
          <pc:docMk/>
          <pc:sldMk cId="308908579" sldId="259"/>
        </pc:sldMkLst>
      </pc:sldChg>
      <pc:sldChg chg="modSp mod">
        <pc:chgData name="WILLI PENDL JUNIOR" userId="a7519bb9f12db4d8" providerId="LiveId" clId="{C253D9FA-8BA2-487B-87AC-2F1C6466BAFA}" dt="2022-02-23T01:34:24.192" v="311" actId="1076"/>
        <pc:sldMkLst>
          <pc:docMk/>
          <pc:sldMk cId="186771952" sldId="260"/>
        </pc:sldMkLst>
      </pc:sldChg>
      <pc:sldChg chg="modSp mod">
        <pc:chgData name="WILLI PENDL JUNIOR" userId="a7519bb9f12db4d8" providerId="LiveId" clId="{C253D9FA-8BA2-487B-87AC-2F1C6466BAFA}" dt="2022-02-23T01:39:52.878" v="328" actId="207"/>
        <pc:sldMkLst>
          <pc:docMk/>
          <pc:sldMk cId="1410788959" sldId="261"/>
        </pc:sldMkLst>
      </pc:sldChg>
      <pc:sldChg chg="modSp mod">
        <pc:chgData name="WILLI PENDL JUNIOR" userId="a7519bb9f12db4d8" providerId="LiveId" clId="{C253D9FA-8BA2-487B-87AC-2F1C6466BAFA}" dt="2022-03-03T02:09:36.580" v="512" actId="1076"/>
        <pc:sldMkLst>
          <pc:docMk/>
          <pc:sldMk cId="2693623824" sldId="263"/>
        </pc:sldMkLst>
      </pc:sldChg>
      <pc:sldChg chg="modSp mod">
        <pc:chgData name="WILLI PENDL JUNIOR" userId="a7519bb9f12db4d8" providerId="LiveId" clId="{C253D9FA-8BA2-487B-87AC-2F1C6466BAFA}" dt="2022-02-23T01:50:58.767" v="504" actId="1076"/>
        <pc:sldMkLst>
          <pc:docMk/>
          <pc:sldMk cId="3949678181" sldId="264"/>
        </pc:sldMkLst>
      </pc:sldChg>
      <pc:sldChg chg="modSp mod">
        <pc:chgData name="WILLI PENDL JUNIOR" userId="a7519bb9f12db4d8" providerId="LiveId" clId="{C253D9FA-8BA2-487B-87AC-2F1C6466BAFA}" dt="2022-03-03T02:13:30.582" v="563" actId="1076"/>
        <pc:sldMkLst>
          <pc:docMk/>
          <pc:sldMk cId="147201771" sldId="265"/>
        </pc:sldMkLst>
      </pc:sldChg>
      <pc:sldChg chg="addSp delSp modSp mod addAnim delAnim">
        <pc:chgData name="WILLI PENDL JUNIOR" userId="a7519bb9f12db4d8" providerId="LiveId" clId="{C253D9FA-8BA2-487B-87AC-2F1C6466BAFA}" dt="2022-03-03T02:19:23.317" v="663" actId="403"/>
        <pc:sldMkLst>
          <pc:docMk/>
          <pc:sldMk cId="1766616487" sldId="266"/>
        </pc:sldMkLst>
      </pc:sldChg>
      <pc:sldChg chg="modSp mod">
        <pc:chgData name="WILLI PENDL JUNIOR" userId="a7519bb9f12db4d8" providerId="LiveId" clId="{C253D9FA-8BA2-487B-87AC-2F1C6466BAFA}" dt="2022-03-03T02:16:03.478" v="605" actId="1076"/>
        <pc:sldMkLst>
          <pc:docMk/>
          <pc:sldMk cId="351102439" sldId="267"/>
        </pc:sldMkLst>
      </pc:sldChg>
      <pc:sldChg chg="modSp mod">
        <pc:chgData name="WILLI PENDL JUNIOR" userId="a7519bb9f12db4d8" providerId="LiveId" clId="{C253D9FA-8BA2-487B-87AC-2F1C6466BAFA}" dt="2022-03-03T02:11:51.453" v="536" actId="1076"/>
        <pc:sldMkLst>
          <pc:docMk/>
          <pc:sldMk cId="191681892" sldId="268"/>
        </pc:sldMkLst>
      </pc:sldChg>
      <pc:sldChg chg="addSp modSp new mod modAnim">
        <pc:chgData name="WILLI PENDL JUNIOR" userId="a7519bb9f12db4d8" providerId="LiveId" clId="{C253D9FA-8BA2-487B-87AC-2F1C6466BAFA}" dt="2022-02-23T01:26:22.075" v="165"/>
        <pc:sldMkLst>
          <pc:docMk/>
          <pc:sldMk cId="2161651935" sldId="274"/>
        </pc:sldMkLst>
      </pc:sldChg>
    </pc:docChg>
  </pc:docChgLst>
  <pc:docChgLst>
    <pc:chgData name="WILLI PENDL JUNIOR PENDL JUNIOR" userId="a7519bb9f12db4d8" providerId="LiveId" clId="{283BC837-B7F7-49D5-9988-DF3F22A016AA}"/>
    <pc:docChg chg="modSld">
      <pc:chgData name="WILLI PENDL JUNIOR PENDL JUNIOR" userId="a7519bb9f12db4d8" providerId="LiveId" clId="{283BC837-B7F7-49D5-9988-DF3F22A016AA}" dt="2025-04-04T16:41:23.720" v="8" actId="207"/>
      <pc:docMkLst>
        <pc:docMk/>
      </pc:docMkLst>
      <pc:sldChg chg="modSp mod">
        <pc:chgData name="WILLI PENDL JUNIOR PENDL JUNIOR" userId="a7519bb9f12db4d8" providerId="LiveId" clId="{283BC837-B7F7-49D5-9988-DF3F22A016AA}" dt="2025-04-04T16:41:23.720" v="8" actId="207"/>
        <pc:sldMkLst>
          <pc:docMk/>
          <pc:sldMk cId="590948912" sldId="318"/>
        </pc:sldMkLst>
        <pc:spChg chg="mod">
          <ac:chgData name="WILLI PENDL JUNIOR PENDL JUNIOR" userId="a7519bb9f12db4d8" providerId="LiveId" clId="{283BC837-B7F7-49D5-9988-DF3F22A016AA}" dt="2025-04-04T16:41:23.720" v="8" actId="207"/>
          <ac:spMkLst>
            <pc:docMk/>
            <pc:sldMk cId="590948912" sldId="318"/>
            <ac:spMk id="2" creationId="{85FD5BB0-BD08-708F-1E54-B4DED2F0DB5E}"/>
          </ac:spMkLst>
        </pc:spChg>
      </pc:sldChg>
    </pc:docChg>
  </pc:docChgLst>
  <pc:docChgLst>
    <pc:chgData name="WILLI PENDL JUNIOR" userId="a7519bb9f12db4d8" providerId="LiveId" clId="{B6DD2F68-6BFE-45D7-9EF4-1BF1990986FF}"/>
    <pc:docChg chg="undo addSld modSld">
      <pc:chgData name="WILLI PENDL JUNIOR" userId="a7519bb9f12db4d8" providerId="LiveId" clId="{B6DD2F68-6BFE-45D7-9EF4-1BF1990986FF}" dt="2024-03-16T00:30:34.571" v="5"/>
      <pc:docMkLst>
        <pc:docMk/>
      </pc:docMkLst>
      <pc:sldChg chg="addSp modSp mod">
        <pc:chgData name="WILLI PENDL JUNIOR" userId="a7519bb9f12db4d8" providerId="LiveId" clId="{B6DD2F68-6BFE-45D7-9EF4-1BF1990986FF}" dt="2024-03-16T00:30:22.563" v="4"/>
        <pc:sldMkLst>
          <pc:docMk/>
          <pc:sldMk cId="147201771" sldId="265"/>
        </pc:sldMkLst>
      </pc:sldChg>
      <pc:sldChg chg="add">
        <pc:chgData name="WILLI PENDL JUNIOR" userId="a7519bb9f12db4d8" providerId="LiveId" clId="{B6DD2F68-6BFE-45D7-9EF4-1BF1990986FF}" dt="2024-03-16T00:30:34.571" v="5"/>
        <pc:sldMkLst>
          <pc:docMk/>
          <pc:sldMk cId="1169738398" sldId="300"/>
        </pc:sldMkLst>
      </pc:sldChg>
    </pc:docChg>
  </pc:docChgLst>
  <pc:docChgLst>
    <pc:chgData name="WILLI PENDL JUNIOR PENDL JUNIOR" userId="a7519bb9f12db4d8" providerId="LiveId" clId="{A98F701F-F85B-4322-B208-AE86ECE1ABA3}"/>
    <pc:docChg chg="undo custSel delSld modSld">
      <pc:chgData name="WILLI PENDL JUNIOR PENDL JUNIOR" userId="a7519bb9f12db4d8" providerId="LiveId" clId="{A98F701F-F85B-4322-B208-AE86ECE1ABA3}" dt="2025-01-19T12:35:44.155" v="772" actId="1076"/>
      <pc:docMkLst>
        <pc:docMk/>
      </pc:docMkLst>
      <pc:sldChg chg="del">
        <pc:chgData name="WILLI PENDL JUNIOR PENDL JUNIOR" userId="a7519bb9f12db4d8" providerId="LiveId" clId="{A98F701F-F85B-4322-B208-AE86ECE1ABA3}" dt="2025-01-19T12:35:22.866" v="771" actId="47"/>
        <pc:sldMkLst>
          <pc:docMk/>
          <pc:sldMk cId="186771952" sldId="260"/>
        </pc:sldMkLst>
      </pc:sldChg>
      <pc:sldChg chg="del">
        <pc:chgData name="WILLI PENDL JUNIOR PENDL JUNIOR" userId="a7519bb9f12db4d8" providerId="LiveId" clId="{A98F701F-F85B-4322-B208-AE86ECE1ABA3}" dt="2025-01-19T12:35:22.866" v="771" actId="47"/>
        <pc:sldMkLst>
          <pc:docMk/>
          <pc:sldMk cId="1410788959" sldId="261"/>
        </pc:sldMkLst>
      </pc:sldChg>
      <pc:sldChg chg="del">
        <pc:chgData name="WILLI PENDL JUNIOR PENDL JUNIOR" userId="a7519bb9f12db4d8" providerId="LiveId" clId="{A98F701F-F85B-4322-B208-AE86ECE1ABA3}" dt="2025-01-19T12:35:22.866" v="771" actId="47"/>
        <pc:sldMkLst>
          <pc:docMk/>
          <pc:sldMk cId="385277333" sldId="262"/>
        </pc:sldMkLst>
      </pc:sldChg>
      <pc:sldChg chg="del">
        <pc:chgData name="WILLI PENDL JUNIOR PENDL JUNIOR" userId="a7519bb9f12db4d8" providerId="LiveId" clId="{A98F701F-F85B-4322-B208-AE86ECE1ABA3}" dt="2025-01-19T12:35:22.866" v="771" actId="47"/>
        <pc:sldMkLst>
          <pc:docMk/>
          <pc:sldMk cId="2693623824" sldId="263"/>
        </pc:sldMkLst>
      </pc:sldChg>
      <pc:sldChg chg="del">
        <pc:chgData name="WILLI PENDL JUNIOR PENDL JUNIOR" userId="a7519bb9f12db4d8" providerId="LiveId" clId="{A98F701F-F85B-4322-B208-AE86ECE1ABA3}" dt="2025-01-19T12:35:22.866" v="771" actId="47"/>
        <pc:sldMkLst>
          <pc:docMk/>
          <pc:sldMk cId="3949678181" sldId="264"/>
        </pc:sldMkLst>
      </pc:sldChg>
      <pc:sldChg chg="del">
        <pc:chgData name="WILLI PENDL JUNIOR PENDL JUNIOR" userId="a7519bb9f12db4d8" providerId="LiveId" clId="{A98F701F-F85B-4322-B208-AE86ECE1ABA3}" dt="2025-01-19T12:35:22.866" v="771" actId="47"/>
        <pc:sldMkLst>
          <pc:docMk/>
          <pc:sldMk cId="1766616487" sldId="266"/>
        </pc:sldMkLst>
      </pc:sldChg>
      <pc:sldChg chg="del">
        <pc:chgData name="WILLI PENDL JUNIOR PENDL JUNIOR" userId="a7519bb9f12db4d8" providerId="LiveId" clId="{A98F701F-F85B-4322-B208-AE86ECE1ABA3}" dt="2025-01-19T12:35:22.866" v="771" actId="47"/>
        <pc:sldMkLst>
          <pc:docMk/>
          <pc:sldMk cId="351102439" sldId="267"/>
        </pc:sldMkLst>
      </pc:sldChg>
      <pc:sldChg chg="del">
        <pc:chgData name="WILLI PENDL JUNIOR PENDL JUNIOR" userId="a7519bb9f12db4d8" providerId="LiveId" clId="{A98F701F-F85B-4322-B208-AE86ECE1ABA3}" dt="2025-01-19T12:35:22.866" v="771" actId="47"/>
        <pc:sldMkLst>
          <pc:docMk/>
          <pc:sldMk cId="191681892" sldId="268"/>
        </pc:sldMkLst>
      </pc:sldChg>
      <pc:sldChg chg="del">
        <pc:chgData name="WILLI PENDL JUNIOR PENDL JUNIOR" userId="a7519bb9f12db4d8" providerId="LiveId" clId="{A98F701F-F85B-4322-B208-AE86ECE1ABA3}" dt="2025-01-19T12:35:22.866" v="771" actId="47"/>
        <pc:sldMkLst>
          <pc:docMk/>
          <pc:sldMk cId="2955540107" sldId="269"/>
        </pc:sldMkLst>
      </pc:sldChg>
      <pc:sldChg chg="del">
        <pc:chgData name="WILLI PENDL JUNIOR PENDL JUNIOR" userId="a7519bb9f12db4d8" providerId="LiveId" clId="{A98F701F-F85B-4322-B208-AE86ECE1ABA3}" dt="2025-01-19T12:35:22.866" v="771" actId="47"/>
        <pc:sldMkLst>
          <pc:docMk/>
          <pc:sldMk cId="3251974943" sldId="270"/>
        </pc:sldMkLst>
      </pc:sldChg>
      <pc:sldChg chg="del">
        <pc:chgData name="WILLI PENDL JUNIOR PENDL JUNIOR" userId="a7519bb9f12db4d8" providerId="LiveId" clId="{A98F701F-F85B-4322-B208-AE86ECE1ABA3}" dt="2025-01-19T12:35:22.866" v="771" actId="47"/>
        <pc:sldMkLst>
          <pc:docMk/>
          <pc:sldMk cId="3741528712" sldId="273"/>
        </pc:sldMkLst>
      </pc:sldChg>
      <pc:sldChg chg="modSp mod">
        <pc:chgData name="WILLI PENDL JUNIOR PENDL JUNIOR" userId="a7519bb9f12db4d8" providerId="LiveId" clId="{A98F701F-F85B-4322-B208-AE86ECE1ABA3}" dt="2025-01-17T20:45:27.605" v="4" actId="6549"/>
        <pc:sldMkLst>
          <pc:docMk/>
          <pc:sldMk cId="1960446809" sldId="275"/>
        </pc:sldMkLst>
        <pc:spChg chg="mod">
          <ac:chgData name="WILLI PENDL JUNIOR PENDL JUNIOR" userId="a7519bb9f12db4d8" providerId="LiveId" clId="{A98F701F-F85B-4322-B208-AE86ECE1ABA3}" dt="2025-01-17T20:45:27.605" v="4" actId="6549"/>
          <ac:spMkLst>
            <pc:docMk/>
            <pc:sldMk cId="1960446809" sldId="275"/>
            <ac:spMk id="2" creationId="{BA12EB79-6FC0-390F-7094-D7E9AEECC1D4}"/>
          </ac:spMkLst>
        </pc:spChg>
      </pc:sldChg>
      <pc:sldChg chg="del">
        <pc:chgData name="WILLI PENDL JUNIOR PENDL JUNIOR" userId="a7519bb9f12db4d8" providerId="LiveId" clId="{A98F701F-F85B-4322-B208-AE86ECE1ABA3}" dt="2025-01-19T12:35:22.866" v="771" actId="47"/>
        <pc:sldMkLst>
          <pc:docMk/>
          <pc:sldMk cId="408212166" sldId="276"/>
        </pc:sldMkLst>
      </pc:sldChg>
      <pc:sldChg chg="del">
        <pc:chgData name="WILLI PENDL JUNIOR PENDL JUNIOR" userId="a7519bb9f12db4d8" providerId="LiveId" clId="{A98F701F-F85B-4322-B208-AE86ECE1ABA3}" dt="2025-01-19T12:35:22.866" v="771" actId="47"/>
        <pc:sldMkLst>
          <pc:docMk/>
          <pc:sldMk cId="1169738398" sldId="300"/>
        </pc:sldMkLst>
      </pc:sldChg>
      <pc:sldChg chg="addSp modSp mod modAnim">
        <pc:chgData name="WILLI PENDL JUNIOR PENDL JUNIOR" userId="a7519bb9f12db4d8" providerId="LiveId" clId="{A98F701F-F85B-4322-B208-AE86ECE1ABA3}" dt="2025-01-17T20:57:46.833" v="98"/>
        <pc:sldMkLst>
          <pc:docMk/>
          <pc:sldMk cId="846632654" sldId="316"/>
        </pc:sldMkLst>
        <pc:spChg chg="add mod">
          <ac:chgData name="WILLI PENDL JUNIOR PENDL JUNIOR" userId="a7519bb9f12db4d8" providerId="LiveId" clId="{A98F701F-F85B-4322-B208-AE86ECE1ABA3}" dt="2025-01-17T20:51:19.833" v="6" actId="1076"/>
          <ac:spMkLst>
            <pc:docMk/>
            <pc:sldMk cId="846632654" sldId="316"/>
            <ac:spMk id="4" creationId="{10335FE8-590E-C53F-8D59-0352AA6154D0}"/>
          </ac:spMkLst>
        </pc:spChg>
        <pc:spChg chg="add mod">
          <ac:chgData name="WILLI PENDL JUNIOR PENDL JUNIOR" userId="a7519bb9f12db4d8" providerId="LiveId" clId="{A98F701F-F85B-4322-B208-AE86ECE1ABA3}" dt="2025-01-17T20:51:19.833" v="6" actId="1076"/>
          <ac:spMkLst>
            <pc:docMk/>
            <pc:sldMk cId="846632654" sldId="316"/>
            <ac:spMk id="8" creationId="{EEFD1C61-0538-C4D3-EBBE-316651AFF3C7}"/>
          </ac:spMkLst>
        </pc:spChg>
        <pc:spChg chg="add mod">
          <ac:chgData name="WILLI PENDL JUNIOR PENDL JUNIOR" userId="a7519bb9f12db4d8" providerId="LiveId" clId="{A98F701F-F85B-4322-B208-AE86ECE1ABA3}" dt="2025-01-17T20:52:39.224" v="19" actId="1076"/>
          <ac:spMkLst>
            <pc:docMk/>
            <pc:sldMk cId="846632654" sldId="316"/>
            <ac:spMk id="11" creationId="{8E793C75-E397-8C00-600F-19CC7D64FFD6}"/>
          </ac:spMkLst>
        </pc:spChg>
        <pc:spChg chg="add mod">
          <ac:chgData name="WILLI PENDL JUNIOR PENDL JUNIOR" userId="a7519bb9f12db4d8" providerId="LiveId" clId="{A98F701F-F85B-4322-B208-AE86ECE1ABA3}" dt="2025-01-17T20:53:14.700" v="21" actId="1076"/>
          <ac:spMkLst>
            <pc:docMk/>
            <pc:sldMk cId="846632654" sldId="316"/>
            <ac:spMk id="13" creationId="{863B56D0-9F49-C842-7E39-09CFF377DDC7}"/>
          </ac:spMkLst>
        </pc:spChg>
        <pc:spChg chg="add mod">
          <ac:chgData name="WILLI PENDL JUNIOR PENDL JUNIOR" userId="a7519bb9f12db4d8" providerId="LiveId" clId="{A98F701F-F85B-4322-B208-AE86ECE1ABA3}" dt="2025-01-17T20:54:11.056" v="32" actId="1076"/>
          <ac:spMkLst>
            <pc:docMk/>
            <pc:sldMk cId="846632654" sldId="316"/>
            <ac:spMk id="15" creationId="{3A4CA659-849B-36DA-CA90-C3F158286A9A}"/>
          </ac:spMkLst>
        </pc:spChg>
        <pc:spChg chg="add mod">
          <ac:chgData name="WILLI PENDL JUNIOR PENDL JUNIOR" userId="a7519bb9f12db4d8" providerId="LiveId" clId="{A98F701F-F85B-4322-B208-AE86ECE1ABA3}" dt="2025-01-17T20:54:27.127" v="35" actId="1076"/>
          <ac:spMkLst>
            <pc:docMk/>
            <pc:sldMk cId="846632654" sldId="316"/>
            <ac:spMk id="16" creationId="{FCD6E9DE-2A7A-A882-359B-D022212193E3}"/>
          </ac:spMkLst>
        </pc:spChg>
        <pc:spChg chg="add mod">
          <ac:chgData name="WILLI PENDL JUNIOR PENDL JUNIOR" userId="a7519bb9f12db4d8" providerId="LiveId" clId="{A98F701F-F85B-4322-B208-AE86ECE1ABA3}" dt="2025-01-17T20:54:55.869" v="43" actId="20577"/>
          <ac:spMkLst>
            <pc:docMk/>
            <pc:sldMk cId="846632654" sldId="316"/>
            <ac:spMk id="17" creationId="{90C72EA6-52ED-2945-E2BC-B50D9B3DA08B}"/>
          </ac:spMkLst>
        </pc:spChg>
        <pc:spChg chg="add mod">
          <ac:chgData name="WILLI PENDL JUNIOR PENDL JUNIOR" userId="a7519bb9f12db4d8" providerId="LiveId" clId="{A98F701F-F85B-4322-B208-AE86ECE1ABA3}" dt="2025-01-17T20:55:37.987" v="51" actId="207"/>
          <ac:spMkLst>
            <pc:docMk/>
            <pc:sldMk cId="846632654" sldId="316"/>
            <ac:spMk id="18" creationId="{F2B13AAE-5495-E247-B4D8-B3D1894E204F}"/>
          </ac:spMkLst>
        </pc:spChg>
        <pc:spChg chg="add mod">
          <ac:chgData name="WILLI PENDL JUNIOR PENDL JUNIOR" userId="a7519bb9f12db4d8" providerId="LiveId" clId="{A98F701F-F85B-4322-B208-AE86ECE1ABA3}" dt="2025-01-17T20:56:10.858" v="70" actId="1076"/>
          <ac:spMkLst>
            <pc:docMk/>
            <pc:sldMk cId="846632654" sldId="316"/>
            <ac:spMk id="19" creationId="{7E3CC1F3-7CCB-CA58-E290-0638E94755A2}"/>
          </ac:spMkLst>
        </pc:spChg>
        <pc:picChg chg="add mod">
          <ac:chgData name="WILLI PENDL JUNIOR PENDL JUNIOR" userId="a7519bb9f12db4d8" providerId="LiveId" clId="{A98F701F-F85B-4322-B208-AE86ECE1ABA3}" dt="2025-01-17T20:56:36.652" v="74" actId="962"/>
          <ac:picMkLst>
            <pc:docMk/>
            <pc:sldMk cId="846632654" sldId="316"/>
            <ac:picMk id="21" creationId="{C6A0A7BA-CD35-9C2F-F5AE-B9912440794D}"/>
          </ac:picMkLst>
        </pc:picChg>
      </pc:sldChg>
      <pc:sldChg chg="modSp mod">
        <pc:chgData name="WILLI PENDL JUNIOR PENDL JUNIOR" userId="a7519bb9f12db4d8" providerId="LiveId" clId="{A98F701F-F85B-4322-B208-AE86ECE1ABA3}" dt="2025-01-19T12:35:44.155" v="772" actId="1076"/>
        <pc:sldMkLst>
          <pc:docMk/>
          <pc:sldMk cId="3979078355" sldId="317"/>
        </pc:sldMkLst>
        <pc:spChg chg="mod">
          <ac:chgData name="WILLI PENDL JUNIOR PENDL JUNIOR" userId="a7519bb9f12db4d8" providerId="LiveId" clId="{A98F701F-F85B-4322-B208-AE86ECE1ABA3}" dt="2025-01-19T12:35:44.155" v="772" actId="1076"/>
          <ac:spMkLst>
            <pc:docMk/>
            <pc:sldMk cId="3979078355" sldId="317"/>
            <ac:spMk id="5" creationId="{E8400733-6D07-E4A2-1C57-EC37B496DDFF}"/>
          </ac:spMkLst>
        </pc:spChg>
      </pc:sldChg>
      <pc:sldChg chg="addSp modSp mod">
        <pc:chgData name="WILLI PENDL JUNIOR PENDL JUNIOR" userId="a7519bb9f12db4d8" providerId="LiveId" clId="{A98F701F-F85B-4322-B208-AE86ECE1ABA3}" dt="2025-01-17T21:08:09.826" v="158" actId="20577"/>
        <pc:sldMkLst>
          <pc:docMk/>
          <pc:sldMk cId="590948912" sldId="318"/>
        </pc:sldMkLst>
        <pc:spChg chg="add mod">
          <ac:chgData name="WILLI PENDL JUNIOR PENDL JUNIOR" userId="a7519bb9f12db4d8" providerId="LiveId" clId="{A98F701F-F85B-4322-B208-AE86ECE1ABA3}" dt="2025-01-17T21:03:10.218" v="132" actId="6549"/>
          <ac:spMkLst>
            <pc:docMk/>
            <pc:sldMk cId="590948912" sldId="318"/>
            <ac:spMk id="2" creationId="{85FD5BB0-BD08-708F-1E54-B4DED2F0DB5E}"/>
          </ac:spMkLst>
        </pc:spChg>
        <pc:spChg chg="add mod">
          <ac:chgData name="WILLI PENDL JUNIOR PENDL JUNIOR" userId="a7519bb9f12db4d8" providerId="LiveId" clId="{A98F701F-F85B-4322-B208-AE86ECE1ABA3}" dt="2025-01-17T21:08:09.826" v="158" actId="20577"/>
          <ac:spMkLst>
            <pc:docMk/>
            <pc:sldMk cId="590948912" sldId="318"/>
            <ac:spMk id="3" creationId="{B04C705D-7A93-3B7F-BEC9-C3F2FAE3142B}"/>
          </ac:spMkLst>
        </pc:spChg>
      </pc:sldChg>
      <pc:sldChg chg="addSp delSp modSp mod delAnim modAnim">
        <pc:chgData name="WILLI PENDL JUNIOR PENDL JUNIOR" userId="a7519bb9f12db4d8" providerId="LiveId" clId="{A98F701F-F85B-4322-B208-AE86ECE1ABA3}" dt="2025-01-19T12:34:21.870" v="767" actId="20577"/>
        <pc:sldMkLst>
          <pc:docMk/>
          <pc:sldMk cId="3458213256" sldId="319"/>
        </pc:sldMkLst>
        <pc:spChg chg="add mod">
          <ac:chgData name="WILLI PENDL JUNIOR PENDL JUNIOR" userId="a7519bb9f12db4d8" providerId="LiveId" clId="{A98F701F-F85B-4322-B208-AE86ECE1ABA3}" dt="2025-01-17T21:08:20.419" v="159"/>
          <ac:spMkLst>
            <pc:docMk/>
            <pc:sldMk cId="3458213256" sldId="319"/>
            <ac:spMk id="2" creationId="{7BD1FA7C-B5BF-1A5C-F1B9-55695F0E5A68}"/>
          </ac:spMkLst>
        </pc:spChg>
        <pc:spChg chg="add mod">
          <ac:chgData name="WILLI PENDL JUNIOR PENDL JUNIOR" userId="a7519bb9f12db4d8" providerId="LiveId" clId="{A98F701F-F85B-4322-B208-AE86ECE1ABA3}" dt="2025-01-19T12:05:57.235" v="240" actId="20577"/>
          <ac:spMkLst>
            <pc:docMk/>
            <pc:sldMk cId="3458213256" sldId="319"/>
            <ac:spMk id="3" creationId="{B2A131A0-C329-D3D0-C2DD-D299BEB8EE6B}"/>
          </ac:spMkLst>
        </pc:spChg>
        <pc:spChg chg="add mod">
          <ac:chgData name="WILLI PENDL JUNIOR PENDL JUNIOR" userId="a7519bb9f12db4d8" providerId="LiveId" clId="{A98F701F-F85B-4322-B208-AE86ECE1ABA3}" dt="2025-01-19T12:07:06.691" v="271" actId="1076"/>
          <ac:spMkLst>
            <pc:docMk/>
            <pc:sldMk cId="3458213256" sldId="319"/>
            <ac:spMk id="4" creationId="{20649871-FD4F-8E49-A25C-1E9CEC47E677}"/>
          </ac:spMkLst>
        </pc:spChg>
        <pc:spChg chg="add mod">
          <ac:chgData name="WILLI PENDL JUNIOR PENDL JUNIOR" userId="a7519bb9f12db4d8" providerId="LiveId" clId="{A98F701F-F85B-4322-B208-AE86ECE1ABA3}" dt="2025-01-19T12:07:36.793" v="287" actId="1076"/>
          <ac:spMkLst>
            <pc:docMk/>
            <pc:sldMk cId="3458213256" sldId="319"/>
            <ac:spMk id="5" creationId="{773BB55A-8825-AD63-623F-C3D931D9CD0C}"/>
          </ac:spMkLst>
        </pc:spChg>
        <pc:spChg chg="add mod">
          <ac:chgData name="WILLI PENDL JUNIOR PENDL JUNIOR" userId="a7519bb9f12db4d8" providerId="LiveId" clId="{A98F701F-F85B-4322-B208-AE86ECE1ABA3}" dt="2025-01-19T12:08:40.164" v="326" actId="20577"/>
          <ac:spMkLst>
            <pc:docMk/>
            <pc:sldMk cId="3458213256" sldId="319"/>
            <ac:spMk id="6" creationId="{DDCBD9B3-1E56-D76F-DC9C-8FEF40D00185}"/>
          </ac:spMkLst>
        </pc:spChg>
        <pc:spChg chg="add mod">
          <ac:chgData name="WILLI PENDL JUNIOR PENDL JUNIOR" userId="a7519bb9f12db4d8" providerId="LiveId" clId="{A98F701F-F85B-4322-B208-AE86ECE1ABA3}" dt="2025-01-19T12:09:11.820" v="341" actId="20577"/>
          <ac:spMkLst>
            <pc:docMk/>
            <pc:sldMk cId="3458213256" sldId="319"/>
            <ac:spMk id="7" creationId="{7AAFC88D-6994-CB81-208F-E6926429CDD5}"/>
          </ac:spMkLst>
        </pc:spChg>
        <pc:spChg chg="add mod">
          <ac:chgData name="WILLI PENDL JUNIOR PENDL JUNIOR" userId="a7519bb9f12db4d8" providerId="LiveId" clId="{A98F701F-F85B-4322-B208-AE86ECE1ABA3}" dt="2025-01-19T12:15:10.471" v="499" actId="1076"/>
          <ac:spMkLst>
            <pc:docMk/>
            <pc:sldMk cId="3458213256" sldId="319"/>
            <ac:spMk id="8" creationId="{A6C5DFD6-61BC-1CB4-24EC-E852E34FE573}"/>
          </ac:spMkLst>
        </pc:spChg>
        <pc:spChg chg="add mod">
          <ac:chgData name="WILLI PENDL JUNIOR PENDL JUNIOR" userId="a7519bb9f12db4d8" providerId="LiveId" clId="{A98F701F-F85B-4322-B208-AE86ECE1ABA3}" dt="2025-01-19T12:15:21.044" v="501" actId="1076"/>
          <ac:spMkLst>
            <pc:docMk/>
            <pc:sldMk cId="3458213256" sldId="319"/>
            <ac:spMk id="9" creationId="{7E680256-87EA-1B6E-5778-209A70BD2174}"/>
          </ac:spMkLst>
        </pc:spChg>
        <pc:spChg chg="add mod">
          <ac:chgData name="WILLI PENDL JUNIOR PENDL JUNIOR" userId="a7519bb9f12db4d8" providerId="LiveId" clId="{A98F701F-F85B-4322-B208-AE86ECE1ABA3}" dt="2025-01-19T12:12:14" v="408" actId="1076"/>
          <ac:spMkLst>
            <pc:docMk/>
            <pc:sldMk cId="3458213256" sldId="319"/>
            <ac:spMk id="10" creationId="{68320647-AD99-E057-0EE0-BE2961458658}"/>
          </ac:spMkLst>
        </pc:spChg>
        <pc:spChg chg="add mod">
          <ac:chgData name="WILLI PENDL JUNIOR PENDL JUNIOR" userId="a7519bb9f12db4d8" providerId="LiveId" clId="{A98F701F-F85B-4322-B208-AE86ECE1ABA3}" dt="2025-01-19T12:13:11.083" v="435" actId="1076"/>
          <ac:spMkLst>
            <pc:docMk/>
            <pc:sldMk cId="3458213256" sldId="319"/>
            <ac:spMk id="11" creationId="{85347C8E-78C5-91C1-5F8B-0BC770C5D944}"/>
          </ac:spMkLst>
        </pc:spChg>
        <pc:spChg chg="add mod">
          <ac:chgData name="WILLI PENDL JUNIOR PENDL JUNIOR" userId="a7519bb9f12db4d8" providerId="LiveId" clId="{A98F701F-F85B-4322-B208-AE86ECE1ABA3}" dt="2025-01-19T12:13:52.859" v="447" actId="1076"/>
          <ac:spMkLst>
            <pc:docMk/>
            <pc:sldMk cId="3458213256" sldId="319"/>
            <ac:spMk id="12" creationId="{831658BE-B863-6A8F-915F-7993F5D0EFEF}"/>
          </ac:spMkLst>
        </pc:spChg>
        <pc:spChg chg="add mod">
          <ac:chgData name="WILLI PENDL JUNIOR PENDL JUNIOR" userId="a7519bb9f12db4d8" providerId="LiveId" clId="{A98F701F-F85B-4322-B208-AE86ECE1ABA3}" dt="2025-01-19T12:14:18.121" v="489" actId="1076"/>
          <ac:spMkLst>
            <pc:docMk/>
            <pc:sldMk cId="3458213256" sldId="319"/>
            <ac:spMk id="13" creationId="{707E72C8-6991-93A0-04BD-9AA9AFBA8BA2}"/>
          </ac:spMkLst>
        </pc:spChg>
        <pc:spChg chg="add mod">
          <ac:chgData name="WILLI PENDL JUNIOR PENDL JUNIOR" userId="a7519bb9f12db4d8" providerId="LiveId" clId="{A98F701F-F85B-4322-B208-AE86ECE1ABA3}" dt="2025-01-19T12:14:56.948" v="495" actId="1076"/>
          <ac:spMkLst>
            <pc:docMk/>
            <pc:sldMk cId="3458213256" sldId="319"/>
            <ac:spMk id="14" creationId="{094E261C-A5BB-A03A-2AF3-323864A0E81F}"/>
          </ac:spMkLst>
        </pc:spChg>
        <pc:spChg chg="add mod">
          <ac:chgData name="WILLI PENDL JUNIOR PENDL JUNIOR" userId="a7519bb9f12db4d8" providerId="LiveId" clId="{A98F701F-F85B-4322-B208-AE86ECE1ABA3}" dt="2025-01-19T12:16:07.772" v="511" actId="207"/>
          <ac:spMkLst>
            <pc:docMk/>
            <pc:sldMk cId="3458213256" sldId="319"/>
            <ac:spMk id="15" creationId="{03F5163E-BC34-6AF0-8E6C-7CC9FBE4B7FA}"/>
          </ac:spMkLst>
        </pc:spChg>
        <pc:spChg chg="add mod">
          <ac:chgData name="WILLI PENDL JUNIOR PENDL JUNIOR" userId="a7519bb9f12db4d8" providerId="LiveId" clId="{A98F701F-F85B-4322-B208-AE86ECE1ABA3}" dt="2025-01-19T12:16:14.599" v="512" actId="207"/>
          <ac:spMkLst>
            <pc:docMk/>
            <pc:sldMk cId="3458213256" sldId="319"/>
            <ac:spMk id="16" creationId="{9501C412-7E24-6341-D29D-F901184713B4}"/>
          </ac:spMkLst>
        </pc:spChg>
        <pc:spChg chg="add mod">
          <ac:chgData name="WILLI PENDL JUNIOR PENDL JUNIOR" userId="a7519bb9f12db4d8" providerId="LiveId" clId="{A98F701F-F85B-4322-B208-AE86ECE1ABA3}" dt="2025-01-19T12:16:24.400" v="514" actId="207"/>
          <ac:spMkLst>
            <pc:docMk/>
            <pc:sldMk cId="3458213256" sldId="319"/>
            <ac:spMk id="17" creationId="{72CA38AB-3B9C-32EE-BA51-E8B235E03AF0}"/>
          </ac:spMkLst>
        </pc:spChg>
        <pc:spChg chg="add mod">
          <ac:chgData name="WILLI PENDL JUNIOR PENDL JUNIOR" userId="a7519bb9f12db4d8" providerId="LiveId" clId="{A98F701F-F85B-4322-B208-AE86ECE1ABA3}" dt="2025-01-19T12:16:53.222" v="517" actId="1076"/>
          <ac:spMkLst>
            <pc:docMk/>
            <pc:sldMk cId="3458213256" sldId="319"/>
            <ac:spMk id="18" creationId="{260D5C16-8AD6-91E5-7D65-5885480646D8}"/>
          </ac:spMkLst>
        </pc:spChg>
        <pc:spChg chg="add mod">
          <ac:chgData name="WILLI PENDL JUNIOR PENDL JUNIOR" userId="a7519bb9f12db4d8" providerId="LiveId" clId="{A98F701F-F85B-4322-B208-AE86ECE1ABA3}" dt="2025-01-19T12:17:02.255" v="519" actId="1076"/>
          <ac:spMkLst>
            <pc:docMk/>
            <pc:sldMk cId="3458213256" sldId="319"/>
            <ac:spMk id="20" creationId="{F312F76F-3AEA-11FF-2368-F6C766CBB95F}"/>
          </ac:spMkLst>
        </pc:spChg>
        <pc:spChg chg="add mod">
          <ac:chgData name="WILLI PENDL JUNIOR PENDL JUNIOR" userId="a7519bb9f12db4d8" providerId="LiveId" clId="{A98F701F-F85B-4322-B208-AE86ECE1ABA3}" dt="2025-01-19T12:17:35.575" v="529"/>
          <ac:spMkLst>
            <pc:docMk/>
            <pc:sldMk cId="3458213256" sldId="319"/>
            <ac:spMk id="22" creationId="{19D61320-6280-4524-05BE-862B592D5874}"/>
          </ac:spMkLst>
        </pc:spChg>
        <pc:spChg chg="add mod">
          <ac:chgData name="WILLI PENDL JUNIOR PENDL JUNIOR" userId="a7519bb9f12db4d8" providerId="LiveId" clId="{A98F701F-F85B-4322-B208-AE86ECE1ABA3}" dt="2025-01-19T12:18:38.825" v="538" actId="1076"/>
          <ac:spMkLst>
            <pc:docMk/>
            <pc:sldMk cId="3458213256" sldId="319"/>
            <ac:spMk id="23" creationId="{DAF4CC83-2153-8117-6DAD-41A22D082CCC}"/>
          </ac:spMkLst>
        </pc:spChg>
        <pc:spChg chg="add mod">
          <ac:chgData name="WILLI PENDL JUNIOR PENDL JUNIOR" userId="a7519bb9f12db4d8" providerId="LiveId" clId="{A98F701F-F85B-4322-B208-AE86ECE1ABA3}" dt="2025-01-19T12:34:21.870" v="767" actId="20577"/>
          <ac:spMkLst>
            <pc:docMk/>
            <pc:sldMk cId="3458213256" sldId="319"/>
            <ac:spMk id="26" creationId="{BA8D8BAA-BCDE-E661-D6D4-6E0F5FD6B911}"/>
          </ac:spMkLst>
        </pc:spChg>
        <pc:picChg chg="add mod">
          <ac:chgData name="WILLI PENDL JUNIOR PENDL JUNIOR" userId="a7519bb9f12db4d8" providerId="LiveId" clId="{A98F701F-F85B-4322-B208-AE86ECE1ABA3}" dt="2025-01-19T12:30:18.585" v="745" actId="1076"/>
          <ac:picMkLst>
            <pc:docMk/>
            <pc:sldMk cId="3458213256" sldId="319"/>
            <ac:picMk id="25" creationId="{3F563298-D99C-93FB-67B1-1F984E9B87EB}"/>
          </ac:picMkLst>
        </pc:picChg>
      </pc:sldChg>
      <pc:sldChg chg="addSp modSp mod modAnim">
        <pc:chgData name="WILLI PENDL JUNIOR PENDL JUNIOR" userId="a7519bb9f12db4d8" providerId="LiveId" clId="{A98F701F-F85B-4322-B208-AE86ECE1ABA3}" dt="2025-01-19T12:35:02.410" v="770"/>
        <pc:sldMkLst>
          <pc:docMk/>
          <pc:sldMk cId="2645454119" sldId="320"/>
        </pc:sldMkLst>
        <pc:spChg chg="add mod">
          <ac:chgData name="WILLI PENDL JUNIOR PENDL JUNIOR" userId="a7519bb9f12db4d8" providerId="LiveId" clId="{A98F701F-F85B-4322-B208-AE86ECE1ABA3}" dt="2025-01-19T12:20:25.422" v="548" actId="1076"/>
          <ac:spMkLst>
            <pc:docMk/>
            <pc:sldMk cId="2645454119" sldId="320"/>
            <ac:spMk id="2" creationId="{7829FEC5-4EA2-489C-7D56-4E74275BCDD1}"/>
          </ac:spMkLst>
        </pc:spChg>
        <pc:spChg chg="add mod">
          <ac:chgData name="WILLI PENDL JUNIOR PENDL JUNIOR" userId="a7519bb9f12db4d8" providerId="LiveId" clId="{A98F701F-F85B-4322-B208-AE86ECE1ABA3}" dt="2025-01-19T12:21:15.717" v="596" actId="1076"/>
          <ac:spMkLst>
            <pc:docMk/>
            <pc:sldMk cId="2645454119" sldId="320"/>
            <ac:spMk id="3" creationId="{D523E359-F6B8-F7EB-BB36-32888F64B764}"/>
          </ac:spMkLst>
        </pc:spChg>
        <pc:spChg chg="add mod">
          <ac:chgData name="WILLI PENDL JUNIOR PENDL JUNIOR" userId="a7519bb9f12db4d8" providerId="LiveId" clId="{A98F701F-F85B-4322-B208-AE86ECE1ABA3}" dt="2025-01-19T12:21:36.408" v="598" actId="1076"/>
          <ac:spMkLst>
            <pc:docMk/>
            <pc:sldMk cId="2645454119" sldId="320"/>
            <ac:spMk id="4" creationId="{96C3211A-A513-60CE-50B1-6B6DB8C503C1}"/>
          </ac:spMkLst>
        </pc:spChg>
        <pc:spChg chg="add mod">
          <ac:chgData name="WILLI PENDL JUNIOR PENDL JUNIOR" userId="a7519bb9f12db4d8" providerId="LiveId" clId="{A98F701F-F85B-4322-B208-AE86ECE1ABA3}" dt="2025-01-19T12:22:14.700" v="608" actId="1076"/>
          <ac:spMkLst>
            <pc:docMk/>
            <pc:sldMk cId="2645454119" sldId="320"/>
            <ac:spMk id="5" creationId="{397DEEFA-55AD-A3FE-2751-40E50E6CB3C7}"/>
          </ac:spMkLst>
        </pc:spChg>
        <pc:spChg chg="add mod">
          <ac:chgData name="WILLI PENDL JUNIOR PENDL JUNIOR" userId="a7519bb9f12db4d8" providerId="LiveId" clId="{A98F701F-F85B-4322-B208-AE86ECE1ABA3}" dt="2025-01-19T12:22:11.871" v="607" actId="1076"/>
          <ac:spMkLst>
            <pc:docMk/>
            <pc:sldMk cId="2645454119" sldId="320"/>
            <ac:spMk id="6" creationId="{F67E5A64-9C62-2812-9522-BB3BB646C706}"/>
          </ac:spMkLst>
        </pc:spChg>
        <pc:spChg chg="add mod">
          <ac:chgData name="WILLI PENDL JUNIOR PENDL JUNIOR" userId="a7519bb9f12db4d8" providerId="LiveId" clId="{A98F701F-F85B-4322-B208-AE86ECE1ABA3}" dt="2025-01-19T12:23:15.518" v="622" actId="1076"/>
          <ac:spMkLst>
            <pc:docMk/>
            <pc:sldMk cId="2645454119" sldId="320"/>
            <ac:spMk id="7" creationId="{B6CEB29B-4226-62F9-0145-838193E14FCB}"/>
          </ac:spMkLst>
        </pc:spChg>
        <pc:spChg chg="add mod">
          <ac:chgData name="WILLI PENDL JUNIOR PENDL JUNIOR" userId="a7519bb9f12db4d8" providerId="LiveId" clId="{A98F701F-F85B-4322-B208-AE86ECE1ABA3}" dt="2025-01-19T12:23:59.085" v="665" actId="1076"/>
          <ac:spMkLst>
            <pc:docMk/>
            <pc:sldMk cId="2645454119" sldId="320"/>
            <ac:spMk id="8" creationId="{BC2F7416-6528-C998-8201-CFE9F1B94E16}"/>
          </ac:spMkLst>
        </pc:spChg>
        <pc:spChg chg="add mod">
          <ac:chgData name="WILLI PENDL JUNIOR PENDL JUNIOR" userId="a7519bb9f12db4d8" providerId="LiveId" clId="{A98F701F-F85B-4322-B208-AE86ECE1ABA3}" dt="2025-01-19T12:25:42.714" v="688" actId="1076"/>
          <ac:spMkLst>
            <pc:docMk/>
            <pc:sldMk cId="2645454119" sldId="320"/>
            <ac:spMk id="9" creationId="{E18E33EF-3BAE-9C8F-3715-55DA6C0FC37D}"/>
          </ac:spMkLst>
        </pc:spChg>
        <pc:spChg chg="add mod">
          <ac:chgData name="WILLI PENDL JUNIOR PENDL JUNIOR" userId="a7519bb9f12db4d8" providerId="LiveId" clId="{A98F701F-F85B-4322-B208-AE86ECE1ABA3}" dt="2025-01-19T12:26:23.237" v="702" actId="1076"/>
          <ac:spMkLst>
            <pc:docMk/>
            <pc:sldMk cId="2645454119" sldId="320"/>
            <ac:spMk id="10" creationId="{AC2B72A1-BF94-2437-C041-F655F2E36028}"/>
          </ac:spMkLst>
        </pc:spChg>
        <pc:spChg chg="add mod">
          <ac:chgData name="WILLI PENDL JUNIOR PENDL JUNIOR" userId="a7519bb9f12db4d8" providerId="LiveId" clId="{A98F701F-F85B-4322-B208-AE86ECE1ABA3}" dt="2025-01-19T12:27:02.780" v="722" actId="1076"/>
          <ac:spMkLst>
            <pc:docMk/>
            <pc:sldMk cId="2645454119" sldId="320"/>
            <ac:spMk id="11" creationId="{92D75849-7374-4804-B1E7-2CA395CD4AF4}"/>
          </ac:spMkLst>
        </pc:spChg>
        <pc:spChg chg="add mod">
          <ac:chgData name="WILLI PENDL JUNIOR PENDL JUNIOR" userId="a7519bb9f12db4d8" providerId="LiveId" clId="{A98F701F-F85B-4322-B208-AE86ECE1ABA3}" dt="2025-01-19T12:27:13.606" v="724" actId="1076"/>
          <ac:spMkLst>
            <pc:docMk/>
            <pc:sldMk cId="2645454119" sldId="320"/>
            <ac:spMk id="12" creationId="{19D8057C-9F59-1F7D-6DA7-6D054CA9A33B}"/>
          </ac:spMkLst>
        </pc:spChg>
        <pc:spChg chg="add mod">
          <ac:chgData name="WILLI PENDL JUNIOR PENDL JUNIOR" userId="a7519bb9f12db4d8" providerId="LiveId" clId="{A98F701F-F85B-4322-B208-AE86ECE1ABA3}" dt="2025-01-19T12:27:53.739" v="737" actId="1076"/>
          <ac:spMkLst>
            <pc:docMk/>
            <pc:sldMk cId="2645454119" sldId="320"/>
            <ac:spMk id="13" creationId="{3712CF7A-156F-D57F-CE71-E68438349054}"/>
          </ac:spMkLst>
        </pc:spChg>
        <pc:spChg chg="add mod">
          <ac:chgData name="WILLI PENDL JUNIOR PENDL JUNIOR" userId="a7519bb9f12db4d8" providerId="LiveId" clId="{A98F701F-F85B-4322-B208-AE86ECE1ABA3}" dt="2025-01-19T12:28:52.688" v="739" actId="20577"/>
          <ac:spMkLst>
            <pc:docMk/>
            <pc:sldMk cId="2645454119" sldId="320"/>
            <ac:spMk id="14" creationId="{716490B9-B75F-8941-A440-46C49DE40901}"/>
          </ac:spMkLst>
        </pc:spChg>
        <pc:picChg chg="add mod">
          <ac:chgData name="WILLI PENDL JUNIOR PENDL JUNIOR" userId="a7519bb9f12db4d8" providerId="LiveId" clId="{A98F701F-F85B-4322-B208-AE86ECE1ABA3}" dt="2025-01-19T12:30:40.537" v="750" actId="1076"/>
          <ac:picMkLst>
            <pc:docMk/>
            <pc:sldMk cId="2645454119" sldId="320"/>
            <ac:picMk id="16" creationId="{E0864AEE-4D55-E3DA-E987-7F979F5BD74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pt-BR"/>
              <a:t>Clique para editar o título mestre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4/4/2025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pt-BR"/>
              <a:t>Clique para editar o título mestre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4" name="Date Placeholder 3"/>
          <p:cNvSpPr>
            <a:spLocks noGrp="1"/>
          </p:cNvSpPr>
          <p:nvPr>
            <p:ph type="dt" sz="half" idx="10"/>
          </p:nvPr>
        </p:nvSpPr>
        <p:spPr/>
        <p:txBody>
          <a:bodyPr/>
          <a:lstStyle/>
          <a:p>
            <a:fld id="{B61BEF0D-F0BB-DE4B-95CE-6DB70DBA9567}" type="datetimeFigureOut">
              <a:rPr lang="en-US" dirty="0"/>
              <a:pPr/>
              <a:t>4/4/2025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4/4/2025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t-BR"/>
              <a:t>Clique para editar o título mestre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pt-BR"/>
              <a:t>Clique para editar o título mestre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pt-BR"/>
              <a:t>Clique para editar o texto mestre</a:t>
            </a:r>
          </a:p>
        </p:txBody>
      </p:sp>
      <p:sp>
        <p:nvSpPr>
          <p:cNvPr id="5" name="Date Placeholder 4"/>
          <p:cNvSpPr>
            <a:spLocks noGrp="1"/>
          </p:cNvSpPr>
          <p:nvPr>
            <p:ph type="dt" sz="half" idx="10"/>
          </p:nvPr>
        </p:nvSpPr>
        <p:spPr/>
        <p:txBody>
          <a:bodyPr/>
          <a:lstStyle/>
          <a:p>
            <a:fld id="{42A54C80-263E-416B-A8E0-580EDEADCBDC}" type="datetimeFigureOut">
              <a:rPr lang="en-US" dirty="0"/>
              <a:t>4/4/2025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4/4/2025</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pt-BR"/>
              <a:t>Clique para editar o título mestre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4" name="Date Placeholder 3"/>
          <p:cNvSpPr>
            <a:spLocks noGrp="1"/>
          </p:cNvSpPr>
          <p:nvPr>
            <p:ph type="dt" sz="half" idx="10"/>
          </p:nvPr>
        </p:nvSpPr>
        <p:spPr/>
        <p:txBody>
          <a:bodyPr/>
          <a:lstStyle/>
          <a:p>
            <a:fld id="{B61BEF0D-F0BB-DE4B-95CE-6DB70DBA9567}" type="datetimeFigureOut">
              <a:rPr lang="en-US" dirty="0"/>
              <a:pPr/>
              <a:t>4/4/2025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pt-BR"/>
              <a:t>Clique para editar o título mestre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a:t>Clique para editar o texto mestre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4" name="Date Placeholder 3"/>
          <p:cNvSpPr>
            <a:spLocks noGrp="1"/>
          </p:cNvSpPr>
          <p:nvPr>
            <p:ph type="dt" sz="half" idx="10"/>
          </p:nvPr>
        </p:nvSpPr>
        <p:spPr/>
        <p:txBody>
          <a:bodyPr/>
          <a:lstStyle/>
          <a:p>
            <a:fld id="{B61BEF0D-F0BB-DE4B-95CE-6DB70DBA9567}" type="datetimeFigureOut">
              <a:rPr lang="en-US" dirty="0"/>
              <a:pPr/>
              <a:t>4/4/2025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pt-BR"/>
              <a:t>Clique para editar o título mestre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4" name="Date Placeholder 3"/>
          <p:cNvSpPr>
            <a:spLocks noGrp="1"/>
          </p:cNvSpPr>
          <p:nvPr>
            <p:ph type="dt" sz="half" idx="10"/>
          </p:nvPr>
        </p:nvSpPr>
        <p:spPr/>
        <p:txBody>
          <a:bodyPr/>
          <a:lstStyle/>
          <a:p>
            <a:fld id="{B61BEF0D-F0BB-DE4B-95CE-6DB70DBA9567}" type="datetimeFigureOut">
              <a:rPr lang="en-US" dirty="0"/>
              <a:pPr/>
              <a:t>4/4/2025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o 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pt-BR"/>
              <a:t>Clique para editar o título mestre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a:t>Clique para editar o texto mestre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4" name="Date Placeholder 3"/>
          <p:cNvSpPr>
            <a:spLocks noGrp="1"/>
          </p:cNvSpPr>
          <p:nvPr>
            <p:ph type="dt" sz="half" idx="10"/>
          </p:nvPr>
        </p:nvSpPr>
        <p:spPr/>
        <p:txBody>
          <a:bodyPr/>
          <a:lstStyle/>
          <a:p>
            <a:fld id="{B61BEF0D-F0BB-DE4B-95CE-6DB70DBA9567}" type="datetimeFigureOut">
              <a:rPr lang="en-US" dirty="0"/>
              <a:pPr/>
              <a:t>4/4/2025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iro ou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pt-BR"/>
              <a:t>Clique para editar o título mestre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a:t>Clique para editar o texto mestre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4" name="Date Placeholder 3"/>
          <p:cNvSpPr>
            <a:spLocks noGrp="1"/>
          </p:cNvSpPr>
          <p:nvPr>
            <p:ph type="dt" sz="half" idx="10"/>
          </p:nvPr>
        </p:nvSpPr>
        <p:spPr/>
        <p:txBody>
          <a:bodyPr/>
          <a:lstStyle/>
          <a:p>
            <a:fld id="{B61BEF0D-F0BB-DE4B-95CE-6DB70DBA9567}" type="datetimeFigureOut">
              <a:rPr lang="en-US" dirty="0"/>
              <a:pPr/>
              <a:t>4/4/2025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4/4/2025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pt-BR"/>
              <a:t>Clique para editar o título mestre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pt-BR"/>
              <a:t>Clique para editar o título mestre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4/4/2025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9.gi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image" Target="../media/image19.emf"/><Relationship Id="rId18" Type="http://schemas.openxmlformats.org/officeDocument/2006/relationships/image" Target="../media/image24.emf"/><Relationship Id="rId3" Type="http://schemas.openxmlformats.org/officeDocument/2006/relationships/image" Target="../media/image12.emf"/><Relationship Id="rId21" Type="http://schemas.openxmlformats.org/officeDocument/2006/relationships/image" Target="../media/image25.png"/><Relationship Id="rId7" Type="http://schemas.openxmlformats.org/officeDocument/2006/relationships/image" Target="../media/image16.emf"/><Relationship Id="rId12" Type="http://schemas.openxmlformats.org/officeDocument/2006/relationships/image" Target="../media/image18.emf"/><Relationship Id="rId17" Type="http://schemas.openxmlformats.org/officeDocument/2006/relationships/image" Target="../media/image23.emf"/><Relationship Id="rId2" Type="http://schemas.openxmlformats.org/officeDocument/2006/relationships/image" Target="../media/image11.emf"/><Relationship Id="rId16" Type="http://schemas.openxmlformats.org/officeDocument/2006/relationships/image" Target="../media/image22.emf"/><Relationship Id="rId20" Type="http://schemas.openxmlformats.org/officeDocument/2006/relationships/image" Target="../media/image29.png"/><Relationship Id="rId1" Type="http://schemas.openxmlformats.org/officeDocument/2006/relationships/slideLayout" Target="../slideLayouts/slideLayout1.xml"/><Relationship Id="rId6" Type="http://schemas.openxmlformats.org/officeDocument/2006/relationships/image" Target="../media/image15.emf"/><Relationship Id="rId11" Type="http://schemas.openxmlformats.org/officeDocument/2006/relationships/image" Target="../media/image21.png"/><Relationship Id="rId5" Type="http://schemas.openxmlformats.org/officeDocument/2006/relationships/image" Target="../media/image14.emf"/><Relationship Id="rId15" Type="http://schemas.openxmlformats.org/officeDocument/2006/relationships/image" Target="../media/image21.emf"/><Relationship Id="rId10" Type="http://schemas.openxmlformats.org/officeDocument/2006/relationships/image" Target="../media/image200.png"/><Relationship Id="rId19" Type="http://schemas.openxmlformats.org/officeDocument/2006/relationships/image" Target="../media/image28.png"/><Relationship Id="rId4" Type="http://schemas.openxmlformats.org/officeDocument/2006/relationships/image" Target="../media/image13.emf"/><Relationship Id="rId9" Type="http://schemas.openxmlformats.org/officeDocument/2006/relationships/image" Target="../media/image20.png"/><Relationship Id="rId14" Type="http://schemas.openxmlformats.org/officeDocument/2006/relationships/image" Target="../media/image20.emf"/></Relationships>
</file>

<file path=ppt/slides/_rels/slide4.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43.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png"/><Relationship Id="rId2" Type="http://schemas.openxmlformats.org/officeDocument/2006/relationships/image" Target="../media/image32.png"/><Relationship Id="rId1" Type="http://schemas.openxmlformats.org/officeDocument/2006/relationships/slideLayout" Target="../slideLayouts/slideLayout1.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5" Type="http://schemas.openxmlformats.org/officeDocument/2006/relationships/image" Target="../media/image26.png"/><Relationship Id="rId10" Type="http://schemas.openxmlformats.org/officeDocument/2006/relationships/image" Target="../media/image39.png"/><Relationship Id="rId9" Type="http://schemas.openxmlformats.org/officeDocument/2006/relationships/image" Target="../media/image38.png"/><Relationship Id="rId14" Type="http://schemas.openxmlformats.org/officeDocument/2006/relationships/image" Target="../media/image44.png"/></Relationships>
</file>

<file path=ppt/slides/_rels/slide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7.png"/><Relationship Id="rId1" Type="http://schemas.openxmlformats.org/officeDocument/2006/relationships/slideLayout" Target="../slideLayouts/slideLayout1.xml"/><Relationship Id="rId4" Type="http://schemas.openxmlformats.org/officeDocument/2006/relationships/image" Target="../media/image31.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32.jpe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56.png"/><Relationship Id="rId2" Type="http://schemas.openxmlformats.org/officeDocument/2006/relationships/image" Target="../media/image46.png"/><Relationship Id="rId1" Type="http://schemas.openxmlformats.org/officeDocument/2006/relationships/slideLayout" Target="../slideLayouts/slideLayout7.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 Id="rId14" Type="http://schemas.openxmlformats.org/officeDocument/2006/relationships/image" Target="../media/image58.png"/></Relationships>
</file>

<file path=ppt/slides/_rels/slide9.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png"/><Relationship Id="rId3" Type="http://schemas.openxmlformats.org/officeDocument/2006/relationships/image" Target="../media/image60.png"/><Relationship Id="rId7" Type="http://schemas.openxmlformats.org/officeDocument/2006/relationships/image" Target="../media/image64.png"/><Relationship Id="rId12" Type="http://schemas.openxmlformats.org/officeDocument/2006/relationships/image" Target="../media/image69.png"/><Relationship Id="rId2" Type="http://schemas.openxmlformats.org/officeDocument/2006/relationships/image" Target="../media/image59.png"/><Relationship Id="rId16"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63.png"/><Relationship Id="rId11" Type="http://schemas.openxmlformats.org/officeDocument/2006/relationships/image" Target="../media/image68.png"/><Relationship Id="rId5" Type="http://schemas.openxmlformats.org/officeDocument/2006/relationships/image" Target="../media/image62.png"/><Relationship Id="rId15" Type="http://schemas.openxmlformats.org/officeDocument/2006/relationships/image" Target="../media/image72.pn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s>
</file>

<file path=ppt/slides/_rels/slide10.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png"/><Relationship Id="rId1" Type="http://schemas.openxmlformats.org/officeDocument/2006/relationships/slideLayout" Target="../slideLayouts/slideLayout7.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 Id="rId9" Type="http://schemas.openxmlformats.org/officeDocument/2006/relationships/image" Target="../media/image41.jpeg"/></Relationships>
</file>

<file path=ppt/slides/_rels/slide11.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image" Target="../media/image82.png"/><Relationship Id="rId1" Type="http://schemas.openxmlformats.org/officeDocument/2006/relationships/slideLayout" Target="../slideLayouts/slideLayout7.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 Id="rId9" Type="http://schemas.openxmlformats.org/officeDocument/2006/relationships/image" Target="../media/image42.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image" Target="../media/image91.png"/><Relationship Id="rId7" Type="http://schemas.openxmlformats.org/officeDocument/2006/relationships/image" Target="../media/image95.png"/><Relationship Id="rId2" Type="http://schemas.openxmlformats.org/officeDocument/2006/relationships/image" Target="../media/image90.png"/><Relationship Id="rId1" Type="http://schemas.openxmlformats.org/officeDocument/2006/relationships/slideLayout" Target="../slideLayouts/slideLayout7.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 Id="rId9" Type="http://schemas.openxmlformats.org/officeDocument/2006/relationships/image" Target="../media/image5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99.png"/><Relationship Id="rId7" Type="http://schemas.openxmlformats.org/officeDocument/2006/relationships/image" Target="../media/image103.png"/><Relationship Id="rId2" Type="http://schemas.openxmlformats.org/officeDocument/2006/relationships/image" Target="../media/image98.png"/><Relationship Id="rId1" Type="http://schemas.openxmlformats.org/officeDocument/2006/relationships/slideLayout" Target="../slideLayouts/slideLayout7.xml"/><Relationship Id="rId6" Type="http://schemas.openxmlformats.org/officeDocument/2006/relationships/image" Target="../media/image102.png"/><Relationship Id="rId11" Type="http://schemas.openxmlformats.org/officeDocument/2006/relationships/image" Target="../media/image73.png"/><Relationship Id="rId5" Type="http://schemas.openxmlformats.org/officeDocument/2006/relationships/image" Target="../media/image101.png"/><Relationship Id="rId10" Type="http://schemas.openxmlformats.org/officeDocument/2006/relationships/image" Target="../media/image106.png"/><Relationship Id="rId4" Type="http://schemas.openxmlformats.org/officeDocument/2006/relationships/image" Target="../media/image100.png"/><Relationship Id="rId9" Type="http://schemas.openxmlformats.org/officeDocument/2006/relationships/image" Target="../media/image105.png"/></Relationships>
</file>

<file path=ppt/slides/_rels/slide16.xml.rels><?xml version="1.0" encoding="UTF-8" standalone="yes"?>
<Relationships xmlns="http://schemas.openxmlformats.org/package/2006/relationships"><Relationship Id="rId8" Type="http://schemas.openxmlformats.org/officeDocument/2006/relationships/image" Target="../media/image114.png"/><Relationship Id="rId3" Type="http://schemas.openxmlformats.org/officeDocument/2006/relationships/image" Target="../media/image109.png"/><Relationship Id="rId7" Type="http://schemas.openxmlformats.org/officeDocument/2006/relationships/image" Target="../media/image113.png"/><Relationship Id="rId2" Type="http://schemas.openxmlformats.org/officeDocument/2006/relationships/image" Target="../media/image108.png"/><Relationship Id="rId1" Type="http://schemas.openxmlformats.org/officeDocument/2006/relationships/slideLayout" Target="../slideLayouts/slideLayout7.xml"/><Relationship Id="rId6" Type="http://schemas.openxmlformats.org/officeDocument/2006/relationships/image" Target="../media/image112.png"/><Relationship Id="rId5" Type="http://schemas.openxmlformats.org/officeDocument/2006/relationships/image" Target="../media/image111.png"/><Relationship Id="rId10" Type="http://schemas.openxmlformats.org/officeDocument/2006/relationships/image" Target="../media/image81.png"/><Relationship Id="rId4" Type="http://schemas.openxmlformats.org/officeDocument/2006/relationships/image" Target="../media/image110.png"/><Relationship Id="rId9" Type="http://schemas.openxmlformats.org/officeDocument/2006/relationships/image" Target="../media/image1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123.png"/><Relationship Id="rId3" Type="http://schemas.openxmlformats.org/officeDocument/2006/relationships/image" Target="../media/image118.png"/><Relationship Id="rId7" Type="http://schemas.openxmlformats.org/officeDocument/2006/relationships/image" Target="../media/image122.png"/><Relationship Id="rId2" Type="http://schemas.openxmlformats.org/officeDocument/2006/relationships/image" Target="../media/image117.png"/><Relationship Id="rId1" Type="http://schemas.openxmlformats.org/officeDocument/2006/relationships/slideLayout" Target="../slideLayouts/slideLayout7.xml"/><Relationship Id="rId6" Type="http://schemas.openxmlformats.org/officeDocument/2006/relationships/image" Target="../media/image121.png"/><Relationship Id="rId11" Type="http://schemas.openxmlformats.org/officeDocument/2006/relationships/image" Target="../media/image82.jpg"/><Relationship Id="rId5" Type="http://schemas.openxmlformats.org/officeDocument/2006/relationships/image" Target="../media/image120.png"/><Relationship Id="rId10" Type="http://schemas.openxmlformats.org/officeDocument/2006/relationships/image" Target="../media/image125.png"/><Relationship Id="rId4" Type="http://schemas.openxmlformats.org/officeDocument/2006/relationships/image" Target="../media/image119.png"/><Relationship Id="rId9" Type="http://schemas.openxmlformats.org/officeDocument/2006/relationships/image" Target="../media/image124.png"/></Relationships>
</file>

<file path=ppt/slides/_rels/slide19.xml.rels><?xml version="1.0" encoding="UTF-8" standalone="yes"?>
<Relationships xmlns="http://schemas.openxmlformats.org/package/2006/relationships"><Relationship Id="rId8" Type="http://schemas.openxmlformats.org/officeDocument/2006/relationships/image" Target="../media/image133.png"/><Relationship Id="rId3" Type="http://schemas.openxmlformats.org/officeDocument/2006/relationships/image" Target="../media/image128.png"/><Relationship Id="rId7" Type="http://schemas.openxmlformats.org/officeDocument/2006/relationships/image" Target="../media/image132.png"/><Relationship Id="rId2" Type="http://schemas.openxmlformats.org/officeDocument/2006/relationships/image" Target="../media/image127.png"/><Relationship Id="rId1" Type="http://schemas.openxmlformats.org/officeDocument/2006/relationships/slideLayout" Target="../slideLayouts/slideLayout7.xml"/><Relationship Id="rId6" Type="http://schemas.openxmlformats.org/officeDocument/2006/relationships/image" Target="../media/image131.png"/><Relationship Id="rId11" Type="http://schemas.openxmlformats.org/officeDocument/2006/relationships/image" Target="../media/image83.gif"/><Relationship Id="rId5" Type="http://schemas.openxmlformats.org/officeDocument/2006/relationships/image" Target="../media/image130.png"/><Relationship Id="rId10" Type="http://schemas.openxmlformats.org/officeDocument/2006/relationships/image" Target="../media/image135.png"/><Relationship Id="rId4" Type="http://schemas.openxmlformats.org/officeDocument/2006/relationships/image" Target="../media/image129.png"/><Relationship Id="rId9" Type="http://schemas.openxmlformats.org/officeDocument/2006/relationships/image" Target="../media/image134.png"/></Relationships>
</file>

<file path=ppt/slides/_rels/slide20.xml.rels><?xml version="1.0" encoding="UTF-8" standalone="yes"?>
<Relationships xmlns="http://schemas.openxmlformats.org/package/2006/relationships"><Relationship Id="rId8" Type="http://schemas.openxmlformats.org/officeDocument/2006/relationships/image" Target="../media/image143.png"/><Relationship Id="rId3" Type="http://schemas.openxmlformats.org/officeDocument/2006/relationships/image" Target="../media/image138.png"/><Relationship Id="rId7" Type="http://schemas.openxmlformats.org/officeDocument/2006/relationships/image" Target="../media/image142.png"/><Relationship Id="rId2" Type="http://schemas.openxmlformats.org/officeDocument/2006/relationships/image" Target="../media/image137.png"/><Relationship Id="rId1" Type="http://schemas.openxmlformats.org/officeDocument/2006/relationships/slideLayout" Target="../slideLayouts/slideLayout7.xml"/><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139.png"/><Relationship Id="rId9" Type="http://schemas.openxmlformats.org/officeDocument/2006/relationships/image" Target="../media/image89.png"/></Relationships>
</file>

<file path=ppt/slides/_rels/slide21.xml.rels><?xml version="1.0" encoding="UTF-8" standalone="yes"?>
<Relationships xmlns="http://schemas.openxmlformats.org/package/2006/relationships"><Relationship Id="rId8" Type="http://schemas.openxmlformats.org/officeDocument/2006/relationships/image" Target="../media/image151.png"/><Relationship Id="rId3" Type="http://schemas.openxmlformats.org/officeDocument/2006/relationships/image" Target="../media/image146.png"/><Relationship Id="rId7" Type="http://schemas.openxmlformats.org/officeDocument/2006/relationships/image" Target="../media/image150.png"/><Relationship Id="rId2" Type="http://schemas.openxmlformats.org/officeDocument/2006/relationships/image" Target="../media/image145.png"/><Relationship Id="rId1" Type="http://schemas.openxmlformats.org/officeDocument/2006/relationships/slideLayout" Target="../slideLayouts/slideLayout7.xml"/><Relationship Id="rId6" Type="http://schemas.openxmlformats.org/officeDocument/2006/relationships/image" Target="../media/image149.png"/><Relationship Id="rId5" Type="http://schemas.openxmlformats.org/officeDocument/2006/relationships/image" Target="../media/image148.png"/><Relationship Id="rId10" Type="http://schemas.openxmlformats.org/officeDocument/2006/relationships/image" Target="../media/image90.gif"/><Relationship Id="rId4" Type="http://schemas.openxmlformats.org/officeDocument/2006/relationships/image" Target="../media/image147.png"/><Relationship Id="rId9" Type="http://schemas.openxmlformats.org/officeDocument/2006/relationships/image" Target="../media/image15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107.png"/><Relationship Id="rId13" Type="http://schemas.openxmlformats.org/officeDocument/2006/relationships/image" Target="../media/image91.gif"/><Relationship Id="rId3" Type="http://schemas.openxmlformats.org/officeDocument/2006/relationships/image" Target="../media/image155.png"/><Relationship Id="rId7" Type="http://schemas.openxmlformats.org/officeDocument/2006/relationships/image" Target="../media/image159.png"/><Relationship Id="rId12" Type="http://schemas.openxmlformats.org/officeDocument/2006/relationships/image" Target="../media/image144.png"/><Relationship Id="rId2" Type="http://schemas.openxmlformats.org/officeDocument/2006/relationships/image" Target="../media/image154.png"/><Relationship Id="rId1" Type="http://schemas.openxmlformats.org/officeDocument/2006/relationships/slideLayout" Target="../slideLayouts/slideLayout7.xml"/><Relationship Id="rId6" Type="http://schemas.openxmlformats.org/officeDocument/2006/relationships/image" Target="../media/image158.png"/><Relationship Id="rId11" Type="http://schemas.openxmlformats.org/officeDocument/2006/relationships/image" Target="../media/image136.png"/><Relationship Id="rId5" Type="http://schemas.openxmlformats.org/officeDocument/2006/relationships/image" Target="../media/image157.png"/><Relationship Id="rId10" Type="http://schemas.openxmlformats.org/officeDocument/2006/relationships/image" Target="../media/image126.png"/><Relationship Id="rId4" Type="http://schemas.openxmlformats.org/officeDocument/2006/relationships/image" Target="../media/image156.png"/><Relationship Id="rId9" Type="http://schemas.openxmlformats.org/officeDocument/2006/relationships/image" Target="../media/image1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165.png"/><Relationship Id="rId3" Type="http://schemas.openxmlformats.org/officeDocument/2006/relationships/image" Target="../media/image160.png"/><Relationship Id="rId7" Type="http://schemas.openxmlformats.org/officeDocument/2006/relationships/image" Target="../media/image164.png"/><Relationship Id="rId2" Type="http://schemas.openxmlformats.org/officeDocument/2006/relationships/image" Target="../media/image153.png"/><Relationship Id="rId1" Type="http://schemas.openxmlformats.org/officeDocument/2006/relationships/slideLayout" Target="../slideLayouts/slideLayout7.xml"/><Relationship Id="rId6" Type="http://schemas.openxmlformats.org/officeDocument/2006/relationships/image" Target="../media/image163.png"/><Relationship Id="rId11" Type="http://schemas.openxmlformats.org/officeDocument/2006/relationships/image" Target="../media/image92.gif"/><Relationship Id="rId5" Type="http://schemas.openxmlformats.org/officeDocument/2006/relationships/image" Target="../media/image162.png"/><Relationship Id="rId10" Type="http://schemas.openxmlformats.org/officeDocument/2006/relationships/image" Target="../media/image167.png"/><Relationship Id="rId4" Type="http://schemas.openxmlformats.org/officeDocument/2006/relationships/image" Target="../media/image161.png"/><Relationship Id="rId9" Type="http://schemas.openxmlformats.org/officeDocument/2006/relationships/image" Target="../media/image166.png"/></Relationships>
</file>

<file path=ppt/slides/_rels/slide26.xml.rels><?xml version="1.0" encoding="UTF-8" standalone="yes"?>
<Relationships xmlns="http://schemas.openxmlformats.org/package/2006/relationships"><Relationship Id="rId8" Type="http://schemas.openxmlformats.org/officeDocument/2006/relationships/image" Target="../media/image175.png"/><Relationship Id="rId3" Type="http://schemas.openxmlformats.org/officeDocument/2006/relationships/image" Target="../media/image170.png"/><Relationship Id="rId7" Type="http://schemas.openxmlformats.org/officeDocument/2006/relationships/image" Target="../media/image174.png"/><Relationship Id="rId2" Type="http://schemas.openxmlformats.org/officeDocument/2006/relationships/image" Target="../media/image169.png"/><Relationship Id="rId1" Type="http://schemas.openxmlformats.org/officeDocument/2006/relationships/slideLayout" Target="../slideLayouts/slideLayout7.xml"/><Relationship Id="rId6" Type="http://schemas.openxmlformats.org/officeDocument/2006/relationships/image" Target="../media/image173.png"/><Relationship Id="rId5" Type="http://schemas.openxmlformats.org/officeDocument/2006/relationships/image" Target="../media/image172.png"/><Relationship Id="rId4" Type="http://schemas.openxmlformats.org/officeDocument/2006/relationships/image" Target="../media/image171.png"/><Relationship Id="rId9" Type="http://schemas.openxmlformats.org/officeDocument/2006/relationships/image" Target="../media/image93.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p:cNvSpPr/>
          <p:nvPr/>
        </p:nvSpPr>
        <p:spPr>
          <a:xfrm>
            <a:off x="382153" y="651760"/>
            <a:ext cx="9972541" cy="954107"/>
          </a:xfrm>
          <a:prstGeom prst="rect">
            <a:avLst/>
          </a:prstGeom>
        </p:spPr>
        <p:txBody>
          <a:bodyPr wrap="square">
            <a:spAutoFit/>
          </a:bodyPr>
          <a:lstStyle/>
          <a:p>
            <a:pPr algn="just"/>
            <a:r>
              <a:rPr lang="pt-BR" sz="2800" b="1" dirty="0">
                <a:latin typeface="Arial" panose="020B0604020202020204" pitchFamily="34" charset="0"/>
                <a:ea typeface="Calibri" panose="020F0502020204030204" pitchFamily="34" charset="0"/>
              </a:rPr>
              <a:t>Tipo de movimento em que a </a:t>
            </a:r>
            <a:r>
              <a:rPr lang="pt-BR" sz="2800" b="1" dirty="0">
                <a:solidFill>
                  <a:srgbClr val="FF0000"/>
                </a:solidFill>
                <a:latin typeface="Arial" panose="020B0604020202020204" pitchFamily="34" charset="0"/>
                <a:ea typeface="Calibri" panose="020F0502020204030204" pitchFamily="34" charset="0"/>
              </a:rPr>
              <a:t>velocidade escalar permanece constante</a:t>
            </a:r>
            <a:r>
              <a:rPr lang="pt-BR" sz="2800" b="1" dirty="0">
                <a:latin typeface="Arial" panose="020B0604020202020204" pitchFamily="34" charset="0"/>
                <a:ea typeface="Calibri" panose="020F0502020204030204" pitchFamily="34" charset="0"/>
              </a:rPr>
              <a:t> (</a:t>
            </a:r>
            <a:r>
              <a:rPr lang="pt-BR" sz="2800" b="1" dirty="0" err="1">
                <a:latin typeface="Arial" panose="020B0604020202020204" pitchFamily="34" charset="0"/>
                <a:ea typeface="Calibri" panose="020F0502020204030204" pitchFamily="34" charset="0"/>
              </a:rPr>
              <a:t>v</a:t>
            </a:r>
            <a:r>
              <a:rPr lang="pt-BR" sz="2800" b="1" baseline="-25000" dirty="0" err="1">
                <a:latin typeface="Arial" panose="020B0604020202020204" pitchFamily="34" charset="0"/>
                <a:ea typeface="Calibri" panose="020F0502020204030204" pitchFamily="34" charset="0"/>
              </a:rPr>
              <a:t>cte</a:t>
            </a:r>
            <a:r>
              <a:rPr lang="pt-BR" sz="2800" b="1" dirty="0">
                <a:latin typeface="Arial" panose="020B0604020202020204" pitchFamily="34" charset="0"/>
                <a:ea typeface="Calibri" panose="020F0502020204030204" pitchFamily="34" charset="0"/>
              </a:rPr>
              <a:t>) e </a:t>
            </a:r>
            <a:r>
              <a:rPr lang="pt-BR" sz="2800" b="1" dirty="0">
                <a:solidFill>
                  <a:srgbClr val="FF0000"/>
                </a:solidFill>
                <a:latin typeface="Arial" panose="020B0604020202020204" pitchFamily="34" charset="0"/>
                <a:ea typeface="Calibri" panose="020F0502020204030204" pitchFamily="34" charset="0"/>
              </a:rPr>
              <a:t>diferente de zero</a:t>
            </a:r>
            <a:r>
              <a:rPr lang="pt-BR" sz="2800" b="1" dirty="0">
                <a:latin typeface="Arial" panose="020B0604020202020204" pitchFamily="34" charset="0"/>
                <a:ea typeface="Calibri" panose="020F0502020204030204" pitchFamily="34" charset="0"/>
              </a:rPr>
              <a:t>.</a:t>
            </a:r>
            <a:endParaRPr lang="pt-BR" sz="2800" b="1" dirty="0"/>
          </a:p>
        </p:txBody>
      </p:sp>
      <mc:AlternateContent xmlns:mc="http://schemas.openxmlformats.org/markup-compatibility/2006" xmlns:a14="http://schemas.microsoft.com/office/drawing/2010/main">
        <mc:Choice Requires="a14">
          <p:sp>
            <p:nvSpPr>
              <p:cNvPr id="6" name="Retângulo 5"/>
              <p:cNvSpPr/>
              <p:nvPr/>
            </p:nvSpPr>
            <p:spPr>
              <a:xfrm>
                <a:off x="1792287" y="2019494"/>
                <a:ext cx="1442639" cy="523220"/>
              </a:xfrm>
              <a:prstGeom prst="rect">
                <a:avLst/>
              </a:prstGeom>
              <a:ln w="57150" cmpd="dbl">
                <a:solidFill>
                  <a:srgbClr val="FF0000"/>
                </a:solidFill>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pt-BR" sz="2800" b="1" i="1">
                              <a:latin typeface="Cambria Math" panose="02040503050406030204" pitchFamily="18" charset="0"/>
                            </a:rPr>
                          </m:ctrlPr>
                        </m:sSubPr>
                        <m:e>
                          <m:r>
                            <a:rPr lang="pt-BR" sz="2800" b="1" i="1">
                              <a:latin typeface="Cambria Math" panose="02040503050406030204" pitchFamily="18" charset="0"/>
                            </a:rPr>
                            <m:t>𝒗</m:t>
                          </m:r>
                        </m:e>
                        <m:sub>
                          <m:r>
                            <a:rPr lang="pt-BR" sz="2800" b="1" i="1">
                              <a:latin typeface="Cambria Math" panose="02040503050406030204" pitchFamily="18" charset="0"/>
                            </a:rPr>
                            <m:t>𝑴</m:t>
                          </m:r>
                        </m:sub>
                      </m:sSub>
                      <m:r>
                        <a:rPr lang="pt-BR" sz="2800" b="1" i="1">
                          <a:latin typeface="Cambria Math" panose="02040503050406030204" pitchFamily="18" charset="0"/>
                        </a:rPr>
                        <m:t>=</m:t>
                      </m:r>
                      <m:r>
                        <a:rPr lang="pt-BR" sz="2800" b="1" i="1">
                          <a:latin typeface="Cambria Math" panose="02040503050406030204" pitchFamily="18" charset="0"/>
                        </a:rPr>
                        <m:t>𝒗</m:t>
                      </m:r>
                    </m:oMath>
                  </m:oMathPara>
                </a14:m>
                <a:endParaRPr lang="pt-BR" sz="2800" b="1" i="1" dirty="0"/>
              </a:p>
            </p:txBody>
          </p:sp>
        </mc:Choice>
        <mc:Fallback xmlns="">
          <p:sp>
            <p:nvSpPr>
              <p:cNvPr id="6" name="Retângulo 5"/>
              <p:cNvSpPr>
                <a:spLocks noRot="1" noChangeAspect="1" noMove="1" noResize="1" noEditPoints="1" noAdjustHandles="1" noChangeArrowheads="1" noChangeShapeType="1" noTextEdit="1"/>
              </p:cNvSpPr>
              <p:nvPr/>
            </p:nvSpPr>
            <p:spPr>
              <a:xfrm>
                <a:off x="1792287" y="2019494"/>
                <a:ext cx="1442639" cy="523220"/>
              </a:xfrm>
              <a:prstGeom prst="rect">
                <a:avLst/>
              </a:prstGeom>
              <a:blipFill rotWithShape="0">
                <a:blip r:embed="rId2"/>
                <a:stretch>
                  <a:fillRect/>
                </a:stretch>
              </a:blipFill>
              <a:ln w="57150" cmpd="dbl">
                <a:solidFill>
                  <a:srgbClr val="FF0000"/>
                </a:solid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Retângulo 6"/>
              <p:cNvSpPr/>
              <p:nvPr/>
            </p:nvSpPr>
            <p:spPr>
              <a:xfrm>
                <a:off x="3880154" y="1872088"/>
                <a:ext cx="543739"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3200" b="1">
                          <a:latin typeface="Cambria Math" panose="02040503050406030204" pitchFamily="18" charset="0"/>
                        </a:rPr>
                        <m:t>∴</m:t>
                      </m:r>
                    </m:oMath>
                  </m:oMathPara>
                </a14:m>
                <a:endParaRPr lang="pt-BR" sz="3200" b="1" dirty="0"/>
              </a:p>
            </p:txBody>
          </p:sp>
        </mc:Choice>
        <mc:Fallback xmlns="">
          <p:sp>
            <p:nvSpPr>
              <p:cNvPr id="7" name="Retângulo 6"/>
              <p:cNvSpPr>
                <a:spLocks noRot="1" noChangeAspect="1" noMove="1" noResize="1" noEditPoints="1" noAdjustHandles="1" noChangeArrowheads="1" noChangeShapeType="1" noTextEdit="1"/>
              </p:cNvSpPr>
              <p:nvPr/>
            </p:nvSpPr>
            <p:spPr>
              <a:xfrm>
                <a:off x="3880154" y="1872088"/>
                <a:ext cx="543739" cy="584775"/>
              </a:xfrm>
              <a:prstGeom prst="rect">
                <a:avLst/>
              </a:prstGeom>
              <a:blipFill rotWithShape="0">
                <a:blip r:embed="rId3"/>
                <a:stretch>
                  <a:fillRect/>
                </a:stretch>
              </a:blipFill>
            </p:spPr>
            <p:txBody>
              <a:bodyPr/>
              <a:lstStyle/>
              <a:p>
                <a:r>
                  <a:rPr lang="pt-BR">
                    <a:noFill/>
                  </a:rPr>
                  <a:t> </a:t>
                </a:r>
              </a:p>
            </p:txBody>
          </p:sp>
        </mc:Fallback>
      </mc:AlternateContent>
      <p:grpSp>
        <p:nvGrpSpPr>
          <p:cNvPr id="10" name="Grupo 9"/>
          <p:cNvGrpSpPr/>
          <p:nvPr/>
        </p:nvGrpSpPr>
        <p:grpSpPr>
          <a:xfrm>
            <a:off x="5084085" y="1853943"/>
            <a:ext cx="1822262" cy="1104587"/>
            <a:chOff x="4871483" y="1610478"/>
            <a:chExt cx="1822262" cy="1104587"/>
          </a:xfrm>
        </p:grpSpPr>
        <p:sp>
          <p:nvSpPr>
            <p:cNvPr id="9" name="Retângulo de cantos arredondados 8"/>
            <p:cNvSpPr/>
            <p:nvPr/>
          </p:nvSpPr>
          <p:spPr>
            <a:xfrm>
              <a:off x="4871483" y="1610478"/>
              <a:ext cx="1822262" cy="1104587"/>
            </a:xfrm>
            <a:prstGeom prst="roundRect">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5400000" scaled="1"/>
              <a:tileRect/>
            </a:gradFill>
            <a:ln w="57150">
              <a:solidFill>
                <a:srgbClr val="FF0000"/>
              </a:solidFill>
            </a:ln>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8" name="Retângulo 7"/>
                <p:cNvSpPr/>
                <p:nvPr/>
              </p:nvSpPr>
              <p:spPr>
                <a:xfrm>
                  <a:off x="4958366" y="1610478"/>
                  <a:ext cx="1469441"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2800" b="1" i="1">
                            <a:latin typeface="Cambria Math" panose="02040503050406030204" pitchFamily="18" charset="0"/>
                          </a:rPr>
                          <m:t>𝒗</m:t>
                        </m:r>
                        <m:r>
                          <a:rPr lang="pt-BR" sz="2800" b="1" i="1">
                            <a:latin typeface="Cambria Math" panose="02040503050406030204" pitchFamily="18" charset="0"/>
                          </a:rPr>
                          <m:t>= </m:t>
                        </m:r>
                        <m:f>
                          <m:fPr>
                            <m:ctrlPr>
                              <a:rPr lang="pt-BR" sz="2800" b="1" i="1">
                                <a:latin typeface="Cambria Math" panose="02040503050406030204" pitchFamily="18" charset="0"/>
                              </a:rPr>
                            </m:ctrlPr>
                          </m:fPr>
                          <m:num>
                            <m:r>
                              <a:rPr lang="pt-BR" sz="2800" b="1" i="1">
                                <a:latin typeface="Cambria Math" panose="02040503050406030204" pitchFamily="18" charset="0"/>
                              </a:rPr>
                              <m:t>∆</m:t>
                            </m:r>
                            <m:r>
                              <a:rPr lang="pt-BR" sz="2800" b="1" i="1">
                                <a:latin typeface="Cambria Math" panose="02040503050406030204" pitchFamily="18" charset="0"/>
                              </a:rPr>
                              <m:t>𝑺</m:t>
                            </m:r>
                          </m:num>
                          <m:den>
                            <m:r>
                              <a:rPr lang="pt-BR" sz="2800" b="1" i="1">
                                <a:latin typeface="Cambria Math" panose="02040503050406030204" pitchFamily="18" charset="0"/>
                              </a:rPr>
                              <m:t>∆</m:t>
                            </m:r>
                            <m:r>
                              <a:rPr lang="pt-BR" sz="2800" b="1" i="1">
                                <a:latin typeface="Cambria Math" panose="02040503050406030204" pitchFamily="18" charset="0"/>
                              </a:rPr>
                              <m:t>𝒕</m:t>
                            </m:r>
                          </m:den>
                        </m:f>
                      </m:oMath>
                    </m:oMathPara>
                  </a14:m>
                  <a:endParaRPr lang="pt-BR" sz="2800" b="1" i="1" dirty="0"/>
                </a:p>
              </p:txBody>
            </p:sp>
          </mc:Choice>
          <mc:Fallback xmlns="">
            <p:sp>
              <p:nvSpPr>
                <p:cNvPr id="8" name="Retângulo 7"/>
                <p:cNvSpPr>
                  <a:spLocks noRot="1" noChangeAspect="1" noMove="1" noResize="1" noEditPoints="1" noAdjustHandles="1" noChangeArrowheads="1" noChangeShapeType="1" noTextEdit="1"/>
                </p:cNvSpPr>
                <p:nvPr/>
              </p:nvSpPr>
              <p:spPr>
                <a:xfrm>
                  <a:off x="4958366" y="1610478"/>
                  <a:ext cx="1469441" cy="901785"/>
                </a:xfrm>
                <a:prstGeom prst="rect">
                  <a:avLst/>
                </a:prstGeom>
                <a:blipFill rotWithShape="0">
                  <a:blip r:embed="rId4"/>
                  <a:stretch>
                    <a:fillRect/>
                  </a:stretch>
                </a:blipFill>
              </p:spPr>
              <p:txBody>
                <a:bodyPr/>
                <a:lstStyle/>
                <a:p>
                  <a:r>
                    <a:rPr lang="pt-BR">
                      <a:noFill/>
                    </a:rPr>
                    <a:t> </a:t>
                  </a:r>
                </a:p>
              </p:txBody>
            </p:sp>
          </mc:Fallback>
        </mc:AlternateContent>
      </p:grpSp>
      <p:sp>
        <p:nvSpPr>
          <p:cNvPr id="11" name="Retângulo 10"/>
          <p:cNvSpPr/>
          <p:nvPr/>
        </p:nvSpPr>
        <p:spPr>
          <a:xfrm>
            <a:off x="608576" y="2809124"/>
            <a:ext cx="1822262" cy="523220"/>
          </a:xfrm>
          <a:prstGeom prst="rect">
            <a:avLst/>
          </a:prstGeom>
        </p:spPr>
        <p:txBody>
          <a:bodyPr wrap="square">
            <a:spAutoFit/>
          </a:bodyPr>
          <a:lstStyle/>
          <a:p>
            <a:pPr algn="just"/>
            <a:r>
              <a:rPr lang="pt-BR" sz="2800" b="1" dirty="0">
                <a:latin typeface="Arial" panose="020B0604020202020204" pitchFamily="34" charset="0"/>
                <a:ea typeface="Calibri" panose="020F0502020204030204" pitchFamily="34" charset="0"/>
              </a:rPr>
              <a:t>Em que:</a:t>
            </a:r>
            <a:endParaRPr lang="pt-BR" sz="2800" b="1" dirty="0"/>
          </a:p>
        </p:txBody>
      </p:sp>
      <mc:AlternateContent xmlns:mc="http://schemas.openxmlformats.org/markup-compatibility/2006" xmlns:a14="http://schemas.microsoft.com/office/drawing/2010/main">
        <mc:Choice Requires="a14">
          <p:sp>
            <p:nvSpPr>
              <p:cNvPr id="12" name="Retângulo 11"/>
              <p:cNvSpPr/>
              <p:nvPr/>
            </p:nvSpPr>
            <p:spPr>
              <a:xfrm>
                <a:off x="601410" y="3406111"/>
                <a:ext cx="4301033" cy="523220"/>
              </a:xfrm>
              <a:prstGeom prst="rect">
                <a:avLst/>
              </a:prstGeom>
            </p:spPr>
            <p:txBody>
              <a:bodyPr wrap="square">
                <a:spAutoFit/>
              </a:bodyPr>
              <a:lstStyle/>
              <a:p>
                <a14:m>
                  <m:oMath xmlns:m="http://schemas.openxmlformats.org/officeDocument/2006/math">
                    <m:r>
                      <a:rPr lang="pt-BR" sz="2800" b="1" i="1">
                        <a:latin typeface="Cambria Math" panose="02040503050406030204" pitchFamily="18" charset="0"/>
                      </a:rPr>
                      <m:t>∆</m:t>
                    </m:r>
                    <m:r>
                      <a:rPr lang="pt-BR" sz="2800" b="1" i="1">
                        <a:latin typeface="Cambria Math" panose="02040503050406030204" pitchFamily="18" charset="0"/>
                      </a:rPr>
                      <m:t>𝑺</m:t>
                    </m:r>
                  </m:oMath>
                </a14:m>
                <a:r>
                  <a:rPr lang="pt-BR" sz="2800" b="1" i="1" dirty="0">
                    <a:latin typeface="Arial" panose="020B0604020202020204" pitchFamily="34" charset="0"/>
                    <a:cs typeface="Arial" panose="020B0604020202020204" pitchFamily="34" charset="0"/>
                  </a:rPr>
                  <a:t>= variação do espaço </a:t>
                </a:r>
              </a:p>
            </p:txBody>
          </p:sp>
        </mc:Choice>
        <mc:Fallback xmlns="">
          <p:sp>
            <p:nvSpPr>
              <p:cNvPr id="12" name="Retângulo 11"/>
              <p:cNvSpPr>
                <a:spLocks noRot="1" noChangeAspect="1" noMove="1" noResize="1" noEditPoints="1" noAdjustHandles="1" noChangeArrowheads="1" noChangeShapeType="1" noTextEdit="1"/>
              </p:cNvSpPr>
              <p:nvPr/>
            </p:nvSpPr>
            <p:spPr>
              <a:xfrm>
                <a:off x="601410" y="3406111"/>
                <a:ext cx="4301033" cy="523220"/>
              </a:xfrm>
              <a:prstGeom prst="rect">
                <a:avLst/>
              </a:prstGeom>
              <a:blipFill>
                <a:blip r:embed="rId5"/>
                <a:stretch>
                  <a:fillRect t="-12791" r="-3121" b="-31395"/>
                </a:stretch>
              </a:blipFill>
            </p:spPr>
            <p:txBody>
              <a:bodyPr/>
              <a:lstStyle/>
              <a:p>
                <a:r>
                  <a:rPr lang="pt-BR">
                    <a:noFill/>
                  </a:rPr>
                  <a:t> </a:t>
                </a:r>
              </a:p>
            </p:txBody>
          </p:sp>
        </mc:Fallback>
      </mc:AlternateContent>
      <p:sp>
        <p:nvSpPr>
          <p:cNvPr id="13" name="Seta para a direita 12"/>
          <p:cNvSpPr/>
          <p:nvPr/>
        </p:nvSpPr>
        <p:spPr>
          <a:xfrm>
            <a:off x="4902443" y="3510858"/>
            <a:ext cx="514765" cy="352927"/>
          </a:xfrm>
          <a:prstGeom prst="rightArrow">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4" name="Retângulo 13"/>
              <p:cNvSpPr/>
              <p:nvPr/>
            </p:nvSpPr>
            <p:spPr>
              <a:xfrm>
                <a:off x="5563142" y="3372985"/>
                <a:ext cx="3644844" cy="564065"/>
              </a:xfrm>
              <a:prstGeom prst="rect">
                <a:avLst/>
              </a:prstGeom>
              <a:ln>
                <a:solidFill>
                  <a:srgbClr val="002060"/>
                </a:solidFill>
              </a:ln>
            </p:spPr>
            <p:txBody>
              <a:bodyPr wrap="none">
                <a:spAutoFit/>
              </a:bodyPr>
              <a:lstStyle/>
              <a:p>
                <a14:m>
                  <m:oMath xmlns:m="http://schemas.openxmlformats.org/officeDocument/2006/math">
                    <m:r>
                      <a:rPr lang="pt-BR" sz="2800" b="1" i="1" smtClean="0">
                        <a:latin typeface="Cambria Math" panose="02040503050406030204" pitchFamily="18" charset="0"/>
                      </a:rPr>
                      <m:t>∆</m:t>
                    </m:r>
                    <m:r>
                      <a:rPr lang="pt-BR" sz="2800" b="1" i="1" smtClean="0">
                        <a:latin typeface="Cambria Math" panose="02040503050406030204" pitchFamily="18" charset="0"/>
                      </a:rPr>
                      <m:t>𝑺</m:t>
                    </m:r>
                    <m:r>
                      <a:rPr lang="pt-BR" sz="2800" b="1" i="1" smtClean="0">
                        <a:latin typeface="Cambria Math" panose="02040503050406030204" pitchFamily="18" charset="0"/>
                      </a:rPr>
                      <m:t>= </m:t>
                    </m:r>
                    <m:sSub>
                      <m:sSubPr>
                        <m:ctrlPr>
                          <a:rPr lang="pt-BR" sz="2800" b="1" i="1" smtClean="0">
                            <a:latin typeface="Cambria Math" panose="02040503050406030204" pitchFamily="18" charset="0"/>
                          </a:rPr>
                        </m:ctrlPr>
                      </m:sSubPr>
                      <m:e>
                        <m:r>
                          <a:rPr lang="pt-BR" sz="2800" b="1" i="1" smtClean="0">
                            <a:latin typeface="Cambria Math" panose="02040503050406030204" pitchFamily="18" charset="0"/>
                          </a:rPr>
                          <m:t>𝑺</m:t>
                        </m:r>
                      </m:e>
                      <m:sub>
                        <m:r>
                          <a:rPr lang="pt-BR" sz="2800" b="1" i="1" smtClean="0">
                            <a:latin typeface="Cambria Math" panose="02040503050406030204" pitchFamily="18" charset="0"/>
                          </a:rPr>
                          <m:t>𝒇𝒊𝒏𝒂𝒍</m:t>
                        </m:r>
                      </m:sub>
                    </m:sSub>
                    <m:r>
                      <a:rPr lang="pt-BR" sz="2800" b="1" i="1" smtClean="0">
                        <a:latin typeface="Cambria Math" panose="02040503050406030204" pitchFamily="18" charset="0"/>
                      </a:rPr>
                      <m:t>−</m:t>
                    </m:r>
                    <m:sSub>
                      <m:sSubPr>
                        <m:ctrlPr>
                          <a:rPr lang="pt-BR" sz="2800" b="1" i="1" smtClean="0">
                            <a:latin typeface="Cambria Math" panose="02040503050406030204" pitchFamily="18" charset="0"/>
                          </a:rPr>
                        </m:ctrlPr>
                      </m:sSubPr>
                      <m:e>
                        <m:r>
                          <a:rPr lang="pt-BR" sz="2800" b="1" i="1" smtClean="0">
                            <a:latin typeface="Cambria Math" panose="02040503050406030204" pitchFamily="18" charset="0"/>
                          </a:rPr>
                          <m:t>𝑺</m:t>
                        </m:r>
                      </m:e>
                      <m:sub>
                        <m:r>
                          <a:rPr lang="pt-BR" sz="2800" b="1" i="1" smtClean="0">
                            <a:latin typeface="Cambria Math" panose="02040503050406030204" pitchFamily="18" charset="0"/>
                          </a:rPr>
                          <m:t>𝒊𝒏𝒊𝒄𝒊𝒂𝒍</m:t>
                        </m:r>
                      </m:sub>
                    </m:sSub>
                  </m:oMath>
                </a14:m>
                <a:r>
                  <a:rPr lang="pt-BR" sz="2800" b="1" i="1" dirty="0">
                    <a:latin typeface="Arial" panose="020B0604020202020204" pitchFamily="34" charset="0"/>
                    <a:cs typeface="Arial" panose="020B0604020202020204" pitchFamily="34" charset="0"/>
                  </a:rPr>
                  <a:t> </a:t>
                </a:r>
              </a:p>
            </p:txBody>
          </p:sp>
        </mc:Choice>
        <mc:Fallback xmlns="">
          <p:sp>
            <p:nvSpPr>
              <p:cNvPr id="14" name="Retângulo 13"/>
              <p:cNvSpPr>
                <a:spLocks noRot="1" noChangeAspect="1" noMove="1" noResize="1" noEditPoints="1" noAdjustHandles="1" noChangeArrowheads="1" noChangeShapeType="1" noTextEdit="1"/>
              </p:cNvSpPr>
              <p:nvPr/>
            </p:nvSpPr>
            <p:spPr>
              <a:xfrm>
                <a:off x="5563142" y="3372985"/>
                <a:ext cx="3644844" cy="564065"/>
              </a:xfrm>
              <a:prstGeom prst="rect">
                <a:avLst/>
              </a:prstGeom>
              <a:blipFill>
                <a:blip r:embed="rId6"/>
                <a:stretch>
                  <a:fillRect/>
                </a:stretch>
              </a:blipFill>
              <a:ln>
                <a:solidFill>
                  <a:srgbClr val="002060"/>
                </a:solid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5" name="Retângulo 14"/>
              <p:cNvSpPr/>
              <p:nvPr/>
            </p:nvSpPr>
            <p:spPr>
              <a:xfrm>
                <a:off x="695459" y="4100434"/>
                <a:ext cx="4134465" cy="523220"/>
              </a:xfrm>
              <a:prstGeom prst="rect">
                <a:avLst/>
              </a:prstGeom>
            </p:spPr>
            <p:txBody>
              <a:bodyPr wrap="none">
                <a:spAutoFit/>
              </a:bodyPr>
              <a:lstStyle/>
              <a:p>
                <a14:m>
                  <m:oMath xmlns:m="http://schemas.openxmlformats.org/officeDocument/2006/math">
                    <m:r>
                      <a:rPr lang="pt-BR" sz="2800" b="1" i="1" smtClean="0">
                        <a:latin typeface="Cambria Math" panose="02040503050406030204" pitchFamily="18" charset="0"/>
                      </a:rPr>
                      <m:t>∆</m:t>
                    </m:r>
                    <m:r>
                      <a:rPr lang="pt-BR" sz="2800" b="1" i="1" smtClean="0">
                        <a:latin typeface="Cambria Math" panose="02040503050406030204" pitchFamily="18" charset="0"/>
                      </a:rPr>
                      <m:t>𝒕</m:t>
                    </m:r>
                  </m:oMath>
                </a14:m>
                <a:r>
                  <a:rPr lang="pt-BR" sz="2800" b="1" i="1" dirty="0">
                    <a:latin typeface="Arial" panose="020B0604020202020204" pitchFamily="34" charset="0"/>
                    <a:cs typeface="Arial" panose="020B0604020202020204" pitchFamily="34" charset="0"/>
                  </a:rPr>
                  <a:t>= variação do tempo </a:t>
                </a:r>
              </a:p>
            </p:txBody>
          </p:sp>
        </mc:Choice>
        <mc:Fallback xmlns="">
          <p:sp>
            <p:nvSpPr>
              <p:cNvPr id="15" name="Retângulo 14"/>
              <p:cNvSpPr>
                <a:spLocks noRot="1" noChangeAspect="1" noMove="1" noResize="1" noEditPoints="1" noAdjustHandles="1" noChangeArrowheads="1" noChangeShapeType="1" noTextEdit="1"/>
              </p:cNvSpPr>
              <p:nvPr/>
            </p:nvSpPr>
            <p:spPr>
              <a:xfrm>
                <a:off x="695459" y="4100434"/>
                <a:ext cx="4134465" cy="523220"/>
              </a:xfrm>
              <a:prstGeom prst="rect">
                <a:avLst/>
              </a:prstGeom>
              <a:blipFill>
                <a:blip r:embed="rId7"/>
                <a:stretch>
                  <a:fillRect t="-12941" r="-2212" b="-32941"/>
                </a:stretch>
              </a:blipFill>
            </p:spPr>
            <p:txBody>
              <a:bodyPr/>
              <a:lstStyle/>
              <a:p>
                <a:r>
                  <a:rPr lang="pt-BR">
                    <a:noFill/>
                  </a:rPr>
                  <a:t> </a:t>
                </a:r>
              </a:p>
            </p:txBody>
          </p:sp>
        </mc:Fallback>
      </mc:AlternateContent>
      <p:sp>
        <p:nvSpPr>
          <p:cNvPr id="16" name="Seta para a direita 15"/>
          <p:cNvSpPr/>
          <p:nvPr/>
        </p:nvSpPr>
        <p:spPr>
          <a:xfrm>
            <a:off x="5010799" y="4211403"/>
            <a:ext cx="514765" cy="352927"/>
          </a:xfrm>
          <a:prstGeom prst="rightArrow">
            <a:avLst/>
          </a:prstGeom>
          <a:solidFill>
            <a:srgbClr val="FF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7" name="Retângulo 16"/>
              <p:cNvSpPr/>
              <p:nvPr/>
            </p:nvSpPr>
            <p:spPr>
              <a:xfrm>
                <a:off x="5642490" y="4088002"/>
                <a:ext cx="3486147" cy="564065"/>
              </a:xfrm>
              <a:prstGeom prst="rect">
                <a:avLst/>
              </a:prstGeom>
              <a:ln>
                <a:solidFill>
                  <a:srgbClr val="FF0000"/>
                </a:solidFill>
              </a:ln>
            </p:spPr>
            <p:txBody>
              <a:bodyPr wrap="none">
                <a:spAutoFit/>
              </a:bodyPr>
              <a:lstStyle/>
              <a:p>
                <a14:m>
                  <m:oMath xmlns:m="http://schemas.openxmlformats.org/officeDocument/2006/math">
                    <m:r>
                      <a:rPr lang="pt-BR" sz="2800" b="1" i="1" smtClean="0">
                        <a:latin typeface="Cambria Math" panose="02040503050406030204" pitchFamily="18" charset="0"/>
                      </a:rPr>
                      <m:t>∆</m:t>
                    </m:r>
                    <m:r>
                      <a:rPr lang="pt-BR" sz="2800" b="1" i="1" smtClean="0">
                        <a:latin typeface="Cambria Math" panose="02040503050406030204" pitchFamily="18" charset="0"/>
                      </a:rPr>
                      <m:t>𝒕</m:t>
                    </m:r>
                    <m:r>
                      <a:rPr lang="pt-BR" sz="2800" b="1" i="1" smtClean="0">
                        <a:latin typeface="Cambria Math" panose="02040503050406030204" pitchFamily="18" charset="0"/>
                      </a:rPr>
                      <m:t>= </m:t>
                    </m:r>
                    <m:sSub>
                      <m:sSubPr>
                        <m:ctrlPr>
                          <a:rPr lang="pt-BR" sz="2800" b="1" i="1" smtClean="0">
                            <a:latin typeface="Cambria Math" panose="02040503050406030204" pitchFamily="18" charset="0"/>
                          </a:rPr>
                        </m:ctrlPr>
                      </m:sSubPr>
                      <m:e>
                        <m:r>
                          <a:rPr lang="pt-BR" sz="2800" b="1" i="1" smtClean="0">
                            <a:latin typeface="Cambria Math" panose="02040503050406030204" pitchFamily="18" charset="0"/>
                          </a:rPr>
                          <m:t>𝒕</m:t>
                        </m:r>
                      </m:e>
                      <m:sub>
                        <m:r>
                          <a:rPr lang="pt-BR" sz="2800" b="1" i="1" smtClean="0">
                            <a:latin typeface="Cambria Math" panose="02040503050406030204" pitchFamily="18" charset="0"/>
                          </a:rPr>
                          <m:t>𝒇𝒊𝒏𝒂𝒍</m:t>
                        </m:r>
                      </m:sub>
                    </m:sSub>
                    <m:r>
                      <a:rPr lang="pt-BR" sz="2800" b="1" i="1" smtClean="0">
                        <a:latin typeface="Cambria Math" panose="02040503050406030204" pitchFamily="18" charset="0"/>
                      </a:rPr>
                      <m:t>−</m:t>
                    </m:r>
                    <m:sSub>
                      <m:sSubPr>
                        <m:ctrlPr>
                          <a:rPr lang="pt-BR" sz="2800" b="1" i="1" smtClean="0">
                            <a:latin typeface="Cambria Math" panose="02040503050406030204" pitchFamily="18" charset="0"/>
                          </a:rPr>
                        </m:ctrlPr>
                      </m:sSubPr>
                      <m:e>
                        <m:r>
                          <a:rPr lang="pt-BR" sz="2800" b="1" i="1" smtClean="0">
                            <a:latin typeface="Cambria Math" panose="02040503050406030204" pitchFamily="18" charset="0"/>
                          </a:rPr>
                          <m:t>𝒕</m:t>
                        </m:r>
                      </m:e>
                      <m:sub>
                        <m:r>
                          <a:rPr lang="pt-BR" sz="2800" b="1" i="1" smtClean="0">
                            <a:latin typeface="Cambria Math" panose="02040503050406030204" pitchFamily="18" charset="0"/>
                          </a:rPr>
                          <m:t>𝒊𝒏𝒊𝒄𝒊𝒂𝒍</m:t>
                        </m:r>
                      </m:sub>
                    </m:sSub>
                  </m:oMath>
                </a14:m>
                <a:r>
                  <a:rPr lang="pt-BR" sz="2800" b="1" i="1" dirty="0">
                    <a:latin typeface="Arial" panose="020B0604020202020204" pitchFamily="34" charset="0"/>
                    <a:cs typeface="Arial" panose="020B0604020202020204" pitchFamily="34" charset="0"/>
                  </a:rPr>
                  <a:t> </a:t>
                </a:r>
              </a:p>
            </p:txBody>
          </p:sp>
        </mc:Choice>
        <mc:Fallback xmlns="">
          <p:sp>
            <p:nvSpPr>
              <p:cNvPr id="17" name="Retângulo 16"/>
              <p:cNvSpPr>
                <a:spLocks noRot="1" noChangeAspect="1" noMove="1" noResize="1" noEditPoints="1" noAdjustHandles="1" noChangeArrowheads="1" noChangeShapeType="1" noTextEdit="1"/>
              </p:cNvSpPr>
              <p:nvPr/>
            </p:nvSpPr>
            <p:spPr>
              <a:xfrm>
                <a:off x="5642490" y="4088002"/>
                <a:ext cx="3486147" cy="564065"/>
              </a:xfrm>
              <a:prstGeom prst="rect">
                <a:avLst/>
              </a:prstGeom>
              <a:blipFill>
                <a:blip r:embed="rId8"/>
                <a:stretch>
                  <a:fillRect/>
                </a:stretch>
              </a:blipFill>
              <a:ln>
                <a:solidFill>
                  <a:srgbClr val="FF0000"/>
                </a:solidFill>
              </a:ln>
            </p:spPr>
            <p:txBody>
              <a:bodyPr/>
              <a:lstStyle/>
              <a:p>
                <a:r>
                  <a:rPr lang="pt-BR">
                    <a:noFill/>
                  </a:rPr>
                  <a:t> </a:t>
                </a:r>
              </a:p>
            </p:txBody>
          </p:sp>
        </mc:Fallback>
      </mc:AlternateContent>
      <p:pic>
        <p:nvPicPr>
          <p:cNvPr id="23" name="Imagem 22"/>
          <p:cNvPicPr>
            <a:picLocks noChangeAspect="1"/>
          </p:cNvPicPr>
          <p:nvPr/>
        </p:nvPicPr>
        <p:blipFill>
          <a:blip r:embed="rId9"/>
          <a:stretch>
            <a:fillRect/>
          </a:stretch>
        </p:blipFill>
        <p:spPr>
          <a:xfrm>
            <a:off x="9941203" y="4387866"/>
            <a:ext cx="2076450" cy="2200275"/>
          </a:xfrm>
          <a:prstGeom prst="rect">
            <a:avLst/>
          </a:prstGeom>
        </p:spPr>
      </p:pic>
      <p:sp>
        <p:nvSpPr>
          <p:cNvPr id="24" name="CaixaDeTexto 23"/>
          <p:cNvSpPr txBox="1"/>
          <p:nvPr/>
        </p:nvSpPr>
        <p:spPr>
          <a:xfrm>
            <a:off x="695459" y="98678"/>
            <a:ext cx="9190637" cy="584775"/>
          </a:xfrm>
          <a:prstGeom prst="rect">
            <a:avLst/>
          </a:prstGeom>
          <a:noFill/>
        </p:spPr>
        <p:txBody>
          <a:bodyPr wrap="square" rtlCol="0">
            <a:spAutoFit/>
          </a:bodyPr>
          <a:lstStyle/>
          <a:p>
            <a:pPr algn="just"/>
            <a:r>
              <a:rPr lang="pt-BR" sz="3200" b="1" dirty="0">
                <a:solidFill>
                  <a:srgbClr val="00B0F0"/>
                </a:solidFill>
                <a:latin typeface="Arial" panose="020B0604020202020204" pitchFamily="34" charset="0"/>
                <a:cs typeface="Arial" panose="020B0604020202020204" pitchFamily="34" charset="0"/>
              </a:rPr>
              <a:t>Movimento Uniforme (M.U.) – Cap. 4 pag.: 58</a:t>
            </a:r>
          </a:p>
        </p:txBody>
      </p:sp>
      <p:sp>
        <p:nvSpPr>
          <p:cNvPr id="25" name="Retângulo 24"/>
          <p:cNvSpPr/>
          <p:nvPr/>
        </p:nvSpPr>
        <p:spPr>
          <a:xfrm>
            <a:off x="251458" y="4535601"/>
            <a:ext cx="1183712" cy="523220"/>
          </a:xfrm>
          <a:prstGeom prst="rect">
            <a:avLst/>
          </a:prstGeom>
        </p:spPr>
        <p:txBody>
          <a:bodyPr wrap="square">
            <a:spAutoFit/>
          </a:bodyPr>
          <a:lstStyle/>
          <a:p>
            <a:pPr algn="just"/>
            <a:r>
              <a:rPr lang="pt-BR" sz="2800" b="1" dirty="0">
                <a:solidFill>
                  <a:srgbClr val="FF0000"/>
                </a:solidFill>
                <a:latin typeface="Arial" panose="020B0604020202020204" pitchFamily="34" charset="0"/>
                <a:ea typeface="Calibri" panose="020F0502020204030204" pitchFamily="34" charset="0"/>
              </a:rPr>
              <a:t>Obs.:</a:t>
            </a:r>
            <a:endParaRPr lang="pt-BR" sz="2800" b="1" dirty="0">
              <a:solidFill>
                <a:srgbClr val="FF0000"/>
              </a:solidFill>
            </a:endParaRPr>
          </a:p>
        </p:txBody>
      </p:sp>
      <p:sp>
        <p:nvSpPr>
          <p:cNvPr id="26" name="Retângulo 25"/>
          <p:cNvSpPr/>
          <p:nvPr/>
        </p:nvSpPr>
        <p:spPr>
          <a:xfrm>
            <a:off x="357221" y="4968586"/>
            <a:ext cx="9307155" cy="1815882"/>
          </a:xfrm>
          <a:prstGeom prst="rect">
            <a:avLst/>
          </a:prstGeom>
        </p:spPr>
        <p:txBody>
          <a:bodyPr wrap="square">
            <a:spAutoFit/>
          </a:bodyPr>
          <a:lstStyle/>
          <a:p>
            <a:pPr algn="just"/>
            <a:r>
              <a:rPr lang="pt-BR" sz="2800" b="1" dirty="0">
                <a:latin typeface="Arial" panose="020B0604020202020204" pitchFamily="34" charset="0"/>
                <a:ea typeface="Calibri" panose="020F0502020204030204" pitchFamily="34" charset="0"/>
              </a:rPr>
              <a:t>O movimento uniforme pode ocorrer </a:t>
            </a:r>
            <a:r>
              <a:rPr lang="pt-BR" sz="2800" b="1" dirty="0">
                <a:solidFill>
                  <a:srgbClr val="7030A0"/>
                </a:solidFill>
                <a:latin typeface="Arial" panose="020B0604020202020204" pitchFamily="34" charset="0"/>
                <a:ea typeface="Calibri" panose="020F0502020204030204" pitchFamily="34" charset="0"/>
              </a:rPr>
              <a:t>em qualquer trajetória</a:t>
            </a:r>
            <a:r>
              <a:rPr lang="pt-BR" sz="2800" b="1" dirty="0">
                <a:latin typeface="Arial" panose="020B0604020202020204" pitchFamily="34" charset="0"/>
                <a:ea typeface="Calibri" panose="020F0502020204030204" pitchFamily="34" charset="0"/>
              </a:rPr>
              <a:t> e, para o caso particular, em que a trajetória é retilínea, chamamos de movimento retilíneo uniforme (M.R.U.)</a:t>
            </a:r>
            <a:endParaRPr lang="pt-BR" sz="2800" b="1" dirty="0"/>
          </a:p>
        </p:txBody>
      </p:sp>
    </p:spTree>
    <p:extLst>
      <p:ext uri="{BB962C8B-B14F-4D97-AF65-F5344CB8AC3E}">
        <p14:creationId xmlns:p14="http://schemas.microsoft.com/office/powerpoint/2010/main" val="1821539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barn(inVertical)">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5"/>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26"/>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6" presetClass="entr" presetSubtype="16" fill="hold" nodeType="click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circle(in)">
                                      <p:cBhvr>
                                        <p:cTn id="68"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11" grpId="0"/>
      <p:bldP spid="12" grpId="0"/>
      <p:bldP spid="13" grpId="0" animBg="1"/>
      <p:bldP spid="14" grpId="0" animBg="1"/>
      <p:bldP spid="15" grpId="0"/>
      <p:bldP spid="16" grpId="0" animBg="1"/>
      <p:bldP spid="17" grpId="0" animBg="1"/>
      <p:bldP spid="25" grpId="0"/>
      <p:bldP spid="2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ângulo 5"/>
          <p:cNvSpPr/>
          <p:nvPr/>
        </p:nvSpPr>
        <p:spPr>
          <a:xfrm>
            <a:off x="381683" y="3860328"/>
            <a:ext cx="8914718" cy="1384995"/>
          </a:xfrm>
          <a:prstGeom prst="rect">
            <a:avLst/>
          </a:prstGeom>
        </p:spPr>
        <p:txBody>
          <a:bodyPr wrap="square">
            <a:spAutoFit/>
          </a:bodyPr>
          <a:lstStyle/>
          <a:p>
            <a:pPr algn="just"/>
            <a:r>
              <a:rPr lang="pt-BR" sz="2800" b="1" dirty="0">
                <a:latin typeface="Arial" panose="020B0604020202020204" pitchFamily="34" charset="0"/>
                <a:ea typeface="Calibri" panose="020F0502020204030204" pitchFamily="34" charset="0"/>
              </a:rPr>
              <a:t>A tartaruga segue em </a:t>
            </a:r>
            <a:r>
              <a:rPr lang="pt-BR" sz="2800" b="1" dirty="0">
                <a:solidFill>
                  <a:srgbClr val="FF0000"/>
                </a:solidFill>
                <a:latin typeface="Arial" panose="020B0604020202020204" pitchFamily="34" charset="0"/>
                <a:ea typeface="Calibri" panose="020F0502020204030204" pitchFamily="34" charset="0"/>
              </a:rPr>
              <a:t>movimento uniforme</a:t>
            </a:r>
            <a:r>
              <a:rPr lang="pt-BR" sz="2800" b="1" dirty="0">
                <a:latin typeface="Arial" panose="020B0604020202020204" pitchFamily="34" charset="0"/>
                <a:ea typeface="Calibri" panose="020F0502020204030204" pitchFamily="34" charset="0"/>
              </a:rPr>
              <a:t>, sua velocidade escalar é constante e a tartaruga avança na trajetória com velocidade  de 10,0 cm/s.</a:t>
            </a:r>
            <a:endParaRPr lang="pt-BR" sz="2800" b="1" dirty="0"/>
          </a:p>
        </p:txBody>
      </p:sp>
      <p:pic>
        <p:nvPicPr>
          <p:cNvPr id="12" name="Imagem 11" descr="Diagrama&#10;&#10;Descrição gerada automaticamente">
            <a:extLst>
              <a:ext uri="{FF2B5EF4-FFF2-40B4-BE49-F238E27FC236}">
                <a16:creationId xmlns:a16="http://schemas.microsoft.com/office/drawing/2014/main" id="{71910620-BB68-4996-B442-AD4568B291B2}"/>
              </a:ext>
            </a:extLst>
          </p:cNvPr>
          <p:cNvPicPr>
            <a:picLocks noChangeAspect="1"/>
          </p:cNvPicPr>
          <p:nvPr/>
        </p:nvPicPr>
        <p:blipFill>
          <a:blip r:embed="rId2"/>
          <a:stretch>
            <a:fillRect/>
          </a:stretch>
        </p:blipFill>
        <p:spPr>
          <a:xfrm>
            <a:off x="1171391" y="721204"/>
            <a:ext cx="7988973" cy="3024475"/>
          </a:xfrm>
          <a:prstGeom prst="rect">
            <a:avLst/>
          </a:prstGeom>
        </p:spPr>
      </p:pic>
      <p:pic>
        <p:nvPicPr>
          <p:cNvPr id="4" name="Imagem 3" descr="Cachorro sentado na grama&#10;&#10;Descrição gerada automaticamente">
            <a:extLst>
              <a:ext uri="{FF2B5EF4-FFF2-40B4-BE49-F238E27FC236}">
                <a16:creationId xmlns:a16="http://schemas.microsoft.com/office/drawing/2014/main" id="{3B18FE14-F9F3-4AC3-840F-67E85A652298}"/>
              </a:ext>
            </a:extLst>
          </p:cNvPr>
          <p:cNvPicPr>
            <a:picLocks noChangeAspect="1"/>
          </p:cNvPicPr>
          <p:nvPr/>
        </p:nvPicPr>
        <p:blipFill>
          <a:blip r:embed="rId3"/>
          <a:stretch>
            <a:fillRect/>
          </a:stretch>
        </p:blipFill>
        <p:spPr>
          <a:xfrm>
            <a:off x="9253666" y="2949181"/>
            <a:ext cx="2895599" cy="3860799"/>
          </a:xfrm>
          <a:prstGeom prst="rect">
            <a:avLst/>
          </a:prstGeom>
        </p:spPr>
      </p:pic>
      <p:sp>
        <p:nvSpPr>
          <p:cNvPr id="2" name="CaixaDeTexto 1">
            <a:extLst>
              <a:ext uri="{FF2B5EF4-FFF2-40B4-BE49-F238E27FC236}">
                <a16:creationId xmlns:a16="http://schemas.microsoft.com/office/drawing/2014/main" id="{876565AA-29A5-A583-1ECB-ADB58AD3EC38}"/>
              </a:ext>
            </a:extLst>
          </p:cNvPr>
          <p:cNvSpPr txBox="1"/>
          <p:nvPr/>
        </p:nvSpPr>
        <p:spPr>
          <a:xfrm>
            <a:off x="695459" y="98678"/>
            <a:ext cx="9190637" cy="584775"/>
          </a:xfrm>
          <a:prstGeom prst="rect">
            <a:avLst/>
          </a:prstGeom>
          <a:noFill/>
        </p:spPr>
        <p:txBody>
          <a:bodyPr wrap="square" rtlCol="0">
            <a:spAutoFit/>
          </a:bodyPr>
          <a:lstStyle/>
          <a:p>
            <a:pPr algn="just"/>
            <a:r>
              <a:rPr lang="pt-BR" sz="3200" b="1" dirty="0">
                <a:solidFill>
                  <a:srgbClr val="00B0F0"/>
                </a:solidFill>
                <a:latin typeface="Arial" panose="020B0604020202020204" pitchFamily="34" charset="0"/>
                <a:cs typeface="Arial" panose="020B0604020202020204" pitchFamily="34" charset="0"/>
              </a:rPr>
              <a:t>Movimento Uniforme (M.U.) – Cap. 4 pag.: 58</a:t>
            </a:r>
          </a:p>
        </p:txBody>
      </p:sp>
    </p:spTree>
    <p:extLst>
      <p:ext uri="{BB962C8B-B14F-4D97-AF65-F5344CB8AC3E}">
        <p14:creationId xmlns:p14="http://schemas.microsoft.com/office/powerpoint/2010/main" val="308908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barn(inVertical)">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tângulo 2"/>
          <p:cNvSpPr/>
          <p:nvPr/>
        </p:nvSpPr>
        <p:spPr>
          <a:xfrm>
            <a:off x="486852" y="552428"/>
            <a:ext cx="5099709" cy="523220"/>
          </a:xfrm>
          <a:prstGeom prst="rect">
            <a:avLst/>
          </a:prstGeom>
        </p:spPr>
        <p:txBody>
          <a:bodyPr wrap="square">
            <a:spAutoFit/>
          </a:bodyPr>
          <a:lstStyle/>
          <a:p>
            <a:pPr algn="just"/>
            <a:r>
              <a:rPr lang="pt-BR" sz="2800" b="1" dirty="0">
                <a:latin typeface="Arial" panose="020B0604020202020204" pitchFamily="34" charset="0"/>
                <a:ea typeface="Calibri" panose="020F0502020204030204" pitchFamily="34" charset="0"/>
              </a:rPr>
              <a:t>Observe as figuras a seguir:</a:t>
            </a:r>
            <a:endParaRPr lang="pt-BR" sz="2800" b="1" dirty="0"/>
          </a:p>
        </p:txBody>
      </p:sp>
      <p:pic>
        <p:nvPicPr>
          <p:cNvPr id="5" name="Imagem 4"/>
          <p:cNvPicPr>
            <a:picLocks noChangeAspect="1"/>
          </p:cNvPicPr>
          <p:nvPr/>
        </p:nvPicPr>
        <p:blipFill>
          <a:blip r:embed="rId2"/>
          <a:stretch>
            <a:fillRect/>
          </a:stretch>
        </p:blipFill>
        <p:spPr>
          <a:xfrm>
            <a:off x="343867" y="1336432"/>
            <a:ext cx="4659866" cy="2433609"/>
          </a:xfrm>
          <a:prstGeom prst="rect">
            <a:avLst/>
          </a:prstGeom>
        </p:spPr>
      </p:pic>
      <p:pic>
        <p:nvPicPr>
          <p:cNvPr id="6" name="Imagem 5"/>
          <p:cNvPicPr>
            <a:picLocks noChangeAspect="1"/>
          </p:cNvPicPr>
          <p:nvPr/>
        </p:nvPicPr>
        <p:blipFill>
          <a:blip r:embed="rId3"/>
          <a:stretch>
            <a:fillRect/>
          </a:stretch>
        </p:blipFill>
        <p:spPr>
          <a:xfrm rot="661410">
            <a:off x="751266" y="2638923"/>
            <a:ext cx="398899" cy="343781"/>
          </a:xfrm>
          <a:prstGeom prst="rect">
            <a:avLst/>
          </a:prstGeom>
        </p:spPr>
      </p:pic>
      <p:pic>
        <p:nvPicPr>
          <p:cNvPr id="7" name="Imagem 6"/>
          <p:cNvPicPr>
            <a:picLocks noChangeAspect="1"/>
          </p:cNvPicPr>
          <p:nvPr/>
        </p:nvPicPr>
        <p:blipFill>
          <a:blip r:embed="rId4"/>
          <a:stretch>
            <a:fillRect/>
          </a:stretch>
        </p:blipFill>
        <p:spPr>
          <a:xfrm>
            <a:off x="631959" y="2045865"/>
            <a:ext cx="676942" cy="821224"/>
          </a:xfrm>
          <a:prstGeom prst="rect">
            <a:avLst/>
          </a:prstGeom>
        </p:spPr>
      </p:pic>
      <p:pic>
        <p:nvPicPr>
          <p:cNvPr id="8" name="Imagem 7"/>
          <p:cNvPicPr>
            <a:picLocks noChangeAspect="1"/>
          </p:cNvPicPr>
          <p:nvPr/>
        </p:nvPicPr>
        <p:blipFill>
          <a:blip r:embed="rId5"/>
          <a:stretch>
            <a:fillRect/>
          </a:stretch>
        </p:blipFill>
        <p:spPr>
          <a:xfrm>
            <a:off x="805285" y="2740119"/>
            <a:ext cx="748135" cy="746567"/>
          </a:xfrm>
          <a:prstGeom prst="rect">
            <a:avLst/>
          </a:prstGeom>
        </p:spPr>
      </p:pic>
      <p:pic>
        <p:nvPicPr>
          <p:cNvPr id="9" name="Imagem 8"/>
          <p:cNvPicPr>
            <a:picLocks noChangeAspect="1"/>
          </p:cNvPicPr>
          <p:nvPr/>
        </p:nvPicPr>
        <p:blipFill>
          <a:blip r:embed="rId6"/>
          <a:stretch>
            <a:fillRect/>
          </a:stretch>
        </p:blipFill>
        <p:spPr>
          <a:xfrm>
            <a:off x="2989738" y="2413009"/>
            <a:ext cx="417031" cy="280453"/>
          </a:xfrm>
          <a:prstGeom prst="rect">
            <a:avLst/>
          </a:prstGeom>
        </p:spPr>
      </p:pic>
      <p:pic>
        <p:nvPicPr>
          <p:cNvPr id="10" name="Imagem 9"/>
          <p:cNvPicPr>
            <a:picLocks noChangeAspect="1"/>
          </p:cNvPicPr>
          <p:nvPr/>
        </p:nvPicPr>
        <p:blipFill>
          <a:blip r:embed="rId7"/>
          <a:stretch>
            <a:fillRect/>
          </a:stretch>
        </p:blipFill>
        <p:spPr>
          <a:xfrm>
            <a:off x="2860724" y="1817548"/>
            <a:ext cx="597302" cy="821224"/>
          </a:xfrm>
          <a:prstGeom prst="rect">
            <a:avLst/>
          </a:prstGeom>
        </p:spPr>
      </p:pic>
      <p:pic>
        <p:nvPicPr>
          <p:cNvPr id="11" name="Imagem 10"/>
          <p:cNvPicPr>
            <a:picLocks noChangeAspect="1"/>
          </p:cNvPicPr>
          <p:nvPr/>
        </p:nvPicPr>
        <p:blipFill>
          <a:blip r:embed="rId8"/>
          <a:stretch>
            <a:fillRect/>
          </a:stretch>
        </p:blipFill>
        <p:spPr>
          <a:xfrm>
            <a:off x="2918897" y="2517537"/>
            <a:ext cx="743310" cy="821224"/>
          </a:xfrm>
          <a:prstGeom prst="rect">
            <a:avLst/>
          </a:prstGeom>
        </p:spPr>
      </p:pic>
      <p:sp>
        <p:nvSpPr>
          <p:cNvPr id="12" name="Retângulo 11"/>
          <p:cNvSpPr/>
          <p:nvPr/>
        </p:nvSpPr>
        <p:spPr>
          <a:xfrm>
            <a:off x="343867" y="3681072"/>
            <a:ext cx="2735659" cy="523220"/>
          </a:xfrm>
          <a:prstGeom prst="rect">
            <a:avLst/>
          </a:prstGeom>
        </p:spPr>
        <p:txBody>
          <a:bodyPr wrap="square">
            <a:spAutoFit/>
          </a:bodyPr>
          <a:lstStyle/>
          <a:p>
            <a:pPr algn="just"/>
            <a:r>
              <a:rPr lang="pt-BR" sz="2800" b="1" dirty="0">
                <a:solidFill>
                  <a:srgbClr val="FF0000"/>
                </a:solidFill>
                <a:latin typeface="Arial" panose="020B0604020202020204" pitchFamily="34" charset="0"/>
                <a:ea typeface="Calibri" panose="020F0502020204030204" pitchFamily="34" charset="0"/>
              </a:rPr>
              <a:t>Da figura vem:</a:t>
            </a:r>
            <a:endParaRPr lang="pt-BR" sz="2800" b="1" dirty="0">
              <a:solidFill>
                <a:srgbClr val="FF0000"/>
              </a:solidFill>
            </a:endParaRPr>
          </a:p>
        </p:txBody>
      </p:sp>
      <mc:AlternateContent xmlns:mc="http://schemas.openxmlformats.org/markup-compatibility/2006" xmlns:a14="http://schemas.microsoft.com/office/drawing/2010/main">
        <mc:Choice Requires="a14">
          <p:sp>
            <p:nvSpPr>
              <p:cNvPr id="13" name="Retângulo 12"/>
              <p:cNvSpPr/>
              <p:nvPr/>
            </p:nvSpPr>
            <p:spPr>
              <a:xfrm>
                <a:off x="2950933" y="3710552"/>
                <a:ext cx="139249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rPr>
                        <m:t>∆</m:t>
                      </m:r>
                      <m:r>
                        <a:rPr lang="pt-BR" sz="2800" b="1" i="1" smtClean="0">
                          <a:latin typeface="Cambria Math" panose="02040503050406030204" pitchFamily="18" charset="0"/>
                        </a:rPr>
                        <m:t>𝑺</m:t>
                      </m:r>
                      <m:r>
                        <a:rPr lang="pt-BR" sz="2800" b="1" i="1" smtClean="0">
                          <a:latin typeface="Cambria Math" panose="02040503050406030204" pitchFamily="18" charset="0"/>
                        </a:rPr>
                        <m:t>&gt;</m:t>
                      </m:r>
                      <m:r>
                        <a:rPr lang="pt-BR" sz="2800" b="1" i="1" smtClean="0">
                          <a:latin typeface="Cambria Math" panose="02040503050406030204" pitchFamily="18" charset="0"/>
                        </a:rPr>
                        <m:t>𝟎</m:t>
                      </m:r>
                    </m:oMath>
                  </m:oMathPara>
                </a14:m>
                <a:endParaRPr lang="pt-BR" sz="2800" b="1" i="1" dirty="0"/>
              </a:p>
            </p:txBody>
          </p:sp>
        </mc:Choice>
        <mc:Fallback xmlns="">
          <p:sp>
            <p:nvSpPr>
              <p:cNvPr id="13" name="Retângulo 12"/>
              <p:cNvSpPr>
                <a:spLocks noRot="1" noChangeAspect="1" noMove="1" noResize="1" noEditPoints="1" noAdjustHandles="1" noChangeArrowheads="1" noChangeShapeType="1" noTextEdit="1"/>
              </p:cNvSpPr>
              <p:nvPr/>
            </p:nvSpPr>
            <p:spPr>
              <a:xfrm>
                <a:off x="2950933" y="3710552"/>
                <a:ext cx="1392497" cy="523220"/>
              </a:xfrm>
              <a:prstGeom prst="rect">
                <a:avLst/>
              </a:prstGeom>
              <a:blipFill>
                <a:blip r:embed="rId9"/>
                <a:stretch>
                  <a:fillRect/>
                </a:stretch>
              </a:blipFill>
            </p:spPr>
            <p:txBody>
              <a:bodyPr/>
              <a:lstStyle/>
              <a:p>
                <a:r>
                  <a:rPr lang="pt-BR">
                    <a:noFill/>
                  </a:rPr>
                  <a:t> </a:t>
                </a:r>
              </a:p>
            </p:txBody>
          </p:sp>
        </mc:Fallback>
      </mc:AlternateContent>
      <p:sp>
        <p:nvSpPr>
          <p:cNvPr id="14" name="Retângulo 13"/>
          <p:cNvSpPr/>
          <p:nvPr/>
        </p:nvSpPr>
        <p:spPr>
          <a:xfrm>
            <a:off x="138876" y="4434219"/>
            <a:ext cx="1321309" cy="523220"/>
          </a:xfrm>
          <a:prstGeom prst="rect">
            <a:avLst/>
          </a:prstGeom>
        </p:spPr>
        <p:txBody>
          <a:bodyPr wrap="square">
            <a:spAutoFit/>
          </a:bodyPr>
          <a:lstStyle/>
          <a:p>
            <a:pPr algn="just"/>
            <a:r>
              <a:rPr lang="pt-BR" sz="2800" b="1" dirty="0">
                <a:solidFill>
                  <a:srgbClr val="002060"/>
                </a:solidFill>
                <a:latin typeface="Arial" panose="020B0604020202020204" pitchFamily="34" charset="0"/>
                <a:ea typeface="Calibri" panose="020F0502020204030204" pitchFamily="34" charset="0"/>
              </a:rPr>
              <a:t>Como:</a:t>
            </a:r>
            <a:endParaRPr lang="pt-BR" sz="2800" b="1" dirty="0">
              <a:solidFill>
                <a:srgbClr val="002060"/>
              </a:solidFill>
            </a:endParaRPr>
          </a:p>
        </p:txBody>
      </p:sp>
      <mc:AlternateContent xmlns:mc="http://schemas.openxmlformats.org/markup-compatibility/2006" xmlns:a14="http://schemas.microsoft.com/office/drawing/2010/main">
        <mc:Choice Requires="a14">
          <p:sp>
            <p:nvSpPr>
              <p:cNvPr id="15" name="Retângulo 14"/>
              <p:cNvSpPr/>
              <p:nvPr/>
            </p:nvSpPr>
            <p:spPr>
              <a:xfrm>
                <a:off x="1299517" y="4194701"/>
                <a:ext cx="1469441"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2800" b="1" i="1">
                          <a:latin typeface="Cambria Math" panose="02040503050406030204" pitchFamily="18" charset="0"/>
                        </a:rPr>
                        <m:t>𝒗</m:t>
                      </m:r>
                      <m:r>
                        <a:rPr lang="pt-BR" sz="2800" b="1" i="1">
                          <a:latin typeface="Cambria Math" panose="02040503050406030204" pitchFamily="18" charset="0"/>
                        </a:rPr>
                        <m:t>= </m:t>
                      </m:r>
                      <m:f>
                        <m:fPr>
                          <m:ctrlPr>
                            <a:rPr lang="pt-BR" sz="2800" b="1" i="1">
                              <a:latin typeface="Cambria Math" panose="02040503050406030204" pitchFamily="18" charset="0"/>
                            </a:rPr>
                          </m:ctrlPr>
                        </m:fPr>
                        <m:num>
                          <m:r>
                            <a:rPr lang="pt-BR" sz="2800" b="1" i="1">
                              <a:latin typeface="Cambria Math" panose="02040503050406030204" pitchFamily="18" charset="0"/>
                            </a:rPr>
                            <m:t>∆</m:t>
                          </m:r>
                          <m:r>
                            <a:rPr lang="pt-BR" sz="2800" b="1" i="1">
                              <a:latin typeface="Cambria Math" panose="02040503050406030204" pitchFamily="18" charset="0"/>
                            </a:rPr>
                            <m:t>𝑺</m:t>
                          </m:r>
                        </m:num>
                        <m:den>
                          <m:r>
                            <a:rPr lang="pt-BR" sz="2800" b="1" i="1">
                              <a:latin typeface="Cambria Math" panose="02040503050406030204" pitchFamily="18" charset="0"/>
                            </a:rPr>
                            <m:t>∆</m:t>
                          </m:r>
                          <m:r>
                            <a:rPr lang="pt-BR" sz="2800" b="1" i="1">
                              <a:latin typeface="Cambria Math" panose="02040503050406030204" pitchFamily="18" charset="0"/>
                            </a:rPr>
                            <m:t>𝒕</m:t>
                          </m:r>
                        </m:den>
                      </m:f>
                    </m:oMath>
                  </m:oMathPara>
                </a14:m>
                <a:endParaRPr lang="pt-BR" sz="2800" b="1" i="1" dirty="0"/>
              </a:p>
            </p:txBody>
          </p:sp>
        </mc:Choice>
        <mc:Fallback xmlns="">
          <p:sp>
            <p:nvSpPr>
              <p:cNvPr id="15" name="Retângulo 14"/>
              <p:cNvSpPr>
                <a:spLocks noRot="1" noChangeAspect="1" noMove="1" noResize="1" noEditPoints="1" noAdjustHandles="1" noChangeArrowheads="1" noChangeShapeType="1" noTextEdit="1"/>
              </p:cNvSpPr>
              <p:nvPr/>
            </p:nvSpPr>
            <p:spPr>
              <a:xfrm>
                <a:off x="1299517" y="4194701"/>
                <a:ext cx="1469441" cy="901785"/>
              </a:xfrm>
              <a:prstGeom prst="rect">
                <a:avLst/>
              </a:prstGeom>
              <a:blipFill rotWithShape="0">
                <a:blip r:embed="rId10"/>
                <a:stretch>
                  <a:fillRect/>
                </a:stretch>
              </a:blipFill>
            </p:spPr>
            <p:txBody>
              <a:bodyPr/>
              <a:lstStyle/>
              <a:p>
                <a:r>
                  <a:rPr lang="pt-BR">
                    <a:noFill/>
                  </a:rPr>
                  <a:t> </a:t>
                </a:r>
              </a:p>
            </p:txBody>
          </p:sp>
        </mc:Fallback>
      </mc:AlternateContent>
      <p:sp>
        <p:nvSpPr>
          <p:cNvPr id="16" name="Seta para a direita 15"/>
          <p:cNvSpPr/>
          <p:nvPr/>
        </p:nvSpPr>
        <p:spPr>
          <a:xfrm>
            <a:off x="2768958" y="4561175"/>
            <a:ext cx="514765" cy="352927"/>
          </a:xfrm>
          <a:prstGeom prst="rightArrow">
            <a:avLst/>
          </a:prstGeom>
          <a:solidFill>
            <a:srgbClr val="FF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7" name="Retângulo 16"/>
              <p:cNvSpPr/>
              <p:nvPr/>
            </p:nvSpPr>
            <p:spPr>
              <a:xfrm>
                <a:off x="3336055" y="4403442"/>
                <a:ext cx="1190518" cy="523220"/>
              </a:xfrm>
              <a:prstGeom prst="rect">
                <a:avLst/>
              </a:prstGeom>
              <a:ln>
                <a:solidFill>
                  <a:schemeClr val="tx1"/>
                </a:solidFill>
              </a:ln>
            </p:spPr>
            <p:txBody>
              <a:bodyPr wrap="none">
                <a:spAutoFit/>
              </a:bodyPr>
              <a:lstStyle/>
              <a:p>
                <a:pPr/>
                <a14:m>
                  <m:oMathPara xmlns:m="http://schemas.openxmlformats.org/officeDocument/2006/math">
                    <m:oMathParaPr>
                      <m:jc m:val="centerGroup"/>
                    </m:oMathParaPr>
                    <m:oMath xmlns:m="http://schemas.openxmlformats.org/officeDocument/2006/math">
                      <m:r>
                        <a:rPr lang="pt-BR" sz="2800" b="1" i="1" smtClean="0">
                          <a:solidFill>
                            <a:srgbClr val="FF0000"/>
                          </a:solidFill>
                          <a:latin typeface="Cambria Math" panose="02040503050406030204" pitchFamily="18" charset="0"/>
                        </a:rPr>
                        <m:t>𝒗</m:t>
                      </m:r>
                      <m:r>
                        <a:rPr lang="pt-BR" sz="2800" b="1" i="1" smtClean="0">
                          <a:solidFill>
                            <a:srgbClr val="FF0000"/>
                          </a:solidFill>
                          <a:latin typeface="Cambria Math" panose="02040503050406030204" pitchFamily="18" charset="0"/>
                        </a:rPr>
                        <m:t>&gt;</m:t>
                      </m:r>
                      <m:r>
                        <a:rPr lang="pt-BR" sz="2800" b="1" i="1" smtClean="0">
                          <a:solidFill>
                            <a:srgbClr val="FF0000"/>
                          </a:solidFill>
                          <a:latin typeface="Cambria Math" panose="02040503050406030204" pitchFamily="18" charset="0"/>
                        </a:rPr>
                        <m:t>𝟎</m:t>
                      </m:r>
                    </m:oMath>
                  </m:oMathPara>
                </a14:m>
                <a:endParaRPr lang="pt-BR" sz="2800" b="1" i="1" dirty="0">
                  <a:solidFill>
                    <a:srgbClr val="FF0000"/>
                  </a:solidFill>
                </a:endParaRPr>
              </a:p>
            </p:txBody>
          </p:sp>
        </mc:Choice>
        <mc:Fallback xmlns="">
          <p:sp>
            <p:nvSpPr>
              <p:cNvPr id="17" name="Retângulo 16"/>
              <p:cNvSpPr>
                <a:spLocks noRot="1" noChangeAspect="1" noMove="1" noResize="1" noEditPoints="1" noAdjustHandles="1" noChangeArrowheads="1" noChangeShapeType="1" noTextEdit="1"/>
              </p:cNvSpPr>
              <p:nvPr/>
            </p:nvSpPr>
            <p:spPr>
              <a:xfrm>
                <a:off x="3336055" y="4403442"/>
                <a:ext cx="1190518" cy="523220"/>
              </a:xfrm>
              <a:prstGeom prst="rect">
                <a:avLst/>
              </a:prstGeom>
              <a:blipFill rotWithShape="0">
                <a:blip r:embed="rId11"/>
                <a:stretch>
                  <a:fillRect/>
                </a:stretch>
              </a:blipFill>
              <a:ln>
                <a:solidFill>
                  <a:schemeClr val="tx1"/>
                </a:solidFill>
              </a:ln>
            </p:spPr>
            <p:txBody>
              <a:bodyPr/>
              <a:lstStyle/>
              <a:p>
                <a:r>
                  <a:rPr lang="pt-BR">
                    <a:noFill/>
                  </a:rPr>
                  <a:t> </a:t>
                </a:r>
              </a:p>
            </p:txBody>
          </p:sp>
        </mc:Fallback>
      </mc:AlternateContent>
      <p:sp>
        <p:nvSpPr>
          <p:cNvPr id="18" name="Retângulo 17"/>
          <p:cNvSpPr/>
          <p:nvPr/>
        </p:nvSpPr>
        <p:spPr>
          <a:xfrm>
            <a:off x="264661" y="5018275"/>
            <a:ext cx="4480205" cy="523220"/>
          </a:xfrm>
          <a:prstGeom prst="rect">
            <a:avLst/>
          </a:prstGeom>
        </p:spPr>
        <p:txBody>
          <a:bodyPr wrap="square">
            <a:spAutoFit/>
          </a:bodyPr>
          <a:lstStyle/>
          <a:p>
            <a:pPr algn="just"/>
            <a:r>
              <a:rPr lang="pt-BR" sz="2800" b="1" dirty="0">
                <a:solidFill>
                  <a:schemeClr val="accent4">
                    <a:lumMod val="50000"/>
                  </a:schemeClr>
                </a:solidFill>
                <a:latin typeface="Arial" panose="020B0604020202020204" pitchFamily="34" charset="0"/>
                <a:ea typeface="Calibri" panose="020F0502020204030204" pitchFamily="34" charset="0"/>
              </a:rPr>
              <a:t>Movimento Progressivo</a:t>
            </a:r>
            <a:endParaRPr lang="pt-BR" sz="2800" b="1" dirty="0">
              <a:solidFill>
                <a:schemeClr val="accent4">
                  <a:lumMod val="50000"/>
                </a:schemeClr>
              </a:solidFill>
            </a:endParaRPr>
          </a:p>
        </p:txBody>
      </p:sp>
      <p:sp>
        <p:nvSpPr>
          <p:cNvPr id="19" name="Retângulo 18"/>
          <p:cNvSpPr/>
          <p:nvPr/>
        </p:nvSpPr>
        <p:spPr>
          <a:xfrm>
            <a:off x="226638" y="5473005"/>
            <a:ext cx="4699588" cy="1384995"/>
          </a:xfrm>
          <a:prstGeom prst="rect">
            <a:avLst/>
          </a:prstGeom>
        </p:spPr>
        <p:txBody>
          <a:bodyPr wrap="square">
            <a:spAutoFit/>
          </a:bodyPr>
          <a:lstStyle/>
          <a:p>
            <a:pPr algn="just"/>
            <a:r>
              <a:rPr lang="pt-BR" sz="2800" b="1" dirty="0">
                <a:latin typeface="Arial" panose="020B0604020202020204" pitchFamily="34" charset="0"/>
                <a:ea typeface="Calibri" panose="020F0502020204030204" pitchFamily="34" charset="0"/>
              </a:rPr>
              <a:t>Movimento do móvel é no sentido da orientação da trajetória.</a:t>
            </a:r>
            <a:endParaRPr lang="pt-BR" sz="2800" b="1" dirty="0"/>
          </a:p>
        </p:txBody>
      </p:sp>
      <p:cxnSp>
        <p:nvCxnSpPr>
          <p:cNvPr id="21" name="Conector de seta reta 20"/>
          <p:cNvCxnSpPr/>
          <p:nvPr/>
        </p:nvCxnSpPr>
        <p:spPr>
          <a:xfrm>
            <a:off x="5064237" y="1308298"/>
            <a:ext cx="41505" cy="5659626"/>
          </a:xfrm>
          <a:prstGeom prst="straightConnector1">
            <a:avLst/>
          </a:prstGeom>
          <a:ln w="57150" cmpd="dbl">
            <a:solidFill>
              <a:srgbClr val="00206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25" name="Imagem 24"/>
          <p:cNvPicPr>
            <a:picLocks noChangeAspect="1"/>
          </p:cNvPicPr>
          <p:nvPr/>
        </p:nvPicPr>
        <p:blipFill>
          <a:blip r:embed="rId12"/>
          <a:stretch>
            <a:fillRect/>
          </a:stretch>
        </p:blipFill>
        <p:spPr>
          <a:xfrm>
            <a:off x="5300596" y="1014639"/>
            <a:ext cx="4659866" cy="2433609"/>
          </a:xfrm>
          <a:prstGeom prst="rect">
            <a:avLst/>
          </a:prstGeom>
        </p:spPr>
      </p:pic>
      <p:pic>
        <p:nvPicPr>
          <p:cNvPr id="26" name="Imagem 25"/>
          <p:cNvPicPr>
            <a:picLocks noChangeAspect="1"/>
          </p:cNvPicPr>
          <p:nvPr/>
        </p:nvPicPr>
        <p:blipFill>
          <a:blip r:embed="rId13"/>
          <a:stretch>
            <a:fillRect/>
          </a:stretch>
        </p:blipFill>
        <p:spPr>
          <a:xfrm>
            <a:off x="7631357" y="2171063"/>
            <a:ext cx="417031" cy="280453"/>
          </a:xfrm>
          <a:prstGeom prst="rect">
            <a:avLst/>
          </a:prstGeom>
        </p:spPr>
      </p:pic>
      <p:pic>
        <p:nvPicPr>
          <p:cNvPr id="27" name="Imagem 26"/>
          <p:cNvPicPr>
            <a:picLocks noChangeAspect="1"/>
          </p:cNvPicPr>
          <p:nvPr/>
        </p:nvPicPr>
        <p:blipFill>
          <a:blip r:embed="rId14"/>
          <a:stretch>
            <a:fillRect/>
          </a:stretch>
        </p:blipFill>
        <p:spPr>
          <a:xfrm>
            <a:off x="7339248" y="1603442"/>
            <a:ext cx="676942" cy="821224"/>
          </a:xfrm>
          <a:prstGeom prst="rect">
            <a:avLst/>
          </a:prstGeom>
        </p:spPr>
      </p:pic>
      <p:pic>
        <p:nvPicPr>
          <p:cNvPr id="28" name="Imagem 27"/>
          <p:cNvPicPr>
            <a:picLocks noChangeAspect="1"/>
          </p:cNvPicPr>
          <p:nvPr/>
        </p:nvPicPr>
        <p:blipFill>
          <a:blip r:embed="rId15"/>
          <a:stretch>
            <a:fillRect/>
          </a:stretch>
        </p:blipFill>
        <p:spPr>
          <a:xfrm>
            <a:off x="7479659" y="2347889"/>
            <a:ext cx="748135" cy="746567"/>
          </a:xfrm>
          <a:prstGeom prst="rect">
            <a:avLst/>
          </a:prstGeom>
        </p:spPr>
      </p:pic>
      <p:pic>
        <p:nvPicPr>
          <p:cNvPr id="29" name="Imagem 28"/>
          <p:cNvPicPr>
            <a:picLocks noChangeAspect="1"/>
          </p:cNvPicPr>
          <p:nvPr/>
        </p:nvPicPr>
        <p:blipFill>
          <a:blip r:embed="rId16"/>
          <a:stretch>
            <a:fillRect/>
          </a:stretch>
        </p:blipFill>
        <p:spPr>
          <a:xfrm>
            <a:off x="5738670" y="2306557"/>
            <a:ext cx="417031" cy="280453"/>
          </a:xfrm>
          <a:prstGeom prst="rect">
            <a:avLst/>
          </a:prstGeom>
        </p:spPr>
      </p:pic>
      <p:pic>
        <p:nvPicPr>
          <p:cNvPr id="30" name="Imagem 29"/>
          <p:cNvPicPr>
            <a:picLocks noChangeAspect="1"/>
          </p:cNvPicPr>
          <p:nvPr/>
        </p:nvPicPr>
        <p:blipFill>
          <a:blip r:embed="rId17"/>
          <a:stretch>
            <a:fillRect/>
          </a:stretch>
        </p:blipFill>
        <p:spPr>
          <a:xfrm>
            <a:off x="5487851" y="1854871"/>
            <a:ext cx="543002" cy="746567"/>
          </a:xfrm>
          <a:prstGeom prst="rect">
            <a:avLst/>
          </a:prstGeom>
        </p:spPr>
      </p:pic>
      <p:pic>
        <p:nvPicPr>
          <p:cNvPr id="31" name="Imagem 30"/>
          <p:cNvPicPr>
            <a:picLocks noChangeAspect="1"/>
          </p:cNvPicPr>
          <p:nvPr/>
        </p:nvPicPr>
        <p:blipFill>
          <a:blip r:embed="rId18"/>
          <a:stretch>
            <a:fillRect/>
          </a:stretch>
        </p:blipFill>
        <p:spPr>
          <a:xfrm>
            <a:off x="5637574" y="2460405"/>
            <a:ext cx="675736" cy="746567"/>
          </a:xfrm>
          <a:prstGeom prst="rect">
            <a:avLst/>
          </a:prstGeom>
        </p:spPr>
      </p:pic>
      <p:sp>
        <p:nvSpPr>
          <p:cNvPr id="32" name="Retângulo 31"/>
          <p:cNvSpPr/>
          <p:nvPr/>
        </p:nvSpPr>
        <p:spPr>
          <a:xfrm>
            <a:off x="5174229" y="3393783"/>
            <a:ext cx="2874159" cy="523220"/>
          </a:xfrm>
          <a:prstGeom prst="rect">
            <a:avLst/>
          </a:prstGeom>
        </p:spPr>
        <p:txBody>
          <a:bodyPr wrap="square">
            <a:spAutoFit/>
          </a:bodyPr>
          <a:lstStyle/>
          <a:p>
            <a:pPr algn="just"/>
            <a:r>
              <a:rPr lang="pt-BR" sz="2800" b="1" dirty="0">
                <a:solidFill>
                  <a:srgbClr val="002060"/>
                </a:solidFill>
                <a:latin typeface="Arial" panose="020B0604020202020204" pitchFamily="34" charset="0"/>
                <a:ea typeface="Calibri" panose="020F0502020204030204" pitchFamily="34" charset="0"/>
              </a:rPr>
              <a:t>Da figura vem:</a:t>
            </a:r>
            <a:endParaRPr lang="pt-BR" sz="2800" b="1" dirty="0">
              <a:solidFill>
                <a:srgbClr val="002060"/>
              </a:solidFill>
            </a:endParaRPr>
          </a:p>
        </p:txBody>
      </p:sp>
      <mc:AlternateContent xmlns:mc="http://schemas.openxmlformats.org/markup-compatibility/2006" xmlns:a14="http://schemas.microsoft.com/office/drawing/2010/main">
        <mc:Choice Requires="a14">
          <p:sp>
            <p:nvSpPr>
              <p:cNvPr id="33" name="Retângulo 32"/>
              <p:cNvSpPr/>
              <p:nvPr/>
            </p:nvSpPr>
            <p:spPr>
              <a:xfrm>
                <a:off x="7893270" y="3332228"/>
                <a:ext cx="139249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rPr>
                        <m:t>∆</m:t>
                      </m:r>
                      <m:r>
                        <a:rPr lang="pt-BR" sz="2800" b="1" i="1" smtClean="0">
                          <a:latin typeface="Cambria Math" panose="02040503050406030204" pitchFamily="18" charset="0"/>
                        </a:rPr>
                        <m:t>𝑺</m:t>
                      </m:r>
                      <m:r>
                        <a:rPr lang="pt-BR" sz="2800" b="1" i="1" smtClean="0">
                          <a:latin typeface="Cambria Math" panose="02040503050406030204" pitchFamily="18" charset="0"/>
                        </a:rPr>
                        <m:t>&lt;</m:t>
                      </m:r>
                      <m:r>
                        <a:rPr lang="pt-BR" sz="2800" b="1" i="1" smtClean="0">
                          <a:latin typeface="Cambria Math" panose="02040503050406030204" pitchFamily="18" charset="0"/>
                        </a:rPr>
                        <m:t>𝟎</m:t>
                      </m:r>
                    </m:oMath>
                  </m:oMathPara>
                </a14:m>
                <a:endParaRPr lang="pt-BR" sz="2800" b="1" i="1" dirty="0"/>
              </a:p>
            </p:txBody>
          </p:sp>
        </mc:Choice>
        <mc:Fallback xmlns="">
          <p:sp>
            <p:nvSpPr>
              <p:cNvPr id="33" name="Retângulo 32"/>
              <p:cNvSpPr>
                <a:spLocks noRot="1" noChangeAspect="1" noMove="1" noResize="1" noEditPoints="1" noAdjustHandles="1" noChangeArrowheads="1" noChangeShapeType="1" noTextEdit="1"/>
              </p:cNvSpPr>
              <p:nvPr/>
            </p:nvSpPr>
            <p:spPr>
              <a:xfrm>
                <a:off x="7893270" y="3332228"/>
                <a:ext cx="1392497" cy="523220"/>
              </a:xfrm>
              <a:prstGeom prst="rect">
                <a:avLst/>
              </a:prstGeom>
              <a:blipFill>
                <a:blip r:embed="rId19"/>
                <a:stretch>
                  <a:fillRect/>
                </a:stretch>
              </a:blipFill>
            </p:spPr>
            <p:txBody>
              <a:bodyPr/>
              <a:lstStyle/>
              <a:p>
                <a:r>
                  <a:rPr lang="pt-BR">
                    <a:noFill/>
                  </a:rPr>
                  <a:t> </a:t>
                </a:r>
              </a:p>
            </p:txBody>
          </p:sp>
        </mc:Fallback>
      </mc:AlternateContent>
      <p:sp>
        <p:nvSpPr>
          <p:cNvPr id="34" name="Retângulo 33"/>
          <p:cNvSpPr/>
          <p:nvPr/>
        </p:nvSpPr>
        <p:spPr>
          <a:xfrm>
            <a:off x="5944256" y="3875293"/>
            <a:ext cx="1291751" cy="523220"/>
          </a:xfrm>
          <a:prstGeom prst="rect">
            <a:avLst/>
          </a:prstGeom>
        </p:spPr>
        <p:txBody>
          <a:bodyPr wrap="square">
            <a:spAutoFit/>
          </a:bodyPr>
          <a:lstStyle/>
          <a:p>
            <a:pPr algn="just"/>
            <a:r>
              <a:rPr lang="pt-BR" sz="2800" b="1" dirty="0">
                <a:solidFill>
                  <a:srgbClr val="FF0000"/>
                </a:solidFill>
                <a:latin typeface="Arial" panose="020B0604020202020204" pitchFamily="34" charset="0"/>
                <a:ea typeface="Calibri" panose="020F0502020204030204" pitchFamily="34" charset="0"/>
              </a:rPr>
              <a:t>Então:</a:t>
            </a:r>
            <a:endParaRPr lang="pt-BR" sz="2800" b="1" dirty="0">
              <a:solidFill>
                <a:srgbClr val="FF0000"/>
              </a:solidFill>
            </a:endParaRPr>
          </a:p>
        </p:txBody>
      </p:sp>
      <mc:AlternateContent xmlns:mc="http://schemas.openxmlformats.org/markup-compatibility/2006" xmlns:a14="http://schemas.microsoft.com/office/drawing/2010/main">
        <mc:Choice Requires="a14">
          <p:sp>
            <p:nvSpPr>
              <p:cNvPr id="35" name="Retângulo 34"/>
              <p:cNvSpPr/>
              <p:nvPr/>
            </p:nvSpPr>
            <p:spPr>
              <a:xfrm>
                <a:off x="7420931" y="3875293"/>
                <a:ext cx="1190518" cy="523220"/>
              </a:xfrm>
              <a:prstGeom prst="rect">
                <a:avLst/>
              </a:prstGeom>
              <a:ln>
                <a:solidFill>
                  <a:srgbClr val="002060"/>
                </a:solidFill>
              </a:ln>
            </p:spPr>
            <p:txBody>
              <a:bodyPr wrap="none">
                <a:spAutoFit/>
              </a:bodyPr>
              <a:lstStyle/>
              <a:p>
                <a:pPr/>
                <a14:m>
                  <m:oMathPara xmlns:m="http://schemas.openxmlformats.org/officeDocument/2006/math">
                    <m:oMathParaPr>
                      <m:jc m:val="centerGroup"/>
                    </m:oMathParaPr>
                    <m:oMath xmlns:m="http://schemas.openxmlformats.org/officeDocument/2006/math">
                      <m:r>
                        <a:rPr lang="pt-BR" sz="2800" b="1" i="1" smtClean="0">
                          <a:solidFill>
                            <a:srgbClr val="7030A0"/>
                          </a:solidFill>
                          <a:latin typeface="Cambria Math" panose="02040503050406030204" pitchFamily="18" charset="0"/>
                        </a:rPr>
                        <m:t>𝒗</m:t>
                      </m:r>
                      <m:r>
                        <a:rPr lang="pt-BR" sz="2800" b="1" i="1" smtClean="0">
                          <a:solidFill>
                            <a:srgbClr val="7030A0"/>
                          </a:solidFill>
                          <a:latin typeface="Cambria Math" panose="02040503050406030204" pitchFamily="18" charset="0"/>
                        </a:rPr>
                        <m:t>&lt;</m:t>
                      </m:r>
                      <m:r>
                        <a:rPr lang="pt-BR" sz="2800" b="1" i="1" smtClean="0">
                          <a:solidFill>
                            <a:srgbClr val="7030A0"/>
                          </a:solidFill>
                          <a:latin typeface="Cambria Math" panose="02040503050406030204" pitchFamily="18" charset="0"/>
                        </a:rPr>
                        <m:t>𝟎</m:t>
                      </m:r>
                    </m:oMath>
                  </m:oMathPara>
                </a14:m>
                <a:endParaRPr lang="pt-BR" sz="2800" b="1" i="1" dirty="0">
                  <a:solidFill>
                    <a:srgbClr val="7030A0"/>
                  </a:solidFill>
                </a:endParaRPr>
              </a:p>
            </p:txBody>
          </p:sp>
        </mc:Choice>
        <mc:Fallback xmlns="">
          <p:sp>
            <p:nvSpPr>
              <p:cNvPr id="35" name="Retângulo 34"/>
              <p:cNvSpPr>
                <a:spLocks noRot="1" noChangeAspect="1" noMove="1" noResize="1" noEditPoints="1" noAdjustHandles="1" noChangeArrowheads="1" noChangeShapeType="1" noTextEdit="1"/>
              </p:cNvSpPr>
              <p:nvPr/>
            </p:nvSpPr>
            <p:spPr>
              <a:xfrm>
                <a:off x="7420931" y="3875293"/>
                <a:ext cx="1190518" cy="523220"/>
              </a:xfrm>
              <a:prstGeom prst="rect">
                <a:avLst/>
              </a:prstGeom>
              <a:blipFill>
                <a:blip r:embed="rId20"/>
                <a:stretch>
                  <a:fillRect/>
                </a:stretch>
              </a:blipFill>
              <a:ln>
                <a:solidFill>
                  <a:srgbClr val="002060"/>
                </a:solidFill>
              </a:ln>
            </p:spPr>
            <p:txBody>
              <a:bodyPr/>
              <a:lstStyle/>
              <a:p>
                <a:r>
                  <a:rPr lang="pt-BR">
                    <a:noFill/>
                  </a:rPr>
                  <a:t> </a:t>
                </a:r>
              </a:p>
            </p:txBody>
          </p:sp>
        </mc:Fallback>
      </mc:AlternateContent>
      <p:sp>
        <p:nvSpPr>
          <p:cNvPr id="36" name="Retângulo 35"/>
          <p:cNvSpPr/>
          <p:nvPr/>
        </p:nvSpPr>
        <p:spPr>
          <a:xfrm>
            <a:off x="5125328" y="4550665"/>
            <a:ext cx="4111792" cy="523220"/>
          </a:xfrm>
          <a:prstGeom prst="rect">
            <a:avLst/>
          </a:prstGeom>
        </p:spPr>
        <p:txBody>
          <a:bodyPr wrap="square">
            <a:spAutoFit/>
          </a:bodyPr>
          <a:lstStyle/>
          <a:p>
            <a:pPr algn="just"/>
            <a:r>
              <a:rPr lang="pt-BR" sz="2800" b="1" dirty="0">
                <a:solidFill>
                  <a:schemeClr val="accent4">
                    <a:lumMod val="50000"/>
                  </a:schemeClr>
                </a:solidFill>
                <a:latin typeface="Arial" panose="020B0604020202020204" pitchFamily="34" charset="0"/>
                <a:ea typeface="Calibri" panose="020F0502020204030204" pitchFamily="34" charset="0"/>
              </a:rPr>
              <a:t>Movimento Retrógrado</a:t>
            </a:r>
            <a:endParaRPr lang="pt-BR" sz="2800" b="1" dirty="0">
              <a:solidFill>
                <a:schemeClr val="accent4">
                  <a:lumMod val="50000"/>
                </a:schemeClr>
              </a:solidFill>
            </a:endParaRPr>
          </a:p>
        </p:txBody>
      </p:sp>
      <p:sp>
        <p:nvSpPr>
          <p:cNvPr id="37" name="Retângulo 36"/>
          <p:cNvSpPr/>
          <p:nvPr/>
        </p:nvSpPr>
        <p:spPr>
          <a:xfrm>
            <a:off x="5125328" y="5134894"/>
            <a:ext cx="4753248" cy="1384995"/>
          </a:xfrm>
          <a:prstGeom prst="rect">
            <a:avLst/>
          </a:prstGeom>
        </p:spPr>
        <p:txBody>
          <a:bodyPr wrap="square">
            <a:spAutoFit/>
          </a:bodyPr>
          <a:lstStyle/>
          <a:p>
            <a:pPr algn="just"/>
            <a:r>
              <a:rPr lang="pt-BR" sz="2800" b="1" dirty="0">
                <a:solidFill>
                  <a:srgbClr val="7030A0"/>
                </a:solidFill>
                <a:latin typeface="Arial" panose="020B0604020202020204" pitchFamily="34" charset="0"/>
                <a:ea typeface="Calibri" panose="020F0502020204030204" pitchFamily="34" charset="0"/>
              </a:rPr>
              <a:t>Movimento do móvel é no sentido contrário ao da orientação da trajetória.</a:t>
            </a:r>
            <a:endParaRPr lang="pt-BR" sz="2800" b="1" dirty="0">
              <a:solidFill>
                <a:srgbClr val="7030A0"/>
              </a:solidFill>
            </a:endParaRPr>
          </a:p>
        </p:txBody>
      </p:sp>
      <p:pic>
        <p:nvPicPr>
          <p:cNvPr id="38" name="Imagem 37"/>
          <p:cNvPicPr>
            <a:picLocks noChangeAspect="1"/>
          </p:cNvPicPr>
          <p:nvPr/>
        </p:nvPicPr>
        <p:blipFill>
          <a:blip r:embed="rId21"/>
          <a:stretch>
            <a:fillRect/>
          </a:stretch>
        </p:blipFill>
        <p:spPr>
          <a:xfrm>
            <a:off x="10007147" y="4233772"/>
            <a:ext cx="2143125" cy="2143125"/>
          </a:xfrm>
          <a:prstGeom prst="rect">
            <a:avLst/>
          </a:prstGeom>
        </p:spPr>
      </p:pic>
      <p:sp>
        <p:nvSpPr>
          <p:cNvPr id="4" name="CaixaDeTexto 3">
            <a:extLst>
              <a:ext uri="{FF2B5EF4-FFF2-40B4-BE49-F238E27FC236}">
                <a16:creationId xmlns:a16="http://schemas.microsoft.com/office/drawing/2014/main" id="{5B4A6322-7DAE-26B1-E38B-2A7F1A7E6AE3}"/>
              </a:ext>
            </a:extLst>
          </p:cNvPr>
          <p:cNvSpPr txBox="1"/>
          <p:nvPr/>
        </p:nvSpPr>
        <p:spPr>
          <a:xfrm>
            <a:off x="695459" y="98678"/>
            <a:ext cx="9190637" cy="584775"/>
          </a:xfrm>
          <a:prstGeom prst="rect">
            <a:avLst/>
          </a:prstGeom>
          <a:noFill/>
        </p:spPr>
        <p:txBody>
          <a:bodyPr wrap="square" rtlCol="0">
            <a:spAutoFit/>
          </a:bodyPr>
          <a:lstStyle/>
          <a:p>
            <a:pPr algn="just"/>
            <a:r>
              <a:rPr lang="pt-BR" sz="3200" b="1" dirty="0">
                <a:solidFill>
                  <a:srgbClr val="00B0F0"/>
                </a:solidFill>
                <a:latin typeface="Arial" panose="020B0604020202020204" pitchFamily="34" charset="0"/>
                <a:cs typeface="Arial" panose="020B0604020202020204" pitchFamily="34" charset="0"/>
              </a:rPr>
              <a:t>Movimento Uniforme (M.U.) – Cap. 4 pag.: 58</a:t>
            </a:r>
          </a:p>
        </p:txBody>
      </p:sp>
    </p:spTree>
    <p:extLst>
      <p:ext uri="{BB962C8B-B14F-4D97-AF65-F5344CB8AC3E}">
        <p14:creationId xmlns:p14="http://schemas.microsoft.com/office/powerpoint/2010/main" val="2096077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00"/>
                                        <p:tgtEl>
                                          <p:spTgt spid="13"/>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00"/>
                                        <p:tgtEl>
                                          <p:spTgt spid="17"/>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fade">
                                      <p:cBhvr>
                                        <p:cTn id="79" dur="500"/>
                                        <p:tgtEl>
                                          <p:spTgt spid="21"/>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25"/>
                                        </p:tgtEl>
                                        <p:attrNameLst>
                                          <p:attrName>style.visibility</p:attrName>
                                        </p:attrNameLst>
                                      </p:cBhvr>
                                      <p:to>
                                        <p:strVal val="visible"/>
                                      </p:to>
                                    </p:set>
                                    <p:animEffect transition="in" filter="fade">
                                      <p:cBhvr>
                                        <p:cTn id="84" dur="500"/>
                                        <p:tgtEl>
                                          <p:spTgt spid="25"/>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26"/>
                                        </p:tgtEl>
                                        <p:attrNameLst>
                                          <p:attrName>style.visibility</p:attrName>
                                        </p:attrNameLst>
                                      </p:cBhvr>
                                      <p:to>
                                        <p:strVal val="visible"/>
                                      </p:to>
                                    </p:set>
                                    <p:animEffect transition="in" filter="fade">
                                      <p:cBhvr>
                                        <p:cTn id="89" dur="500"/>
                                        <p:tgtEl>
                                          <p:spTgt spid="26"/>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clickEffect">
                                  <p:stCondLst>
                                    <p:cond delay="0"/>
                                  </p:stCondLst>
                                  <p:childTnLst>
                                    <p:set>
                                      <p:cBhvr>
                                        <p:cTn id="93" dur="1" fill="hold">
                                          <p:stCondLst>
                                            <p:cond delay="0"/>
                                          </p:stCondLst>
                                        </p:cTn>
                                        <p:tgtEl>
                                          <p:spTgt spid="27"/>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28"/>
                                        </p:tgtEl>
                                        <p:attrNameLst>
                                          <p:attrName>style.visibility</p:attrName>
                                        </p:attrNameLst>
                                      </p:cBhvr>
                                      <p:to>
                                        <p:strVal val="visible"/>
                                      </p:to>
                                    </p:set>
                                    <p:animEffect transition="in" filter="fade">
                                      <p:cBhvr>
                                        <p:cTn id="98" dur="500"/>
                                        <p:tgtEl>
                                          <p:spTgt spid="28"/>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29"/>
                                        </p:tgtEl>
                                        <p:attrNameLst>
                                          <p:attrName>style.visibility</p:attrName>
                                        </p:attrNameLst>
                                      </p:cBhvr>
                                      <p:to>
                                        <p:strVal val="visible"/>
                                      </p:to>
                                    </p:set>
                                    <p:animEffect transition="in" filter="fade">
                                      <p:cBhvr>
                                        <p:cTn id="103" dur="500"/>
                                        <p:tgtEl>
                                          <p:spTgt spid="29"/>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nodeType="clickEffect">
                                  <p:stCondLst>
                                    <p:cond delay="0"/>
                                  </p:stCondLst>
                                  <p:childTnLst>
                                    <p:set>
                                      <p:cBhvr>
                                        <p:cTn id="107" dur="1" fill="hold">
                                          <p:stCondLst>
                                            <p:cond delay="0"/>
                                          </p:stCondLst>
                                        </p:cTn>
                                        <p:tgtEl>
                                          <p:spTgt spid="30"/>
                                        </p:tgtEl>
                                        <p:attrNameLst>
                                          <p:attrName>style.visibility</p:attrName>
                                        </p:attrNameLst>
                                      </p:cBhvr>
                                      <p:to>
                                        <p:strVal val="visible"/>
                                      </p:to>
                                    </p:set>
                                    <p:animEffect transition="in" filter="fade">
                                      <p:cBhvr>
                                        <p:cTn id="108" dur="500"/>
                                        <p:tgtEl>
                                          <p:spTgt spid="30"/>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nodeType="clickEffect">
                                  <p:stCondLst>
                                    <p:cond delay="0"/>
                                  </p:stCondLst>
                                  <p:childTnLst>
                                    <p:set>
                                      <p:cBhvr>
                                        <p:cTn id="112" dur="1" fill="hold">
                                          <p:stCondLst>
                                            <p:cond delay="0"/>
                                          </p:stCondLst>
                                        </p:cTn>
                                        <p:tgtEl>
                                          <p:spTgt spid="31"/>
                                        </p:tgtEl>
                                        <p:attrNameLst>
                                          <p:attrName>style.visibility</p:attrName>
                                        </p:attrNameLst>
                                      </p:cBhvr>
                                      <p:to>
                                        <p:strVal val="visible"/>
                                      </p:to>
                                    </p:set>
                                    <p:animEffect transition="in" filter="fade">
                                      <p:cBhvr>
                                        <p:cTn id="113" dur="500"/>
                                        <p:tgtEl>
                                          <p:spTgt spid="31"/>
                                        </p:tgtEl>
                                      </p:cBhvr>
                                    </p:animEffec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grpId="0" nodeType="clickEffect">
                                  <p:stCondLst>
                                    <p:cond delay="0"/>
                                  </p:stCondLst>
                                  <p:childTnLst>
                                    <p:set>
                                      <p:cBhvr>
                                        <p:cTn id="117" dur="1" fill="hold">
                                          <p:stCondLst>
                                            <p:cond delay="0"/>
                                          </p:stCondLst>
                                        </p:cTn>
                                        <p:tgtEl>
                                          <p:spTgt spid="32"/>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33"/>
                                        </p:tgtEl>
                                        <p:attrNameLst>
                                          <p:attrName>style.visibility</p:attrName>
                                        </p:attrNameLst>
                                      </p:cBhvr>
                                      <p:to>
                                        <p:strVal val="visible"/>
                                      </p:to>
                                    </p:set>
                                    <p:animEffect transition="in" filter="fade">
                                      <p:cBhvr>
                                        <p:cTn id="122" dur="500"/>
                                        <p:tgtEl>
                                          <p:spTgt spid="33"/>
                                        </p:tgtEl>
                                      </p:cBhvr>
                                    </p:animEffec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34"/>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grpId="0" nodeType="clickEffect">
                                  <p:stCondLst>
                                    <p:cond delay="0"/>
                                  </p:stCondLst>
                                  <p:childTnLst>
                                    <p:set>
                                      <p:cBhvr>
                                        <p:cTn id="130" dur="1" fill="hold">
                                          <p:stCondLst>
                                            <p:cond delay="0"/>
                                          </p:stCondLst>
                                        </p:cTn>
                                        <p:tgtEl>
                                          <p:spTgt spid="35"/>
                                        </p:tgtEl>
                                        <p:attrNameLst>
                                          <p:attrName>style.visibility</p:attrName>
                                        </p:attrNameLst>
                                      </p:cBhvr>
                                      <p:to>
                                        <p:strVal val="visible"/>
                                      </p:to>
                                    </p:set>
                                    <p:animEffect transition="in" filter="fade">
                                      <p:cBhvr>
                                        <p:cTn id="131" dur="500"/>
                                        <p:tgtEl>
                                          <p:spTgt spid="35"/>
                                        </p:tgtEl>
                                      </p:cBhvr>
                                    </p:animEffec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grpId="0" nodeType="clickEffect">
                                  <p:stCondLst>
                                    <p:cond delay="0"/>
                                  </p:stCondLst>
                                  <p:childTnLst>
                                    <p:set>
                                      <p:cBhvr>
                                        <p:cTn id="135" dur="1" fill="hold">
                                          <p:stCondLst>
                                            <p:cond delay="0"/>
                                          </p:stCondLst>
                                        </p:cTn>
                                        <p:tgtEl>
                                          <p:spTgt spid="36"/>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grpId="0" nodeType="clickEffect">
                                  <p:stCondLst>
                                    <p:cond delay="0"/>
                                  </p:stCondLst>
                                  <p:childTnLst>
                                    <p:set>
                                      <p:cBhvr>
                                        <p:cTn id="139" dur="1" fill="hold">
                                          <p:stCondLst>
                                            <p:cond delay="0"/>
                                          </p:stCondLst>
                                        </p:cTn>
                                        <p:tgtEl>
                                          <p:spTgt spid="37"/>
                                        </p:tgtEl>
                                        <p:attrNameLst>
                                          <p:attrName>style.visibility</p:attrName>
                                        </p:attrNameLst>
                                      </p:cBhvr>
                                      <p:to>
                                        <p:strVal val="visible"/>
                                      </p:to>
                                    </p:set>
                                  </p:childTnLst>
                                </p:cTn>
                              </p:par>
                            </p:childTnLst>
                          </p:cTn>
                        </p:par>
                      </p:childTnLst>
                    </p:cTn>
                  </p:par>
                  <p:par>
                    <p:cTn id="140" fill="hold">
                      <p:stCondLst>
                        <p:cond delay="indefinite"/>
                      </p:stCondLst>
                      <p:childTnLst>
                        <p:par>
                          <p:cTn id="141" fill="hold">
                            <p:stCondLst>
                              <p:cond delay="0"/>
                            </p:stCondLst>
                            <p:childTnLst>
                              <p:par>
                                <p:cTn id="142" presetID="6" presetClass="entr" presetSubtype="16" fill="hold" nodeType="clickEffect">
                                  <p:stCondLst>
                                    <p:cond delay="0"/>
                                  </p:stCondLst>
                                  <p:childTnLst>
                                    <p:set>
                                      <p:cBhvr>
                                        <p:cTn id="143" dur="1" fill="hold">
                                          <p:stCondLst>
                                            <p:cond delay="0"/>
                                          </p:stCondLst>
                                        </p:cTn>
                                        <p:tgtEl>
                                          <p:spTgt spid="38"/>
                                        </p:tgtEl>
                                        <p:attrNameLst>
                                          <p:attrName>style.visibility</p:attrName>
                                        </p:attrNameLst>
                                      </p:cBhvr>
                                      <p:to>
                                        <p:strVal val="visible"/>
                                      </p:to>
                                    </p:set>
                                    <p:animEffect transition="in" filter="circle(in)">
                                      <p:cBhvr>
                                        <p:cTn id="144" dur="2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p:bldP spid="13" grpId="0"/>
      <p:bldP spid="14" grpId="0"/>
      <p:bldP spid="15" grpId="0"/>
      <p:bldP spid="16" grpId="0" animBg="1"/>
      <p:bldP spid="17" grpId="0" animBg="1"/>
      <p:bldP spid="18" grpId="0"/>
      <p:bldP spid="19" grpId="0"/>
      <p:bldP spid="32" grpId="0"/>
      <p:bldP spid="33" grpId="0"/>
      <p:bldP spid="34" grpId="0"/>
      <p:bldP spid="35" grpId="0" animBg="1"/>
      <p:bldP spid="36" grpId="0"/>
      <p:bldP spid="3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p:cNvSpPr txBox="1"/>
          <p:nvPr/>
        </p:nvSpPr>
        <p:spPr>
          <a:xfrm>
            <a:off x="383966" y="60062"/>
            <a:ext cx="9861278" cy="584775"/>
          </a:xfrm>
          <a:prstGeom prst="rect">
            <a:avLst/>
          </a:prstGeom>
          <a:noFill/>
        </p:spPr>
        <p:txBody>
          <a:bodyPr wrap="square" rtlCol="0">
            <a:spAutoFit/>
          </a:bodyPr>
          <a:lstStyle/>
          <a:p>
            <a:pPr algn="just"/>
            <a:r>
              <a:rPr lang="pt-BR" sz="3200" b="1" dirty="0">
                <a:solidFill>
                  <a:srgbClr val="00B0F0"/>
                </a:solidFill>
                <a:latin typeface="Arial" panose="020B0604020202020204" pitchFamily="34" charset="0"/>
                <a:cs typeface="Arial" panose="020B0604020202020204" pitchFamily="34" charset="0"/>
              </a:rPr>
              <a:t>Movimento Uniforme – Função Horária do Espaço</a:t>
            </a:r>
          </a:p>
        </p:txBody>
      </p:sp>
      <p:sp>
        <p:nvSpPr>
          <p:cNvPr id="3" name="Retângulo 2"/>
          <p:cNvSpPr/>
          <p:nvPr/>
        </p:nvSpPr>
        <p:spPr>
          <a:xfrm>
            <a:off x="513396" y="580723"/>
            <a:ext cx="4917586" cy="523220"/>
          </a:xfrm>
          <a:prstGeom prst="rect">
            <a:avLst/>
          </a:prstGeom>
        </p:spPr>
        <p:txBody>
          <a:bodyPr wrap="square">
            <a:spAutoFit/>
          </a:bodyPr>
          <a:lstStyle/>
          <a:p>
            <a:pPr algn="just"/>
            <a:r>
              <a:rPr lang="pt-BR" sz="2800" b="1" dirty="0">
                <a:latin typeface="Arial" panose="020B0604020202020204" pitchFamily="34" charset="0"/>
                <a:ea typeface="Calibri" panose="020F0502020204030204" pitchFamily="34" charset="0"/>
              </a:rPr>
              <a:t>Assim, podemos escrever:</a:t>
            </a:r>
            <a:endParaRPr lang="pt-BR" sz="2800" b="1" dirty="0"/>
          </a:p>
        </p:txBody>
      </p:sp>
      <mc:AlternateContent xmlns:mc="http://schemas.openxmlformats.org/markup-compatibility/2006" xmlns:a14="http://schemas.microsoft.com/office/drawing/2010/main">
        <mc:Choice Requires="a14">
          <p:sp>
            <p:nvSpPr>
              <p:cNvPr id="4" name="Retângulo 3"/>
              <p:cNvSpPr/>
              <p:nvPr/>
            </p:nvSpPr>
            <p:spPr>
              <a:xfrm>
                <a:off x="652779" y="1175076"/>
                <a:ext cx="1469441"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2800" b="1" i="1">
                          <a:latin typeface="Cambria Math" panose="02040503050406030204" pitchFamily="18" charset="0"/>
                        </a:rPr>
                        <m:t>𝒗</m:t>
                      </m:r>
                      <m:r>
                        <a:rPr lang="pt-BR" sz="2800" b="1" i="1">
                          <a:latin typeface="Cambria Math" panose="02040503050406030204" pitchFamily="18" charset="0"/>
                        </a:rPr>
                        <m:t>= </m:t>
                      </m:r>
                      <m:f>
                        <m:fPr>
                          <m:ctrlPr>
                            <a:rPr lang="pt-BR" sz="2800" b="1" i="1">
                              <a:latin typeface="Cambria Math" panose="02040503050406030204" pitchFamily="18" charset="0"/>
                            </a:rPr>
                          </m:ctrlPr>
                        </m:fPr>
                        <m:num>
                          <m:r>
                            <a:rPr lang="pt-BR" sz="2800" b="1" i="1">
                              <a:latin typeface="Cambria Math" panose="02040503050406030204" pitchFamily="18" charset="0"/>
                            </a:rPr>
                            <m:t>∆</m:t>
                          </m:r>
                          <m:r>
                            <a:rPr lang="pt-BR" sz="2800" b="1" i="1">
                              <a:latin typeface="Cambria Math" panose="02040503050406030204" pitchFamily="18" charset="0"/>
                            </a:rPr>
                            <m:t>𝑺</m:t>
                          </m:r>
                        </m:num>
                        <m:den>
                          <m:r>
                            <a:rPr lang="pt-BR" sz="2800" b="1" i="1">
                              <a:latin typeface="Cambria Math" panose="02040503050406030204" pitchFamily="18" charset="0"/>
                            </a:rPr>
                            <m:t>∆</m:t>
                          </m:r>
                          <m:r>
                            <a:rPr lang="pt-BR" sz="2800" b="1" i="1">
                              <a:latin typeface="Cambria Math" panose="02040503050406030204" pitchFamily="18" charset="0"/>
                            </a:rPr>
                            <m:t>𝒕</m:t>
                          </m:r>
                        </m:den>
                      </m:f>
                    </m:oMath>
                  </m:oMathPara>
                </a14:m>
                <a:endParaRPr lang="pt-BR" sz="2800" b="1" i="1" dirty="0"/>
              </a:p>
            </p:txBody>
          </p:sp>
        </mc:Choice>
        <mc:Fallback xmlns="">
          <p:sp>
            <p:nvSpPr>
              <p:cNvPr id="4" name="Retângulo 3"/>
              <p:cNvSpPr>
                <a:spLocks noRot="1" noChangeAspect="1" noMove="1" noResize="1" noEditPoints="1" noAdjustHandles="1" noChangeArrowheads="1" noChangeShapeType="1" noTextEdit="1"/>
              </p:cNvSpPr>
              <p:nvPr/>
            </p:nvSpPr>
            <p:spPr>
              <a:xfrm>
                <a:off x="652779" y="1175076"/>
                <a:ext cx="1469441" cy="901785"/>
              </a:xfrm>
              <a:prstGeom prst="rect">
                <a:avLst/>
              </a:prstGeom>
              <a:blipFill rotWithShape="0">
                <a:blip r:embed="rId2"/>
                <a:stretch>
                  <a:fillRect/>
                </a:stretch>
              </a:blipFill>
            </p:spPr>
            <p:txBody>
              <a:bodyPr/>
              <a:lstStyle/>
              <a:p>
                <a:r>
                  <a:rPr lang="pt-BR">
                    <a:noFill/>
                  </a:rPr>
                  <a:t> </a:t>
                </a:r>
              </a:p>
            </p:txBody>
          </p:sp>
        </mc:Fallback>
      </mc:AlternateContent>
      <p:sp>
        <p:nvSpPr>
          <p:cNvPr id="5" name="Seta para a direita 4"/>
          <p:cNvSpPr/>
          <p:nvPr/>
        </p:nvSpPr>
        <p:spPr>
          <a:xfrm>
            <a:off x="2196210" y="1484329"/>
            <a:ext cx="514765" cy="352927"/>
          </a:xfrm>
          <a:prstGeom prst="rightArrow">
            <a:avLst/>
          </a:prstGeom>
          <a:solidFill>
            <a:schemeClr val="accent1">
              <a:lumMod val="60000"/>
              <a:lumOff val="4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6" name="Retângulo 5"/>
              <p:cNvSpPr/>
              <p:nvPr/>
            </p:nvSpPr>
            <p:spPr>
              <a:xfrm>
                <a:off x="2813832" y="1152311"/>
                <a:ext cx="2192588" cy="97430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rPr>
                        <m:t>𝒗</m:t>
                      </m:r>
                      <m:r>
                        <a:rPr lang="pt-BR" sz="2800" b="1" i="1" smtClean="0">
                          <a:latin typeface="Cambria Math" panose="02040503050406030204" pitchFamily="18" charset="0"/>
                        </a:rPr>
                        <m:t>= </m:t>
                      </m:r>
                      <m:f>
                        <m:fPr>
                          <m:ctrlPr>
                            <a:rPr lang="pt-BR" sz="2800" b="1" i="1">
                              <a:latin typeface="Cambria Math" panose="02040503050406030204" pitchFamily="18" charset="0"/>
                            </a:rPr>
                          </m:ctrlPr>
                        </m:fPr>
                        <m:num>
                          <m:r>
                            <a:rPr lang="pt-BR" sz="2800" b="1" i="1" smtClean="0">
                              <a:latin typeface="Cambria Math" panose="02040503050406030204" pitchFamily="18" charset="0"/>
                            </a:rPr>
                            <m:t>𝑺</m:t>
                          </m:r>
                          <m:r>
                            <a:rPr lang="pt-BR" sz="2800" b="1" i="1">
                              <a:latin typeface="Cambria Math" panose="02040503050406030204" pitchFamily="18" charset="0"/>
                            </a:rPr>
                            <m:t>−</m:t>
                          </m:r>
                          <m:sSub>
                            <m:sSubPr>
                              <m:ctrlPr>
                                <a:rPr lang="pt-BR" sz="2800" b="1" i="1">
                                  <a:latin typeface="Cambria Math" panose="02040503050406030204" pitchFamily="18" charset="0"/>
                                </a:rPr>
                              </m:ctrlPr>
                            </m:sSubPr>
                            <m:e>
                              <m:r>
                                <a:rPr lang="pt-BR" sz="2800" b="1" i="1">
                                  <a:latin typeface="Cambria Math" panose="02040503050406030204" pitchFamily="18" charset="0"/>
                                </a:rPr>
                                <m:t>𝑺</m:t>
                              </m:r>
                            </m:e>
                            <m:sub>
                              <m:r>
                                <a:rPr lang="pt-BR" sz="2800" b="1" i="1" smtClean="0">
                                  <a:latin typeface="Cambria Math" panose="02040503050406030204" pitchFamily="18" charset="0"/>
                                </a:rPr>
                                <m:t>𝟎</m:t>
                              </m:r>
                            </m:sub>
                          </m:sSub>
                        </m:num>
                        <m:den>
                          <m:r>
                            <a:rPr lang="pt-BR" sz="2800" b="1" i="1" smtClean="0">
                              <a:latin typeface="Cambria Math" panose="02040503050406030204" pitchFamily="18" charset="0"/>
                            </a:rPr>
                            <m:t>𝒕</m:t>
                          </m:r>
                          <m:r>
                            <a:rPr lang="pt-BR" sz="2800" b="1" i="1">
                              <a:latin typeface="Cambria Math" panose="02040503050406030204" pitchFamily="18" charset="0"/>
                            </a:rPr>
                            <m:t>−</m:t>
                          </m:r>
                          <m:sSub>
                            <m:sSubPr>
                              <m:ctrlPr>
                                <a:rPr lang="pt-BR" sz="2800" b="1" i="1">
                                  <a:latin typeface="Cambria Math" panose="02040503050406030204" pitchFamily="18" charset="0"/>
                                </a:rPr>
                              </m:ctrlPr>
                            </m:sSubPr>
                            <m:e>
                              <m:r>
                                <a:rPr lang="pt-BR" sz="2800" b="1" i="1">
                                  <a:latin typeface="Cambria Math" panose="02040503050406030204" pitchFamily="18" charset="0"/>
                                </a:rPr>
                                <m:t>𝒕</m:t>
                              </m:r>
                            </m:e>
                            <m:sub>
                              <m:r>
                                <a:rPr lang="pt-BR" sz="2800" b="1" i="1" smtClean="0">
                                  <a:latin typeface="Cambria Math" panose="02040503050406030204" pitchFamily="18" charset="0"/>
                                </a:rPr>
                                <m:t>𝟎</m:t>
                              </m:r>
                            </m:sub>
                          </m:sSub>
                        </m:den>
                      </m:f>
                      <m:r>
                        <a:rPr lang="pt-BR" sz="2800" b="1" i="1" smtClean="0">
                          <a:latin typeface="Cambria Math" panose="02040503050406030204" pitchFamily="18" charset="0"/>
                        </a:rPr>
                        <m:t>,</m:t>
                      </m:r>
                    </m:oMath>
                  </m:oMathPara>
                </a14:m>
                <a:endParaRPr lang="pt-BR" sz="2800" b="1" i="1" dirty="0"/>
              </a:p>
            </p:txBody>
          </p:sp>
        </mc:Choice>
        <mc:Fallback xmlns="">
          <p:sp>
            <p:nvSpPr>
              <p:cNvPr id="6" name="Retângulo 5"/>
              <p:cNvSpPr>
                <a:spLocks noRot="1" noChangeAspect="1" noMove="1" noResize="1" noEditPoints="1" noAdjustHandles="1" noChangeArrowheads="1" noChangeShapeType="1" noTextEdit="1"/>
              </p:cNvSpPr>
              <p:nvPr/>
            </p:nvSpPr>
            <p:spPr>
              <a:xfrm>
                <a:off x="2813832" y="1152311"/>
                <a:ext cx="2192588" cy="974306"/>
              </a:xfrm>
              <a:prstGeom prst="rect">
                <a:avLst/>
              </a:prstGeom>
              <a:blipFill rotWithShape="0">
                <a:blip r:embed="rId3"/>
                <a:stretch>
                  <a:fillRect/>
                </a:stretch>
              </a:blipFill>
            </p:spPr>
            <p:txBody>
              <a:bodyPr/>
              <a:lstStyle/>
              <a:p>
                <a:r>
                  <a:rPr lang="pt-BR">
                    <a:noFill/>
                  </a:rPr>
                  <a:t> </a:t>
                </a:r>
              </a:p>
            </p:txBody>
          </p:sp>
        </mc:Fallback>
      </mc:AlternateContent>
      <p:sp>
        <p:nvSpPr>
          <p:cNvPr id="7" name="Retângulo 6"/>
          <p:cNvSpPr/>
          <p:nvPr/>
        </p:nvSpPr>
        <p:spPr>
          <a:xfrm>
            <a:off x="5006420" y="1320603"/>
            <a:ext cx="3057734" cy="523220"/>
          </a:xfrm>
          <a:prstGeom prst="rect">
            <a:avLst/>
          </a:prstGeom>
        </p:spPr>
        <p:txBody>
          <a:bodyPr wrap="square">
            <a:spAutoFit/>
          </a:bodyPr>
          <a:lstStyle/>
          <a:p>
            <a:pPr algn="just"/>
            <a:r>
              <a:rPr lang="pt-BR" sz="2800" b="1" dirty="0">
                <a:latin typeface="Arial" panose="020B0604020202020204" pitchFamily="34" charset="0"/>
                <a:ea typeface="Calibri" panose="020F0502020204030204" pitchFamily="34" charset="0"/>
              </a:rPr>
              <a:t>para </a:t>
            </a:r>
            <a:r>
              <a:rPr lang="pt-BR" sz="2800" b="1" i="1" dirty="0">
                <a:solidFill>
                  <a:srgbClr val="FF0000"/>
                </a:solidFill>
                <a:latin typeface="Arial" panose="020B0604020202020204" pitchFamily="34" charset="0"/>
                <a:ea typeface="Calibri" panose="020F0502020204030204" pitchFamily="34" charset="0"/>
              </a:rPr>
              <a:t>t</a:t>
            </a:r>
            <a:r>
              <a:rPr lang="pt-BR" sz="2800" b="1" i="1" baseline="-25000" dirty="0">
                <a:solidFill>
                  <a:srgbClr val="FF0000"/>
                </a:solidFill>
                <a:latin typeface="Arial" panose="020B0604020202020204" pitchFamily="34" charset="0"/>
                <a:ea typeface="Calibri" panose="020F0502020204030204" pitchFamily="34" charset="0"/>
              </a:rPr>
              <a:t>0</a:t>
            </a:r>
            <a:r>
              <a:rPr lang="pt-BR" sz="2800" b="1" i="1" dirty="0">
                <a:solidFill>
                  <a:srgbClr val="FF0000"/>
                </a:solidFill>
                <a:latin typeface="Arial" panose="020B0604020202020204" pitchFamily="34" charset="0"/>
                <a:ea typeface="Calibri" panose="020F0502020204030204" pitchFamily="34" charset="0"/>
              </a:rPr>
              <a:t> = 0</a:t>
            </a:r>
            <a:r>
              <a:rPr lang="pt-BR" sz="2800" b="1" i="1" dirty="0">
                <a:latin typeface="Arial" panose="020B0604020202020204" pitchFamily="34" charset="0"/>
                <a:ea typeface="Calibri" panose="020F0502020204030204" pitchFamily="34" charset="0"/>
              </a:rPr>
              <a:t>,</a:t>
            </a:r>
            <a:r>
              <a:rPr lang="pt-BR" sz="2800" b="1" dirty="0">
                <a:latin typeface="Arial" panose="020B0604020202020204" pitchFamily="34" charset="0"/>
                <a:ea typeface="Calibri" panose="020F0502020204030204" pitchFamily="34" charset="0"/>
              </a:rPr>
              <a:t>  vem:</a:t>
            </a:r>
            <a:endParaRPr lang="pt-BR" sz="2800" b="1" i="1" dirty="0"/>
          </a:p>
        </p:txBody>
      </p:sp>
      <mc:AlternateContent xmlns:mc="http://schemas.openxmlformats.org/markup-compatibility/2006" xmlns:a14="http://schemas.microsoft.com/office/drawing/2010/main">
        <mc:Choice Requires="a14">
          <p:sp>
            <p:nvSpPr>
              <p:cNvPr id="9" name="Retângulo 8"/>
              <p:cNvSpPr/>
              <p:nvPr/>
            </p:nvSpPr>
            <p:spPr>
              <a:xfrm>
                <a:off x="343495" y="2126471"/>
                <a:ext cx="2059025"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rPr>
                        <m:t>𝒗</m:t>
                      </m:r>
                      <m:r>
                        <a:rPr lang="pt-BR" sz="2800" b="1" i="1" smtClean="0">
                          <a:latin typeface="Cambria Math" panose="02040503050406030204" pitchFamily="18" charset="0"/>
                        </a:rPr>
                        <m:t>= </m:t>
                      </m:r>
                      <m:f>
                        <m:fPr>
                          <m:ctrlPr>
                            <a:rPr lang="pt-BR" sz="2800" b="1" i="1">
                              <a:latin typeface="Cambria Math" panose="02040503050406030204" pitchFamily="18" charset="0"/>
                            </a:rPr>
                          </m:ctrlPr>
                        </m:fPr>
                        <m:num>
                          <m:r>
                            <a:rPr lang="pt-BR" sz="2800" b="1" i="1" smtClean="0">
                              <a:latin typeface="Cambria Math" panose="02040503050406030204" pitchFamily="18" charset="0"/>
                            </a:rPr>
                            <m:t>𝑺</m:t>
                          </m:r>
                          <m:r>
                            <a:rPr lang="pt-BR" sz="2800" b="1" i="1">
                              <a:latin typeface="Cambria Math" panose="02040503050406030204" pitchFamily="18" charset="0"/>
                            </a:rPr>
                            <m:t>−</m:t>
                          </m:r>
                          <m:sSub>
                            <m:sSubPr>
                              <m:ctrlPr>
                                <a:rPr lang="pt-BR" sz="2800" b="1" i="1">
                                  <a:latin typeface="Cambria Math" panose="02040503050406030204" pitchFamily="18" charset="0"/>
                                </a:rPr>
                              </m:ctrlPr>
                            </m:sSubPr>
                            <m:e>
                              <m:r>
                                <a:rPr lang="pt-BR" sz="2800" b="1" i="1">
                                  <a:latin typeface="Cambria Math" panose="02040503050406030204" pitchFamily="18" charset="0"/>
                                </a:rPr>
                                <m:t>𝑺</m:t>
                              </m:r>
                            </m:e>
                            <m:sub>
                              <m:r>
                                <a:rPr lang="pt-BR" sz="2800" b="1" i="1" smtClean="0">
                                  <a:latin typeface="Cambria Math" panose="02040503050406030204" pitchFamily="18" charset="0"/>
                                </a:rPr>
                                <m:t>𝟎</m:t>
                              </m:r>
                            </m:sub>
                          </m:sSub>
                        </m:num>
                        <m:den>
                          <m:r>
                            <a:rPr lang="pt-BR" sz="2800" b="1" i="1" smtClean="0">
                              <a:latin typeface="Cambria Math" panose="02040503050406030204" pitchFamily="18" charset="0"/>
                            </a:rPr>
                            <m:t>𝒕</m:t>
                          </m:r>
                        </m:den>
                      </m:f>
                    </m:oMath>
                  </m:oMathPara>
                </a14:m>
                <a:endParaRPr lang="pt-BR" sz="2800" b="1" i="1" dirty="0"/>
              </a:p>
            </p:txBody>
          </p:sp>
        </mc:Choice>
        <mc:Fallback xmlns="">
          <p:sp>
            <p:nvSpPr>
              <p:cNvPr id="9" name="Retângulo 8"/>
              <p:cNvSpPr>
                <a:spLocks noRot="1" noChangeAspect="1" noMove="1" noResize="1" noEditPoints="1" noAdjustHandles="1" noChangeArrowheads="1" noChangeShapeType="1" noTextEdit="1"/>
              </p:cNvSpPr>
              <p:nvPr/>
            </p:nvSpPr>
            <p:spPr>
              <a:xfrm>
                <a:off x="343495" y="2126471"/>
                <a:ext cx="2059025" cy="901785"/>
              </a:xfrm>
              <a:prstGeom prst="rect">
                <a:avLst/>
              </a:prstGeom>
              <a:blipFill rotWithShape="0">
                <a:blip r:embed="rId5"/>
                <a:stretch>
                  <a:fillRect/>
                </a:stretch>
              </a:blipFill>
            </p:spPr>
            <p:txBody>
              <a:bodyPr/>
              <a:lstStyle/>
              <a:p>
                <a:r>
                  <a:rPr lang="pt-BR">
                    <a:noFill/>
                  </a:rPr>
                  <a:t> </a:t>
                </a:r>
              </a:p>
            </p:txBody>
          </p:sp>
        </mc:Fallback>
      </mc:AlternateContent>
      <p:sp>
        <p:nvSpPr>
          <p:cNvPr id="10" name="Seta para a direita 9"/>
          <p:cNvSpPr/>
          <p:nvPr/>
        </p:nvSpPr>
        <p:spPr>
          <a:xfrm>
            <a:off x="2469060" y="2365330"/>
            <a:ext cx="514765" cy="352927"/>
          </a:xfrm>
          <a:prstGeom prst="rightArrow">
            <a:avLst/>
          </a:prstGeom>
          <a:solidFill>
            <a:srgbClr val="FF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1" name="Retângulo 10"/>
              <p:cNvSpPr/>
              <p:nvPr/>
            </p:nvSpPr>
            <p:spPr>
              <a:xfrm>
                <a:off x="3050365" y="2235601"/>
                <a:ext cx="213116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rPr>
                        <m:t>𝒗𝒕</m:t>
                      </m:r>
                      <m:r>
                        <a:rPr lang="pt-BR" sz="2800" b="1" i="1" smtClean="0">
                          <a:latin typeface="Cambria Math" panose="02040503050406030204" pitchFamily="18" charset="0"/>
                        </a:rPr>
                        <m:t>=</m:t>
                      </m:r>
                      <m:r>
                        <a:rPr lang="pt-BR" sz="2800" b="1" i="1">
                          <a:latin typeface="Cambria Math" panose="02040503050406030204" pitchFamily="18" charset="0"/>
                        </a:rPr>
                        <m:t>𝑺</m:t>
                      </m:r>
                      <m:r>
                        <a:rPr lang="pt-BR" sz="2800" b="1" i="1">
                          <a:latin typeface="Cambria Math" panose="02040503050406030204" pitchFamily="18" charset="0"/>
                        </a:rPr>
                        <m:t>−</m:t>
                      </m:r>
                      <m:sSub>
                        <m:sSubPr>
                          <m:ctrlPr>
                            <a:rPr lang="pt-BR" sz="2800" b="1" i="1">
                              <a:latin typeface="Cambria Math" panose="02040503050406030204" pitchFamily="18" charset="0"/>
                            </a:rPr>
                          </m:ctrlPr>
                        </m:sSubPr>
                        <m:e>
                          <m:r>
                            <a:rPr lang="pt-BR" sz="2800" b="1" i="1">
                              <a:latin typeface="Cambria Math" panose="02040503050406030204" pitchFamily="18" charset="0"/>
                            </a:rPr>
                            <m:t>𝑺</m:t>
                          </m:r>
                        </m:e>
                        <m:sub>
                          <m:r>
                            <a:rPr lang="pt-BR" sz="2800" b="1" i="1">
                              <a:latin typeface="Cambria Math" panose="02040503050406030204" pitchFamily="18" charset="0"/>
                            </a:rPr>
                            <m:t>𝟎</m:t>
                          </m:r>
                        </m:sub>
                      </m:sSub>
                    </m:oMath>
                  </m:oMathPara>
                </a14:m>
                <a:endParaRPr lang="pt-BR" sz="2800" b="1" i="1" dirty="0"/>
              </a:p>
            </p:txBody>
          </p:sp>
        </mc:Choice>
        <mc:Fallback xmlns="">
          <p:sp>
            <p:nvSpPr>
              <p:cNvPr id="11" name="Retângulo 10"/>
              <p:cNvSpPr>
                <a:spLocks noRot="1" noChangeAspect="1" noMove="1" noResize="1" noEditPoints="1" noAdjustHandles="1" noChangeArrowheads="1" noChangeShapeType="1" noTextEdit="1"/>
              </p:cNvSpPr>
              <p:nvPr/>
            </p:nvSpPr>
            <p:spPr>
              <a:xfrm>
                <a:off x="3050365" y="2235601"/>
                <a:ext cx="2131160" cy="523220"/>
              </a:xfrm>
              <a:prstGeom prst="rect">
                <a:avLst/>
              </a:prstGeom>
              <a:blipFill rotWithShape="0">
                <a:blip r:embed="rId6"/>
                <a:stretch>
                  <a:fillRect/>
                </a:stretch>
              </a:blipFill>
            </p:spPr>
            <p:txBody>
              <a:bodyPr/>
              <a:lstStyle/>
              <a:p>
                <a:r>
                  <a:rPr lang="pt-BR">
                    <a:noFill/>
                  </a:rPr>
                  <a:t> </a:t>
                </a:r>
              </a:p>
            </p:txBody>
          </p:sp>
        </mc:Fallback>
      </mc:AlternateContent>
      <p:sp>
        <p:nvSpPr>
          <p:cNvPr id="12" name="Seta para a direita 11"/>
          <p:cNvSpPr/>
          <p:nvPr/>
        </p:nvSpPr>
        <p:spPr>
          <a:xfrm>
            <a:off x="5314605" y="2354917"/>
            <a:ext cx="514765" cy="352927"/>
          </a:xfrm>
          <a:prstGeom prst="rightArrow">
            <a:avLst/>
          </a:prstGeom>
          <a:solidFill>
            <a:schemeClr val="accent5">
              <a:lumMod val="7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3" name="Retângulo 12"/>
              <p:cNvSpPr/>
              <p:nvPr/>
            </p:nvSpPr>
            <p:spPr>
              <a:xfrm>
                <a:off x="6046873" y="2223826"/>
                <a:ext cx="2131161" cy="523220"/>
              </a:xfrm>
              <a:prstGeom prst="rect">
                <a:avLst/>
              </a:prstGeom>
              <a:ln w="57150" cmpd="dbl">
                <a:solidFill>
                  <a:schemeClr val="accent1"/>
                </a:solidFill>
              </a:ln>
            </p:spPr>
            <p:txBody>
              <a:bodyPr wrap="none">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rPr>
                        <m:t>𝑺</m:t>
                      </m:r>
                      <m:r>
                        <a:rPr lang="pt-BR" sz="2800" b="1" i="1" smtClean="0">
                          <a:latin typeface="Cambria Math" panose="02040503050406030204" pitchFamily="18" charset="0"/>
                        </a:rPr>
                        <m:t>=</m:t>
                      </m:r>
                      <m:sSub>
                        <m:sSubPr>
                          <m:ctrlPr>
                            <a:rPr lang="pt-BR" sz="2800" b="1" i="1">
                              <a:latin typeface="Cambria Math" panose="02040503050406030204" pitchFamily="18" charset="0"/>
                            </a:rPr>
                          </m:ctrlPr>
                        </m:sSubPr>
                        <m:e>
                          <m:r>
                            <a:rPr lang="pt-BR" sz="2800" b="1" i="1">
                              <a:latin typeface="Cambria Math" panose="02040503050406030204" pitchFamily="18" charset="0"/>
                            </a:rPr>
                            <m:t>𝑺</m:t>
                          </m:r>
                        </m:e>
                        <m:sub>
                          <m:r>
                            <a:rPr lang="pt-BR" sz="2800" b="1" i="1">
                              <a:latin typeface="Cambria Math" panose="02040503050406030204" pitchFamily="18" charset="0"/>
                            </a:rPr>
                            <m:t>𝟎</m:t>
                          </m:r>
                        </m:sub>
                      </m:sSub>
                      <m:r>
                        <a:rPr lang="pt-BR" sz="2800" b="1" i="1" smtClean="0">
                          <a:latin typeface="Cambria Math" panose="02040503050406030204" pitchFamily="18" charset="0"/>
                        </a:rPr>
                        <m:t>+</m:t>
                      </m:r>
                      <m:r>
                        <a:rPr lang="pt-BR" sz="2800" b="1" i="1" smtClean="0">
                          <a:latin typeface="Cambria Math" panose="02040503050406030204" pitchFamily="18" charset="0"/>
                        </a:rPr>
                        <m:t>𝒗𝒕</m:t>
                      </m:r>
                    </m:oMath>
                  </m:oMathPara>
                </a14:m>
                <a:endParaRPr lang="pt-BR" sz="2800" b="1" i="1" dirty="0"/>
              </a:p>
            </p:txBody>
          </p:sp>
        </mc:Choice>
        <mc:Fallback xmlns="">
          <p:sp>
            <p:nvSpPr>
              <p:cNvPr id="13" name="Retângulo 12"/>
              <p:cNvSpPr>
                <a:spLocks noRot="1" noChangeAspect="1" noMove="1" noResize="1" noEditPoints="1" noAdjustHandles="1" noChangeArrowheads="1" noChangeShapeType="1" noTextEdit="1"/>
              </p:cNvSpPr>
              <p:nvPr/>
            </p:nvSpPr>
            <p:spPr>
              <a:xfrm>
                <a:off x="6046873" y="2223826"/>
                <a:ext cx="2131161" cy="523220"/>
              </a:xfrm>
              <a:prstGeom prst="rect">
                <a:avLst/>
              </a:prstGeom>
              <a:blipFill rotWithShape="0">
                <a:blip r:embed="rId7"/>
                <a:stretch>
                  <a:fillRect/>
                </a:stretch>
              </a:blipFill>
              <a:ln w="57150" cmpd="dbl">
                <a:solidFill>
                  <a:schemeClr val="accent1"/>
                </a:solidFill>
              </a:ln>
            </p:spPr>
            <p:txBody>
              <a:bodyPr/>
              <a:lstStyle/>
              <a:p>
                <a:r>
                  <a:rPr lang="pt-BR">
                    <a:noFill/>
                  </a:rPr>
                  <a:t> </a:t>
                </a:r>
              </a:p>
            </p:txBody>
          </p:sp>
        </mc:Fallback>
      </mc:AlternateContent>
      <p:sp>
        <p:nvSpPr>
          <p:cNvPr id="14" name="Retângulo 13"/>
          <p:cNvSpPr/>
          <p:nvPr/>
        </p:nvSpPr>
        <p:spPr>
          <a:xfrm>
            <a:off x="175718" y="2994484"/>
            <a:ext cx="6696137" cy="523220"/>
          </a:xfrm>
          <a:prstGeom prst="rect">
            <a:avLst/>
          </a:prstGeom>
        </p:spPr>
        <p:txBody>
          <a:bodyPr wrap="square">
            <a:spAutoFit/>
          </a:bodyPr>
          <a:lstStyle/>
          <a:p>
            <a:pPr algn="ctr"/>
            <a:r>
              <a:rPr lang="pt-BR" sz="2800" b="1" dirty="0">
                <a:latin typeface="Arial" panose="020B0604020202020204" pitchFamily="34" charset="0"/>
                <a:ea typeface="Calibri" panose="020F0502020204030204" pitchFamily="34" charset="0"/>
              </a:rPr>
              <a:t>Assim, a </a:t>
            </a:r>
            <a:r>
              <a:rPr lang="pt-BR" sz="2800" b="1" i="1" u="sng" dirty="0">
                <a:solidFill>
                  <a:srgbClr val="FF0000"/>
                </a:solidFill>
                <a:latin typeface="Arial" panose="020B0604020202020204" pitchFamily="34" charset="0"/>
                <a:ea typeface="Calibri" panose="020F0502020204030204" pitchFamily="34" charset="0"/>
              </a:rPr>
              <a:t>função horária do espaço </a:t>
            </a:r>
            <a:r>
              <a:rPr lang="pt-BR" sz="2800" b="1" dirty="0">
                <a:latin typeface="Arial" panose="020B0604020202020204" pitchFamily="34" charset="0"/>
                <a:ea typeface="Calibri" panose="020F0502020204030204" pitchFamily="34" charset="0"/>
              </a:rPr>
              <a:t>é:</a:t>
            </a:r>
            <a:endParaRPr lang="pt-BR" sz="2800" b="1" dirty="0"/>
          </a:p>
        </p:txBody>
      </p:sp>
      <mc:AlternateContent xmlns:mc="http://schemas.openxmlformats.org/markup-compatibility/2006" xmlns:a14="http://schemas.microsoft.com/office/drawing/2010/main">
        <mc:Choice Requires="a14">
          <p:sp>
            <p:nvSpPr>
              <p:cNvPr id="15" name="Retângulo 14"/>
              <p:cNvSpPr/>
              <p:nvPr/>
            </p:nvSpPr>
            <p:spPr>
              <a:xfrm>
                <a:off x="6888033" y="3075577"/>
                <a:ext cx="2580002" cy="523220"/>
              </a:xfrm>
              <a:prstGeom prst="rect">
                <a:avLst/>
              </a:prstGeom>
              <a:solidFill>
                <a:srgbClr val="FFFF00"/>
              </a:solidFill>
              <a:ln w="57150" cmpd="dbl">
                <a:solidFill>
                  <a:srgbClr val="FF0000"/>
                </a:solidFill>
              </a:ln>
            </p:spPr>
            <p:txBody>
              <a:bodyPr wrap="none">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rPr>
                        <m:t>𝑺</m:t>
                      </m:r>
                      <m:r>
                        <a:rPr lang="pt-BR" sz="2800" b="1" i="1" smtClean="0">
                          <a:latin typeface="Cambria Math" panose="02040503050406030204" pitchFamily="18" charset="0"/>
                        </a:rPr>
                        <m:t>(</m:t>
                      </m:r>
                      <m:r>
                        <a:rPr lang="pt-BR" sz="2800" b="1" i="1" smtClean="0">
                          <a:latin typeface="Cambria Math" panose="02040503050406030204" pitchFamily="18" charset="0"/>
                        </a:rPr>
                        <m:t>𝒕</m:t>
                      </m:r>
                      <m:r>
                        <a:rPr lang="pt-BR" sz="2800" b="1" i="1" smtClean="0">
                          <a:latin typeface="Cambria Math" panose="02040503050406030204" pitchFamily="18" charset="0"/>
                        </a:rPr>
                        <m:t>)=</m:t>
                      </m:r>
                      <m:sSub>
                        <m:sSubPr>
                          <m:ctrlPr>
                            <a:rPr lang="pt-BR" sz="2800" b="1" i="1">
                              <a:latin typeface="Cambria Math" panose="02040503050406030204" pitchFamily="18" charset="0"/>
                            </a:rPr>
                          </m:ctrlPr>
                        </m:sSubPr>
                        <m:e>
                          <m:r>
                            <a:rPr lang="pt-BR" sz="2800" b="1" i="1">
                              <a:latin typeface="Cambria Math" panose="02040503050406030204" pitchFamily="18" charset="0"/>
                            </a:rPr>
                            <m:t>𝑺</m:t>
                          </m:r>
                        </m:e>
                        <m:sub>
                          <m:r>
                            <a:rPr lang="pt-BR" sz="2800" b="1" i="1">
                              <a:latin typeface="Cambria Math" panose="02040503050406030204" pitchFamily="18" charset="0"/>
                            </a:rPr>
                            <m:t>𝟎</m:t>
                          </m:r>
                        </m:sub>
                      </m:sSub>
                      <m:r>
                        <a:rPr lang="pt-BR" sz="2800" b="1" i="1" smtClean="0">
                          <a:latin typeface="Cambria Math" panose="02040503050406030204" pitchFamily="18" charset="0"/>
                        </a:rPr>
                        <m:t>+</m:t>
                      </m:r>
                      <m:r>
                        <a:rPr lang="pt-BR" sz="2800" b="1" i="1" smtClean="0">
                          <a:latin typeface="Cambria Math" panose="02040503050406030204" pitchFamily="18" charset="0"/>
                        </a:rPr>
                        <m:t>𝒗𝒕</m:t>
                      </m:r>
                    </m:oMath>
                  </m:oMathPara>
                </a14:m>
                <a:endParaRPr lang="pt-BR" sz="2800" b="1" i="1" dirty="0"/>
              </a:p>
            </p:txBody>
          </p:sp>
        </mc:Choice>
        <mc:Fallback xmlns="">
          <p:sp>
            <p:nvSpPr>
              <p:cNvPr id="15" name="Retângulo 14"/>
              <p:cNvSpPr>
                <a:spLocks noRot="1" noChangeAspect="1" noMove="1" noResize="1" noEditPoints="1" noAdjustHandles="1" noChangeArrowheads="1" noChangeShapeType="1" noTextEdit="1"/>
              </p:cNvSpPr>
              <p:nvPr/>
            </p:nvSpPr>
            <p:spPr>
              <a:xfrm>
                <a:off x="6888033" y="3075577"/>
                <a:ext cx="2580002" cy="523220"/>
              </a:xfrm>
              <a:prstGeom prst="rect">
                <a:avLst/>
              </a:prstGeom>
              <a:blipFill>
                <a:blip r:embed="rId8"/>
                <a:stretch>
                  <a:fillRect/>
                </a:stretch>
              </a:blipFill>
              <a:ln w="57150" cmpd="dbl">
                <a:solidFill>
                  <a:srgbClr val="FF0000"/>
                </a:solidFill>
              </a:ln>
            </p:spPr>
            <p:txBody>
              <a:bodyPr/>
              <a:lstStyle/>
              <a:p>
                <a:r>
                  <a:rPr lang="pt-BR">
                    <a:noFill/>
                  </a:rPr>
                  <a:t> </a:t>
                </a:r>
              </a:p>
            </p:txBody>
          </p:sp>
        </mc:Fallback>
      </mc:AlternateContent>
      <p:sp>
        <p:nvSpPr>
          <p:cNvPr id="16" name="Retângulo 15"/>
          <p:cNvSpPr/>
          <p:nvPr/>
        </p:nvSpPr>
        <p:spPr>
          <a:xfrm>
            <a:off x="319101" y="3514838"/>
            <a:ext cx="1803119" cy="523220"/>
          </a:xfrm>
          <a:prstGeom prst="rect">
            <a:avLst/>
          </a:prstGeom>
        </p:spPr>
        <p:txBody>
          <a:bodyPr wrap="square">
            <a:spAutoFit/>
          </a:bodyPr>
          <a:lstStyle/>
          <a:p>
            <a:pPr algn="just"/>
            <a:r>
              <a:rPr lang="pt-BR" sz="2800" b="1" dirty="0">
                <a:latin typeface="Arial" panose="020B0604020202020204" pitchFamily="34" charset="0"/>
                <a:ea typeface="Calibri" panose="020F0502020204030204" pitchFamily="34" charset="0"/>
              </a:rPr>
              <a:t>Em que:</a:t>
            </a:r>
            <a:endParaRPr lang="pt-BR" sz="2800" b="1" dirty="0"/>
          </a:p>
        </p:txBody>
      </p:sp>
      <mc:AlternateContent xmlns:mc="http://schemas.openxmlformats.org/markup-compatibility/2006" xmlns:a14="http://schemas.microsoft.com/office/drawing/2010/main">
        <mc:Choice Requires="a14">
          <p:sp>
            <p:nvSpPr>
              <p:cNvPr id="17" name="Retângulo 16"/>
              <p:cNvSpPr/>
              <p:nvPr/>
            </p:nvSpPr>
            <p:spPr>
              <a:xfrm>
                <a:off x="343496" y="3977612"/>
                <a:ext cx="9124540" cy="954107"/>
              </a:xfrm>
              <a:prstGeom prst="rect">
                <a:avLst/>
              </a:prstGeom>
              <a:ln w="57150" cmpd="dbl">
                <a:noFill/>
              </a:ln>
            </p:spPr>
            <p:txBody>
              <a:bodyPr wrap="square">
                <a:spAutoFit/>
              </a:bodyPr>
              <a:lstStyle/>
              <a:p>
                <a:pPr algn="just"/>
                <a14:m>
                  <m:oMath xmlns:m="http://schemas.openxmlformats.org/officeDocument/2006/math">
                    <m:r>
                      <a:rPr lang="pt-BR" sz="2800" b="1" i="1" smtClean="0">
                        <a:latin typeface="Cambria Math" panose="02040503050406030204" pitchFamily="18" charset="0"/>
                      </a:rPr>
                      <m:t>𝑺</m:t>
                    </m:r>
                    <m:d>
                      <m:dPr>
                        <m:ctrlPr>
                          <a:rPr lang="pt-BR" sz="2800" b="1" i="1" smtClean="0">
                            <a:latin typeface="Cambria Math" panose="02040503050406030204" pitchFamily="18" charset="0"/>
                          </a:rPr>
                        </m:ctrlPr>
                      </m:dPr>
                      <m:e>
                        <m:r>
                          <a:rPr lang="pt-BR" sz="2800" b="1" i="1" smtClean="0">
                            <a:latin typeface="Cambria Math" panose="02040503050406030204" pitchFamily="18" charset="0"/>
                          </a:rPr>
                          <m:t>𝒕</m:t>
                        </m:r>
                      </m:e>
                    </m:d>
                    <m:r>
                      <a:rPr lang="pt-BR" sz="2800" b="1" i="1" smtClean="0">
                        <a:latin typeface="Cambria Math" panose="02040503050406030204" pitchFamily="18" charset="0"/>
                      </a:rPr>
                      <m:t>=</m:t>
                    </m:r>
                    <m:r>
                      <a:rPr lang="pt-BR" sz="2800" b="1" i="1" smtClean="0">
                        <a:solidFill>
                          <a:srgbClr val="FF0000"/>
                        </a:solidFill>
                        <a:latin typeface="Cambria Math" panose="02040503050406030204" pitchFamily="18" charset="0"/>
                      </a:rPr>
                      <m:t>𝒑𝒐𝒔𝒊</m:t>
                    </m:r>
                    <m:r>
                      <a:rPr lang="pt-BR" sz="2800" b="1" i="1" smtClean="0">
                        <a:solidFill>
                          <a:srgbClr val="FF0000"/>
                        </a:solidFill>
                        <a:latin typeface="Cambria Math" panose="02040503050406030204" pitchFamily="18" charset="0"/>
                      </a:rPr>
                      <m:t>çã</m:t>
                    </m:r>
                    <m:r>
                      <a:rPr lang="pt-BR" sz="2800" b="1" i="1" smtClean="0">
                        <a:solidFill>
                          <a:srgbClr val="FF0000"/>
                        </a:solidFill>
                        <a:latin typeface="Cambria Math" panose="02040503050406030204" pitchFamily="18" charset="0"/>
                      </a:rPr>
                      <m:t>𝒐</m:t>
                    </m:r>
                    <m:r>
                      <a:rPr lang="pt-BR" sz="2800" b="1" i="1" smtClean="0">
                        <a:solidFill>
                          <a:srgbClr val="FF0000"/>
                        </a:solidFill>
                        <a:latin typeface="Cambria Math" panose="02040503050406030204" pitchFamily="18" charset="0"/>
                      </a:rPr>
                      <m:t> </m:t>
                    </m:r>
                    <m:r>
                      <a:rPr lang="pt-BR" sz="2800" b="1" i="1" smtClean="0">
                        <a:solidFill>
                          <a:srgbClr val="FF0000"/>
                        </a:solidFill>
                        <a:latin typeface="Cambria Math" panose="02040503050406030204" pitchFamily="18" charset="0"/>
                      </a:rPr>
                      <m:t>𝒅𝒐</m:t>
                    </m:r>
                    <m:r>
                      <a:rPr lang="pt-BR" sz="2800" b="1" i="1" smtClean="0">
                        <a:solidFill>
                          <a:srgbClr val="FF0000"/>
                        </a:solidFill>
                        <a:latin typeface="Cambria Math" panose="02040503050406030204" pitchFamily="18" charset="0"/>
                      </a:rPr>
                      <m:t> </m:t>
                    </m:r>
                    <m:r>
                      <a:rPr lang="pt-BR" sz="2800" b="1" i="1" smtClean="0">
                        <a:solidFill>
                          <a:srgbClr val="FF0000"/>
                        </a:solidFill>
                        <a:latin typeface="Cambria Math" panose="02040503050406030204" pitchFamily="18" charset="0"/>
                      </a:rPr>
                      <m:t>𝒎</m:t>
                    </m:r>
                    <m:r>
                      <a:rPr lang="pt-BR" sz="2800" b="1" i="1" smtClean="0">
                        <a:solidFill>
                          <a:srgbClr val="FF0000"/>
                        </a:solidFill>
                        <a:latin typeface="Cambria Math" panose="02040503050406030204" pitchFamily="18" charset="0"/>
                      </a:rPr>
                      <m:t>ó</m:t>
                    </m:r>
                    <m:r>
                      <a:rPr lang="pt-BR" sz="2800" b="1" i="1" smtClean="0">
                        <a:solidFill>
                          <a:srgbClr val="FF0000"/>
                        </a:solidFill>
                        <a:latin typeface="Cambria Math" panose="02040503050406030204" pitchFamily="18" charset="0"/>
                      </a:rPr>
                      <m:t>𝒗𝒆𝒍</m:t>
                    </m:r>
                    <m:r>
                      <a:rPr lang="pt-BR" sz="2800" b="1" i="1" smtClean="0">
                        <a:solidFill>
                          <a:srgbClr val="FF0000"/>
                        </a:solidFill>
                        <a:latin typeface="Cambria Math" panose="02040503050406030204" pitchFamily="18" charset="0"/>
                      </a:rPr>
                      <m:t> </m:t>
                    </m:r>
                    <m:r>
                      <a:rPr lang="pt-BR" sz="2800" b="1" i="1" smtClean="0">
                        <a:solidFill>
                          <a:srgbClr val="FF0000"/>
                        </a:solidFill>
                        <a:latin typeface="Cambria Math" panose="02040503050406030204" pitchFamily="18" charset="0"/>
                      </a:rPr>
                      <m:t>𝒆𝒎</m:t>
                    </m:r>
                    <m:r>
                      <a:rPr lang="pt-BR" sz="2800" b="1" i="1" smtClean="0">
                        <a:solidFill>
                          <a:srgbClr val="FF0000"/>
                        </a:solidFill>
                        <a:latin typeface="Cambria Math" panose="02040503050406030204" pitchFamily="18" charset="0"/>
                      </a:rPr>
                      <m:t> </m:t>
                    </m:r>
                    <m:r>
                      <a:rPr lang="pt-BR" sz="2800" b="1" i="1" smtClean="0">
                        <a:solidFill>
                          <a:srgbClr val="FF0000"/>
                        </a:solidFill>
                        <a:latin typeface="Cambria Math" panose="02040503050406030204" pitchFamily="18" charset="0"/>
                      </a:rPr>
                      <m:t>𝒒𝒖𝒂𝒍𝒒𝒖𝒆𝒓</m:t>
                    </m:r>
                    <m:r>
                      <a:rPr lang="pt-BR" sz="2800" b="1" i="1" smtClean="0">
                        <a:solidFill>
                          <a:srgbClr val="FF0000"/>
                        </a:solidFill>
                        <a:latin typeface="Cambria Math" panose="02040503050406030204" pitchFamily="18" charset="0"/>
                      </a:rPr>
                      <m:t> </m:t>
                    </m:r>
                    <m:r>
                      <a:rPr lang="pt-BR" sz="2800" b="1" i="1" smtClean="0">
                        <a:solidFill>
                          <a:srgbClr val="FF0000"/>
                        </a:solidFill>
                        <a:latin typeface="Cambria Math" panose="02040503050406030204" pitchFamily="18" charset="0"/>
                      </a:rPr>
                      <m:t>𝒊𝒏𝒔𝒕𝒂𝒏𝒕𝒆</m:t>
                    </m:r>
                    <m:r>
                      <a:rPr lang="pt-BR" sz="2800" b="1" i="1" smtClean="0">
                        <a:latin typeface="Cambria Math" panose="02040503050406030204" pitchFamily="18" charset="0"/>
                      </a:rPr>
                      <m:t> </m:t>
                    </m:r>
                    <m:r>
                      <a:rPr lang="pt-BR" sz="2800" b="1" i="1" smtClean="0">
                        <a:latin typeface="Cambria Math" panose="02040503050406030204" pitchFamily="18" charset="0"/>
                      </a:rPr>
                      <m:t>𝒕</m:t>
                    </m:r>
                  </m:oMath>
                </a14:m>
                <a:r>
                  <a:rPr lang="pt-BR" sz="2800" b="1" i="1" dirty="0"/>
                  <a:t> </a:t>
                </a:r>
              </a:p>
              <a:p>
                <a:pPr algn="just"/>
                <a:r>
                  <a:rPr lang="pt-BR" sz="2800" b="1" i="1" dirty="0"/>
                  <a:t>(</a:t>
                </a:r>
                <a:r>
                  <a:rPr lang="pt-BR" sz="2800" b="1" i="1" dirty="0">
                    <a:solidFill>
                      <a:srgbClr val="7030A0"/>
                    </a:solidFill>
                  </a:rPr>
                  <a:t>onde o móvel chega</a:t>
                </a:r>
                <a:r>
                  <a:rPr lang="pt-BR" sz="2800" b="1" i="1" dirty="0"/>
                  <a:t>)</a:t>
                </a:r>
              </a:p>
            </p:txBody>
          </p:sp>
        </mc:Choice>
        <mc:Fallback xmlns="">
          <p:sp>
            <p:nvSpPr>
              <p:cNvPr id="17" name="Retângulo 16"/>
              <p:cNvSpPr>
                <a:spLocks noRot="1" noChangeAspect="1" noMove="1" noResize="1" noEditPoints="1" noAdjustHandles="1" noChangeArrowheads="1" noChangeShapeType="1" noTextEdit="1"/>
              </p:cNvSpPr>
              <p:nvPr/>
            </p:nvSpPr>
            <p:spPr>
              <a:xfrm>
                <a:off x="343496" y="3977612"/>
                <a:ext cx="9124540" cy="954107"/>
              </a:xfrm>
              <a:prstGeom prst="rect">
                <a:avLst/>
              </a:prstGeom>
              <a:blipFill>
                <a:blip r:embed="rId9"/>
                <a:stretch>
                  <a:fillRect l="-1336" b="-17197"/>
                </a:stretch>
              </a:blipFill>
              <a:ln w="57150" cmpd="dbl">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8" name="Retângulo 17"/>
              <p:cNvSpPr/>
              <p:nvPr/>
            </p:nvSpPr>
            <p:spPr>
              <a:xfrm>
                <a:off x="343495" y="4890430"/>
                <a:ext cx="8794183" cy="523220"/>
              </a:xfrm>
              <a:prstGeom prst="rect">
                <a:avLst/>
              </a:prstGeom>
              <a:ln w="57150" cmpd="dbl">
                <a:noFill/>
              </a:ln>
            </p:spPr>
            <p:txBody>
              <a:bodyPr wrap="square">
                <a:spAutoFit/>
              </a:bodyPr>
              <a:lstStyle/>
              <a:p>
                <a14:m>
                  <m:oMath xmlns:m="http://schemas.openxmlformats.org/officeDocument/2006/math">
                    <m:sSub>
                      <m:sSubPr>
                        <m:ctrlPr>
                          <a:rPr lang="pt-BR" sz="2800" b="1" i="1" smtClean="0">
                            <a:solidFill>
                              <a:schemeClr val="accent4">
                                <a:lumMod val="50000"/>
                              </a:schemeClr>
                            </a:solidFill>
                            <a:latin typeface="Cambria Math" panose="02040503050406030204" pitchFamily="18" charset="0"/>
                          </a:rPr>
                        </m:ctrlPr>
                      </m:sSubPr>
                      <m:e>
                        <m:r>
                          <a:rPr lang="pt-BR" sz="2800" b="1" i="1">
                            <a:solidFill>
                              <a:schemeClr val="accent4">
                                <a:lumMod val="50000"/>
                              </a:schemeClr>
                            </a:solidFill>
                            <a:latin typeface="Cambria Math" panose="02040503050406030204" pitchFamily="18" charset="0"/>
                          </a:rPr>
                          <m:t>𝑺</m:t>
                        </m:r>
                      </m:e>
                      <m:sub>
                        <m:r>
                          <a:rPr lang="pt-BR" sz="2800" b="1" i="1">
                            <a:solidFill>
                              <a:schemeClr val="accent4">
                                <a:lumMod val="50000"/>
                              </a:schemeClr>
                            </a:solidFill>
                            <a:latin typeface="Cambria Math" panose="02040503050406030204" pitchFamily="18" charset="0"/>
                          </a:rPr>
                          <m:t>𝟎</m:t>
                        </m:r>
                      </m:sub>
                    </m:sSub>
                    <m:r>
                      <a:rPr lang="pt-BR" sz="2800" b="1" i="1" smtClean="0">
                        <a:solidFill>
                          <a:schemeClr val="accent4">
                            <a:lumMod val="50000"/>
                          </a:schemeClr>
                        </a:solidFill>
                        <a:latin typeface="Cambria Math" panose="02040503050406030204" pitchFamily="18" charset="0"/>
                      </a:rPr>
                      <m:t>=</m:t>
                    </m:r>
                    <m:r>
                      <a:rPr lang="pt-BR" sz="2800" b="1" i="1" smtClean="0">
                        <a:solidFill>
                          <a:schemeClr val="accent4">
                            <a:lumMod val="50000"/>
                          </a:schemeClr>
                        </a:solidFill>
                        <a:latin typeface="Cambria Math" panose="02040503050406030204" pitchFamily="18" charset="0"/>
                      </a:rPr>
                      <m:t>𝒑𝒐𝒔𝒊</m:t>
                    </m:r>
                    <m:r>
                      <a:rPr lang="pt-BR" sz="2800" b="1" i="1" smtClean="0">
                        <a:solidFill>
                          <a:schemeClr val="accent4">
                            <a:lumMod val="50000"/>
                          </a:schemeClr>
                        </a:solidFill>
                        <a:latin typeface="Cambria Math" panose="02040503050406030204" pitchFamily="18" charset="0"/>
                      </a:rPr>
                      <m:t>çã</m:t>
                    </m:r>
                    <m:r>
                      <a:rPr lang="pt-BR" sz="2800" b="1" i="1" smtClean="0">
                        <a:solidFill>
                          <a:schemeClr val="accent4">
                            <a:lumMod val="50000"/>
                          </a:schemeClr>
                        </a:solidFill>
                        <a:latin typeface="Cambria Math" panose="02040503050406030204" pitchFamily="18" charset="0"/>
                      </a:rPr>
                      <m:t>𝒐</m:t>
                    </m:r>
                    <m:r>
                      <a:rPr lang="pt-BR" sz="2800" b="1" i="1" smtClean="0">
                        <a:solidFill>
                          <a:schemeClr val="accent4">
                            <a:lumMod val="50000"/>
                          </a:schemeClr>
                        </a:solidFill>
                        <a:latin typeface="Cambria Math" panose="02040503050406030204" pitchFamily="18" charset="0"/>
                      </a:rPr>
                      <m:t>  </m:t>
                    </m:r>
                    <m:r>
                      <a:rPr lang="pt-BR" sz="2800" b="1" i="1" smtClean="0">
                        <a:solidFill>
                          <a:schemeClr val="accent4">
                            <a:lumMod val="50000"/>
                          </a:schemeClr>
                        </a:solidFill>
                        <a:latin typeface="Cambria Math" panose="02040503050406030204" pitchFamily="18" charset="0"/>
                      </a:rPr>
                      <m:t>𝒊𝒏𝒊𝒄𝒊𝒂𝒍</m:t>
                    </m:r>
                    <m:r>
                      <a:rPr lang="pt-BR" sz="2800" b="1" i="1" smtClean="0">
                        <a:solidFill>
                          <a:schemeClr val="accent4">
                            <a:lumMod val="50000"/>
                          </a:schemeClr>
                        </a:solidFill>
                        <a:latin typeface="Cambria Math" panose="02040503050406030204" pitchFamily="18" charset="0"/>
                      </a:rPr>
                      <m:t> </m:t>
                    </m:r>
                    <m:r>
                      <a:rPr lang="pt-BR" sz="2800" b="1" i="1" smtClean="0">
                        <a:solidFill>
                          <a:schemeClr val="accent4">
                            <a:lumMod val="50000"/>
                          </a:schemeClr>
                        </a:solidFill>
                        <a:latin typeface="Cambria Math" panose="02040503050406030204" pitchFamily="18" charset="0"/>
                      </a:rPr>
                      <m:t>𝒅𝒐</m:t>
                    </m:r>
                    <m:r>
                      <a:rPr lang="pt-BR" sz="2800" b="1" i="1" smtClean="0">
                        <a:solidFill>
                          <a:schemeClr val="accent4">
                            <a:lumMod val="50000"/>
                          </a:schemeClr>
                        </a:solidFill>
                        <a:latin typeface="Cambria Math" panose="02040503050406030204" pitchFamily="18" charset="0"/>
                      </a:rPr>
                      <m:t> </m:t>
                    </m:r>
                    <m:r>
                      <a:rPr lang="pt-BR" sz="2800" b="1" i="1" smtClean="0">
                        <a:solidFill>
                          <a:schemeClr val="accent4">
                            <a:lumMod val="50000"/>
                          </a:schemeClr>
                        </a:solidFill>
                        <a:latin typeface="Cambria Math" panose="02040503050406030204" pitchFamily="18" charset="0"/>
                      </a:rPr>
                      <m:t>𝒎</m:t>
                    </m:r>
                    <m:r>
                      <a:rPr lang="pt-BR" sz="2800" b="1" i="1" smtClean="0">
                        <a:solidFill>
                          <a:schemeClr val="accent4">
                            <a:lumMod val="50000"/>
                          </a:schemeClr>
                        </a:solidFill>
                        <a:latin typeface="Cambria Math" panose="02040503050406030204" pitchFamily="18" charset="0"/>
                      </a:rPr>
                      <m:t>ó</m:t>
                    </m:r>
                    <m:r>
                      <a:rPr lang="pt-BR" sz="2800" b="1" i="1" smtClean="0">
                        <a:solidFill>
                          <a:schemeClr val="accent4">
                            <a:lumMod val="50000"/>
                          </a:schemeClr>
                        </a:solidFill>
                        <a:latin typeface="Cambria Math" panose="02040503050406030204" pitchFamily="18" charset="0"/>
                      </a:rPr>
                      <m:t>𝒗𝒆𝒍</m:t>
                    </m:r>
                    <m:r>
                      <a:rPr lang="pt-BR" sz="2800" b="1" i="1" smtClean="0">
                        <a:solidFill>
                          <a:schemeClr val="accent4">
                            <a:lumMod val="50000"/>
                          </a:schemeClr>
                        </a:solidFill>
                        <a:latin typeface="Cambria Math" panose="02040503050406030204" pitchFamily="18" charset="0"/>
                      </a:rPr>
                      <m:t> </m:t>
                    </m:r>
                  </m:oMath>
                </a14:m>
                <a:r>
                  <a:rPr lang="pt-BR" sz="2800" b="1" i="1" dirty="0"/>
                  <a:t> (</a:t>
                </a:r>
                <a:r>
                  <a:rPr lang="pt-BR" sz="2800" b="1" i="1" dirty="0">
                    <a:solidFill>
                      <a:srgbClr val="7030A0"/>
                    </a:solidFill>
                  </a:rPr>
                  <a:t>de</a:t>
                </a:r>
                <a:r>
                  <a:rPr lang="pt-BR" sz="2800" b="1" i="1" dirty="0"/>
                  <a:t> </a:t>
                </a:r>
                <a:r>
                  <a:rPr lang="pt-BR" sz="2800" b="1" i="1" dirty="0">
                    <a:solidFill>
                      <a:srgbClr val="7030A0"/>
                    </a:solidFill>
                  </a:rPr>
                  <a:t>onde ele parte</a:t>
                </a:r>
                <a:r>
                  <a:rPr lang="pt-BR" sz="2800" b="1" i="1" dirty="0"/>
                  <a:t>)</a:t>
                </a:r>
              </a:p>
            </p:txBody>
          </p:sp>
        </mc:Choice>
        <mc:Fallback xmlns="">
          <p:sp>
            <p:nvSpPr>
              <p:cNvPr id="18" name="Retângulo 17"/>
              <p:cNvSpPr>
                <a:spLocks noRot="1" noChangeAspect="1" noMove="1" noResize="1" noEditPoints="1" noAdjustHandles="1" noChangeArrowheads="1" noChangeShapeType="1" noTextEdit="1"/>
              </p:cNvSpPr>
              <p:nvPr/>
            </p:nvSpPr>
            <p:spPr>
              <a:xfrm>
                <a:off x="343495" y="4890430"/>
                <a:ext cx="8794183" cy="523220"/>
              </a:xfrm>
              <a:prstGeom prst="rect">
                <a:avLst/>
              </a:prstGeom>
              <a:blipFill>
                <a:blip r:embed="rId10"/>
                <a:stretch>
                  <a:fillRect t="-10465" b="-32558"/>
                </a:stretch>
              </a:blipFill>
              <a:ln w="57150" cmpd="dbl">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9" name="Retângulo 18"/>
              <p:cNvSpPr/>
              <p:nvPr/>
            </p:nvSpPr>
            <p:spPr>
              <a:xfrm>
                <a:off x="368430" y="5414200"/>
                <a:ext cx="5657885" cy="523220"/>
              </a:xfrm>
              <a:prstGeom prst="rect">
                <a:avLst/>
              </a:prstGeom>
              <a:ln w="57150" cmpd="dbl">
                <a:noFill/>
              </a:ln>
            </p:spPr>
            <p:txBody>
              <a:bodyPr wrap="square">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rPr>
                        <m:t>𝒗</m:t>
                      </m:r>
                      <m:r>
                        <a:rPr lang="pt-BR" sz="2800" b="1" i="1" smtClean="0">
                          <a:latin typeface="Cambria Math" panose="02040503050406030204" pitchFamily="18" charset="0"/>
                        </a:rPr>
                        <m:t>=</m:t>
                      </m:r>
                      <m:r>
                        <a:rPr lang="pt-BR" sz="2800" b="1" i="1" smtClean="0">
                          <a:solidFill>
                            <a:schemeClr val="tx1"/>
                          </a:solidFill>
                          <a:latin typeface="Cambria Math" panose="02040503050406030204" pitchFamily="18" charset="0"/>
                        </a:rPr>
                        <m:t>𝒗𝒆𝒍𝒐𝒄𝒊𝒅𝒂𝒅𝒆</m:t>
                      </m:r>
                      <m:r>
                        <a:rPr lang="pt-BR" sz="2800" b="1" i="1" smtClean="0">
                          <a:solidFill>
                            <a:schemeClr val="tx1"/>
                          </a:solidFill>
                          <a:latin typeface="Cambria Math" panose="02040503050406030204" pitchFamily="18" charset="0"/>
                        </a:rPr>
                        <m:t> </m:t>
                      </m:r>
                      <m:r>
                        <a:rPr lang="pt-BR" sz="2800" b="1" i="1" smtClean="0">
                          <a:solidFill>
                            <a:schemeClr val="tx1"/>
                          </a:solidFill>
                          <a:latin typeface="Cambria Math" panose="02040503050406030204" pitchFamily="18" charset="0"/>
                        </a:rPr>
                        <m:t>𝒒𝒖𝒆</m:t>
                      </m:r>
                      <m:r>
                        <a:rPr lang="pt-BR" sz="2800" b="1" i="1" smtClean="0">
                          <a:solidFill>
                            <a:schemeClr val="tx1"/>
                          </a:solidFill>
                          <a:latin typeface="Cambria Math" panose="02040503050406030204" pitchFamily="18" charset="0"/>
                        </a:rPr>
                        <m:t> é </m:t>
                      </m:r>
                      <m:r>
                        <a:rPr lang="pt-BR" sz="2800" b="1" i="1" smtClean="0">
                          <a:solidFill>
                            <a:schemeClr val="tx1"/>
                          </a:solidFill>
                          <a:latin typeface="Cambria Math" panose="02040503050406030204" pitchFamily="18" charset="0"/>
                        </a:rPr>
                        <m:t>𝒄𝒐𝒏𝒔𝒕𝒂𝒏𝒕𝒆</m:t>
                      </m:r>
                      <m:r>
                        <a:rPr lang="pt-BR" sz="2800" b="1" i="1" smtClean="0">
                          <a:solidFill>
                            <a:schemeClr val="tx1"/>
                          </a:solidFill>
                          <a:latin typeface="Cambria Math" panose="02040503050406030204" pitchFamily="18" charset="0"/>
                        </a:rPr>
                        <m:t> </m:t>
                      </m:r>
                    </m:oMath>
                  </m:oMathPara>
                </a14:m>
                <a:endParaRPr lang="pt-BR" sz="2800" b="1" i="1" dirty="0">
                  <a:solidFill>
                    <a:srgbClr val="FF0000"/>
                  </a:solidFill>
                </a:endParaRPr>
              </a:p>
            </p:txBody>
          </p:sp>
        </mc:Choice>
        <mc:Fallback xmlns="">
          <p:sp>
            <p:nvSpPr>
              <p:cNvPr id="19" name="Retângulo 18"/>
              <p:cNvSpPr>
                <a:spLocks noRot="1" noChangeAspect="1" noMove="1" noResize="1" noEditPoints="1" noAdjustHandles="1" noChangeArrowheads="1" noChangeShapeType="1" noTextEdit="1"/>
              </p:cNvSpPr>
              <p:nvPr/>
            </p:nvSpPr>
            <p:spPr>
              <a:xfrm>
                <a:off x="368430" y="5414200"/>
                <a:ext cx="5657885" cy="523220"/>
              </a:xfrm>
              <a:prstGeom prst="rect">
                <a:avLst/>
              </a:prstGeom>
              <a:blipFill rotWithShape="0">
                <a:blip r:embed="rId11"/>
                <a:stretch>
                  <a:fillRect/>
                </a:stretch>
              </a:blipFill>
              <a:ln w="57150" cmpd="dbl">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0" name="Retângulo 19"/>
              <p:cNvSpPr/>
              <p:nvPr/>
            </p:nvSpPr>
            <p:spPr>
              <a:xfrm>
                <a:off x="368430" y="5839637"/>
                <a:ext cx="4716027" cy="523220"/>
              </a:xfrm>
              <a:prstGeom prst="rect">
                <a:avLst/>
              </a:prstGeom>
              <a:ln w="57150" cmpd="dbl">
                <a:noFill/>
              </a:ln>
            </p:spPr>
            <p:txBody>
              <a:bodyPr wrap="square">
                <a:spAutoFit/>
              </a:bodyPr>
              <a:lstStyle/>
              <a:p>
                <a:pPr/>
                <a14:m>
                  <m:oMathPara xmlns:m="http://schemas.openxmlformats.org/officeDocument/2006/math">
                    <m:oMathParaPr>
                      <m:jc m:val="centerGroup"/>
                    </m:oMathParaPr>
                    <m:oMath xmlns:m="http://schemas.openxmlformats.org/officeDocument/2006/math">
                      <m:r>
                        <a:rPr lang="pt-BR" sz="2800" b="1" i="1" smtClean="0">
                          <a:solidFill>
                            <a:srgbClr val="002060"/>
                          </a:solidFill>
                          <a:latin typeface="Cambria Math" panose="02040503050406030204" pitchFamily="18" charset="0"/>
                        </a:rPr>
                        <m:t>𝒕</m:t>
                      </m:r>
                      <m:r>
                        <a:rPr lang="pt-BR" sz="2800" b="1" i="1" smtClean="0">
                          <a:solidFill>
                            <a:srgbClr val="002060"/>
                          </a:solidFill>
                          <a:latin typeface="Cambria Math" panose="02040503050406030204" pitchFamily="18" charset="0"/>
                        </a:rPr>
                        <m:t>=</m:t>
                      </m:r>
                      <m:r>
                        <a:rPr lang="pt-BR" sz="2800" b="1" i="1" smtClean="0">
                          <a:solidFill>
                            <a:srgbClr val="002060"/>
                          </a:solidFill>
                          <a:latin typeface="Cambria Math" panose="02040503050406030204" pitchFamily="18" charset="0"/>
                        </a:rPr>
                        <m:t>𝒖𝒎</m:t>
                      </m:r>
                      <m:r>
                        <a:rPr lang="pt-BR" sz="2800" b="1" i="1" smtClean="0">
                          <a:solidFill>
                            <a:srgbClr val="002060"/>
                          </a:solidFill>
                          <a:latin typeface="Cambria Math" panose="02040503050406030204" pitchFamily="18" charset="0"/>
                        </a:rPr>
                        <m:t> </m:t>
                      </m:r>
                      <m:r>
                        <a:rPr lang="pt-BR" sz="2800" b="1" i="1" smtClean="0">
                          <a:solidFill>
                            <a:srgbClr val="002060"/>
                          </a:solidFill>
                          <a:latin typeface="Cambria Math" panose="02040503050406030204" pitchFamily="18" charset="0"/>
                        </a:rPr>
                        <m:t>𝒊𝒏𝒔𝒕𝒂𝒏𝒕𝒆</m:t>
                      </m:r>
                      <m:r>
                        <a:rPr lang="pt-BR" sz="2800" b="1" i="1" smtClean="0">
                          <a:solidFill>
                            <a:srgbClr val="002060"/>
                          </a:solidFill>
                          <a:latin typeface="Cambria Math" panose="02040503050406030204" pitchFamily="18" charset="0"/>
                        </a:rPr>
                        <m:t> </m:t>
                      </m:r>
                      <m:r>
                        <a:rPr lang="pt-BR" sz="2800" b="1" i="1" smtClean="0">
                          <a:solidFill>
                            <a:srgbClr val="002060"/>
                          </a:solidFill>
                          <a:latin typeface="Cambria Math" panose="02040503050406030204" pitchFamily="18" charset="0"/>
                        </a:rPr>
                        <m:t>𝒒𝒖𝒂𝒍𝒒𝒖𝒆𝒓</m:t>
                      </m:r>
                    </m:oMath>
                  </m:oMathPara>
                </a14:m>
                <a:endParaRPr lang="pt-BR" sz="2800" b="1" i="1" dirty="0">
                  <a:solidFill>
                    <a:srgbClr val="002060"/>
                  </a:solidFill>
                </a:endParaRPr>
              </a:p>
            </p:txBody>
          </p:sp>
        </mc:Choice>
        <mc:Fallback xmlns="">
          <p:sp>
            <p:nvSpPr>
              <p:cNvPr id="20" name="Retângulo 19"/>
              <p:cNvSpPr>
                <a:spLocks noRot="1" noChangeAspect="1" noMove="1" noResize="1" noEditPoints="1" noAdjustHandles="1" noChangeArrowheads="1" noChangeShapeType="1" noTextEdit="1"/>
              </p:cNvSpPr>
              <p:nvPr/>
            </p:nvSpPr>
            <p:spPr>
              <a:xfrm>
                <a:off x="368430" y="5839637"/>
                <a:ext cx="4716027" cy="523220"/>
              </a:xfrm>
              <a:prstGeom prst="rect">
                <a:avLst/>
              </a:prstGeom>
              <a:blipFill rotWithShape="0">
                <a:blip r:embed="rId12"/>
                <a:stretch>
                  <a:fillRect/>
                </a:stretch>
              </a:blipFill>
              <a:ln w="57150" cmpd="dbl">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1" name="Retângulo 20"/>
              <p:cNvSpPr/>
              <p:nvPr/>
            </p:nvSpPr>
            <p:spPr>
              <a:xfrm>
                <a:off x="287707" y="6210231"/>
                <a:ext cx="1154728" cy="523220"/>
              </a:xfrm>
              <a:prstGeom prst="rect">
                <a:avLst/>
              </a:prstGeom>
              <a:ln w="57150" cmpd="dbl">
                <a:noFill/>
              </a:ln>
            </p:spPr>
            <p:txBody>
              <a:bodyPr wrap="square">
                <a:spAutoFit/>
              </a:bodyPr>
              <a:lstStyle/>
              <a:p>
                <a:pPr/>
                <a14:m>
                  <m:oMathPara xmlns:m="http://schemas.openxmlformats.org/officeDocument/2006/math">
                    <m:oMathParaPr>
                      <m:jc m:val="centerGroup"/>
                    </m:oMathParaPr>
                    <m:oMath xmlns:m="http://schemas.openxmlformats.org/officeDocument/2006/math">
                      <m:r>
                        <a:rPr lang="pt-BR" sz="2800" b="1" i="1" smtClean="0">
                          <a:solidFill>
                            <a:srgbClr val="FF0000"/>
                          </a:solidFill>
                          <a:latin typeface="Cambria Math" panose="02040503050406030204" pitchFamily="18" charset="0"/>
                        </a:rPr>
                        <m:t>𝑶𝒃𝒔</m:t>
                      </m:r>
                      <m:r>
                        <a:rPr lang="pt-BR" sz="2800" b="1" i="1" smtClean="0">
                          <a:solidFill>
                            <a:srgbClr val="FF0000"/>
                          </a:solidFill>
                          <a:latin typeface="Cambria Math" panose="02040503050406030204" pitchFamily="18" charset="0"/>
                        </a:rPr>
                        <m:t>.:</m:t>
                      </m:r>
                    </m:oMath>
                  </m:oMathPara>
                </a14:m>
                <a:endParaRPr lang="pt-BR" sz="2800" b="1" i="1" dirty="0">
                  <a:solidFill>
                    <a:srgbClr val="FF0000"/>
                  </a:solidFill>
                </a:endParaRPr>
              </a:p>
            </p:txBody>
          </p:sp>
        </mc:Choice>
        <mc:Fallback xmlns="">
          <p:sp>
            <p:nvSpPr>
              <p:cNvPr id="21" name="Retângulo 20"/>
              <p:cNvSpPr>
                <a:spLocks noRot="1" noChangeAspect="1" noMove="1" noResize="1" noEditPoints="1" noAdjustHandles="1" noChangeArrowheads="1" noChangeShapeType="1" noTextEdit="1"/>
              </p:cNvSpPr>
              <p:nvPr/>
            </p:nvSpPr>
            <p:spPr>
              <a:xfrm>
                <a:off x="287707" y="6210231"/>
                <a:ext cx="1154728" cy="523220"/>
              </a:xfrm>
              <a:prstGeom prst="rect">
                <a:avLst/>
              </a:prstGeom>
              <a:blipFill rotWithShape="0">
                <a:blip r:embed="rId13"/>
                <a:stretch>
                  <a:fillRect/>
                </a:stretch>
              </a:blipFill>
              <a:ln w="57150" cmpd="dbl">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2" name="Retângulo 21"/>
              <p:cNvSpPr/>
              <p:nvPr/>
            </p:nvSpPr>
            <p:spPr>
              <a:xfrm>
                <a:off x="1442435" y="6213051"/>
                <a:ext cx="8696659" cy="523220"/>
              </a:xfrm>
              <a:prstGeom prst="rect">
                <a:avLst/>
              </a:prstGeom>
              <a:ln w="57150" cmpd="dbl">
                <a:noFill/>
              </a:ln>
            </p:spPr>
            <p:txBody>
              <a:bodyPr wrap="square">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rPr>
                        <m:t>𝑶</m:t>
                      </m:r>
                      <m:r>
                        <a:rPr lang="pt-BR" sz="2800" b="1" i="1" smtClean="0">
                          <a:solidFill>
                            <a:schemeClr val="tx1"/>
                          </a:solidFill>
                          <a:latin typeface="Cambria Math" panose="02040503050406030204" pitchFamily="18" charset="0"/>
                        </a:rPr>
                        <m:t> </m:t>
                      </m:r>
                      <m:r>
                        <a:rPr lang="pt-BR" sz="2800" b="1" i="1" smtClean="0">
                          <a:solidFill>
                            <a:schemeClr val="tx1"/>
                          </a:solidFill>
                          <a:latin typeface="Cambria Math" panose="02040503050406030204" pitchFamily="18" charset="0"/>
                        </a:rPr>
                        <m:t>𝒑𝒓𝒐𝒅𝒖𝒕𝒐</m:t>
                      </m:r>
                      <m:r>
                        <a:rPr lang="pt-BR" sz="2800" b="1" i="1" smtClean="0">
                          <a:solidFill>
                            <a:schemeClr val="tx1"/>
                          </a:solidFill>
                          <a:latin typeface="Cambria Math" panose="02040503050406030204" pitchFamily="18" charset="0"/>
                        </a:rPr>
                        <m:t> </m:t>
                      </m:r>
                      <m:r>
                        <a:rPr lang="pt-BR" sz="2800" b="1" i="1" smtClean="0">
                          <a:solidFill>
                            <a:srgbClr val="FF0000"/>
                          </a:solidFill>
                          <a:latin typeface="Cambria Math" panose="02040503050406030204" pitchFamily="18" charset="0"/>
                        </a:rPr>
                        <m:t>𝒗</m:t>
                      </m:r>
                      <m:r>
                        <a:rPr lang="pt-BR" sz="2800" b="1" i="1" smtClean="0">
                          <a:solidFill>
                            <a:srgbClr val="FF0000"/>
                          </a:solidFill>
                          <a:latin typeface="Cambria Math" panose="02040503050406030204" pitchFamily="18" charset="0"/>
                        </a:rPr>
                        <m:t>.</m:t>
                      </m:r>
                      <m:r>
                        <a:rPr lang="pt-BR" sz="2800" b="1" i="1" smtClean="0">
                          <a:solidFill>
                            <a:srgbClr val="FF0000"/>
                          </a:solidFill>
                          <a:latin typeface="Cambria Math" panose="02040503050406030204" pitchFamily="18" charset="0"/>
                        </a:rPr>
                        <m:t>𝒕</m:t>
                      </m:r>
                      <m:r>
                        <a:rPr lang="pt-BR" sz="2800" b="1" i="1" smtClean="0">
                          <a:solidFill>
                            <a:srgbClr val="FF0000"/>
                          </a:solidFill>
                          <a:latin typeface="Cambria Math" panose="02040503050406030204" pitchFamily="18" charset="0"/>
                        </a:rPr>
                        <m:t> </m:t>
                      </m:r>
                      <m:r>
                        <a:rPr lang="pt-BR" sz="2800" b="1" i="1" smtClean="0">
                          <a:solidFill>
                            <a:schemeClr val="tx1"/>
                          </a:solidFill>
                          <a:latin typeface="Cambria Math" panose="02040503050406030204" pitchFamily="18" charset="0"/>
                        </a:rPr>
                        <m:t>𝒊𝒏𝒇𝒐𝒓𝒎𝒂</m:t>
                      </m:r>
                      <m:r>
                        <a:rPr lang="pt-BR" sz="2800" b="1" i="1" smtClean="0">
                          <a:solidFill>
                            <a:schemeClr val="tx1"/>
                          </a:solidFill>
                          <a:latin typeface="Cambria Math" panose="02040503050406030204" pitchFamily="18" charset="0"/>
                        </a:rPr>
                        <m:t> </m:t>
                      </m:r>
                      <m:r>
                        <a:rPr lang="pt-BR" sz="2800" b="1" i="1" smtClean="0">
                          <a:solidFill>
                            <a:schemeClr val="tx1"/>
                          </a:solidFill>
                          <a:latin typeface="Cambria Math" panose="02040503050406030204" pitchFamily="18" charset="0"/>
                        </a:rPr>
                        <m:t>𝒒𝒖𝒂𝒏𝒕𝒐</m:t>
                      </m:r>
                      <m:r>
                        <a:rPr lang="pt-BR" sz="2800" b="1" i="1" smtClean="0">
                          <a:solidFill>
                            <a:schemeClr val="tx1"/>
                          </a:solidFill>
                          <a:latin typeface="Cambria Math" panose="02040503050406030204" pitchFamily="18" charset="0"/>
                        </a:rPr>
                        <m:t> </m:t>
                      </m:r>
                      <m:r>
                        <a:rPr lang="pt-BR" sz="2800" b="1" i="1" smtClean="0">
                          <a:solidFill>
                            <a:schemeClr val="tx1"/>
                          </a:solidFill>
                          <a:latin typeface="Cambria Math" panose="02040503050406030204" pitchFamily="18" charset="0"/>
                        </a:rPr>
                        <m:t>𝒐</m:t>
                      </m:r>
                      <m:r>
                        <a:rPr lang="pt-BR" sz="2800" b="1" i="1" smtClean="0">
                          <a:solidFill>
                            <a:schemeClr val="tx1"/>
                          </a:solidFill>
                          <a:latin typeface="Cambria Math" panose="02040503050406030204" pitchFamily="18" charset="0"/>
                        </a:rPr>
                        <m:t> </m:t>
                      </m:r>
                      <m:r>
                        <a:rPr lang="pt-BR" sz="2800" b="1" i="1" smtClean="0">
                          <a:solidFill>
                            <a:schemeClr val="tx1"/>
                          </a:solidFill>
                          <a:latin typeface="Cambria Math" panose="02040503050406030204" pitchFamily="18" charset="0"/>
                        </a:rPr>
                        <m:t>𝒎</m:t>
                      </m:r>
                      <m:r>
                        <a:rPr lang="pt-BR" sz="2800" b="1" i="1" smtClean="0">
                          <a:solidFill>
                            <a:schemeClr val="tx1"/>
                          </a:solidFill>
                          <a:latin typeface="Cambria Math" panose="02040503050406030204" pitchFamily="18" charset="0"/>
                        </a:rPr>
                        <m:t>ó</m:t>
                      </m:r>
                      <m:r>
                        <a:rPr lang="pt-BR" sz="2800" b="1" i="1" smtClean="0">
                          <a:solidFill>
                            <a:schemeClr val="tx1"/>
                          </a:solidFill>
                          <a:latin typeface="Cambria Math" panose="02040503050406030204" pitchFamily="18" charset="0"/>
                        </a:rPr>
                        <m:t>𝒗𝒆𝒍</m:t>
                      </m:r>
                      <m:r>
                        <a:rPr lang="pt-BR" sz="2800" b="1" i="1" smtClean="0">
                          <a:solidFill>
                            <a:schemeClr val="tx1"/>
                          </a:solidFill>
                          <a:latin typeface="Cambria Math" panose="02040503050406030204" pitchFamily="18" charset="0"/>
                        </a:rPr>
                        <m:t> </m:t>
                      </m:r>
                      <m:r>
                        <a:rPr lang="pt-BR" sz="2800" b="1" i="1" smtClean="0">
                          <a:solidFill>
                            <a:schemeClr val="tx1"/>
                          </a:solidFill>
                          <a:latin typeface="Cambria Math" panose="02040503050406030204" pitchFamily="18" charset="0"/>
                        </a:rPr>
                        <m:t>𝒔𝒆</m:t>
                      </m:r>
                      <m:r>
                        <a:rPr lang="pt-BR" sz="2800" b="1" i="1" smtClean="0">
                          <a:solidFill>
                            <a:schemeClr val="tx1"/>
                          </a:solidFill>
                          <a:latin typeface="Cambria Math" panose="02040503050406030204" pitchFamily="18" charset="0"/>
                        </a:rPr>
                        <m:t> </m:t>
                      </m:r>
                      <m:r>
                        <a:rPr lang="pt-BR" sz="2800" b="1" i="1" smtClean="0">
                          <a:solidFill>
                            <a:schemeClr val="tx1"/>
                          </a:solidFill>
                          <a:latin typeface="Cambria Math" panose="02040503050406030204" pitchFamily="18" charset="0"/>
                        </a:rPr>
                        <m:t>𝒅𝒆𝒔𝒍𝒐𝒄𝒂</m:t>
                      </m:r>
                    </m:oMath>
                  </m:oMathPara>
                </a14:m>
                <a:endParaRPr lang="pt-BR" sz="2800" b="1" i="1" dirty="0">
                  <a:solidFill>
                    <a:schemeClr val="tx1"/>
                  </a:solidFill>
                </a:endParaRPr>
              </a:p>
            </p:txBody>
          </p:sp>
        </mc:Choice>
        <mc:Fallback xmlns="">
          <p:sp>
            <p:nvSpPr>
              <p:cNvPr id="22" name="Retângulo 21"/>
              <p:cNvSpPr>
                <a:spLocks noRot="1" noChangeAspect="1" noMove="1" noResize="1" noEditPoints="1" noAdjustHandles="1" noChangeArrowheads="1" noChangeShapeType="1" noTextEdit="1"/>
              </p:cNvSpPr>
              <p:nvPr/>
            </p:nvSpPr>
            <p:spPr>
              <a:xfrm>
                <a:off x="1442435" y="6213051"/>
                <a:ext cx="8696659" cy="523220"/>
              </a:xfrm>
              <a:prstGeom prst="rect">
                <a:avLst/>
              </a:prstGeom>
              <a:blipFill rotWithShape="0">
                <a:blip r:embed="rId14"/>
                <a:stretch>
                  <a:fillRect/>
                </a:stretch>
              </a:blipFill>
              <a:ln w="57150" cmpd="dbl">
                <a:noFill/>
              </a:ln>
            </p:spPr>
            <p:txBody>
              <a:bodyPr/>
              <a:lstStyle/>
              <a:p>
                <a:r>
                  <a:rPr lang="pt-BR">
                    <a:noFill/>
                  </a:rPr>
                  <a:t> </a:t>
                </a:r>
              </a:p>
            </p:txBody>
          </p:sp>
        </mc:Fallback>
      </mc:AlternateContent>
      <p:pic>
        <p:nvPicPr>
          <p:cNvPr id="24" name="Imagem 23" descr="Cachorro dentro de carro&#10;&#10;Descrição gerada automaticamente">
            <a:extLst>
              <a:ext uri="{FF2B5EF4-FFF2-40B4-BE49-F238E27FC236}">
                <a16:creationId xmlns:a16="http://schemas.microsoft.com/office/drawing/2014/main" id="{50A8154A-64C7-0675-98F8-EC02CDA0CCF0}"/>
              </a:ext>
            </a:extLst>
          </p:cNvPr>
          <p:cNvPicPr>
            <a:picLocks noChangeAspect="1"/>
          </p:cNvPicPr>
          <p:nvPr/>
        </p:nvPicPr>
        <p:blipFill>
          <a:blip r:embed="rId15"/>
          <a:stretch>
            <a:fillRect/>
          </a:stretch>
        </p:blipFill>
        <p:spPr>
          <a:xfrm>
            <a:off x="9799523" y="3168374"/>
            <a:ext cx="2216759" cy="2997967"/>
          </a:xfrm>
          <a:prstGeom prst="rect">
            <a:avLst/>
          </a:prstGeom>
        </p:spPr>
      </p:pic>
    </p:spTree>
    <p:extLst>
      <p:ext uri="{BB962C8B-B14F-4D97-AF65-F5344CB8AC3E}">
        <p14:creationId xmlns:p14="http://schemas.microsoft.com/office/powerpoint/2010/main" val="2297134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00"/>
                                        <p:tgtEl>
                                          <p:spTgt spid="13"/>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00"/>
                                        <p:tgtEl>
                                          <p:spTgt spid="17"/>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500"/>
                                        <p:tgtEl>
                                          <p:spTgt spid="18"/>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500"/>
                                        <p:tgtEl>
                                          <p:spTgt spid="19"/>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500"/>
                                        <p:tgtEl>
                                          <p:spTgt spid="20"/>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21"/>
                                        </p:tgtEl>
                                        <p:attrNameLst>
                                          <p:attrName>style.visibility</p:attrName>
                                        </p:attrNameLst>
                                      </p:cBhvr>
                                      <p:to>
                                        <p:strVal val="visible"/>
                                      </p:to>
                                    </p:set>
                                    <p:animEffect transition="in" filter="fade">
                                      <p:cBhvr>
                                        <p:cTn id="86" dur="500"/>
                                        <p:tgtEl>
                                          <p:spTgt spid="21"/>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500"/>
                                        <p:tgtEl>
                                          <p:spTgt spid="22"/>
                                        </p:tgtEl>
                                      </p:cBhvr>
                                    </p:animEffect>
                                  </p:childTnLst>
                                </p:cTn>
                              </p:par>
                            </p:childTnLst>
                          </p:cTn>
                        </p:par>
                      </p:childTnLst>
                    </p:cTn>
                  </p:par>
                  <p:par>
                    <p:cTn id="92" fill="hold">
                      <p:stCondLst>
                        <p:cond delay="indefinite"/>
                      </p:stCondLst>
                      <p:childTnLst>
                        <p:par>
                          <p:cTn id="93" fill="hold">
                            <p:stCondLst>
                              <p:cond delay="0"/>
                            </p:stCondLst>
                            <p:childTnLst>
                              <p:par>
                                <p:cTn id="94" presetID="42" presetClass="entr" presetSubtype="0" fill="hold" nodeType="clickEffect">
                                  <p:stCondLst>
                                    <p:cond delay="0"/>
                                  </p:stCondLst>
                                  <p:childTnLst>
                                    <p:set>
                                      <p:cBhvr>
                                        <p:cTn id="95" dur="1" fill="hold">
                                          <p:stCondLst>
                                            <p:cond delay="0"/>
                                          </p:stCondLst>
                                        </p:cTn>
                                        <p:tgtEl>
                                          <p:spTgt spid="24"/>
                                        </p:tgtEl>
                                        <p:attrNameLst>
                                          <p:attrName>style.visibility</p:attrName>
                                        </p:attrNameLst>
                                      </p:cBhvr>
                                      <p:to>
                                        <p:strVal val="visible"/>
                                      </p:to>
                                    </p:set>
                                    <p:animEffect transition="in" filter="fade">
                                      <p:cBhvr>
                                        <p:cTn id="96" dur="1000"/>
                                        <p:tgtEl>
                                          <p:spTgt spid="24"/>
                                        </p:tgtEl>
                                      </p:cBhvr>
                                    </p:animEffect>
                                    <p:anim calcmode="lin" valueType="num">
                                      <p:cBhvr>
                                        <p:cTn id="97" dur="1000" fill="hold"/>
                                        <p:tgtEl>
                                          <p:spTgt spid="24"/>
                                        </p:tgtEl>
                                        <p:attrNameLst>
                                          <p:attrName>ppt_x</p:attrName>
                                        </p:attrNameLst>
                                      </p:cBhvr>
                                      <p:tavLst>
                                        <p:tav tm="0">
                                          <p:val>
                                            <p:strVal val="#ppt_x"/>
                                          </p:val>
                                        </p:tav>
                                        <p:tav tm="100000">
                                          <p:val>
                                            <p:strVal val="#ppt_x"/>
                                          </p:val>
                                        </p:tav>
                                      </p:tavLst>
                                    </p:anim>
                                    <p:anim calcmode="lin" valueType="num">
                                      <p:cBhvr>
                                        <p:cTn id="98"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P spid="6" grpId="0"/>
      <p:bldP spid="7" grpId="0"/>
      <p:bldP spid="9" grpId="0"/>
      <p:bldP spid="10" grpId="0" animBg="1"/>
      <p:bldP spid="11" grpId="0"/>
      <p:bldP spid="12" grpId="0" animBg="1"/>
      <p:bldP spid="13" grpId="0" animBg="1"/>
      <p:bldP spid="14" grpId="0"/>
      <p:bldP spid="15" grpId="0" animBg="1"/>
      <p:bldP spid="16" grpId="0"/>
      <p:bldP spid="17" grpId="0"/>
      <p:bldP spid="18" grpId="0"/>
      <p:bldP spid="19" grpId="0"/>
      <p:bldP spid="20" grpId="0"/>
      <p:bldP spid="21" grpId="0"/>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LISTA 01 – INTRODUÇÃO A CINEMÁTICA: MRU - velocidade relativa e encontro  entre dois móveis - AULA 07 - Geografaland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5651" y="3065318"/>
            <a:ext cx="3415635" cy="1583408"/>
          </a:xfrm>
          <a:prstGeom prst="rect">
            <a:avLst/>
          </a:prstGeom>
          <a:noFill/>
          <a:extLst>
            <a:ext uri="{909E8E84-426E-40DD-AFC4-6F175D3DCCD1}">
              <a14:hiddenFill xmlns:a14="http://schemas.microsoft.com/office/drawing/2010/main">
                <a:solidFill>
                  <a:srgbClr val="FFFFFF"/>
                </a:solidFill>
              </a14:hiddenFill>
            </a:ext>
          </a:extLst>
        </p:spPr>
      </p:pic>
      <p:sp>
        <p:nvSpPr>
          <p:cNvPr id="2" name="CaixaDeTexto 1"/>
          <p:cNvSpPr txBox="1"/>
          <p:nvPr/>
        </p:nvSpPr>
        <p:spPr>
          <a:xfrm>
            <a:off x="521006" y="0"/>
            <a:ext cx="4770414" cy="584775"/>
          </a:xfrm>
          <a:prstGeom prst="rect">
            <a:avLst/>
          </a:prstGeom>
          <a:noFill/>
        </p:spPr>
        <p:txBody>
          <a:bodyPr wrap="square" rtlCol="0">
            <a:spAutoFit/>
          </a:bodyPr>
          <a:lstStyle/>
          <a:p>
            <a:pPr algn="just"/>
            <a:r>
              <a:rPr lang="pt-BR" sz="3200" b="1" dirty="0">
                <a:solidFill>
                  <a:srgbClr val="00B0F0"/>
                </a:solidFill>
                <a:latin typeface="Arial" panose="020B0604020202020204" pitchFamily="34" charset="0"/>
                <a:cs typeface="Arial" panose="020B0604020202020204" pitchFamily="34" charset="0"/>
              </a:rPr>
              <a:t>Movimento Uniforme</a:t>
            </a:r>
          </a:p>
        </p:txBody>
      </p:sp>
      <p:sp>
        <p:nvSpPr>
          <p:cNvPr id="3" name="Retângulo 2"/>
          <p:cNvSpPr/>
          <p:nvPr/>
        </p:nvSpPr>
        <p:spPr>
          <a:xfrm>
            <a:off x="583842" y="4648726"/>
            <a:ext cx="1383503" cy="523220"/>
          </a:xfrm>
          <a:prstGeom prst="rect">
            <a:avLst/>
          </a:prstGeom>
        </p:spPr>
        <p:txBody>
          <a:bodyPr wrap="square">
            <a:spAutoFit/>
          </a:bodyPr>
          <a:lstStyle/>
          <a:p>
            <a:pPr algn="just"/>
            <a:r>
              <a:rPr lang="pt-BR" sz="2800" b="1" dirty="0">
                <a:solidFill>
                  <a:srgbClr val="FF0000"/>
                </a:solidFill>
                <a:latin typeface="Arial" panose="020B0604020202020204" pitchFamily="34" charset="0"/>
                <a:cs typeface="Arial" panose="020B0604020202020204" pitchFamily="34" charset="0"/>
              </a:rPr>
              <a:t>Obs.:</a:t>
            </a:r>
          </a:p>
        </p:txBody>
      </p:sp>
      <p:sp>
        <p:nvSpPr>
          <p:cNvPr id="4" name="Retângulo 3"/>
          <p:cNvSpPr/>
          <p:nvPr/>
        </p:nvSpPr>
        <p:spPr>
          <a:xfrm>
            <a:off x="476771" y="999068"/>
            <a:ext cx="9959467" cy="1913216"/>
          </a:xfrm>
          <a:prstGeom prst="rect">
            <a:avLst/>
          </a:prstGeom>
        </p:spPr>
        <p:txBody>
          <a:bodyPr wrap="square">
            <a:spAutoFit/>
          </a:bodyPr>
          <a:lstStyle/>
          <a:p>
            <a:pPr algn="just">
              <a:lnSpc>
                <a:spcPct val="107000"/>
              </a:lnSpc>
              <a:spcAft>
                <a:spcPts val="0"/>
              </a:spcAft>
            </a:pPr>
            <a:r>
              <a:rPr lang="pt-BR" sz="2800" b="1" dirty="0">
                <a:latin typeface="Arial" panose="020B0604020202020204" pitchFamily="34" charset="0"/>
                <a:ea typeface="Calibri" panose="020F0502020204030204" pitchFamily="34" charset="0"/>
                <a:cs typeface="Times New Roman" panose="02020603050405020304" pitchFamily="18" charset="0"/>
              </a:rPr>
              <a:t>Para que ocorra encontro entre dois ou mais móveis (pontos materiais) devemos considerar que eles estarão ocupando o </a:t>
            </a:r>
            <a:r>
              <a:rPr lang="pt-BR" sz="2800" b="1" dirty="0">
                <a:solidFill>
                  <a:srgbClr val="FF0000"/>
                </a:solidFill>
                <a:latin typeface="Arial" panose="020B0604020202020204" pitchFamily="34" charset="0"/>
                <a:ea typeface="Calibri" panose="020F0502020204030204" pitchFamily="34" charset="0"/>
                <a:cs typeface="Times New Roman" panose="02020603050405020304" pitchFamily="18" charset="0"/>
              </a:rPr>
              <a:t>mesmo espaço (posição) na trajetória, no mesmo instante</a:t>
            </a:r>
            <a:r>
              <a:rPr lang="pt-BR" sz="2800" b="1" dirty="0">
                <a:latin typeface="Arial" panose="020B0604020202020204" pitchFamily="34" charset="0"/>
                <a:ea typeface="Calibri" panose="020F0502020204030204" pitchFamily="34" charset="0"/>
                <a:cs typeface="Times New Roman" panose="02020603050405020304" pitchFamily="18" charset="0"/>
              </a:rPr>
              <a:t>, ou seja:</a:t>
            </a:r>
            <a:endParaRPr lang="pt-BR" sz="3600" b="1"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7" name="Grupo 6"/>
          <p:cNvGrpSpPr/>
          <p:nvPr/>
        </p:nvGrpSpPr>
        <p:grpSpPr>
          <a:xfrm>
            <a:off x="5291420" y="2606147"/>
            <a:ext cx="1408462" cy="587021"/>
            <a:chOff x="4198512" y="2671334"/>
            <a:chExt cx="1408462" cy="587021"/>
          </a:xfrm>
        </p:grpSpPr>
        <p:sp>
          <p:nvSpPr>
            <p:cNvPr id="6" name="Retângulo de cantos arredondados 5"/>
            <p:cNvSpPr/>
            <p:nvPr/>
          </p:nvSpPr>
          <p:spPr>
            <a:xfrm>
              <a:off x="4198512" y="2671334"/>
              <a:ext cx="1352281" cy="587021"/>
            </a:xfrm>
            <a:prstGeom prst="round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w="38100">
              <a:solidFill>
                <a:schemeClr val="tx1"/>
              </a:solidFill>
            </a:ln>
            <a:scene3d>
              <a:camera prst="orthographicFront"/>
              <a:lightRig rig="threePt" dir="t"/>
            </a:scene3d>
            <a:sp3d>
              <a:bevelT w="101600" prst="ribl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CaixaDeTexto 4"/>
            <p:cNvSpPr txBox="1"/>
            <p:nvPr/>
          </p:nvSpPr>
          <p:spPr>
            <a:xfrm>
              <a:off x="4198512" y="2703234"/>
              <a:ext cx="1408462"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S</a:t>
              </a:r>
              <a:r>
                <a:rPr lang="pt-BR" sz="2800" b="1" baseline="-25000" dirty="0">
                  <a:latin typeface="Arial" panose="020B0604020202020204" pitchFamily="34" charset="0"/>
                  <a:cs typeface="Arial" panose="020B0604020202020204" pitchFamily="34" charset="0"/>
                </a:rPr>
                <a:t>A</a:t>
              </a:r>
              <a:r>
                <a:rPr lang="pt-BR" sz="2800" b="1" dirty="0">
                  <a:latin typeface="Arial" panose="020B0604020202020204" pitchFamily="34" charset="0"/>
                  <a:cs typeface="Arial" panose="020B0604020202020204" pitchFamily="34" charset="0"/>
                </a:rPr>
                <a:t> = S</a:t>
              </a:r>
              <a:r>
                <a:rPr lang="pt-BR" sz="2800" b="1" baseline="-25000" dirty="0">
                  <a:latin typeface="Arial" panose="020B0604020202020204" pitchFamily="34" charset="0"/>
                  <a:cs typeface="Arial" panose="020B0604020202020204" pitchFamily="34" charset="0"/>
                </a:rPr>
                <a:t>B</a:t>
              </a:r>
            </a:p>
          </p:txBody>
        </p:sp>
      </p:grpSp>
      <p:pic>
        <p:nvPicPr>
          <p:cNvPr id="1026" name="Picture 2" descr="LISTA 01 – INTRODUÇÃO A CINEMÁTICA: MRU - velocidade relativa e encontro  entre dois móveis - AULA 07 - Geografaland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842" y="3065318"/>
            <a:ext cx="4292958" cy="1742236"/>
          </a:xfrm>
          <a:prstGeom prst="rect">
            <a:avLst/>
          </a:prstGeom>
          <a:noFill/>
          <a:extLst>
            <a:ext uri="{909E8E84-426E-40DD-AFC4-6F175D3DCCD1}">
              <a14:hiddenFill xmlns:a14="http://schemas.microsoft.com/office/drawing/2010/main">
                <a:solidFill>
                  <a:srgbClr val="FFFFFF"/>
                </a:solidFill>
              </a14:hiddenFill>
            </a:ext>
          </a:extLst>
        </p:spPr>
      </p:pic>
      <p:sp>
        <p:nvSpPr>
          <p:cNvPr id="9" name="Retângulo 8"/>
          <p:cNvSpPr/>
          <p:nvPr/>
        </p:nvSpPr>
        <p:spPr>
          <a:xfrm>
            <a:off x="346364" y="5031805"/>
            <a:ext cx="9476509" cy="1384995"/>
          </a:xfrm>
          <a:prstGeom prst="rect">
            <a:avLst/>
          </a:prstGeom>
        </p:spPr>
        <p:txBody>
          <a:bodyPr wrap="square">
            <a:spAutoFit/>
          </a:bodyPr>
          <a:lstStyle/>
          <a:p>
            <a:pPr algn="just"/>
            <a:r>
              <a:rPr lang="pt-BR" sz="2800" b="1" dirty="0">
                <a:latin typeface="Arial" panose="020B0604020202020204" pitchFamily="34" charset="0"/>
                <a:ea typeface="Calibri" panose="020F0502020204030204" pitchFamily="34" charset="0"/>
              </a:rPr>
              <a:t>As funções horárias dos espaços, caso não sejam fornecidas, devem ser escritas de acordo com o referencial, que pode ser adotado convenientemente.</a:t>
            </a:r>
            <a:endParaRPr lang="pt-BR" sz="2800" b="1" dirty="0"/>
          </a:p>
        </p:txBody>
      </p:sp>
      <p:pic>
        <p:nvPicPr>
          <p:cNvPr id="10" name="Imagem 9"/>
          <p:cNvPicPr>
            <a:picLocks noChangeAspect="1"/>
          </p:cNvPicPr>
          <p:nvPr/>
        </p:nvPicPr>
        <p:blipFill>
          <a:blip r:embed="rId4"/>
          <a:stretch>
            <a:fillRect/>
          </a:stretch>
        </p:blipFill>
        <p:spPr>
          <a:xfrm>
            <a:off x="9822873" y="4419036"/>
            <a:ext cx="2444092" cy="2438964"/>
          </a:xfrm>
          <a:prstGeom prst="rect">
            <a:avLst/>
          </a:prstGeom>
        </p:spPr>
      </p:pic>
      <p:sp>
        <p:nvSpPr>
          <p:cNvPr id="13" name="Retângulo 12"/>
          <p:cNvSpPr/>
          <p:nvPr/>
        </p:nvSpPr>
        <p:spPr>
          <a:xfrm>
            <a:off x="511700" y="485099"/>
            <a:ext cx="3767659" cy="523220"/>
          </a:xfrm>
          <a:prstGeom prst="rect">
            <a:avLst/>
          </a:prstGeom>
        </p:spPr>
        <p:txBody>
          <a:bodyPr wrap="square">
            <a:spAutoFit/>
          </a:bodyPr>
          <a:lstStyle/>
          <a:p>
            <a:pPr algn="just"/>
            <a:r>
              <a:rPr lang="pt-BR" sz="2800" b="1" dirty="0">
                <a:solidFill>
                  <a:srgbClr val="FF0000"/>
                </a:solidFill>
                <a:latin typeface="Arial" panose="020B0604020202020204" pitchFamily="34" charset="0"/>
                <a:cs typeface="Arial" panose="020B0604020202020204" pitchFamily="34" charset="0"/>
              </a:rPr>
              <a:t>Encontro de móveis</a:t>
            </a:r>
          </a:p>
        </p:txBody>
      </p:sp>
    </p:spTree>
    <p:extLst>
      <p:ext uri="{BB962C8B-B14F-4D97-AF65-F5344CB8AC3E}">
        <p14:creationId xmlns:p14="http://schemas.microsoft.com/office/powerpoint/2010/main" val="147201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nodeType="clickEffect">
                                  <p:stCondLst>
                                    <p:cond delay="0"/>
                                  </p:stCondLst>
                                  <p:childTnLst>
                                    <p:set>
                                      <p:cBhvr>
                                        <p:cTn id="15" dur="1" fill="hold">
                                          <p:stCondLst>
                                            <p:cond delay="0"/>
                                          </p:stCondLst>
                                        </p:cTn>
                                        <p:tgtEl>
                                          <p:spTgt spid="1026"/>
                                        </p:tgtEl>
                                        <p:attrNameLst>
                                          <p:attrName>style.visibility</p:attrName>
                                        </p:attrNameLst>
                                      </p:cBhvr>
                                      <p:to>
                                        <p:strVal val="visible"/>
                                      </p:to>
                                    </p:set>
                                    <p:animEffect transition="in" filter="randombar(horizontal)">
                                      <p:cBhvr>
                                        <p:cTn id="16" dur="500"/>
                                        <p:tgtEl>
                                          <p:spTgt spid="102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28"/>
                                        </p:tgtEl>
                                        <p:attrNameLst>
                                          <p:attrName>style.visibility</p:attrName>
                                        </p:attrNameLst>
                                      </p:cBhvr>
                                      <p:to>
                                        <p:strVal val="visible"/>
                                      </p:to>
                                    </p:set>
                                    <p:animEffect transition="in" filter="fade">
                                      <p:cBhvr>
                                        <p:cTn id="21" dur="500"/>
                                        <p:tgtEl>
                                          <p:spTgt spid="1028"/>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circle(in)">
                                      <p:cBhvr>
                                        <p:cTn id="3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FA28169E-5941-206F-C990-0B75B1410034}"/>
              </a:ext>
            </a:extLst>
          </p:cNvPr>
          <p:cNvSpPr txBox="1"/>
          <p:nvPr/>
        </p:nvSpPr>
        <p:spPr>
          <a:xfrm>
            <a:off x="3325961" y="1912381"/>
            <a:ext cx="4660250" cy="523220"/>
          </a:xfrm>
          <a:prstGeom prst="rect">
            <a:avLst/>
          </a:prstGeom>
          <a:noFill/>
        </p:spPr>
        <p:txBody>
          <a:bodyPr wrap="none" rtlCol="0">
            <a:spAutoFit/>
          </a:bodyPr>
          <a:lstStyle/>
          <a:p>
            <a:r>
              <a:rPr lang="pt-BR" sz="2800" b="1" dirty="0">
                <a:solidFill>
                  <a:srgbClr val="002060"/>
                </a:solidFill>
                <a:latin typeface="Arial" panose="020B0604020202020204" pitchFamily="34" charset="0"/>
                <a:cs typeface="Arial" panose="020B0604020202020204" pitchFamily="34" charset="0"/>
              </a:rPr>
              <a:t>Aplicando conhecimentos</a:t>
            </a:r>
          </a:p>
        </p:txBody>
      </p:sp>
      <p:sp>
        <p:nvSpPr>
          <p:cNvPr id="3" name="CaixaDeTexto 2">
            <a:extLst>
              <a:ext uri="{FF2B5EF4-FFF2-40B4-BE49-F238E27FC236}">
                <a16:creationId xmlns:a16="http://schemas.microsoft.com/office/drawing/2014/main" id="{24B31B23-B600-B62F-C6D4-7D3C75AF864D}"/>
              </a:ext>
            </a:extLst>
          </p:cNvPr>
          <p:cNvSpPr txBox="1"/>
          <p:nvPr/>
        </p:nvSpPr>
        <p:spPr>
          <a:xfrm>
            <a:off x="509122" y="2620008"/>
            <a:ext cx="10293927" cy="1384995"/>
          </a:xfrm>
          <a:prstGeom prst="rect">
            <a:avLst/>
          </a:prstGeom>
          <a:noFill/>
        </p:spPr>
        <p:txBody>
          <a:bodyPr wrap="square" rtlCol="0">
            <a:spAutoFit/>
          </a:bodyPr>
          <a:lstStyle/>
          <a:p>
            <a:pPr algn="just"/>
            <a:r>
              <a:rPr lang="pt-BR" sz="2800" b="1" dirty="0">
                <a:latin typeface="Arial" panose="020B0604020202020204" pitchFamily="34" charset="0"/>
                <a:cs typeface="Arial" panose="020B0604020202020204" pitchFamily="34" charset="0"/>
              </a:rPr>
              <a:t>Fazer os exercícios: 1-) pag.: 64; 6-) e 7-) pag.: 65; 8-) a estudante demorou mais </a:t>
            </a:r>
            <a:r>
              <a:rPr lang="pt-BR" sz="2800" b="1" dirty="0">
                <a:solidFill>
                  <a:srgbClr val="FF0000"/>
                </a:solidFill>
                <a:latin typeface="Arial" panose="020B0604020202020204" pitchFamily="34" charset="0"/>
                <a:cs typeface="Arial" panose="020B0604020202020204" pitchFamily="34" charset="0"/>
              </a:rPr>
              <a:t>2</a:t>
            </a:r>
            <a:r>
              <a:rPr lang="pt-BR" sz="2800" b="1" dirty="0">
                <a:latin typeface="Arial" panose="020B0604020202020204" pitchFamily="34" charset="0"/>
                <a:cs typeface="Arial" panose="020B0604020202020204" pitchFamily="34" charset="0"/>
              </a:rPr>
              <a:t> horas; 9-) trocar 200 km por 240 km; pag.: 66  </a:t>
            </a:r>
          </a:p>
        </p:txBody>
      </p:sp>
      <p:sp>
        <p:nvSpPr>
          <p:cNvPr id="4" name="CaixaDeTexto 3">
            <a:extLst>
              <a:ext uri="{FF2B5EF4-FFF2-40B4-BE49-F238E27FC236}">
                <a16:creationId xmlns:a16="http://schemas.microsoft.com/office/drawing/2014/main" id="{E9852500-E7E7-72F5-058F-5C22484CBA7B}"/>
              </a:ext>
            </a:extLst>
          </p:cNvPr>
          <p:cNvSpPr txBox="1"/>
          <p:nvPr/>
        </p:nvSpPr>
        <p:spPr>
          <a:xfrm>
            <a:off x="3325960" y="4203265"/>
            <a:ext cx="4079963" cy="523220"/>
          </a:xfrm>
          <a:prstGeom prst="rect">
            <a:avLst/>
          </a:prstGeom>
          <a:noFill/>
        </p:spPr>
        <p:txBody>
          <a:bodyPr wrap="none" rtlCol="0">
            <a:spAutoFit/>
          </a:bodyPr>
          <a:lstStyle/>
          <a:p>
            <a:r>
              <a:rPr lang="pt-BR" sz="2800" b="1" dirty="0">
                <a:solidFill>
                  <a:srgbClr val="FF0000"/>
                </a:solidFill>
                <a:latin typeface="Arial" panose="020B0604020202020204" pitchFamily="34" charset="0"/>
                <a:cs typeface="Arial" panose="020B0604020202020204" pitchFamily="34" charset="0"/>
              </a:rPr>
              <a:t>Consolidando Saberes</a:t>
            </a:r>
          </a:p>
        </p:txBody>
      </p:sp>
      <p:sp>
        <p:nvSpPr>
          <p:cNvPr id="5" name="CaixaDeTexto 4">
            <a:extLst>
              <a:ext uri="{FF2B5EF4-FFF2-40B4-BE49-F238E27FC236}">
                <a16:creationId xmlns:a16="http://schemas.microsoft.com/office/drawing/2014/main" id="{E8400733-6D07-E4A2-1C57-EC37B496DDFF}"/>
              </a:ext>
            </a:extLst>
          </p:cNvPr>
          <p:cNvSpPr txBox="1"/>
          <p:nvPr/>
        </p:nvSpPr>
        <p:spPr>
          <a:xfrm>
            <a:off x="519632" y="4985922"/>
            <a:ext cx="10293927" cy="523220"/>
          </a:xfrm>
          <a:prstGeom prst="rect">
            <a:avLst/>
          </a:prstGeom>
          <a:noFill/>
        </p:spPr>
        <p:txBody>
          <a:bodyPr wrap="square" rtlCol="0">
            <a:spAutoFit/>
          </a:bodyPr>
          <a:lstStyle/>
          <a:p>
            <a:pPr algn="just"/>
            <a:r>
              <a:rPr lang="pt-BR" sz="2800" b="1" dirty="0">
                <a:latin typeface="Arial" panose="020B0604020202020204" pitchFamily="34" charset="0"/>
                <a:cs typeface="Arial" panose="020B0604020202020204" pitchFamily="34" charset="0"/>
              </a:rPr>
              <a:t>Fazer os exercícios: 1-) ao 3-) pag.: 67; e 6-) pag.: 68  </a:t>
            </a:r>
          </a:p>
        </p:txBody>
      </p:sp>
      <p:sp>
        <p:nvSpPr>
          <p:cNvPr id="6" name="CaixaDeTexto 5">
            <a:extLst>
              <a:ext uri="{FF2B5EF4-FFF2-40B4-BE49-F238E27FC236}">
                <a16:creationId xmlns:a16="http://schemas.microsoft.com/office/drawing/2014/main" id="{7BDB9033-D0A5-9A31-DA55-7CBFEBBA3E90}"/>
              </a:ext>
            </a:extLst>
          </p:cNvPr>
          <p:cNvSpPr txBox="1"/>
          <p:nvPr/>
        </p:nvSpPr>
        <p:spPr>
          <a:xfrm>
            <a:off x="3336471" y="381812"/>
            <a:ext cx="3918060" cy="523220"/>
          </a:xfrm>
          <a:prstGeom prst="rect">
            <a:avLst/>
          </a:prstGeom>
          <a:noFill/>
        </p:spPr>
        <p:txBody>
          <a:bodyPr wrap="none" rtlCol="0">
            <a:spAutoFit/>
          </a:bodyPr>
          <a:lstStyle/>
          <a:p>
            <a:r>
              <a:rPr lang="pt-BR" sz="2800" b="1" dirty="0">
                <a:solidFill>
                  <a:srgbClr val="002060"/>
                </a:solidFill>
                <a:latin typeface="Arial" panose="020B0604020202020204" pitchFamily="34" charset="0"/>
                <a:cs typeface="Arial" panose="020B0604020202020204" pitchFamily="34" charset="0"/>
              </a:rPr>
              <a:t>Final de Semana Feliz</a:t>
            </a:r>
          </a:p>
        </p:txBody>
      </p:sp>
      <p:sp>
        <p:nvSpPr>
          <p:cNvPr id="7" name="CaixaDeTexto 6">
            <a:extLst>
              <a:ext uri="{FF2B5EF4-FFF2-40B4-BE49-F238E27FC236}">
                <a16:creationId xmlns:a16="http://schemas.microsoft.com/office/drawing/2014/main" id="{A59B498B-9DA4-97A1-9A91-FC74382E8DB2}"/>
              </a:ext>
            </a:extLst>
          </p:cNvPr>
          <p:cNvSpPr txBox="1"/>
          <p:nvPr/>
        </p:nvSpPr>
        <p:spPr>
          <a:xfrm>
            <a:off x="519632" y="931653"/>
            <a:ext cx="10293927" cy="954107"/>
          </a:xfrm>
          <a:prstGeom prst="rect">
            <a:avLst/>
          </a:prstGeom>
          <a:noFill/>
        </p:spPr>
        <p:txBody>
          <a:bodyPr wrap="square" rtlCol="0">
            <a:spAutoFit/>
          </a:bodyPr>
          <a:lstStyle/>
          <a:p>
            <a:pPr algn="just"/>
            <a:r>
              <a:rPr lang="pt-BR" sz="2800" b="1" dirty="0">
                <a:latin typeface="Arial" panose="020B0604020202020204" pitchFamily="34" charset="0"/>
                <a:cs typeface="Arial" panose="020B0604020202020204" pitchFamily="34" charset="0"/>
              </a:rPr>
              <a:t>Fazer os exercícios resolvidos: 1-) pag.: 62; 2-) pag.: 63; 3-) pag.: 64  </a:t>
            </a:r>
          </a:p>
        </p:txBody>
      </p:sp>
    </p:spTree>
    <p:extLst>
      <p:ext uri="{BB962C8B-B14F-4D97-AF65-F5344CB8AC3E}">
        <p14:creationId xmlns:p14="http://schemas.microsoft.com/office/powerpoint/2010/main" val="3979078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BA12EB79-6FC0-390F-7094-D7E9AEECC1D4}"/>
              </a:ext>
            </a:extLst>
          </p:cNvPr>
          <p:cNvSpPr txBox="1"/>
          <p:nvPr/>
        </p:nvSpPr>
        <p:spPr>
          <a:xfrm>
            <a:off x="3719016" y="96982"/>
            <a:ext cx="4190571" cy="584775"/>
          </a:xfrm>
          <a:prstGeom prst="rect">
            <a:avLst/>
          </a:prstGeom>
          <a:noFill/>
        </p:spPr>
        <p:txBody>
          <a:bodyPr wrap="none" rtlCol="0">
            <a:spAutoFit/>
          </a:bodyPr>
          <a:lstStyle/>
          <a:p>
            <a:pPr algn="just"/>
            <a:r>
              <a:rPr lang="pt-BR" sz="3200" b="1" dirty="0">
                <a:solidFill>
                  <a:schemeClr val="accent1">
                    <a:lumMod val="50000"/>
                  </a:schemeClr>
                </a:solidFill>
                <a:latin typeface="Arial" panose="020B0604020202020204" pitchFamily="34" charset="0"/>
                <a:cs typeface="Arial" panose="020B0604020202020204" pitchFamily="34" charset="0"/>
              </a:rPr>
              <a:t>Questões resolvidas</a:t>
            </a:r>
          </a:p>
        </p:txBody>
      </p:sp>
      <mc:AlternateContent xmlns:mc="http://schemas.openxmlformats.org/markup-compatibility/2006" xmlns:a14="http://schemas.microsoft.com/office/drawing/2010/main">
        <mc:Choice Requires="a14">
          <p:sp>
            <p:nvSpPr>
              <p:cNvPr id="4" name="CaixaDeTexto 3">
                <a:extLst>
                  <a:ext uri="{FF2B5EF4-FFF2-40B4-BE49-F238E27FC236}">
                    <a16:creationId xmlns:a16="http://schemas.microsoft.com/office/drawing/2014/main" id="{C472ADF1-8D1E-52BA-13F4-C0CB975C7265}"/>
                  </a:ext>
                </a:extLst>
              </p:cNvPr>
              <p:cNvSpPr txBox="1"/>
              <p:nvPr/>
            </p:nvSpPr>
            <p:spPr>
              <a:xfrm>
                <a:off x="509736" y="557066"/>
                <a:ext cx="10609117" cy="2246769"/>
              </a:xfrm>
              <a:prstGeom prst="rect">
                <a:avLst/>
              </a:prstGeom>
              <a:noFill/>
            </p:spPr>
            <p:txBody>
              <a:bodyPr wrap="square">
                <a:spAutoFit/>
              </a:bodyPr>
              <a:lstStyle/>
              <a:p>
                <a:pPr algn="just"/>
                <a:r>
                  <a:rPr lang="pt-BR" sz="2800" b="1" dirty="0">
                    <a:solidFill>
                      <a:srgbClr val="FF0000"/>
                    </a:solidFill>
                    <a:latin typeface="Arial" panose="020B0604020202020204" pitchFamily="34" charset="0"/>
                    <a:cs typeface="Arial" panose="020B0604020202020204" pitchFamily="34" charset="0"/>
                  </a:rPr>
                  <a:t>1-) pag.: 62 </a:t>
                </a:r>
                <a:r>
                  <a:rPr lang="pt-BR" sz="2800" b="1" dirty="0">
                    <a:latin typeface="Arial" panose="020B0604020202020204" pitchFamily="34" charset="0"/>
                    <a:cs typeface="Arial" panose="020B0604020202020204" pitchFamily="34" charset="0"/>
                  </a:rPr>
                  <a:t>Em uma estrada, observa-se um caminhão e um jipe, ambos correndo no mesmo sentido. Suas velocidades são, respectivamente, </a:t>
                </a:r>
                <a14:m>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𝟏</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𝟓𝟒</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𝒌𝒎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𝒉</m:t>
                    </m:r>
                  </m:oMath>
                </a14:m>
                <a:r>
                  <a:rPr lang="pt-BR" sz="2800" b="1" dirty="0">
                    <a:latin typeface="Arial" panose="020B0604020202020204" pitchFamily="34" charset="0"/>
                    <a:cs typeface="Arial" panose="020B0604020202020204" pitchFamily="34" charset="0"/>
                  </a:rPr>
                  <a:t> e </a:t>
                </a:r>
                <a14:m>
                  <m:oMath xmlns:m="http://schemas.openxmlformats.org/officeDocument/2006/math">
                    <m:sSub>
                      <m:sSubPr>
                        <m:ctrlPr>
                          <a:rPr lang="pt-BR" sz="2800" b="1" i="1">
                            <a:latin typeface="Cambria Math" panose="02040503050406030204" pitchFamily="18" charset="0"/>
                            <a:cs typeface="Arial" panose="020B0604020202020204" pitchFamily="34" charset="0"/>
                          </a:rPr>
                        </m:ctrlPr>
                      </m:sSubPr>
                      <m:e>
                        <m:r>
                          <a:rPr lang="pt-BR" sz="2800" b="1" i="1">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𝟐</m:t>
                        </m:r>
                      </m:sub>
                    </m:sSub>
                    <m:r>
                      <a:rPr lang="pt-BR" sz="2800" b="1" i="1">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𝟕𝟐</m:t>
                    </m:r>
                    <m:r>
                      <a:rPr lang="pt-BR" sz="2800" b="1" i="1">
                        <a:latin typeface="Cambria Math" panose="02040503050406030204" pitchFamily="18" charset="0"/>
                        <a:cs typeface="Arial" panose="020B0604020202020204" pitchFamily="34" charset="0"/>
                      </a:rPr>
                      <m:t> </m:t>
                    </m:r>
                    <m:r>
                      <a:rPr lang="pt-BR" sz="2800" b="1" i="1">
                        <a:latin typeface="Cambria Math" panose="02040503050406030204" pitchFamily="18" charset="0"/>
                        <a:cs typeface="Arial" panose="020B0604020202020204" pitchFamily="34" charset="0"/>
                      </a:rPr>
                      <m:t>𝒌𝒎</m:t>
                    </m:r>
                    <m:r>
                      <a:rPr lang="pt-BR" sz="2800" b="1" i="1">
                        <a:latin typeface="Cambria Math" panose="02040503050406030204" pitchFamily="18" charset="0"/>
                        <a:cs typeface="Arial" panose="020B0604020202020204" pitchFamily="34" charset="0"/>
                      </a:rPr>
                      <m:t>/</m:t>
                    </m:r>
                    <m:r>
                      <a:rPr lang="pt-BR" sz="2800" b="1" i="1">
                        <a:latin typeface="Cambria Math" panose="02040503050406030204" pitchFamily="18" charset="0"/>
                        <a:cs typeface="Arial" panose="020B0604020202020204" pitchFamily="34" charset="0"/>
                      </a:rPr>
                      <m:t>𝒉</m:t>
                    </m:r>
                  </m:oMath>
                </a14:m>
                <a:r>
                  <a:rPr lang="pt-BR" sz="2800" b="1" dirty="0">
                    <a:latin typeface="Arial" panose="020B0604020202020204" pitchFamily="34" charset="0"/>
                    <a:cs typeface="Arial" panose="020B0604020202020204" pitchFamily="34" charset="0"/>
                  </a:rPr>
                  <a:t>, invariáveis. No início, o jipe está atrasado 100 m em relação ao caminhão. Responda:</a:t>
                </a:r>
              </a:p>
            </p:txBody>
          </p:sp>
        </mc:Choice>
        <mc:Fallback xmlns="">
          <p:sp>
            <p:nvSpPr>
              <p:cNvPr id="4" name="CaixaDeTexto 3">
                <a:extLst>
                  <a:ext uri="{FF2B5EF4-FFF2-40B4-BE49-F238E27FC236}">
                    <a16:creationId xmlns:a16="http://schemas.microsoft.com/office/drawing/2014/main" id="{C472ADF1-8D1E-52BA-13F4-C0CB975C7265}"/>
                  </a:ext>
                </a:extLst>
              </p:cNvPr>
              <p:cNvSpPr txBox="1">
                <a:spLocks noRot="1" noChangeAspect="1" noMove="1" noResize="1" noEditPoints="1" noAdjustHandles="1" noChangeArrowheads="1" noChangeShapeType="1" noTextEdit="1"/>
              </p:cNvSpPr>
              <p:nvPr/>
            </p:nvSpPr>
            <p:spPr>
              <a:xfrm>
                <a:off x="509736" y="557066"/>
                <a:ext cx="10609117" cy="2246769"/>
              </a:xfrm>
              <a:prstGeom prst="rect">
                <a:avLst/>
              </a:prstGeom>
              <a:blipFill>
                <a:blip r:embed="rId2"/>
                <a:stretch>
                  <a:fillRect l="-1207" t="-2710" r="-1149" b="-6504"/>
                </a:stretch>
              </a:blipFill>
            </p:spPr>
            <p:txBody>
              <a:bodyPr/>
              <a:lstStyle/>
              <a:p>
                <a:r>
                  <a:rPr lang="pt-BR">
                    <a:noFill/>
                  </a:rPr>
                  <a:t> </a:t>
                </a:r>
              </a:p>
            </p:txBody>
          </p:sp>
        </mc:Fallback>
      </mc:AlternateContent>
      <p:sp>
        <p:nvSpPr>
          <p:cNvPr id="6" name="CaixaDeTexto 5">
            <a:extLst>
              <a:ext uri="{FF2B5EF4-FFF2-40B4-BE49-F238E27FC236}">
                <a16:creationId xmlns:a16="http://schemas.microsoft.com/office/drawing/2014/main" id="{983DA28F-EF4F-EE1F-1FCB-7A646E454CC1}"/>
              </a:ext>
            </a:extLst>
          </p:cNvPr>
          <p:cNvSpPr txBox="1"/>
          <p:nvPr/>
        </p:nvSpPr>
        <p:spPr>
          <a:xfrm>
            <a:off x="509737" y="3056009"/>
            <a:ext cx="8287901" cy="523220"/>
          </a:xfrm>
          <a:prstGeom prst="rect">
            <a:avLst/>
          </a:prstGeom>
          <a:noFill/>
        </p:spPr>
        <p:txBody>
          <a:bodyPr wrap="square">
            <a:spAutoFit/>
          </a:bodyPr>
          <a:lstStyle/>
          <a:p>
            <a:pPr algn="just"/>
            <a:r>
              <a:rPr lang="pt-BR" sz="2800" b="1" dirty="0">
                <a:latin typeface="Arial" panose="020B0604020202020204" pitchFamily="34" charset="0"/>
                <a:cs typeface="Arial" panose="020B0604020202020204" pitchFamily="34" charset="0"/>
              </a:rPr>
              <a:t>a) Em que instante o jipe alcança o caminhão?</a:t>
            </a:r>
          </a:p>
        </p:txBody>
      </p:sp>
      <p:sp>
        <p:nvSpPr>
          <p:cNvPr id="3" name="CaixaDeTexto 2">
            <a:extLst>
              <a:ext uri="{FF2B5EF4-FFF2-40B4-BE49-F238E27FC236}">
                <a16:creationId xmlns:a16="http://schemas.microsoft.com/office/drawing/2014/main" id="{9D89F9D2-03BB-01AA-3381-AC221E0484F8}"/>
              </a:ext>
            </a:extLst>
          </p:cNvPr>
          <p:cNvSpPr txBox="1"/>
          <p:nvPr/>
        </p:nvSpPr>
        <p:spPr>
          <a:xfrm>
            <a:off x="509736" y="3665701"/>
            <a:ext cx="10490773" cy="1815882"/>
          </a:xfrm>
          <a:prstGeom prst="rect">
            <a:avLst/>
          </a:prstGeom>
          <a:noFill/>
        </p:spPr>
        <p:txBody>
          <a:bodyPr wrap="square">
            <a:spAutoFit/>
          </a:bodyPr>
          <a:lstStyle/>
          <a:p>
            <a:pPr algn="just"/>
            <a:r>
              <a:rPr lang="pt-BR" sz="2800" b="1" dirty="0">
                <a:latin typeface="Arial" panose="020B0604020202020204" pitchFamily="34" charset="0"/>
                <a:cs typeface="Arial" panose="020B0604020202020204" pitchFamily="34" charset="0"/>
              </a:rPr>
              <a:t>b) A partir do instante inicial, qual a distância percorrida pelo jipe até ultrapassar o caminhão? E qual a distância percorrida pelo caminhão até este ser ultrapassado pelo jipe?</a:t>
            </a:r>
          </a:p>
        </p:txBody>
      </p:sp>
    </p:spTree>
    <p:extLst>
      <p:ext uri="{BB962C8B-B14F-4D97-AF65-F5344CB8AC3E}">
        <p14:creationId xmlns:p14="http://schemas.microsoft.com/office/powerpoint/2010/main" val="1960446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8EA9C12F-27EF-5E99-D021-8A62FEB78B5F}"/>
              </a:ext>
            </a:extLst>
          </p:cNvPr>
          <p:cNvSpPr/>
          <p:nvPr/>
        </p:nvSpPr>
        <p:spPr>
          <a:xfrm>
            <a:off x="246501" y="739048"/>
            <a:ext cx="2004075" cy="523220"/>
          </a:xfrm>
          <a:prstGeom prst="rect">
            <a:avLst/>
          </a:prstGeom>
        </p:spPr>
        <p:txBody>
          <a:bodyPr wrap="none">
            <a:spAutoFit/>
          </a:bodyPr>
          <a:lstStyle/>
          <a:p>
            <a:pPr algn="just"/>
            <a:r>
              <a:rPr lang="pt-BR" sz="2800" b="1" dirty="0">
                <a:solidFill>
                  <a:srgbClr val="FF0000"/>
                </a:solidFill>
                <a:latin typeface="Arial" panose="020B0604020202020204" pitchFamily="34" charset="0"/>
                <a:cs typeface="Arial" panose="020B0604020202020204" pitchFamily="34" charset="0"/>
              </a:rPr>
              <a:t>Resolução</a:t>
            </a:r>
          </a:p>
        </p:txBody>
      </p:sp>
      <p:sp>
        <p:nvSpPr>
          <p:cNvPr id="3" name="CaixaDeTexto 2">
            <a:extLst>
              <a:ext uri="{FF2B5EF4-FFF2-40B4-BE49-F238E27FC236}">
                <a16:creationId xmlns:a16="http://schemas.microsoft.com/office/drawing/2014/main" id="{17831C99-1869-3DAF-0086-6EAECABAEAA3}"/>
              </a:ext>
            </a:extLst>
          </p:cNvPr>
          <p:cNvSpPr txBox="1"/>
          <p:nvPr/>
        </p:nvSpPr>
        <p:spPr>
          <a:xfrm>
            <a:off x="246501" y="215828"/>
            <a:ext cx="8287901" cy="523220"/>
          </a:xfrm>
          <a:prstGeom prst="rect">
            <a:avLst/>
          </a:prstGeom>
          <a:noFill/>
        </p:spPr>
        <p:txBody>
          <a:bodyPr wrap="square">
            <a:spAutoFit/>
          </a:bodyPr>
          <a:lstStyle/>
          <a:p>
            <a:pPr algn="just"/>
            <a:r>
              <a:rPr lang="pt-BR" sz="2800" b="1" dirty="0">
                <a:latin typeface="Arial" panose="020B0604020202020204" pitchFamily="34" charset="0"/>
                <a:cs typeface="Arial" panose="020B0604020202020204" pitchFamily="34" charset="0"/>
              </a:rPr>
              <a:t>a) Em que instante o jipe alcança o caminhão?</a:t>
            </a:r>
          </a:p>
        </p:txBody>
      </p:sp>
      <p:sp>
        <p:nvSpPr>
          <p:cNvPr id="4" name="Retângulo 3">
            <a:extLst>
              <a:ext uri="{FF2B5EF4-FFF2-40B4-BE49-F238E27FC236}">
                <a16:creationId xmlns:a16="http://schemas.microsoft.com/office/drawing/2014/main" id="{A869E399-EFF5-BB53-8E01-478637E29CDD}"/>
              </a:ext>
            </a:extLst>
          </p:cNvPr>
          <p:cNvSpPr/>
          <p:nvPr/>
        </p:nvSpPr>
        <p:spPr>
          <a:xfrm>
            <a:off x="246501" y="1151432"/>
            <a:ext cx="8121644" cy="523220"/>
          </a:xfrm>
          <a:prstGeom prst="rect">
            <a:avLst/>
          </a:prstGeom>
        </p:spPr>
        <p:txBody>
          <a:bodyPr wrap="square">
            <a:spAutoFit/>
          </a:bodyPr>
          <a:lstStyle/>
          <a:p>
            <a:pPr algn="just"/>
            <a:r>
              <a:rPr lang="pt-BR" sz="2800" b="1" dirty="0">
                <a:solidFill>
                  <a:srgbClr val="002060"/>
                </a:solidFill>
                <a:latin typeface="Arial" panose="020B0604020202020204" pitchFamily="34" charset="0"/>
                <a:cs typeface="Arial" panose="020B0604020202020204" pitchFamily="34" charset="0"/>
              </a:rPr>
              <a:t>Primeiro transformar as velocidades para m/s.</a:t>
            </a:r>
          </a:p>
        </p:txBody>
      </p:sp>
      <p:sp>
        <p:nvSpPr>
          <p:cNvPr id="5" name="Retângulo 4">
            <a:extLst>
              <a:ext uri="{FF2B5EF4-FFF2-40B4-BE49-F238E27FC236}">
                <a16:creationId xmlns:a16="http://schemas.microsoft.com/office/drawing/2014/main" id="{695DB50F-4201-5C98-AD04-C2370DE2A844}"/>
              </a:ext>
            </a:extLst>
          </p:cNvPr>
          <p:cNvSpPr/>
          <p:nvPr/>
        </p:nvSpPr>
        <p:spPr>
          <a:xfrm>
            <a:off x="246501" y="1825426"/>
            <a:ext cx="2481770" cy="523220"/>
          </a:xfrm>
          <a:prstGeom prst="rect">
            <a:avLst/>
          </a:prstGeom>
        </p:spPr>
        <p:txBody>
          <a:bodyPr wrap="none">
            <a:spAutoFit/>
          </a:bodyPr>
          <a:lstStyle/>
          <a:p>
            <a:pPr algn="just"/>
            <a:r>
              <a:rPr lang="pt-BR" sz="2800" b="1" dirty="0">
                <a:solidFill>
                  <a:srgbClr val="FF0000"/>
                </a:solidFill>
                <a:latin typeface="Arial" panose="020B0604020202020204" pitchFamily="34" charset="0"/>
                <a:cs typeface="Arial" panose="020B0604020202020204" pitchFamily="34" charset="0"/>
              </a:rPr>
              <a:t>Lembrar que:</a:t>
            </a:r>
          </a:p>
        </p:txBody>
      </p:sp>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53D6356B-B31E-8AFB-BA38-8053DA20FA3E}"/>
                  </a:ext>
                </a:extLst>
              </p:cNvPr>
              <p:cNvSpPr txBox="1"/>
              <p:nvPr/>
            </p:nvSpPr>
            <p:spPr>
              <a:xfrm>
                <a:off x="2604655" y="1631655"/>
                <a:ext cx="2740366" cy="91076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pt-BR" sz="2800" b="1" i="1" smtClean="0">
                              <a:latin typeface="Cambria Math" panose="02040503050406030204" pitchFamily="18" charset="0"/>
                              <a:cs typeface="Arial" panose="020B0604020202020204" pitchFamily="34" charset="0"/>
                            </a:rPr>
                          </m:ctrlPr>
                        </m:fPr>
                        <m:num>
                          <m:r>
                            <a:rPr lang="pt-BR" sz="2800" b="1" i="1" smtClean="0">
                              <a:latin typeface="Cambria Math" panose="02040503050406030204" pitchFamily="18" charset="0"/>
                              <a:cs typeface="Arial" panose="020B0604020202020204" pitchFamily="34" charset="0"/>
                            </a:rPr>
                            <m:t>𝒌𝒎</m:t>
                          </m:r>
                        </m:num>
                        <m:den>
                          <m:r>
                            <a:rPr lang="pt-BR" sz="2800" b="1" i="1" smtClean="0">
                              <a:latin typeface="Cambria Math" panose="02040503050406030204" pitchFamily="18" charset="0"/>
                              <a:cs typeface="Arial" panose="020B0604020202020204" pitchFamily="34" charset="0"/>
                            </a:rPr>
                            <m:t>𝒉</m:t>
                          </m:r>
                        </m:den>
                      </m:f>
                      <m:r>
                        <a:rPr lang="pt-BR" sz="2800" b="1" i="1" smtClean="0">
                          <a:latin typeface="Cambria Math" panose="02040503050406030204" pitchFamily="18" charset="0"/>
                          <a:ea typeface="Cambria Math" panose="02040503050406030204" pitchFamily="18" charset="0"/>
                          <a:cs typeface="Arial" panose="020B0604020202020204" pitchFamily="34" charset="0"/>
                        </a:rPr>
                        <m:t>→</m:t>
                      </m:r>
                      <m:f>
                        <m:fPr>
                          <m:ctrlPr>
                            <a:rPr lang="pt-BR" sz="2800" b="1" i="1" smtClean="0">
                              <a:latin typeface="Cambria Math" panose="02040503050406030204" pitchFamily="18" charset="0"/>
                              <a:ea typeface="Cambria Math" panose="02040503050406030204" pitchFamily="18" charset="0"/>
                              <a:cs typeface="Arial" panose="020B0604020202020204" pitchFamily="34" charset="0"/>
                            </a:rPr>
                          </m:ctrlPr>
                        </m:fPr>
                        <m:num>
                          <m:r>
                            <a:rPr lang="pt-BR" sz="2800" b="1" i="1" smtClean="0">
                              <a:latin typeface="Cambria Math" panose="02040503050406030204" pitchFamily="18" charset="0"/>
                              <a:ea typeface="Cambria Math" panose="02040503050406030204" pitchFamily="18" charset="0"/>
                              <a:cs typeface="Arial" panose="020B0604020202020204" pitchFamily="34" charset="0"/>
                            </a:rPr>
                            <m:t>𝒎</m:t>
                          </m:r>
                        </m:num>
                        <m:den>
                          <m:r>
                            <a:rPr lang="pt-BR" sz="2800" b="1" i="1" smtClean="0">
                              <a:latin typeface="Cambria Math" panose="02040503050406030204" pitchFamily="18" charset="0"/>
                              <a:ea typeface="Cambria Math" panose="02040503050406030204" pitchFamily="18" charset="0"/>
                              <a:cs typeface="Arial" panose="020B0604020202020204" pitchFamily="34" charset="0"/>
                            </a:rPr>
                            <m:t>𝒔</m:t>
                          </m:r>
                        </m:den>
                      </m:f>
                      <m:r>
                        <a:rPr lang="pt-BR" sz="2800" b="1" i="1" smtClean="0">
                          <a:latin typeface="Cambria Math" panose="02040503050406030204" pitchFamily="18" charset="0"/>
                          <a:ea typeface="Cambria Math" panose="02040503050406030204" pitchFamily="18" charset="0"/>
                          <a:cs typeface="Arial" panose="020B0604020202020204" pitchFamily="34" charset="0"/>
                        </a:rPr>
                        <m:t> ÷</m:t>
                      </m:r>
                      <m:r>
                        <a:rPr lang="pt-BR" sz="2800" b="1" i="1" smtClean="0">
                          <a:latin typeface="Cambria Math" panose="02040503050406030204" pitchFamily="18" charset="0"/>
                          <a:ea typeface="Cambria Math" panose="02040503050406030204" pitchFamily="18" charset="0"/>
                          <a:cs typeface="Arial" panose="020B0604020202020204" pitchFamily="34" charset="0"/>
                        </a:rPr>
                        <m:t>𝟑</m:t>
                      </m:r>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ea typeface="Cambria Math" panose="02040503050406030204" pitchFamily="18" charset="0"/>
                          <a:cs typeface="Arial" panose="020B0604020202020204" pitchFamily="34" charset="0"/>
                        </a:rPr>
                        <m:t>𝟔</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6" name="CaixaDeTexto 5">
                <a:extLst>
                  <a:ext uri="{FF2B5EF4-FFF2-40B4-BE49-F238E27FC236}">
                    <a16:creationId xmlns:a16="http://schemas.microsoft.com/office/drawing/2014/main" id="{53D6356B-B31E-8AFB-BA38-8053DA20FA3E}"/>
                  </a:ext>
                </a:extLst>
              </p:cNvPr>
              <p:cNvSpPr txBox="1">
                <a:spLocks noRot="1" noChangeAspect="1" noMove="1" noResize="1" noEditPoints="1" noAdjustHandles="1" noChangeArrowheads="1" noChangeShapeType="1" noTextEdit="1"/>
              </p:cNvSpPr>
              <p:nvPr/>
            </p:nvSpPr>
            <p:spPr>
              <a:xfrm>
                <a:off x="2604655" y="1631655"/>
                <a:ext cx="2740366" cy="910762"/>
              </a:xfrm>
              <a:prstGeom prst="rect">
                <a:avLst/>
              </a:prstGeom>
              <a:blipFill>
                <a:blip r:embed="rId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 name="CaixaDeTexto 7">
                <a:extLst>
                  <a:ext uri="{FF2B5EF4-FFF2-40B4-BE49-F238E27FC236}">
                    <a16:creationId xmlns:a16="http://schemas.microsoft.com/office/drawing/2014/main" id="{80BD9AC7-621C-9F0B-2123-C2C4A28F0288}"/>
                  </a:ext>
                </a:extLst>
              </p:cNvPr>
              <p:cNvSpPr txBox="1"/>
              <p:nvPr/>
            </p:nvSpPr>
            <p:spPr>
              <a:xfrm>
                <a:off x="246501" y="2348646"/>
                <a:ext cx="4646337" cy="95615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𝟏</m:t>
                          </m:r>
                        </m:sub>
                      </m:sSub>
                      <m:r>
                        <a:rPr lang="pt-BR" sz="2800" b="1" i="1" smtClean="0">
                          <a:latin typeface="Cambria Math" panose="02040503050406030204" pitchFamily="18" charset="0"/>
                          <a:cs typeface="Arial" panose="020B0604020202020204" pitchFamily="34" charset="0"/>
                        </a:rPr>
                        <m:t>=</m:t>
                      </m:r>
                      <m:f>
                        <m:fPr>
                          <m:ctrlPr>
                            <a:rPr lang="pt-BR" sz="2800" b="1" i="1" smtClean="0">
                              <a:latin typeface="Cambria Math" panose="02040503050406030204" pitchFamily="18" charset="0"/>
                              <a:cs typeface="Arial" panose="020B0604020202020204" pitchFamily="34" charset="0"/>
                            </a:rPr>
                          </m:ctrlPr>
                        </m:fPr>
                        <m:num>
                          <m:r>
                            <a:rPr lang="pt-BR" sz="2800" b="1" i="1" smtClean="0">
                              <a:latin typeface="Cambria Math" panose="02040503050406030204" pitchFamily="18" charset="0"/>
                              <a:cs typeface="Arial" panose="020B0604020202020204" pitchFamily="34" charset="0"/>
                            </a:rPr>
                            <m:t>𝟓𝟒</m:t>
                          </m:r>
                        </m:num>
                        <m:den>
                          <m:r>
                            <a:rPr lang="pt-BR" sz="2800" b="1" i="1" smtClean="0">
                              <a:latin typeface="Cambria Math" panose="02040503050406030204" pitchFamily="18" charset="0"/>
                              <a:cs typeface="Arial" panose="020B0604020202020204" pitchFamily="34" charset="0"/>
                            </a:rPr>
                            <m:t>𝟑</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𝟔</m:t>
                          </m:r>
                        </m:den>
                      </m:f>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ea typeface="Cambria Math" panose="02040503050406030204" pitchFamily="18" charset="0"/>
                          <a:cs typeface="Arial" panose="020B0604020202020204" pitchFamily="34" charset="0"/>
                        </a:rPr>
                        <m:t>→   </m:t>
                      </m:r>
                      <m:sSub>
                        <m:sSubPr>
                          <m:ctrlPr>
                            <a:rPr lang="pt-BR" sz="2800" b="1" i="1" smtClean="0">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ea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ea typeface="Cambria Math" panose="02040503050406030204" pitchFamily="18" charset="0"/>
                              <a:cs typeface="Arial" panose="020B0604020202020204" pitchFamily="34" charset="0"/>
                            </a:rPr>
                            <m:t>𝟏</m:t>
                          </m:r>
                        </m:sub>
                      </m:sSub>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ea typeface="Cambria Math" panose="02040503050406030204" pitchFamily="18" charset="0"/>
                          <a:cs typeface="Arial" panose="020B0604020202020204" pitchFamily="34" charset="0"/>
                        </a:rPr>
                        <m:t>𝟏𝟓</m:t>
                      </m:r>
                      <m:r>
                        <a:rPr lang="pt-BR" sz="2800" b="1" i="1" smtClean="0">
                          <a:latin typeface="Cambria Math" panose="02040503050406030204" pitchFamily="18" charset="0"/>
                          <a:ea typeface="Cambria Math" panose="02040503050406030204" pitchFamily="18" charset="0"/>
                          <a:cs typeface="Arial" panose="020B0604020202020204" pitchFamily="34" charset="0"/>
                        </a:rPr>
                        <m:t> </m:t>
                      </m:r>
                      <m:r>
                        <a:rPr lang="pt-BR" sz="2800" b="1" i="1" smtClean="0">
                          <a:latin typeface="Cambria Math" panose="02040503050406030204" pitchFamily="18" charset="0"/>
                          <a:ea typeface="Cambria Math" panose="02040503050406030204" pitchFamily="18" charset="0"/>
                          <a:cs typeface="Arial" panose="020B0604020202020204" pitchFamily="34" charset="0"/>
                        </a:rPr>
                        <m:t>𝒎</m:t>
                      </m:r>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ea typeface="Cambria Math" panose="02040503050406030204" pitchFamily="18" charset="0"/>
                          <a:cs typeface="Arial" panose="020B0604020202020204" pitchFamily="34" charset="0"/>
                        </a:rPr>
                        <m:t>𝒔</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8" name="CaixaDeTexto 7">
                <a:extLst>
                  <a:ext uri="{FF2B5EF4-FFF2-40B4-BE49-F238E27FC236}">
                    <a16:creationId xmlns:a16="http://schemas.microsoft.com/office/drawing/2014/main" id="{80BD9AC7-621C-9F0B-2123-C2C4A28F0288}"/>
                  </a:ext>
                </a:extLst>
              </p:cNvPr>
              <p:cNvSpPr txBox="1">
                <a:spLocks noRot="1" noChangeAspect="1" noMove="1" noResize="1" noEditPoints="1" noAdjustHandles="1" noChangeArrowheads="1" noChangeShapeType="1" noTextEdit="1"/>
              </p:cNvSpPr>
              <p:nvPr/>
            </p:nvSpPr>
            <p:spPr>
              <a:xfrm>
                <a:off x="246501" y="2348646"/>
                <a:ext cx="4646337" cy="956159"/>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 name="CaixaDeTexto 8">
                <a:extLst>
                  <a:ext uri="{FF2B5EF4-FFF2-40B4-BE49-F238E27FC236}">
                    <a16:creationId xmlns:a16="http://schemas.microsoft.com/office/drawing/2014/main" id="{2E5CF39A-B2B1-8F50-8802-77FE9BD5B79C}"/>
                  </a:ext>
                </a:extLst>
              </p:cNvPr>
              <p:cNvSpPr txBox="1"/>
              <p:nvPr/>
            </p:nvSpPr>
            <p:spPr>
              <a:xfrm>
                <a:off x="281486" y="3429000"/>
                <a:ext cx="4646337" cy="9473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𝟐</m:t>
                          </m:r>
                        </m:sub>
                      </m:sSub>
                      <m:r>
                        <a:rPr lang="pt-BR" sz="2800" b="1" i="1" smtClean="0">
                          <a:latin typeface="Cambria Math" panose="02040503050406030204" pitchFamily="18" charset="0"/>
                          <a:cs typeface="Arial" panose="020B0604020202020204" pitchFamily="34" charset="0"/>
                        </a:rPr>
                        <m:t>=</m:t>
                      </m:r>
                      <m:f>
                        <m:fPr>
                          <m:ctrlPr>
                            <a:rPr lang="pt-BR" sz="2800" b="1" i="1" smtClean="0">
                              <a:latin typeface="Cambria Math" panose="02040503050406030204" pitchFamily="18" charset="0"/>
                              <a:cs typeface="Arial" panose="020B0604020202020204" pitchFamily="34" charset="0"/>
                            </a:rPr>
                          </m:ctrlPr>
                        </m:fPr>
                        <m:num>
                          <m:r>
                            <a:rPr lang="pt-BR" sz="2800" b="1" i="1" smtClean="0">
                              <a:latin typeface="Cambria Math" panose="02040503050406030204" pitchFamily="18" charset="0"/>
                              <a:cs typeface="Arial" panose="020B0604020202020204" pitchFamily="34" charset="0"/>
                            </a:rPr>
                            <m:t>𝟕𝟐</m:t>
                          </m:r>
                        </m:num>
                        <m:den>
                          <m:r>
                            <a:rPr lang="pt-BR" sz="2800" b="1" i="1" smtClean="0">
                              <a:latin typeface="Cambria Math" panose="02040503050406030204" pitchFamily="18" charset="0"/>
                              <a:cs typeface="Arial" panose="020B0604020202020204" pitchFamily="34" charset="0"/>
                            </a:rPr>
                            <m:t>𝟑</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𝟔</m:t>
                          </m:r>
                        </m:den>
                      </m:f>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ea typeface="Cambria Math" panose="02040503050406030204" pitchFamily="18" charset="0"/>
                          <a:cs typeface="Arial" panose="020B0604020202020204" pitchFamily="34" charset="0"/>
                        </a:rPr>
                        <m:t>→   </m:t>
                      </m:r>
                      <m:sSub>
                        <m:sSubPr>
                          <m:ctrlPr>
                            <a:rPr lang="pt-BR" sz="2800" b="1" i="1" smtClean="0">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ea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ea typeface="Cambria Math" panose="02040503050406030204" pitchFamily="18" charset="0"/>
                              <a:cs typeface="Arial" panose="020B0604020202020204" pitchFamily="34" charset="0"/>
                            </a:rPr>
                            <m:t>𝟐</m:t>
                          </m:r>
                        </m:sub>
                      </m:sSub>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ea typeface="Cambria Math" panose="02040503050406030204" pitchFamily="18" charset="0"/>
                          <a:cs typeface="Arial" panose="020B0604020202020204" pitchFamily="34" charset="0"/>
                        </a:rPr>
                        <m:t>𝟐𝟎</m:t>
                      </m:r>
                      <m:r>
                        <a:rPr lang="pt-BR" sz="2800" b="1" i="1" smtClean="0">
                          <a:latin typeface="Cambria Math" panose="02040503050406030204" pitchFamily="18" charset="0"/>
                          <a:ea typeface="Cambria Math" panose="02040503050406030204" pitchFamily="18" charset="0"/>
                          <a:cs typeface="Arial" panose="020B0604020202020204" pitchFamily="34" charset="0"/>
                        </a:rPr>
                        <m:t> </m:t>
                      </m:r>
                      <m:r>
                        <a:rPr lang="pt-BR" sz="2800" b="1" i="1" smtClean="0">
                          <a:latin typeface="Cambria Math" panose="02040503050406030204" pitchFamily="18" charset="0"/>
                          <a:ea typeface="Cambria Math" panose="02040503050406030204" pitchFamily="18" charset="0"/>
                          <a:cs typeface="Arial" panose="020B0604020202020204" pitchFamily="34" charset="0"/>
                        </a:rPr>
                        <m:t>𝒎</m:t>
                      </m:r>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ea typeface="Cambria Math" panose="02040503050406030204" pitchFamily="18" charset="0"/>
                          <a:cs typeface="Arial" panose="020B0604020202020204" pitchFamily="34" charset="0"/>
                        </a:rPr>
                        <m:t>𝒔</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9" name="CaixaDeTexto 8">
                <a:extLst>
                  <a:ext uri="{FF2B5EF4-FFF2-40B4-BE49-F238E27FC236}">
                    <a16:creationId xmlns:a16="http://schemas.microsoft.com/office/drawing/2014/main" id="{2E5CF39A-B2B1-8F50-8802-77FE9BD5B79C}"/>
                  </a:ext>
                </a:extLst>
              </p:cNvPr>
              <p:cNvSpPr txBox="1">
                <a:spLocks noRot="1" noChangeAspect="1" noMove="1" noResize="1" noEditPoints="1" noAdjustHandles="1" noChangeArrowheads="1" noChangeShapeType="1" noTextEdit="1"/>
              </p:cNvSpPr>
              <p:nvPr/>
            </p:nvSpPr>
            <p:spPr>
              <a:xfrm>
                <a:off x="281486" y="3429000"/>
                <a:ext cx="4646337" cy="947375"/>
              </a:xfrm>
              <a:prstGeom prst="rect">
                <a:avLst/>
              </a:prstGeom>
              <a:blipFill>
                <a:blip r:embed="rId4"/>
                <a:stretch>
                  <a:fillRect/>
                </a:stretch>
              </a:blipFill>
            </p:spPr>
            <p:txBody>
              <a:bodyPr/>
              <a:lstStyle/>
              <a:p>
                <a:r>
                  <a:rPr lang="pt-BR">
                    <a:noFill/>
                  </a:rPr>
                  <a:t> </a:t>
                </a:r>
              </a:p>
            </p:txBody>
          </p:sp>
        </mc:Fallback>
      </mc:AlternateContent>
      <p:sp>
        <p:nvSpPr>
          <p:cNvPr id="10" name="Retângulo 9">
            <a:extLst>
              <a:ext uri="{FF2B5EF4-FFF2-40B4-BE49-F238E27FC236}">
                <a16:creationId xmlns:a16="http://schemas.microsoft.com/office/drawing/2014/main" id="{6A21AFD2-2213-385F-2AE3-21FE8C5B0535}"/>
              </a:ext>
            </a:extLst>
          </p:cNvPr>
          <p:cNvSpPr/>
          <p:nvPr/>
        </p:nvSpPr>
        <p:spPr>
          <a:xfrm>
            <a:off x="365773" y="4376375"/>
            <a:ext cx="4979248" cy="523220"/>
          </a:xfrm>
          <a:prstGeom prst="rect">
            <a:avLst/>
          </a:prstGeom>
        </p:spPr>
        <p:txBody>
          <a:bodyPr wrap="none">
            <a:spAutoFit/>
          </a:bodyPr>
          <a:lstStyle/>
          <a:p>
            <a:pPr algn="just"/>
            <a:r>
              <a:rPr lang="pt-BR" sz="2800" b="1" dirty="0">
                <a:solidFill>
                  <a:srgbClr val="FF0000"/>
                </a:solidFill>
                <a:latin typeface="Arial" panose="020B0604020202020204" pitchFamily="34" charset="0"/>
                <a:cs typeface="Arial" panose="020B0604020202020204" pitchFamily="34" charset="0"/>
              </a:rPr>
              <a:t>Fazer uma figura ilustrativa:</a:t>
            </a:r>
          </a:p>
        </p:txBody>
      </p:sp>
      <p:sp>
        <p:nvSpPr>
          <p:cNvPr id="12" name="Retângulo 11">
            <a:extLst>
              <a:ext uri="{FF2B5EF4-FFF2-40B4-BE49-F238E27FC236}">
                <a16:creationId xmlns:a16="http://schemas.microsoft.com/office/drawing/2014/main" id="{C30B2D57-6036-12AD-4C36-88A0BF75FE3D}"/>
              </a:ext>
            </a:extLst>
          </p:cNvPr>
          <p:cNvSpPr/>
          <p:nvPr/>
        </p:nvSpPr>
        <p:spPr>
          <a:xfrm>
            <a:off x="484909" y="5472545"/>
            <a:ext cx="4979248" cy="45719"/>
          </a:xfrm>
          <a:prstGeom prst="rect">
            <a:avLst/>
          </a:prstGeom>
          <a:pattFill prst="dashUpDiag">
            <a:fgClr>
              <a:schemeClr val="tx1"/>
            </a:fgClr>
            <a:bgClr>
              <a:schemeClr val="bg1"/>
            </a:bgClr>
          </a:patt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24" name="Agrupar 23">
            <a:extLst>
              <a:ext uri="{FF2B5EF4-FFF2-40B4-BE49-F238E27FC236}">
                <a16:creationId xmlns:a16="http://schemas.microsoft.com/office/drawing/2014/main" id="{C4538078-BBB0-D229-7E42-B645E350B29C}"/>
              </a:ext>
            </a:extLst>
          </p:cNvPr>
          <p:cNvGrpSpPr/>
          <p:nvPr/>
        </p:nvGrpSpPr>
        <p:grpSpPr>
          <a:xfrm>
            <a:off x="3346618" y="4993154"/>
            <a:ext cx="754114" cy="457200"/>
            <a:chOff x="3346618" y="4993154"/>
            <a:chExt cx="754114" cy="457200"/>
          </a:xfrm>
        </p:grpSpPr>
        <p:grpSp>
          <p:nvGrpSpPr>
            <p:cNvPr id="20" name="Agrupar 19">
              <a:extLst>
                <a:ext uri="{FF2B5EF4-FFF2-40B4-BE49-F238E27FC236}">
                  <a16:creationId xmlns:a16="http://schemas.microsoft.com/office/drawing/2014/main" id="{C2399A8C-D508-BBB1-3391-F0757C1BFA59}"/>
                </a:ext>
              </a:extLst>
            </p:cNvPr>
            <p:cNvGrpSpPr/>
            <p:nvPr/>
          </p:nvGrpSpPr>
          <p:grpSpPr>
            <a:xfrm>
              <a:off x="3346618" y="5173975"/>
              <a:ext cx="537770" cy="138540"/>
              <a:chOff x="7624689" y="3902687"/>
              <a:chExt cx="537770" cy="138540"/>
            </a:xfrm>
          </p:grpSpPr>
          <p:cxnSp>
            <p:nvCxnSpPr>
              <p:cNvPr id="21" name="Conector reto 20">
                <a:extLst>
                  <a:ext uri="{FF2B5EF4-FFF2-40B4-BE49-F238E27FC236}">
                    <a16:creationId xmlns:a16="http://schemas.microsoft.com/office/drawing/2014/main" id="{0FA107C6-FC39-E7CB-5D5C-561BAE535FE1}"/>
                  </a:ext>
                </a:extLst>
              </p:cNvPr>
              <p:cNvCxnSpPr/>
              <p:nvPr/>
            </p:nvCxnSpPr>
            <p:spPr>
              <a:xfrm>
                <a:off x="7624689" y="3902687"/>
                <a:ext cx="4360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Conector reto 21">
                <a:extLst>
                  <a:ext uri="{FF2B5EF4-FFF2-40B4-BE49-F238E27FC236}">
                    <a16:creationId xmlns:a16="http://schemas.microsoft.com/office/drawing/2014/main" id="{DEA1267D-F633-CF4F-3FF3-FCBC19E2F22A}"/>
                  </a:ext>
                </a:extLst>
              </p:cNvPr>
              <p:cNvCxnSpPr/>
              <p:nvPr/>
            </p:nvCxnSpPr>
            <p:spPr>
              <a:xfrm>
                <a:off x="7726360" y="3971957"/>
                <a:ext cx="4360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Conector reto 22">
                <a:extLst>
                  <a:ext uri="{FF2B5EF4-FFF2-40B4-BE49-F238E27FC236}">
                    <a16:creationId xmlns:a16="http://schemas.microsoft.com/office/drawing/2014/main" id="{ACF4810B-48EF-5EDA-A59E-72FDCBDC562E}"/>
                  </a:ext>
                </a:extLst>
              </p:cNvPr>
              <p:cNvCxnSpPr/>
              <p:nvPr/>
            </p:nvCxnSpPr>
            <p:spPr>
              <a:xfrm>
                <a:off x="7666250" y="4041227"/>
                <a:ext cx="4360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Fluxograma: Conector 12">
              <a:extLst>
                <a:ext uri="{FF2B5EF4-FFF2-40B4-BE49-F238E27FC236}">
                  <a16:creationId xmlns:a16="http://schemas.microsoft.com/office/drawing/2014/main" id="{503DA9B3-133D-04C5-84FE-AA6BFF07844D}"/>
                </a:ext>
              </a:extLst>
            </p:cNvPr>
            <p:cNvSpPr/>
            <p:nvPr/>
          </p:nvSpPr>
          <p:spPr>
            <a:xfrm>
              <a:off x="3643532" y="4993154"/>
              <a:ext cx="457200" cy="457200"/>
            </a:xfrm>
            <a:prstGeom prst="flowChartConnector">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10800000" scaled="1"/>
              <a:tileRect/>
            </a:gra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25" name="Agrupar 24">
            <a:extLst>
              <a:ext uri="{FF2B5EF4-FFF2-40B4-BE49-F238E27FC236}">
                <a16:creationId xmlns:a16="http://schemas.microsoft.com/office/drawing/2014/main" id="{CB1A472E-1884-953B-EBAE-DDB1806D5D8C}"/>
              </a:ext>
            </a:extLst>
          </p:cNvPr>
          <p:cNvGrpSpPr/>
          <p:nvPr/>
        </p:nvGrpSpPr>
        <p:grpSpPr>
          <a:xfrm>
            <a:off x="216024" y="4993154"/>
            <a:ext cx="857810" cy="457200"/>
            <a:chOff x="216024" y="4993154"/>
            <a:chExt cx="857810" cy="457200"/>
          </a:xfrm>
        </p:grpSpPr>
        <p:grpSp>
          <p:nvGrpSpPr>
            <p:cNvPr id="19" name="Agrupar 18">
              <a:extLst>
                <a:ext uri="{FF2B5EF4-FFF2-40B4-BE49-F238E27FC236}">
                  <a16:creationId xmlns:a16="http://schemas.microsoft.com/office/drawing/2014/main" id="{D33DD76F-54FD-D608-5ED4-B314F3E27FEF}"/>
                </a:ext>
              </a:extLst>
            </p:cNvPr>
            <p:cNvGrpSpPr/>
            <p:nvPr/>
          </p:nvGrpSpPr>
          <p:grpSpPr>
            <a:xfrm>
              <a:off x="216024" y="5152484"/>
              <a:ext cx="537770" cy="138540"/>
              <a:chOff x="7624689" y="3902687"/>
              <a:chExt cx="537770" cy="138540"/>
            </a:xfrm>
          </p:grpSpPr>
          <p:cxnSp>
            <p:nvCxnSpPr>
              <p:cNvPr id="16" name="Conector reto 15">
                <a:extLst>
                  <a:ext uri="{FF2B5EF4-FFF2-40B4-BE49-F238E27FC236}">
                    <a16:creationId xmlns:a16="http://schemas.microsoft.com/office/drawing/2014/main" id="{2AEF71E4-15B3-C290-59E1-3A0185A79E9E}"/>
                  </a:ext>
                </a:extLst>
              </p:cNvPr>
              <p:cNvCxnSpPr/>
              <p:nvPr/>
            </p:nvCxnSpPr>
            <p:spPr>
              <a:xfrm>
                <a:off x="7624689" y="3902687"/>
                <a:ext cx="4360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ector reto 16">
                <a:extLst>
                  <a:ext uri="{FF2B5EF4-FFF2-40B4-BE49-F238E27FC236}">
                    <a16:creationId xmlns:a16="http://schemas.microsoft.com/office/drawing/2014/main" id="{D8C5AE52-1CF6-1058-EECF-0CCB6617FD13}"/>
                  </a:ext>
                </a:extLst>
              </p:cNvPr>
              <p:cNvCxnSpPr/>
              <p:nvPr/>
            </p:nvCxnSpPr>
            <p:spPr>
              <a:xfrm>
                <a:off x="7726360" y="3971957"/>
                <a:ext cx="4360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ector reto 17">
                <a:extLst>
                  <a:ext uri="{FF2B5EF4-FFF2-40B4-BE49-F238E27FC236}">
                    <a16:creationId xmlns:a16="http://schemas.microsoft.com/office/drawing/2014/main" id="{EF32E701-2CB9-3FAC-6310-441B91362AD8}"/>
                  </a:ext>
                </a:extLst>
              </p:cNvPr>
              <p:cNvCxnSpPr/>
              <p:nvPr/>
            </p:nvCxnSpPr>
            <p:spPr>
              <a:xfrm>
                <a:off x="7666250" y="4041227"/>
                <a:ext cx="4360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Fluxograma: Conector 13">
              <a:extLst>
                <a:ext uri="{FF2B5EF4-FFF2-40B4-BE49-F238E27FC236}">
                  <a16:creationId xmlns:a16="http://schemas.microsoft.com/office/drawing/2014/main" id="{70A64D6E-B824-E5A9-658F-1F234C73A985}"/>
                </a:ext>
              </a:extLst>
            </p:cNvPr>
            <p:cNvSpPr/>
            <p:nvPr/>
          </p:nvSpPr>
          <p:spPr>
            <a:xfrm>
              <a:off x="616634" y="4993154"/>
              <a:ext cx="457200" cy="457200"/>
            </a:xfrm>
            <a:prstGeom prst="flowChartConnector">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path path="circle">
                <a:fillToRect l="50000" t="50000" r="50000" b="50000"/>
              </a:path>
              <a:tileRect/>
            </a:gra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26" name="CaixaDeTexto 25">
            <a:extLst>
              <a:ext uri="{FF2B5EF4-FFF2-40B4-BE49-F238E27FC236}">
                <a16:creationId xmlns:a16="http://schemas.microsoft.com/office/drawing/2014/main" id="{36859F85-A75D-40DD-7DD7-F07F584E07E1}"/>
              </a:ext>
            </a:extLst>
          </p:cNvPr>
          <p:cNvSpPr txBox="1"/>
          <p:nvPr/>
        </p:nvSpPr>
        <p:spPr>
          <a:xfrm>
            <a:off x="652123" y="5472545"/>
            <a:ext cx="385042"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0</a:t>
            </a:r>
          </a:p>
        </p:txBody>
      </p:sp>
      <p:sp>
        <p:nvSpPr>
          <p:cNvPr id="27" name="CaixaDeTexto 26">
            <a:extLst>
              <a:ext uri="{FF2B5EF4-FFF2-40B4-BE49-F238E27FC236}">
                <a16:creationId xmlns:a16="http://schemas.microsoft.com/office/drawing/2014/main" id="{6422929F-E9D4-139F-1B61-FE06D29DA576}"/>
              </a:ext>
            </a:extLst>
          </p:cNvPr>
          <p:cNvSpPr txBox="1"/>
          <p:nvPr/>
        </p:nvSpPr>
        <p:spPr>
          <a:xfrm>
            <a:off x="3521530" y="5459593"/>
            <a:ext cx="785793"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100</a:t>
            </a:r>
          </a:p>
        </p:txBody>
      </p:sp>
      <p:sp>
        <p:nvSpPr>
          <p:cNvPr id="30" name="Retângulo 29">
            <a:extLst>
              <a:ext uri="{FF2B5EF4-FFF2-40B4-BE49-F238E27FC236}">
                <a16:creationId xmlns:a16="http://schemas.microsoft.com/office/drawing/2014/main" id="{FC71FF30-7E8F-2433-7FCF-8E0D5709177C}"/>
              </a:ext>
            </a:extLst>
          </p:cNvPr>
          <p:cNvSpPr/>
          <p:nvPr/>
        </p:nvSpPr>
        <p:spPr>
          <a:xfrm>
            <a:off x="179410" y="6118952"/>
            <a:ext cx="1563248" cy="523220"/>
          </a:xfrm>
          <a:prstGeom prst="rect">
            <a:avLst/>
          </a:prstGeom>
        </p:spPr>
        <p:txBody>
          <a:bodyPr wrap="none">
            <a:spAutoFit/>
          </a:bodyPr>
          <a:lstStyle/>
          <a:p>
            <a:pPr algn="just"/>
            <a:r>
              <a:rPr lang="pt-BR" sz="2800" b="1" dirty="0">
                <a:solidFill>
                  <a:srgbClr val="FF0000"/>
                </a:solidFill>
                <a:latin typeface="Arial" panose="020B0604020202020204" pitchFamily="34" charset="0"/>
                <a:cs typeface="Arial" panose="020B0604020202020204" pitchFamily="34" charset="0"/>
              </a:rPr>
              <a:t>Modelo:</a:t>
            </a:r>
          </a:p>
        </p:txBody>
      </p:sp>
      <mc:AlternateContent xmlns:mc="http://schemas.openxmlformats.org/markup-compatibility/2006" xmlns:a14="http://schemas.microsoft.com/office/drawing/2010/main">
        <mc:Choice Requires="a14">
          <p:sp>
            <p:nvSpPr>
              <p:cNvPr id="31" name="Retângulo 30">
                <a:extLst>
                  <a:ext uri="{FF2B5EF4-FFF2-40B4-BE49-F238E27FC236}">
                    <a16:creationId xmlns:a16="http://schemas.microsoft.com/office/drawing/2014/main" id="{EA79FBC9-D881-91B6-16DA-0F80A14A6E46}"/>
                  </a:ext>
                </a:extLst>
              </p:cNvPr>
              <p:cNvSpPr/>
              <p:nvPr/>
            </p:nvSpPr>
            <p:spPr>
              <a:xfrm>
                <a:off x="1748987" y="6140443"/>
                <a:ext cx="2123145" cy="523220"/>
              </a:xfrm>
              <a:prstGeom prst="rect">
                <a:avLst/>
              </a:prstGeom>
            </p:spPr>
            <p:txBody>
              <a:bodyPr wrap="none">
                <a:spAutoFit/>
              </a:bodyPr>
              <a:lstStyle/>
              <a:p>
                <a:pPr algn="just"/>
                <a14:m>
                  <m:oMath xmlns:m="http://schemas.openxmlformats.org/officeDocument/2006/math">
                    <m:r>
                      <a:rPr lang="pt-BR" sz="2800" b="1" i="1" smtClean="0">
                        <a:solidFill>
                          <a:srgbClr val="002060"/>
                        </a:solidFill>
                        <a:latin typeface="Cambria Math" panose="02040503050406030204" pitchFamily="18" charset="0"/>
                        <a:cs typeface="Arial" panose="020B0604020202020204" pitchFamily="34" charset="0"/>
                      </a:rPr>
                      <m:t>𝑺</m:t>
                    </m:r>
                    <m:r>
                      <a:rPr lang="pt-BR" sz="2800" b="1" i="1" smtClean="0">
                        <a:solidFill>
                          <a:srgbClr val="002060"/>
                        </a:solidFill>
                        <a:latin typeface="Cambria Math" panose="02040503050406030204" pitchFamily="18" charset="0"/>
                        <a:cs typeface="Arial" panose="020B0604020202020204" pitchFamily="34" charset="0"/>
                      </a:rPr>
                      <m:t>=</m:t>
                    </m:r>
                    <m:sSub>
                      <m:sSubPr>
                        <m:ctrlPr>
                          <a:rPr lang="pt-BR" sz="2800" b="1" i="1" smtClean="0">
                            <a:solidFill>
                              <a:srgbClr val="002060"/>
                            </a:solidFill>
                            <a:latin typeface="Cambria Math" panose="02040503050406030204" pitchFamily="18" charset="0"/>
                            <a:cs typeface="Arial" panose="020B0604020202020204" pitchFamily="34" charset="0"/>
                          </a:rPr>
                        </m:ctrlPr>
                      </m:sSubPr>
                      <m:e>
                        <m:r>
                          <a:rPr lang="pt-BR" sz="2800" b="1" i="1" smtClean="0">
                            <a:solidFill>
                              <a:srgbClr val="002060"/>
                            </a:solidFill>
                            <a:latin typeface="Cambria Math" panose="02040503050406030204" pitchFamily="18" charset="0"/>
                            <a:cs typeface="Arial" panose="020B0604020202020204" pitchFamily="34" charset="0"/>
                          </a:rPr>
                          <m:t>𝑺</m:t>
                        </m:r>
                      </m:e>
                      <m:sub>
                        <m:r>
                          <a:rPr lang="pt-BR" sz="2800" b="1" i="1" smtClean="0">
                            <a:solidFill>
                              <a:srgbClr val="002060"/>
                            </a:solidFill>
                            <a:latin typeface="Cambria Math" panose="02040503050406030204" pitchFamily="18" charset="0"/>
                            <a:cs typeface="Arial" panose="020B0604020202020204" pitchFamily="34" charset="0"/>
                          </a:rPr>
                          <m:t>𝟎</m:t>
                        </m:r>
                      </m:sub>
                    </m:sSub>
                    <m:r>
                      <a:rPr lang="pt-BR" sz="2800" b="1" i="1" smtClean="0">
                        <a:solidFill>
                          <a:srgbClr val="002060"/>
                        </a:solidFill>
                        <a:latin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cs typeface="Arial" panose="020B0604020202020204" pitchFamily="34" charset="0"/>
                      </a:rPr>
                      <m:t>𝒗𝒕</m:t>
                    </m:r>
                  </m:oMath>
                </a14:m>
                <a:r>
                  <a:rPr lang="pt-BR" sz="2800" b="1" dirty="0">
                    <a:solidFill>
                      <a:srgbClr val="002060"/>
                    </a:solidFill>
                    <a:latin typeface="Arial" panose="020B0604020202020204" pitchFamily="34" charset="0"/>
                    <a:cs typeface="Arial" panose="020B0604020202020204" pitchFamily="34" charset="0"/>
                  </a:rPr>
                  <a:t> </a:t>
                </a:r>
              </a:p>
            </p:txBody>
          </p:sp>
        </mc:Choice>
        <mc:Fallback xmlns="">
          <p:sp>
            <p:nvSpPr>
              <p:cNvPr id="31" name="Retângulo 30">
                <a:extLst>
                  <a:ext uri="{FF2B5EF4-FFF2-40B4-BE49-F238E27FC236}">
                    <a16:creationId xmlns:a16="http://schemas.microsoft.com/office/drawing/2014/main" id="{EA79FBC9-D881-91B6-16DA-0F80A14A6E46}"/>
                  </a:ext>
                </a:extLst>
              </p:cNvPr>
              <p:cNvSpPr>
                <a:spLocks noRot="1" noChangeAspect="1" noMove="1" noResize="1" noEditPoints="1" noAdjustHandles="1" noChangeArrowheads="1" noChangeShapeType="1" noTextEdit="1"/>
              </p:cNvSpPr>
              <p:nvPr/>
            </p:nvSpPr>
            <p:spPr>
              <a:xfrm>
                <a:off x="1748987" y="6140443"/>
                <a:ext cx="2123145" cy="523220"/>
              </a:xfrm>
              <a:prstGeom prst="rect">
                <a:avLst/>
              </a:prstGeom>
              <a:blipFill>
                <a:blip r:embed="rId5"/>
                <a:stretch>
                  <a:fillRect/>
                </a:stretch>
              </a:blipFill>
            </p:spPr>
            <p:txBody>
              <a:bodyPr/>
              <a:lstStyle/>
              <a:p>
                <a:r>
                  <a:rPr lang="pt-BR">
                    <a:noFill/>
                  </a:rPr>
                  <a:t> </a:t>
                </a:r>
              </a:p>
            </p:txBody>
          </p:sp>
        </mc:Fallback>
      </mc:AlternateContent>
      <p:sp>
        <p:nvSpPr>
          <p:cNvPr id="32" name="Retângulo 31">
            <a:extLst>
              <a:ext uri="{FF2B5EF4-FFF2-40B4-BE49-F238E27FC236}">
                <a16:creationId xmlns:a16="http://schemas.microsoft.com/office/drawing/2014/main" id="{96051EAB-7C68-204B-1BD5-87666786FCBC}"/>
              </a:ext>
            </a:extLst>
          </p:cNvPr>
          <p:cNvSpPr/>
          <p:nvPr/>
        </p:nvSpPr>
        <p:spPr>
          <a:xfrm flipH="1">
            <a:off x="5659400" y="1674652"/>
            <a:ext cx="63371" cy="4989011"/>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33" name="CaixaDeTexto 32">
                <a:extLst>
                  <a:ext uri="{FF2B5EF4-FFF2-40B4-BE49-F238E27FC236}">
                    <a16:creationId xmlns:a16="http://schemas.microsoft.com/office/drawing/2014/main" id="{037032AD-9D1D-89A7-D200-BBBA839E1447}"/>
                  </a:ext>
                </a:extLst>
              </p:cNvPr>
              <p:cNvSpPr txBox="1"/>
              <p:nvPr/>
            </p:nvSpPr>
            <p:spPr>
              <a:xfrm>
                <a:off x="5840292" y="1631655"/>
                <a:ext cx="2626168" cy="5561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𝑱</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𝟐𝟎</m:t>
                      </m:r>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𝒔</m:t>
                      </m:r>
                      <m:r>
                        <a:rPr lang="pt-BR" sz="2800" b="1" i="1" smtClean="0">
                          <a:latin typeface="Cambria Math" panose="02040503050406030204" pitchFamily="18" charset="0"/>
                          <a:cs typeface="Arial" panose="020B0604020202020204" pitchFamily="34" charset="0"/>
                        </a:rPr>
                        <m:t>)</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33" name="CaixaDeTexto 32">
                <a:extLst>
                  <a:ext uri="{FF2B5EF4-FFF2-40B4-BE49-F238E27FC236}">
                    <a16:creationId xmlns:a16="http://schemas.microsoft.com/office/drawing/2014/main" id="{037032AD-9D1D-89A7-D200-BBBA839E1447}"/>
                  </a:ext>
                </a:extLst>
              </p:cNvPr>
              <p:cNvSpPr txBox="1">
                <a:spLocks noRot="1" noChangeAspect="1" noMove="1" noResize="1" noEditPoints="1" noAdjustHandles="1" noChangeArrowheads="1" noChangeShapeType="1" noTextEdit="1"/>
              </p:cNvSpPr>
              <p:nvPr/>
            </p:nvSpPr>
            <p:spPr>
              <a:xfrm>
                <a:off x="5840292" y="1631655"/>
                <a:ext cx="2626168" cy="556178"/>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4" name="CaixaDeTexto 33">
                <a:extLst>
                  <a:ext uri="{FF2B5EF4-FFF2-40B4-BE49-F238E27FC236}">
                    <a16:creationId xmlns:a16="http://schemas.microsoft.com/office/drawing/2014/main" id="{C6BF90C8-8294-5CEC-E157-F98401232EA3}"/>
                  </a:ext>
                </a:extLst>
              </p:cNvPr>
              <p:cNvSpPr txBox="1"/>
              <p:nvPr/>
            </p:nvSpPr>
            <p:spPr>
              <a:xfrm>
                <a:off x="5762764" y="2144836"/>
                <a:ext cx="375230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𝑪</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𝟏𝟎𝟎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𝟏𝟓</m:t>
                      </m:r>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𝒔</m:t>
                      </m:r>
                      <m:r>
                        <a:rPr lang="pt-BR" sz="2800" b="1" i="1" smtClean="0">
                          <a:latin typeface="Cambria Math" panose="02040503050406030204" pitchFamily="18" charset="0"/>
                          <a:cs typeface="Arial" panose="020B0604020202020204" pitchFamily="34" charset="0"/>
                        </a:rPr>
                        <m:t>)</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34" name="CaixaDeTexto 33">
                <a:extLst>
                  <a:ext uri="{FF2B5EF4-FFF2-40B4-BE49-F238E27FC236}">
                    <a16:creationId xmlns:a16="http://schemas.microsoft.com/office/drawing/2014/main" id="{C6BF90C8-8294-5CEC-E157-F98401232EA3}"/>
                  </a:ext>
                </a:extLst>
              </p:cNvPr>
              <p:cNvSpPr txBox="1">
                <a:spLocks noRot="1" noChangeAspect="1" noMove="1" noResize="1" noEditPoints="1" noAdjustHandles="1" noChangeArrowheads="1" noChangeShapeType="1" noTextEdit="1"/>
              </p:cNvSpPr>
              <p:nvPr/>
            </p:nvSpPr>
            <p:spPr>
              <a:xfrm>
                <a:off x="5762764" y="2144836"/>
                <a:ext cx="3752309" cy="523220"/>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5" name="CaixaDeTexto 34">
                <a:extLst>
                  <a:ext uri="{FF2B5EF4-FFF2-40B4-BE49-F238E27FC236}">
                    <a16:creationId xmlns:a16="http://schemas.microsoft.com/office/drawing/2014/main" id="{56EEFB65-4308-60D5-9BE4-B444616A0890}"/>
                  </a:ext>
                </a:extLst>
              </p:cNvPr>
              <p:cNvSpPr txBox="1"/>
              <p:nvPr/>
            </p:nvSpPr>
            <p:spPr>
              <a:xfrm>
                <a:off x="7002533" y="2955464"/>
                <a:ext cx="1463927" cy="5561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𝑱</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𝑪</m:t>
                          </m:r>
                        </m:sub>
                      </m:sSub>
                    </m:oMath>
                  </m:oMathPara>
                </a14:m>
                <a:endParaRPr lang="pt-BR" sz="2800" b="1" dirty="0">
                  <a:latin typeface="Arial" panose="020B0604020202020204" pitchFamily="34" charset="0"/>
                  <a:cs typeface="Arial" panose="020B0604020202020204" pitchFamily="34" charset="0"/>
                </a:endParaRPr>
              </a:p>
            </p:txBody>
          </p:sp>
        </mc:Choice>
        <mc:Fallback xmlns="">
          <p:sp>
            <p:nvSpPr>
              <p:cNvPr id="35" name="CaixaDeTexto 34">
                <a:extLst>
                  <a:ext uri="{FF2B5EF4-FFF2-40B4-BE49-F238E27FC236}">
                    <a16:creationId xmlns:a16="http://schemas.microsoft.com/office/drawing/2014/main" id="{56EEFB65-4308-60D5-9BE4-B444616A0890}"/>
                  </a:ext>
                </a:extLst>
              </p:cNvPr>
              <p:cNvSpPr txBox="1">
                <a:spLocks noRot="1" noChangeAspect="1" noMove="1" noResize="1" noEditPoints="1" noAdjustHandles="1" noChangeArrowheads="1" noChangeShapeType="1" noTextEdit="1"/>
              </p:cNvSpPr>
              <p:nvPr/>
            </p:nvSpPr>
            <p:spPr>
              <a:xfrm>
                <a:off x="7002533" y="2955464"/>
                <a:ext cx="1463927" cy="556178"/>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6" name="CaixaDeTexto 35">
                <a:extLst>
                  <a:ext uri="{FF2B5EF4-FFF2-40B4-BE49-F238E27FC236}">
                    <a16:creationId xmlns:a16="http://schemas.microsoft.com/office/drawing/2014/main" id="{F1DD0458-2A07-9C4F-0A1B-7D4A589B3357}"/>
                  </a:ext>
                </a:extLst>
              </p:cNvPr>
              <p:cNvSpPr txBox="1"/>
              <p:nvPr/>
            </p:nvSpPr>
            <p:spPr>
              <a:xfrm>
                <a:off x="5801535" y="3571784"/>
                <a:ext cx="298350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𝟐𝟎</m:t>
                      </m:r>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𝟏𝟎𝟎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𝟏𝟓</m:t>
                      </m:r>
                      <m:r>
                        <a:rPr lang="pt-BR" sz="2800" b="1" i="1" smtClean="0">
                          <a:latin typeface="Cambria Math" panose="02040503050406030204" pitchFamily="18" charset="0"/>
                          <a:cs typeface="Arial" panose="020B0604020202020204" pitchFamily="34" charset="0"/>
                        </a:rPr>
                        <m:t>𝒕</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36" name="CaixaDeTexto 35">
                <a:extLst>
                  <a:ext uri="{FF2B5EF4-FFF2-40B4-BE49-F238E27FC236}">
                    <a16:creationId xmlns:a16="http://schemas.microsoft.com/office/drawing/2014/main" id="{F1DD0458-2A07-9C4F-0A1B-7D4A589B3357}"/>
                  </a:ext>
                </a:extLst>
              </p:cNvPr>
              <p:cNvSpPr txBox="1">
                <a:spLocks noRot="1" noChangeAspect="1" noMove="1" noResize="1" noEditPoints="1" noAdjustHandles="1" noChangeArrowheads="1" noChangeShapeType="1" noTextEdit="1"/>
              </p:cNvSpPr>
              <p:nvPr/>
            </p:nvSpPr>
            <p:spPr>
              <a:xfrm>
                <a:off x="5801535" y="3571784"/>
                <a:ext cx="2983509" cy="523220"/>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13342B4D-5A1D-7BA5-1C9E-58C30719C941}"/>
                  </a:ext>
                </a:extLst>
              </p:cNvPr>
              <p:cNvSpPr txBox="1"/>
              <p:nvPr/>
            </p:nvSpPr>
            <p:spPr>
              <a:xfrm>
                <a:off x="5918014" y="4114765"/>
                <a:ext cx="298350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𝟐𝟎</m:t>
                      </m:r>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𝟏𝟓</m:t>
                      </m:r>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𝟏𝟎𝟎</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37" name="CaixaDeTexto 36">
                <a:extLst>
                  <a:ext uri="{FF2B5EF4-FFF2-40B4-BE49-F238E27FC236}">
                    <a16:creationId xmlns:a16="http://schemas.microsoft.com/office/drawing/2014/main" id="{13342B4D-5A1D-7BA5-1C9E-58C30719C941}"/>
                  </a:ext>
                </a:extLst>
              </p:cNvPr>
              <p:cNvSpPr txBox="1">
                <a:spLocks noRot="1" noChangeAspect="1" noMove="1" noResize="1" noEditPoints="1" noAdjustHandles="1" noChangeArrowheads="1" noChangeShapeType="1" noTextEdit="1"/>
              </p:cNvSpPr>
              <p:nvPr/>
            </p:nvSpPr>
            <p:spPr>
              <a:xfrm>
                <a:off x="5918014" y="4114765"/>
                <a:ext cx="2983509" cy="523220"/>
              </a:xfrm>
              <a:prstGeom prst="rect">
                <a:avLst/>
              </a:prstGeom>
              <a:blipFill>
                <a:blip r:embed="rId1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8" name="CaixaDeTexto 37">
                <a:extLst>
                  <a:ext uri="{FF2B5EF4-FFF2-40B4-BE49-F238E27FC236}">
                    <a16:creationId xmlns:a16="http://schemas.microsoft.com/office/drawing/2014/main" id="{58D141CF-1B0B-9D80-2784-3D932304A495}"/>
                  </a:ext>
                </a:extLst>
              </p:cNvPr>
              <p:cNvSpPr txBox="1"/>
              <p:nvPr/>
            </p:nvSpPr>
            <p:spPr>
              <a:xfrm>
                <a:off x="6542337" y="4627852"/>
                <a:ext cx="1761187"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𝟓</m:t>
                      </m:r>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𝟏𝟎𝟎</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38" name="CaixaDeTexto 37">
                <a:extLst>
                  <a:ext uri="{FF2B5EF4-FFF2-40B4-BE49-F238E27FC236}">
                    <a16:creationId xmlns:a16="http://schemas.microsoft.com/office/drawing/2014/main" id="{58D141CF-1B0B-9D80-2784-3D932304A495}"/>
                  </a:ext>
                </a:extLst>
              </p:cNvPr>
              <p:cNvSpPr txBox="1">
                <a:spLocks noRot="1" noChangeAspect="1" noMove="1" noResize="1" noEditPoints="1" noAdjustHandles="1" noChangeArrowheads="1" noChangeShapeType="1" noTextEdit="1"/>
              </p:cNvSpPr>
              <p:nvPr/>
            </p:nvSpPr>
            <p:spPr>
              <a:xfrm>
                <a:off x="6542337" y="4627852"/>
                <a:ext cx="1761187" cy="523220"/>
              </a:xfrm>
              <a:prstGeom prst="rect">
                <a:avLst/>
              </a:prstGeom>
              <a:blipFill>
                <a:blip r:embed="rId11"/>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id="{44DE7EC5-D9C6-324E-D2C3-312AA4DF0962}"/>
                  </a:ext>
                </a:extLst>
              </p:cNvPr>
              <p:cNvSpPr txBox="1"/>
              <p:nvPr/>
            </p:nvSpPr>
            <p:spPr>
              <a:xfrm>
                <a:off x="6393976" y="5402549"/>
                <a:ext cx="1589666" cy="523220"/>
              </a:xfrm>
              <a:prstGeom prst="rect">
                <a:avLst/>
              </a:prstGeom>
              <a:solidFill>
                <a:srgbClr val="FFFF00"/>
              </a:solidFill>
              <a:ln>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𝟐𝟎</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𝒔</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39" name="CaixaDeTexto 38">
                <a:extLst>
                  <a:ext uri="{FF2B5EF4-FFF2-40B4-BE49-F238E27FC236}">
                    <a16:creationId xmlns:a16="http://schemas.microsoft.com/office/drawing/2014/main" id="{44DE7EC5-D9C6-324E-D2C3-312AA4DF0962}"/>
                  </a:ext>
                </a:extLst>
              </p:cNvPr>
              <p:cNvSpPr txBox="1">
                <a:spLocks noRot="1" noChangeAspect="1" noMove="1" noResize="1" noEditPoints="1" noAdjustHandles="1" noChangeArrowheads="1" noChangeShapeType="1" noTextEdit="1"/>
              </p:cNvSpPr>
              <p:nvPr/>
            </p:nvSpPr>
            <p:spPr>
              <a:xfrm>
                <a:off x="6393976" y="5402549"/>
                <a:ext cx="1589666" cy="523220"/>
              </a:xfrm>
              <a:prstGeom prst="rect">
                <a:avLst/>
              </a:prstGeom>
              <a:blipFill>
                <a:blip r:embed="rId12"/>
                <a:stretch>
                  <a:fillRect/>
                </a:stretch>
              </a:blipFill>
              <a:ln>
                <a:solidFill>
                  <a:schemeClr val="tx1"/>
                </a:solidFill>
              </a:ln>
            </p:spPr>
            <p:txBody>
              <a:bodyPr/>
              <a:lstStyle/>
              <a:p>
                <a:r>
                  <a:rPr lang="pt-BR">
                    <a:noFill/>
                  </a:rPr>
                  <a:t> </a:t>
                </a:r>
              </a:p>
            </p:txBody>
          </p:sp>
        </mc:Fallback>
      </mc:AlternateContent>
      <p:pic>
        <p:nvPicPr>
          <p:cNvPr id="41" name="Imagem 40" descr="Desenho de personagem de desenho animado&#10;&#10;Descrição gerada automaticamente">
            <a:extLst>
              <a:ext uri="{FF2B5EF4-FFF2-40B4-BE49-F238E27FC236}">
                <a16:creationId xmlns:a16="http://schemas.microsoft.com/office/drawing/2014/main" id="{1E8DE544-877C-C800-2CC2-9D549C9047E5}"/>
              </a:ext>
            </a:extLst>
          </p:cNvPr>
          <p:cNvPicPr>
            <a:picLocks noChangeAspect="1"/>
          </p:cNvPicPr>
          <p:nvPr/>
        </p:nvPicPr>
        <p:blipFill>
          <a:blip r:embed="rId13"/>
          <a:stretch>
            <a:fillRect/>
          </a:stretch>
        </p:blipFill>
        <p:spPr>
          <a:xfrm>
            <a:off x="9273443" y="4400982"/>
            <a:ext cx="2143125" cy="2143125"/>
          </a:xfrm>
          <a:prstGeom prst="rect">
            <a:avLst/>
          </a:prstGeom>
        </p:spPr>
      </p:pic>
      <p:sp>
        <p:nvSpPr>
          <p:cNvPr id="42" name="Retângulo 41">
            <a:extLst>
              <a:ext uri="{FF2B5EF4-FFF2-40B4-BE49-F238E27FC236}">
                <a16:creationId xmlns:a16="http://schemas.microsoft.com/office/drawing/2014/main" id="{315E819D-4939-9047-DED9-66E622EB5313}"/>
              </a:ext>
            </a:extLst>
          </p:cNvPr>
          <p:cNvSpPr/>
          <p:nvPr/>
        </p:nvSpPr>
        <p:spPr>
          <a:xfrm>
            <a:off x="5801535" y="2586820"/>
            <a:ext cx="3999813" cy="523220"/>
          </a:xfrm>
          <a:prstGeom prst="rect">
            <a:avLst/>
          </a:prstGeom>
        </p:spPr>
        <p:txBody>
          <a:bodyPr wrap="none">
            <a:spAutoFit/>
          </a:bodyPr>
          <a:lstStyle/>
          <a:p>
            <a:pPr algn="just"/>
            <a:r>
              <a:rPr lang="pt-BR" sz="2800" b="1" dirty="0">
                <a:solidFill>
                  <a:srgbClr val="FF0000"/>
                </a:solidFill>
                <a:latin typeface="Arial" panose="020B0604020202020204" pitchFamily="34" charset="0"/>
                <a:cs typeface="Arial" panose="020B0604020202020204" pitchFamily="34" charset="0"/>
              </a:rPr>
              <a:t>Condição do encontro</a:t>
            </a:r>
          </a:p>
        </p:txBody>
      </p:sp>
      <mc:AlternateContent xmlns:mc="http://schemas.openxmlformats.org/markup-compatibility/2006" xmlns:a14="http://schemas.microsoft.com/office/drawing/2010/main">
        <mc:Choice Requires="a14">
          <p:sp>
            <p:nvSpPr>
              <p:cNvPr id="43" name="CaixaDeTexto 42">
                <a:extLst>
                  <a:ext uri="{FF2B5EF4-FFF2-40B4-BE49-F238E27FC236}">
                    <a16:creationId xmlns:a16="http://schemas.microsoft.com/office/drawing/2014/main" id="{388966B2-0FD8-D5A7-9053-3FBE85488106}"/>
                  </a:ext>
                </a:extLst>
              </p:cNvPr>
              <p:cNvSpPr txBox="1"/>
              <p:nvPr/>
            </p:nvSpPr>
            <p:spPr>
              <a:xfrm>
                <a:off x="4924402" y="5425186"/>
                <a:ext cx="617477"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𝒎</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43" name="CaixaDeTexto 42">
                <a:extLst>
                  <a:ext uri="{FF2B5EF4-FFF2-40B4-BE49-F238E27FC236}">
                    <a16:creationId xmlns:a16="http://schemas.microsoft.com/office/drawing/2014/main" id="{388966B2-0FD8-D5A7-9053-3FBE85488106}"/>
                  </a:ext>
                </a:extLst>
              </p:cNvPr>
              <p:cNvSpPr txBox="1">
                <a:spLocks noRot="1" noChangeAspect="1" noMove="1" noResize="1" noEditPoints="1" noAdjustHandles="1" noChangeArrowheads="1" noChangeShapeType="1" noTextEdit="1"/>
              </p:cNvSpPr>
              <p:nvPr/>
            </p:nvSpPr>
            <p:spPr>
              <a:xfrm>
                <a:off x="4924402" y="5425186"/>
                <a:ext cx="617477" cy="523220"/>
              </a:xfrm>
              <a:prstGeom prst="rect">
                <a:avLst/>
              </a:prstGeom>
              <a:blipFill>
                <a:blip r:embed="rId14"/>
                <a:stretch>
                  <a:fillRect/>
                </a:stretch>
              </a:blipFill>
            </p:spPr>
            <p:txBody>
              <a:bodyPr/>
              <a:lstStyle/>
              <a:p>
                <a:r>
                  <a:rPr lang="pt-BR">
                    <a:noFill/>
                  </a:rPr>
                  <a:t> </a:t>
                </a:r>
              </a:p>
            </p:txBody>
          </p:sp>
        </mc:Fallback>
      </mc:AlternateContent>
    </p:spTree>
    <p:extLst>
      <p:ext uri="{BB962C8B-B14F-4D97-AF65-F5344CB8AC3E}">
        <p14:creationId xmlns:p14="http://schemas.microsoft.com/office/powerpoint/2010/main" val="1805566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down)">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heel(1)">
                                      <p:cBhvr>
                                        <p:cTn id="30" dur="20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43"/>
                                        </p:tgtEl>
                                        <p:attrNameLst>
                                          <p:attrName>style.visibility</p:attrName>
                                        </p:attrNameLst>
                                      </p:cBhvr>
                                      <p:to>
                                        <p:strVal val="visible"/>
                                      </p:to>
                                    </p:set>
                                    <p:animEffect transition="in" filter="wipe(down)">
                                      <p:cBhvr>
                                        <p:cTn id="44" dur="500"/>
                                        <p:tgtEl>
                                          <p:spTgt spid="43"/>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6" presetClass="entr" presetSubtype="21" fill="hold" grpId="0" nodeType="click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barn(inVertical)">
                                      <p:cBhvr>
                                        <p:cTn id="53" dur="500"/>
                                        <p:tgtEl>
                                          <p:spTgt spid="2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500"/>
                                        <p:tgtEl>
                                          <p:spTgt spid="25"/>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wipe(down)">
                                      <p:cBhvr>
                                        <p:cTn id="63" dur="500"/>
                                        <p:tgtEl>
                                          <p:spTgt spid="24"/>
                                        </p:tgtEl>
                                      </p:cBhvr>
                                    </p:animEffect>
                                  </p:childTnLst>
                                </p:cTn>
                              </p:par>
                            </p:childTnLst>
                          </p:cTn>
                        </p:par>
                      </p:childTnLst>
                    </p:cTn>
                  </p:par>
                  <p:par>
                    <p:cTn id="64" fill="hold">
                      <p:stCondLst>
                        <p:cond delay="indefinite"/>
                      </p:stCondLst>
                      <p:childTnLst>
                        <p:par>
                          <p:cTn id="65" fill="hold">
                            <p:stCondLst>
                              <p:cond delay="0"/>
                            </p:stCondLst>
                            <p:childTnLst>
                              <p:par>
                                <p:cTn id="66" presetID="16" presetClass="entr" presetSubtype="21" fill="hold" grpId="0" nodeType="clickEffect">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barn(inVertical)">
                                      <p:cBhvr>
                                        <p:cTn id="68" dur="500"/>
                                        <p:tgtEl>
                                          <p:spTgt spid="30"/>
                                        </p:tgtEl>
                                      </p:cBhvr>
                                    </p:animEffect>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grpId="0" nodeType="click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1000"/>
                                        <p:tgtEl>
                                          <p:spTgt spid="31"/>
                                        </p:tgtEl>
                                      </p:cBhvr>
                                    </p:animEffect>
                                    <p:anim calcmode="lin" valueType="num">
                                      <p:cBhvr>
                                        <p:cTn id="74" dur="1000" fill="hold"/>
                                        <p:tgtEl>
                                          <p:spTgt spid="31"/>
                                        </p:tgtEl>
                                        <p:attrNameLst>
                                          <p:attrName>ppt_x</p:attrName>
                                        </p:attrNameLst>
                                      </p:cBhvr>
                                      <p:tavLst>
                                        <p:tav tm="0">
                                          <p:val>
                                            <p:strVal val="#ppt_x"/>
                                          </p:val>
                                        </p:tav>
                                        <p:tav tm="100000">
                                          <p:val>
                                            <p:strVal val="#ppt_x"/>
                                          </p:val>
                                        </p:tav>
                                      </p:tavLst>
                                    </p:anim>
                                    <p:anim calcmode="lin" valueType="num">
                                      <p:cBhvr>
                                        <p:cTn id="75"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42" presetClass="entr" presetSubtype="0" fill="hold" grpId="0" nodeType="clickEffect">
                                  <p:stCondLst>
                                    <p:cond delay="0"/>
                                  </p:stCondLst>
                                  <p:childTnLst>
                                    <p:set>
                                      <p:cBhvr>
                                        <p:cTn id="79" dur="1" fill="hold">
                                          <p:stCondLst>
                                            <p:cond delay="0"/>
                                          </p:stCondLst>
                                        </p:cTn>
                                        <p:tgtEl>
                                          <p:spTgt spid="32"/>
                                        </p:tgtEl>
                                        <p:attrNameLst>
                                          <p:attrName>style.visibility</p:attrName>
                                        </p:attrNameLst>
                                      </p:cBhvr>
                                      <p:to>
                                        <p:strVal val="visible"/>
                                      </p:to>
                                    </p:set>
                                    <p:animEffect transition="in" filter="fade">
                                      <p:cBhvr>
                                        <p:cTn id="80" dur="1000"/>
                                        <p:tgtEl>
                                          <p:spTgt spid="32"/>
                                        </p:tgtEl>
                                      </p:cBhvr>
                                    </p:animEffect>
                                    <p:anim calcmode="lin" valueType="num">
                                      <p:cBhvr>
                                        <p:cTn id="81" dur="1000" fill="hold"/>
                                        <p:tgtEl>
                                          <p:spTgt spid="32"/>
                                        </p:tgtEl>
                                        <p:attrNameLst>
                                          <p:attrName>ppt_x</p:attrName>
                                        </p:attrNameLst>
                                      </p:cBhvr>
                                      <p:tavLst>
                                        <p:tav tm="0">
                                          <p:val>
                                            <p:strVal val="#ppt_x"/>
                                          </p:val>
                                        </p:tav>
                                        <p:tav tm="100000">
                                          <p:val>
                                            <p:strVal val="#ppt_x"/>
                                          </p:val>
                                        </p:tav>
                                      </p:tavLst>
                                    </p:anim>
                                    <p:anim calcmode="lin" valueType="num">
                                      <p:cBhvr>
                                        <p:cTn id="82"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grpId="0" nodeType="click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wipe(down)">
                                      <p:cBhvr>
                                        <p:cTn id="87" dur="500"/>
                                        <p:tgtEl>
                                          <p:spTgt spid="33"/>
                                        </p:tgtEl>
                                      </p:cBhvr>
                                    </p:animEffect>
                                  </p:childTnLst>
                                </p:cTn>
                              </p:par>
                            </p:childTnLst>
                          </p:cTn>
                        </p:par>
                      </p:childTnLst>
                    </p:cTn>
                  </p:par>
                  <p:par>
                    <p:cTn id="88" fill="hold">
                      <p:stCondLst>
                        <p:cond delay="indefinite"/>
                      </p:stCondLst>
                      <p:childTnLst>
                        <p:par>
                          <p:cTn id="89" fill="hold">
                            <p:stCondLst>
                              <p:cond delay="0"/>
                            </p:stCondLst>
                            <p:childTnLst>
                              <p:par>
                                <p:cTn id="90" presetID="14" presetClass="entr" presetSubtype="10" fill="hold" grpId="0" nodeType="clickEffect">
                                  <p:stCondLst>
                                    <p:cond delay="0"/>
                                  </p:stCondLst>
                                  <p:childTnLst>
                                    <p:set>
                                      <p:cBhvr>
                                        <p:cTn id="91" dur="1" fill="hold">
                                          <p:stCondLst>
                                            <p:cond delay="0"/>
                                          </p:stCondLst>
                                        </p:cTn>
                                        <p:tgtEl>
                                          <p:spTgt spid="34"/>
                                        </p:tgtEl>
                                        <p:attrNameLst>
                                          <p:attrName>style.visibility</p:attrName>
                                        </p:attrNameLst>
                                      </p:cBhvr>
                                      <p:to>
                                        <p:strVal val="visible"/>
                                      </p:to>
                                    </p:set>
                                    <p:animEffect transition="in" filter="randombar(horizontal)">
                                      <p:cBhvr>
                                        <p:cTn id="92" dur="500"/>
                                        <p:tgtEl>
                                          <p:spTgt spid="34"/>
                                        </p:tgtEl>
                                      </p:cBhvr>
                                    </p:animEffec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42"/>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6" presetClass="entr" presetSubtype="21" fill="hold" grpId="0" nodeType="click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barn(inVertical)">
                                      <p:cBhvr>
                                        <p:cTn id="101" dur="500"/>
                                        <p:tgtEl>
                                          <p:spTgt spid="35"/>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36"/>
                                        </p:tgtEl>
                                        <p:attrNameLst>
                                          <p:attrName>style.visibility</p:attrName>
                                        </p:attrNameLst>
                                      </p:cBhvr>
                                      <p:to>
                                        <p:strVal val="visible"/>
                                      </p:to>
                                    </p:set>
                                    <p:animEffect transition="in" filter="fade">
                                      <p:cBhvr>
                                        <p:cTn id="106" dur="500"/>
                                        <p:tgtEl>
                                          <p:spTgt spid="36"/>
                                        </p:tgtEl>
                                      </p:cBhvr>
                                    </p:animEffect>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grpId="0" nodeType="clickEffect">
                                  <p:stCondLst>
                                    <p:cond delay="0"/>
                                  </p:stCondLst>
                                  <p:childTnLst>
                                    <p:set>
                                      <p:cBhvr>
                                        <p:cTn id="110" dur="1" fill="hold">
                                          <p:stCondLst>
                                            <p:cond delay="0"/>
                                          </p:stCondLst>
                                        </p:cTn>
                                        <p:tgtEl>
                                          <p:spTgt spid="37"/>
                                        </p:tgtEl>
                                        <p:attrNameLst>
                                          <p:attrName>style.visibility</p:attrName>
                                        </p:attrNameLst>
                                      </p:cBhvr>
                                      <p:to>
                                        <p:strVal val="visible"/>
                                      </p:to>
                                    </p:set>
                                    <p:animEffect transition="in" filter="fade">
                                      <p:cBhvr>
                                        <p:cTn id="111" dur="1000"/>
                                        <p:tgtEl>
                                          <p:spTgt spid="37"/>
                                        </p:tgtEl>
                                      </p:cBhvr>
                                    </p:animEffect>
                                    <p:anim calcmode="lin" valueType="num">
                                      <p:cBhvr>
                                        <p:cTn id="112" dur="1000" fill="hold"/>
                                        <p:tgtEl>
                                          <p:spTgt spid="37"/>
                                        </p:tgtEl>
                                        <p:attrNameLst>
                                          <p:attrName>ppt_x</p:attrName>
                                        </p:attrNameLst>
                                      </p:cBhvr>
                                      <p:tavLst>
                                        <p:tav tm="0">
                                          <p:val>
                                            <p:strVal val="#ppt_x"/>
                                          </p:val>
                                        </p:tav>
                                        <p:tav tm="100000">
                                          <p:val>
                                            <p:strVal val="#ppt_x"/>
                                          </p:val>
                                        </p:tav>
                                      </p:tavLst>
                                    </p:anim>
                                    <p:anim calcmode="lin" valueType="num">
                                      <p:cBhvr>
                                        <p:cTn id="113"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22" presetClass="entr" presetSubtype="4" fill="hold" grpId="0" nodeType="clickEffect">
                                  <p:stCondLst>
                                    <p:cond delay="0"/>
                                  </p:stCondLst>
                                  <p:childTnLst>
                                    <p:set>
                                      <p:cBhvr>
                                        <p:cTn id="117" dur="1" fill="hold">
                                          <p:stCondLst>
                                            <p:cond delay="0"/>
                                          </p:stCondLst>
                                        </p:cTn>
                                        <p:tgtEl>
                                          <p:spTgt spid="38"/>
                                        </p:tgtEl>
                                        <p:attrNameLst>
                                          <p:attrName>style.visibility</p:attrName>
                                        </p:attrNameLst>
                                      </p:cBhvr>
                                      <p:to>
                                        <p:strVal val="visible"/>
                                      </p:to>
                                    </p:set>
                                    <p:animEffect transition="in" filter="wipe(down)">
                                      <p:cBhvr>
                                        <p:cTn id="118" dur="500"/>
                                        <p:tgtEl>
                                          <p:spTgt spid="38"/>
                                        </p:tgtEl>
                                      </p:cBhvr>
                                    </p:animEffect>
                                  </p:childTnLst>
                                </p:cTn>
                              </p:par>
                            </p:childTnLst>
                          </p:cTn>
                        </p:par>
                      </p:childTnLst>
                    </p:cTn>
                  </p:par>
                  <p:par>
                    <p:cTn id="119" fill="hold">
                      <p:stCondLst>
                        <p:cond delay="indefinite"/>
                      </p:stCondLst>
                      <p:childTnLst>
                        <p:par>
                          <p:cTn id="120" fill="hold">
                            <p:stCondLst>
                              <p:cond delay="0"/>
                            </p:stCondLst>
                            <p:childTnLst>
                              <p:par>
                                <p:cTn id="121" presetID="21" presetClass="entr" presetSubtype="1" fill="hold" grpId="0" nodeType="clickEffect">
                                  <p:stCondLst>
                                    <p:cond delay="0"/>
                                  </p:stCondLst>
                                  <p:childTnLst>
                                    <p:set>
                                      <p:cBhvr>
                                        <p:cTn id="122" dur="1" fill="hold">
                                          <p:stCondLst>
                                            <p:cond delay="0"/>
                                          </p:stCondLst>
                                        </p:cTn>
                                        <p:tgtEl>
                                          <p:spTgt spid="39"/>
                                        </p:tgtEl>
                                        <p:attrNameLst>
                                          <p:attrName>style.visibility</p:attrName>
                                        </p:attrNameLst>
                                      </p:cBhvr>
                                      <p:to>
                                        <p:strVal val="visible"/>
                                      </p:to>
                                    </p:set>
                                    <p:animEffect transition="in" filter="wheel(1)">
                                      <p:cBhvr>
                                        <p:cTn id="123" dur="2000"/>
                                        <p:tgtEl>
                                          <p:spTgt spid="39"/>
                                        </p:tgtEl>
                                      </p:cBhvr>
                                    </p:animEffect>
                                  </p:childTnLst>
                                </p:cTn>
                              </p:par>
                            </p:childTnLst>
                          </p:cTn>
                        </p:par>
                      </p:childTnLst>
                    </p:cTn>
                  </p:par>
                  <p:par>
                    <p:cTn id="124" fill="hold">
                      <p:stCondLst>
                        <p:cond delay="indefinite"/>
                      </p:stCondLst>
                      <p:childTnLst>
                        <p:par>
                          <p:cTn id="125" fill="hold">
                            <p:stCondLst>
                              <p:cond delay="0"/>
                            </p:stCondLst>
                            <p:childTnLst>
                              <p:par>
                                <p:cTn id="126" presetID="42" presetClass="entr" presetSubtype="0" fill="hold" nodeType="clickEffect">
                                  <p:stCondLst>
                                    <p:cond delay="0"/>
                                  </p:stCondLst>
                                  <p:childTnLst>
                                    <p:set>
                                      <p:cBhvr>
                                        <p:cTn id="127" dur="1" fill="hold">
                                          <p:stCondLst>
                                            <p:cond delay="0"/>
                                          </p:stCondLst>
                                        </p:cTn>
                                        <p:tgtEl>
                                          <p:spTgt spid="41"/>
                                        </p:tgtEl>
                                        <p:attrNameLst>
                                          <p:attrName>style.visibility</p:attrName>
                                        </p:attrNameLst>
                                      </p:cBhvr>
                                      <p:to>
                                        <p:strVal val="visible"/>
                                      </p:to>
                                    </p:set>
                                    <p:animEffect transition="in" filter="fade">
                                      <p:cBhvr>
                                        <p:cTn id="128" dur="1000"/>
                                        <p:tgtEl>
                                          <p:spTgt spid="41"/>
                                        </p:tgtEl>
                                      </p:cBhvr>
                                    </p:animEffect>
                                    <p:anim calcmode="lin" valueType="num">
                                      <p:cBhvr>
                                        <p:cTn id="129" dur="1000" fill="hold"/>
                                        <p:tgtEl>
                                          <p:spTgt spid="41"/>
                                        </p:tgtEl>
                                        <p:attrNameLst>
                                          <p:attrName>ppt_x</p:attrName>
                                        </p:attrNameLst>
                                      </p:cBhvr>
                                      <p:tavLst>
                                        <p:tav tm="0">
                                          <p:val>
                                            <p:strVal val="#ppt_x"/>
                                          </p:val>
                                        </p:tav>
                                        <p:tav tm="100000">
                                          <p:val>
                                            <p:strVal val="#ppt_x"/>
                                          </p:val>
                                        </p:tav>
                                      </p:tavLst>
                                    </p:anim>
                                    <p:anim calcmode="lin" valueType="num">
                                      <p:cBhvr>
                                        <p:cTn id="130"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8" grpId="0"/>
      <p:bldP spid="9" grpId="0"/>
      <p:bldP spid="10" grpId="0"/>
      <p:bldP spid="12" grpId="0" animBg="1"/>
      <p:bldP spid="26" grpId="0"/>
      <p:bldP spid="27" grpId="0"/>
      <p:bldP spid="30" grpId="0"/>
      <p:bldP spid="31" grpId="0"/>
      <p:bldP spid="32" grpId="0" animBg="1"/>
      <p:bldP spid="33" grpId="0"/>
      <p:bldP spid="34" grpId="0"/>
      <p:bldP spid="35" grpId="0"/>
      <p:bldP spid="36" grpId="0"/>
      <p:bldP spid="37" grpId="0"/>
      <p:bldP spid="38" grpId="0"/>
      <p:bldP spid="39" grpId="0" animBg="1"/>
      <p:bldP spid="42" grpId="0"/>
      <p:bldP spid="4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1AD04B18-AEF0-ED3E-025A-10873A42C2B5}"/>
              </a:ext>
            </a:extLst>
          </p:cNvPr>
          <p:cNvSpPr txBox="1"/>
          <p:nvPr/>
        </p:nvSpPr>
        <p:spPr>
          <a:xfrm>
            <a:off x="426609" y="243628"/>
            <a:ext cx="10878700" cy="1384995"/>
          </a:xfrm>
          <a:prstGeom prst="rect">
            <a:avLst/>
          </a:prstGeom>
          <a:noFill/>
        </p:spPr>
        <p:txBody>
          <a:bodyPr wrap="square">
            <a:spAutoFit/>
          </a:bodyPr>
          <a:lstStyle/>
          <a:p>
            <a:pPr algn="just"/>
            <a:r>
              <a:rPr lang="pt-BR" sz="2800" b="1" dirty="0">
                <a:latin typeface="Arial" panose="020B0604020202020204" pitchFamily="34" charset="0"/>
                <a:cs typeface="Arial" panose="020B0604020202020204" pitchFamily="34" charset="0"/>
              </a:rPr>
              <a:t>b) A partir do instante inicial, qual a distância percorrida pelo jipe até ultrapassar o caminhão? E qual a distância percorrida pelo caminhão até este ser ultrapassado pelo jipe?</a:t>
            </a:r>
          </a:p>
        </p:txBody>
      </p:sp>
      <p:sp>
        <p:nvSpPr>
          <p:cNvPr id="3" name="Retângulo 2">
            <a:extLst>
              <a:ext uri="{FF2B5EF4-FFF2-40B4-BE49-F238E27FC236}">
                <a16:creationId xmlns:a16="http://schemas.microsoft.com/office/drawing/2014/main" id="{F2FF209A-0417-1C79-2C01-AD87E12F8105}"/>
              </a:ext>
            </a:extLst>
          </p:cNvPr>
          <p:cNvSpPr/>
          <p:nvPr/>
        </p:nvSpPr>
        <p:spPr>
          <a:xfrm>
            <a:off x="426609" y="1628623"/>
            <a:ext cx="10352227" cy="954107"/>
          </a:xfrm>
          <a:prstGeom prst="rect">
            <a:avLst/>
          </a:prstGeom>
        </p:spPr>
        <p:txBody>
          <a:bodyPr wrap="square">
            <a:spAutoFit/>
          </a:bodyPr>
          <a:lstStyle/>
          <a:p>
            <a:pPr algn="just"/>
            <a:r>
              <a:rPr lang="pt-BR" sz="2800" b="1" dirty="0">
                <a:solidFill>
                  <a:srgbClr val="FF0000"/>
                </a:solidFill>
                <a:latin typeface="Arial" panose="020B0604020202020204" pitchFamily="34" charset="0"/>
                <a:cs typeface="Arial" panose="020B0604020202020204" pitchFamily="34" charset="0"/>
              </a:rPr>
              <a:t>Conhecendo o instante do encontro, substituir o instante do encontro nas funções horárias:</a:t>
            </a:r>
          </a:p>
        </p:txBody>
      </p:sp>
      <p:sp>
        <p:nvSpPr>
          <p:cNvPr id="4" name="Retângulo 3">
            <a:extLst>
              <a:ext uri="{FF2B5EF4-FFF2-40B4-BE49-F238E27FC236}">
                <a16:creationId xmlns:a16="http://schemas.microsoft.com/office/drawing/2014/main" id="{FFB824C5-03AB-0D9A-1991-79C82581F898}"/>
              </a:ext>
            </a:extLst>
          </p:cNvPr>
          <p:cNvSpPr/>
          <p:nvPr/>
        </p:nvSpPr>
        <p:spPr>
          <a:xfrm>
            <a:off x="426609" y="2582730"/>
            <a:ext cx="2101857" cy="523220"/>
          </a:xfrm>
          <a:prstGeom prst="rect">
            <a:avLst/>
          </a:prstGeom>
        </p:spPr>
        <p:txBody>
          <a:bodyPr wrap="none">
            <a:spAutoFit/>
          </a:bodyPr>
          <a:lstStyle/>
          <a:p>
            <a:pPr algn="just"/>
            <a:r>
              <a:rPr lang="pt-BR" sz="2800" b="1" dirty="0">
                <a:solidFill>
                  <a:srgbClr val="002060"/>
                </a:solidFill>
                <a:latin typeface="Arial" panose="020B0604020202020204" pitchFamily="34" charset="0"/>
                <a:cs typeface="Arial" panose="020B0604020202020204" pitchFamily="34" charset="0"/>
              </a:rPr>
              <a:t>Para o Jipe</a:t>
            </a:r>
          </a:p>
        </p:txBody>
      </p:sp>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98792E95-A642-8518-D951-EC7D1130E78F}"/>
                  </a:ext>
                </a:extLst>
              </p:cNvPr>
              <p:cNvSpPr txBox="1"/>
              <p:nvPr/>
            </p:nvSpPr>
            <p:spPr>
              <a:xfrm>
                <a:off x="326183" y="3150911"/>
                <a:ext cx="2626168" cy="5561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𝑱</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𝟐𝟎</m:t>
                      </m:r>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𝒔</m:t>
                      </m:r>
                      <m:r>
                        <a:rPr lang="pt-BR" sz="2800" b="1" i="1" smtClean="0">
                          <a:latin typeface="Cambria Math" panose="02040503050406030204" pitchFamily="18" charset="0"/>
                          <a:cs typeface="Arial" panose="020B0604020202020204" pitchFamily="34" charset="0"/>
                        </a:rPr>
                        <m:t>)</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5" name="CaixaDeTexto 4">
                <a:extLst>
                  <a:ext uri="{FF2B5EF4-FFF2-40B4-BE49-F238E27FC236}">
                    <a16:creationId xmlns:a16="http://schemas.microsoft.com/office/drawing/2014/main" id="{98792E95-A642-8518-D951-EC7D1130E78F}"/>
                  </a:ext>
                </a:extLst>
              </p:cNvPr>
              <p:cNvSpPr txBox="1">
                <a:spLocks noRot="1" noChangeAspect="1" noMove="1" noResize="1" noEditPoints="1" noAdjustHandles="1" noChangeArrowheads="1" noChangeShapeType="1" noTextEdit="1"/>
              </p:cNvSpPr>
              <p:nvPr/>
            </p:nvSpPr>
            <p:spPr>
              <a:xfrm>
                <a:off x="326183" y="3150911"/>
                <a:ext cx="2626168" cy="556178"/>
              </a:xfrm>
              <a:prstGeom prst="rect">
                <a:avLst/>
              </a:prstGeom>
              <a:blipFill>
                <a:blip r:embed="rId2"/>
                <a:stretch>
                  <a:fillRect/>
                </a:stretch>
              </a:blipFill>
            </p:spPr>
            <p:txBody>
              <a:bodyPr/>
              <a:lstStyle/>
              <a:p>
                <a:r>
                  <a:rPr lang="pt-BR">
                    <a:noFill/>
                  </a:rPr>
                  <a:t> </a:t>
                </a:r>
              </a:p>
            </p:txBody>
          </p:sp>
        </mc:Fallback>
      </mc:AlternateContent>
      <p:sp>
        <p:nvSpPr>
          <p:cNvPr id="6" name="Seta: para a Direita 5">
            <a:extLst>
              <a:ext uri="{FF2B5EF4-FFF2-40B4-BE49-F238E27FC236}">
                <a16:creationId xmlns:a16="http://schemas.microsoft.com/office/drawing/2014/main" id="{C323DCFC-E3C5-7214-01E7-335B0D11880B}"/>
              </a:ext>
            </a:extLst>
          </p:cNvPr>
          <p:cNvSpPr/>
          <p:nvPr/>
        </p:nvSpPr>
        <p:spPr>
          <a:xfrm>
            <a:off x="2952351" y="3235036"/>
            <a:ext cx="456545" cy="387927"/>
          </a:xfrm>
          <a:prstGeom prst="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24388B8F-4335-C5C7-FF0A-AB520360FC6E}"/>
                  </a:ext>
                </a:extLst>
              </p:cNvPr>
              <p:cNvSpPr txBox="1"/>
              <p:nvPr/>
            </p:nvSpPr>
            <p:spPr>
              <a:xfrm>
                <a:off x="3469832" y="3127528"/>
                <a:ext cx="2073132" cy="5561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𝑱</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𝟐𝟎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𝟐𝟎</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7" name="CaixaDeTexto 6">
                <a:extLst>
                  <a:ext uri="{FF2B5EF4-FFF2-40B4-BE49-F238E27FC236}">
                    <a16:creationId xmlns:a16="http://schemas.microsoft.com/office/drawing/2014/main" id="{24388B8F-4335-C5C7-FF0A-AB520360FC6E}"/>
                  </a:ext>
                </a:extLst>
              </p:cNvPr>
              <p:cNvSpPr txBox="1">
                <a:spLocks noRot="1" noChangeAspect="1" noMove="1" noResize="1" noEditPoints="1" noAdjustHandles="1" noChangeArrowheads="1" noChangeShapeType="1" noTextEdit="1"/>
              </p:cNvSpPr>
              <p:nvPr/>
            </p:nvSpPr>
            <p:spPr>
              <a:xfrm>
                <a:off x="3469832" y="3127528"/>
                <a:ext cx="2073132" cy="556178"/>
              </a:xfrm>
              <a:prstGeom prst="rect">
                <a:avLst/>
              </a:prstGeom>
              <a:blipFill>
                <a:blip r:embed="rId3"/>
                <a:stretch>
                  <a:fillRect/>
                </a:stretch>
              </a:blipFill>
            </p:spPr>
            <p:txBody>
              <a:bodyPr/>
              <a:lstStyle/>
              <a:p>
                <a:r>
                  <a:rPr lang="pt-BR">
                    <a:noFill/>
                  </a:rPr>
                  <a:t> </a:t>
                </a:r>
              </a:p>
            </p:txBody>
          </p:sp>
        </mc:Fallback>
      </mc:AlternateContent>
      <p:sp>
        <p:nvSpPr>
          <p:cNvPr id="8" name="Seta: para a Direita 7">
            <a:extLst>
              <a:ext uri="{FF2B5EF4-FFF2-40B4-BE49-F238E27FC236}">
                <a16:creationId xmlns:a16="http://schemas.microsoft.com/office/drawing/2014/main" id="{9CD7BB03-2564-BAE6-ED89-F6F11C10528D}"/>
              </a:ext>
            </a:extLst>
          </p:cNvPr>
          <p:cNvSpPr/>
          <p:nvPr/>
        </p:nvSpPr>
        <p:spPr>
          <a:xfrm>
            <a:off x="5604578" y="3206866"/>
            <a:ext cx="456545" cy="387927"/>
          </a:xfrm>
          <a:prstGeom prst="right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9" name="CaixaDeTexto 8">
                <a:extLst>
                  <a:ext uri="{FF2B5EF4-FFF2-40B4-BE49-F238E27FC236}">
                    <a16:creationId xmlns:a16="http://schemas.microsoft.com/office/drawing/2014/main" id="{4D6F1DAC-0E29-A8ED-CAA8-492DF9DC262C}"/>
                  </a:ext>
                </a:extLst>
              </p:cNvPr>
              <p:cNvSpPr txBox="1"/>
              <p:nvPr/>
            </p:nvSpPr>
            <p:spPr>
              <a:xfrm>
                <a:off x="6096000" y="3105950"/>
                <a:ext cx="2136739" cy="5561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𝑱</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𝟒𝟎𝟎</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𝒎</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9" name="CaixaDeTexto 8">
                <a:extLst>
                  <a:ext uri="{FF2B5EF4-FFF2-40B4-BE49-F238E27FC236}">
                    <a16:creationId xmlns:a16="http://schemas.microsoft.com/office/drawing/2014/main" id="{4D6F1DAC-0E29-A8ED-CAA8-492DF9DC262C}"/>
                  </a:ext>
                </a:extLst>
              </p:cNvPr>
              <p:cNvSpPr txBox="1">
                <a:spLocks noRot="1" noChangeAspect="1" noMove="1" noResize="1" noEditPoints="1" noAdjustHandles="1" noChangeArrowheads="1" noChangeShapeType="1" noTextEdit="1"/>
              </p:cNvSpPr>
              <p:nvPr/>
            </p:nvSpPr>
            <p:spPr>
              <a:xfrm>
                <a:off x="6096000" y="3105950"/>
                <a:ext cx="2136739" cy="556178"/>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 name="Retângulo 9">
                <a:extLst>
                  <a:ext uri="{FF2B5EF4-FFF2-40B4-BE49-F238E27FC236}">
                    <a16:creationId xmlns:a16="http://schemas.microsoft.com/office/drawing/2014/main" id="{203716BA-1630-0246-BF00-3CB01FF14820}"/>
                  </a:ext>
                </a:extLst>
              </p:cNvPr>
              <p:cNvSpPr/>
              <p:nvPr/>
            </p:nvSpPr>
            <p:spPr>
              <a:xfrm>
                <a:off x="301817" y="3798447"/>
                <a:ext cx="2588016" cy="556178"/>
              </a:xfrm>
              <a:prstGeom prst="rect">
                <a:avLst/>
              </a:prstGeom>
              <a:ln>
                <a:noFill/>
              </a:ln>
            </p:spPr>
            <p:txBody>
              <a:bodyPr wrap="none">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rPr>
                        <m:t>∆</m:t>
                      </m:r>
                      <m:sSub>
                        <m:sSubPr>
                          <m:ctrlPr>
                            <a:rPr lang="pt-BR" sz="2800" b="1" i="1">
                              <a:latin typeface="Cambria Math" panose="02040503050406030204" pitchFamily="18" charset="0"/>
                            </a:rPr>
                          </m:ctrlPr>
                        </m:sSubPr>
                        <m:e>
                          <m:r>
                            <a:rPr lang="pt-BR" sz="2800" b="1" i="1">
                              <a:latin typeface="Cambria Math" panose="02040503050406030204" pitchFamily="18" charset="0"/>
                            </a:rPr>
                            <m:t>𝑺</m:t>
                          </m:r>
                        </m:e>
                        <m:sub>
                          <m:r>
                            <a:rPr lang="pt-BR" sz="2800" b="1" i="1" smtClean="0">
                              <a:latin typeface="Cambria Math" panose="02040503050406030204" pitchFamily="18" charset="0"/>
                            </a:rPr>
                            <m:t>𝑱</m:t>
                          </m:r>
                        </m:sub>
                      </m:sSub>
                      <m:r>
                        <a:rPr lang="pt-BR" sz="2800" b="1" i="1">
                          <a:latin typeface="Cambria Math" panose="02040503050406030204" pitchFamily="18" charset="0"/>
                        </a:rPr>
                        <m:t>=</m:t>
                      </m:r>
                      <m:r>
                        <a:rPr lang="pt-BR" sz="2800" b="1" i="1" smtClean="0">
                          <a:latin typeface="Cambria Math" panose="02040503050406030204" pitchFamily="18" charset="0"/>
                        </a:rPr>
                        <m:t>𝟒𝟎𝟎</m:t>
                      </m:r>
                      <m:r>
                        <a:rPr lang="pt-BR" sz="2800" b="1" i="1" smtClean="0">
                          <a:latin typeface="Cambria Math" panose="02040503050406030204" pitchFamily="18" charset="0"/>
                        </a:rPr>
                        <m:t>−</m:t>
                      </m:r>
                      <m:r>
                        <a:rPr lang="pt-BR" sz="2800" b="1" i="1" smtClean="0">
                          <a:latin typeface="Cambria Math" panose="02040503050406030204" pitchFamily="18" charset="0"/>
                        </a:rPr>
                        <m:t>𝟎</m:t>
                      </m:r>
                    </m:oMath>
                  </m:oMathPara>
                </a14:m>
                <a:endParaRPr lang="pt-BR" sz="2800" b="1" i="1" dirty="0"/>
              </a:p>
            </p:txBody>
          </p:sp>
        </mc:Choice>
        <mc:Fallback xmlns="">
          <p:sp>
            <p:nvSpPr>
              <p:cNvPr id="10" name="Retângulo 9">
                <a:extLst>
                  <a:ext uri="{FF2B5EF4-FFF2-40B4-BE49-F238E27FC236}">
                    <a16:creationId xmlns:a16="http://schemas.microsoft.com/office/drawing/2014/main" id="{203716BA-1630-0246-BF00-3CB01FF14820}"/>
                  </a:ext>
                </a:extLst>
              </p:cNvPr>
              <p:cNvSpPr>
                <a:spLocks noRot="1" noChangeAspect="1" noMove="1" noResize="1" noEditPoints="1" noAdjustHandles="1" noChangeArrowheads="1" noChangeShapeType="1" noTextEdit="1"/>
              </p:cNvSpPr>
              <p:nvPr/>
            </p:nvSpPr>
            <p:spPr>
              <a:xfrm>
                <a:off x="301817" y="3798447"/>
                <a:ext cx="2588016" cy="556178"/>
              </a:xfrm>
              <a:prstGeom prst="rect">
                <a:avLst/>
              </a:prstGeom>
              <a:blipFill>
                <a:blip r:embed="rId5"/>
                <a:stretch>
                  <a:fillRect/>
                </a:stretch>
              </a:blipFill>
              <a:ln>
                <a:noFill/>
              </a:ln>
            </p:spPr>
            <p:txBody>
              <a:bodyPr/>
              <a:lstStyle/>
              <a:p>
                <a:r>
                  <a:rPr lang="pt-BR">
                    <a:noFill/>
                  </a:rPr>
                  <a:t> </a:t>
                </a:r>
              </a:p>
            </p:txBody>
          </p:sp>
        </mc:Fallback>
      </mc:AlternateContent>
      <p:sp>
        <p:nvSpPr>
          <p:cNvPr id="11" name="Seta: para a Direita 10">
            <a:extLst>
              <a:ext uri="{FF2B5EF4-FFF2-40B4-BE49-F238E27FC236}">
                <a16:creationId xmlns:a16="http://schemas.microsoft.com/office/drawing/2014/main" id="{6606D3E9-5B7F-FD39-8A62-6E4450D326E7}"/>
              </a:ext>
            </a:extLst>
          </p:cNvPr>
          <p:cNvSpPr/>
          <p:nvPr/>
        </p:nvSpPr>
        <p:spPr>
          <a:xfrm>
            <a:off x="2952351" y="3891870"/>
            <a:ext cx="456545" cy="387927"/>
          </a:xfrm>
          <a:prstGeom prst="rightArrow">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2" name="Retângulo 11">
                <a:extLst>
                  <a:ext uri="{FF2B5EF4-FFF2-40B4-BE49-F238E27FC236}">
                    <a16:creationId xmlns:a16="http://schemas.microsoft.com/office/drawing/2014/main" id="{902AD9A9-29B0-B18B-0598-A877A0BD237B}"/>
                  </a:ext>
                </a:extLst>
              </p:cNvPr>
              <p:cNvSpPr/>
              <p:nvPr/>
            </p:nvSpPr>
            <p:spPr>
              <a:xfrm>
                <a:off x="3408896" y="3798447"/>
                <a:ext cx="2436500" cy="556178"/>
              </a:xfrm>
              <a:prstGeom prst="rect">
                <a:avLst/>
              </a:prstGeom>
              <a:ln>
                <a:noFill/>
              </a:ln>
            </p:spPr>
            <p:txBody>
              <a:bodyPr wrap="none">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rPr>
                        <m:t>∆</m:t>
                      </m:r>
                      <m:sSub>
                        <m:sSubPr>
                          <m:ctrlPr>
                            <a:rPr lang="pt-BR" sz="2800" b="1" i="1">
                              <a:latin typeface="Cambria Math" panose="02040503050406030204" pitchFamily="18" charset="0"/>
                            </a:rPr>
                          </m:ctrlPr>
                        </m:sSubPr>
                        <m:e>
                          <m:r>
                            <a:rPr lang="pt-BR" sz="2800" b="1" i="1">
                              <a:latin typeface="Cambria Math" panose="02040503050406030204" pitchFamily="18" charset="0"/>
                            </a:rPr>
                            <m:t>𝑺</m:t>
                          </m:r>
                        </m:e>
                        <m:sub>
                          <m:r>
                            <a:rPr lang="pt-BR" sz="2800" b="1" i="1" smtClean="0">
                              <a:latin typeface="Cambria Math" panose="02040503050406030204" pitchFamily="18" charset="0"/>
                            </a:rPr>
                            <m:t>𝑱</m:t>
                          </m:r>
                        </m:sub>
                      </m:sSub>
                      <m:r>
                        <a:rPr lang="pt-BR" sz="2800" b="1" i="1">
                          <a:latin typeface="Cambria Math" panose="02040503050406030204" pitchFamily="18" charset="0"/>
                        </a:rPr>
                        <m:t>=</m:t>
                      </m:r>
                      <m:r>
                        <a:rPr lang="pt-BR" sz="2800" b="1" i="1" smtClean="0">
                          <a:latin typeface="Cambria Math" panose="02040503050406030204" pitchFamily="18" charset="0"/>
                        </a:rPr>
                        <m:t>𝟒𝟎𝟎</m:t>
                      </m:r>
                      <m:r>
                        <a:rPr lang="pt-BR" sz="2800" b="1" i="1" smtClean="0">
                          <a:latin typeface="Cambria Math" panose="02040503050406030204" pitchFamily="18" charset="0"/>
                        </a:rPr>
                        <m:t> </m:t>
                      </m:r>
                      <m:r>
                        <a:rPr lang="pt-BR" sz="2800" b="1" i="1" smtClean="0">
                          <a:latin typeface="Cambria Math" panose="02040503050406030204" pitchFamily="18" charset="0"/>
                        </a:rPr>
                        <m:t>𝒎</m:t>
                      </m:r>
                      <m:r>
                        <a:rPr lang="pt-BR" sz="2800" b="1" i="1" smtClean="0">
                          <a:latin typeface="Cambria Math" panose="02040503050406030204" pitchFamily="18" charset="0"/>
                        </a:rPr>
                        <m:t> </m:t>
                      </m:r>
                    </m:oMath>
                  </m:oMathPara>
                </a14:m>
                <a:endParaRPr lang="pt-BR" sz="2800" b="1" i="1" dirty="0"/>
              </a:p>
            </p:txBody>
          </p:sp>
        </mc:Choice>
        <mc:Fallback xmlns="">
          <p:sp>
            <p:nvSpPr>
              <p:cNvPr id="12" name="Retângulo 11">
                <a:extLst>
                  <a:ext uri="{FF2B5EF4-FFF2-40B4-BE49-F238E27FC236}">
                    <a16:creationId xmlns:a16="http://schemas.microsoft.com/office/drawing/2014/main" id="{902AD9A9-29B0-B18B-0598-A877A0BD237B}"/>
                  </a:ext>
                </a:extLst>
              </p:cNvPr>
              <p:cNvSpPr>
                <a:spLocks noRot="1" noChangeAspect="1" noMove="1" noResize="1" noEditPoints="1" noAdjustHandles="1" noChangeArrowheads="1" noChangeShapeType="1" noTextEdit="1"/>
              </p:cNvSpPr>
              <p:nvPr/>
            </p:nvSpPr>
            <p:spPr>
              <a:xfrm>
                <a:off x="3408896" y="3798447"/>
                <a:ext cx="2436500" cy="556178"/>
              </a:xfrm>
              <a:prstGeom prst="rect">
                <a:avLst/>
              </a:prstGeom>
              <a:blipFill>
                <a:blip r:embed="rId6"/>
                <a:stretch>
                  <a:fillRect/>
                </a:stretch>
              </a:blipFill>
              <a:ln>
                <a:noFill/>
              </a:ln>
            </p:spPr>
            <p:txBody>
              <a:bodyPr/>
              <a:lstStyle/>
              <a:p>
                <a:r>
                  <a:rPr lang="pt-BR">
                    <a:noFill/>
                  </a:rPr>
                  <a:t> </a:t>
                </a:r>
              </a:p>
            </p:txBody>
          </p:sp>
        </mc:Fallback>
      </mc:AlternateContent>
      <p:sp>
        <p:nvSpPr>
          <p:cNvPr id="13" name="Seta: para a Direita 12">
            <a:extLst>
              <a:ext uri="{FF2B5EF4-FFF2-40B4-BE49-F238E27FC236}">
                <a16:creationId xmlns:a16="http://schemas.microsoft.com/office/drawing/2014/main" id="{ECF6CBD8-A1ED-2091-98C0-8E8C1C539066}"/>
              </a:ext>
            </a:extLst>
          </p:cNvPr>
          <p:cNvSpPr/>
          <p:nvPr/>
        </p:nvSpPr>
        <p:spPr>
          <a:xfrm>
            <a:off x="5647792" y="3866131"/>
            <a:ext cx="456545" cy="387927"/>
          </a:xfrm>
          <a:prstGeom prst="rightArrow">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4" name="Retângulo 13">
                <a:extLst>
                  <a:ext uri="{FF2B5EF4-FFF2-40B4-BE49-F238E27FC236}">
                    <a16:creationId xmlns:a16="http://schemas.microsoft.com/office/drawing/2014/main" id="{C239772C-F23C-92E6-BD8D-199682218647}"/>
                  </a:ext>
                </a:extLst>
              </p:cNvPr>
              <p:cNvSpPr/>
              <p:nvPr/>
            </p:nvSpPr>
            <p:spPr>
              <a:xfrm>
                <a:off x="6104337" y="3782005"/>
                <a:ext cx="1634165" cy="523220"/>
              </a:xfrm>
              <a:prstGeom prst="rect">
                <a:avLst/>
              </a:prstGeom>
              <a:ln>
                <a:noFill/>
              </a:ln>
            </p:spPr>
            <p:txBody>
              <a:bodyPr wrap="none">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rPr>
                        <m:t>𝒅</m:t>
                      </m:r>
                      <m:r>
                        <a:rPr lang="pt-BR" sz="2800" b="1" i="1" smtClean="0">
                          <a:latin typeface="Cambria Math" panose="02040503050406030204" pitchFamily="18" charset="0"/>
                        </a:rPr>
                        <m:t>=</m:t>
                      </m:r>
                      <m:d>
                        <m:dPr>
                          <m:begChr m:val="|"/>
                          <m:endChr m:val="|"/>
                          <m:ctrlPr>
                            <a:rPr lang="pt-BR" sz="2800" b="1" i="1" smtClean="0">
                              <a:latin typeface="Cambria Math" panose="02040503050406030204" pitchFamily="18" charset="0"/>
                            </a:rPr>
                          </m:ctrlPr>
                        </m:dPr>
                        <m:e>
                          <m:r>
                            <a:rPr lang="pt-BR" sz="2800" b="1" i="1" smtClean="0">
                              <a:latin typeface="Cambria Math" panose="02040503050406030204" pitchFamily="18" charset="0"/>
                              <a:ea typeface="Cambria Math" panose="02040503050406030204" pitchFamily="18" charset="0"/>
                            </a:rPr>
                            <m:t>∆</m:t>
                          </m:r>
                          <m:r>
                            <a:rPr lang="pt-BR" sz="2800" b="1" i="1" smtClean="0">
                              <a:latin typeface="Cambria Math" panose="02040503050406030204" pitchFamily="18" charset="0"/>
                              <a:ea typeface="Cambria Math" panose="02040503050406030204" pitchFamily="18" charset="0"/>
                            </a:rPr>
                            <m:t>𝑺</m:t>
                          </m:r>
                        </m:e>
                      </m:d>
                    </m:oMath>
                  </m:oMathPara>
                </a14:m>
                <a:endParaRPr lang="pt-BR" sz="2800" b="1" i="1" dirty="0"/>
              </a:p>
            </p:txBody>
          </p:sp>
        </mc:Choice>
        <mc:Fallback xmlns="">
          <p:sp>
            <p:nvSpPr>
              <p:cNvPr id="14" name="Retângulo 13">
                <a:extLst>
                  <a:ext uri="{FF2B5EF4-FFF2-40B4-BE49-F238E27FC236}">
                    <a16:creationId xmlns:a16="http://schemas.microsoft.com/office/drawing/2014/main" id="{C239772C-F23C-92E6-BD8D-199682218647}"/>
                  </a:ext>
                </a:extLst>
              </p:cNvPr>
              <p:cNvSpPr>
                <a:spLocks noRot="1" noChangeAspect="1" noMove="1" noResize="1" noEditPoints="1" noAdjustHandles="1" noChangeArrowheads="1" noChangeShapeType="1" noTextEdit="1"/>
              </p:cNvSpPr>
              <p:nvPr/>
            </p:nvSpPr>
            <p:spPr>
              <a:xfrm>
                <a:off x="6104337" y="3782005"/>
                <a:ext cx="1634165" cy="523220"/>
              </a:xfrm>
              <a:prstGeom prst="rect">
                <a:avLst/>
              </a:prstGeom>
              <a:blipFill>
                <a:blip r:embed="rId7"/>
                <a:stretch>
                  <a:fillRect/>
                </a:stretch>
              </a:blipFill>
              <a:ln>
                <a:noFill/>
              </a:ln>
            </p:spPr>
            <p:txBody>
              <a:bodyPr/>
              <a:lstStyle/>
              <a:p>
                <a:r>
                  <a:rPr lang="pt-BR">
                    <a:noFill/>
                  </a:rPr>
                  <a:t> </a:t>
                </a:r>
              </a:p>
            </p:txBody>
          </p:sp>
        </mc:Fallback>
      </mc:AlternateContent>
      <p:sp>
        <p:nvSpPr>
          <p:cNvPr id="15" name="Seta: para a Direita 14">
            <a:extLst>
              <a:ext uri="{FF2B5EF4-FFF2-40B4-BE49-F238E27FC236}">
                <a16:creationId xmlns:a16="http://schemas.microsoft.com/office/drawing/2014/main" id="{50364AC5-4C1B-46C3-9FE2-7676340FB203}"/>
              </a:ext>
            </a:extLst>
          </p:cNvPr>
          <p:cNvSpPr/>
          <p:nvPr/>
        </p:nvSpPr>
        <p:spPr>
          <a:xfrm>
            <a:off x="7776194" y="3849651"/>
            <a:ext cx="456545" cy="387927"/>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638A0C69-D534-2241-8F1F-FC2E9172155F}"/>
                  </a:ext>
                </a:extLst>
              </p:cNvPr>
              <p:cNvSpPr txBox="1"/>
              <p:nvPr/>
            </p:nvSpPr>
            <p:spPr>
              <a:xfrm>
                <a:off x="8532327" y="3778466"/>
                <a:ext cx="2163989" cy="556178"/>
              </a:xfrm>
              <a:prstGeom prst="rect">
                <a:avLst/>
              </a:prstGeom>
              <a:solidFill>
                <a:srgbClr val="00B0F0"/>
              </a:solidFill>
              <a:ln>
                <a:solidFill>
                  <a:schemeClr val="tx1"/>
                </a:solidFill>
              </a:ln>
              <a:scene3d>
                <a:camera prst="orthographicFront"/>
                <a:lightRig rig="threePt" dir="t"/>
              </a:scene3d>
              <a:sp3d>
                <a:bevelT w="101600" prst="riblet"/>
              </a:sp3d>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𝒅</m:t>
                          </m:r>
                        </m:e>
                        <m:sub>
                          <m:r>
                            <a:rPr lang="pt-BR" sz="2800" b="1" i="1" smtClean="0">
                              <a:latin typeface="Cambria Math" panose="02040503050406030204" pitchFamily="18" charset="0"/>
                              <a:cs typeface="Arial" panose="020B0604020202020204" pitchFamily="34" charset="0"/>
                            </a:rPr>
                            <m:t>𝑱</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𝟒𝟎𝟎</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𝒎</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16" name="CaixaDeTexto 15">
                <a:extLst>
                  <a:ext uri="{FF2B5EF4-FFF2-40B4-BE49-F238E27FC236}">
                    <a16:creationId xmlns:a16="http://schemas.microsoft.com/office/drawing/2014/main" id="{638A0C69-D534-2241-8F1F-FC2E9172155F}"/>
                  </a:ext>
                </a:extLst>
              </p:cNvPr>
              <p:cNvSpPr txBox="1">
                <a:spLocks noRot="1" noChangeAspect="1" noMove="1" noResize="1" noEditPoints="1" noAdjustHandles="1" noChangeArrowheads="1" noChangeShapeType="1" noTextEdit="1"/>
              </p:cNvSpPr>
              <p:nvPr/>
            </p:nvSpPr>
            <p:spPr>
              <a:xfrm>
                <a:off x="8532327" y="3778466"/>
                <a:ext cx="2163989" cy="556178"/>
              </a:xfrm>
              <a:prstGeom prst="rect">
                <a:avLst/>
              </a:prstGeom>
              <a:blipFill>
                <a:blip r:embed="rId8"/>
                <a:stretch>
                  <a:fillRect/>
                </a:stretch>
              </a:blipFill>
              <a:ln>
                <a:solidFill>
                  <a:schemeClr val="tx1"/>
                </a:solidFill>
              </a:ln>
            </p:spPr>
            <p:txBody>
              <a:bodyPr/>
              <a:lstStyle/>
              <a:p>
                <a:r>
                  <a:rPr lang="pt-BR">
                    <a:noFill/>
                  </a:rPr>
                  <a:t> </a:t>
                </a:r>
              </a:p>
            </p:txBody>
          </p:sp>
        </mc:Fallback>
      </mc:AlternateContent>
      <p:sp>
        <p:nvSpPr>
          <p:cNvPr id="17" name="Retângulo 16">
            <a:extLst>
              <a:ext uri="{FF2B5EF4-FFF2-40B4-BE49-F238E27FC236}">
                <a16:creationId xmlns:a16="http://schemas.microsoft.com/office/drawing/2014/main" id="{87BFD7E7-D2E7-0057-407A-FA9F339633B4}"/>
              </a:ext>
            </a:extLst>
          </p:cNvPr>
          <p:cNvSpPr/>
          <p:nvPr/>
        </p:nvSpPr>
        <p:spPr>
          <a:xfrm>
            <a:off x="326183" y="4399586"/>
            <a:ext cx="3119765" cy="523220"/>
          </a:xfrm>
          <a:prstGeom prst="rect">
            <a:avLst/>
          </a:prstGeom>
        </p:spPr>
        <p:txBody>
          <a:bodyPr wrap="none">
            <a:spAutoFit/>
          </a:bodyPr>
          <a:lstStyle/>
          <a:p>
            <a:pPr algn="just"/>
            <a:r>
              <a:rPr lang="pt-BR" sz="2800" b="1" dirty="0">
                <a:solidFill>
                  <a:srgbClr val="002060"/>
                </a:solidFill>
                <a:latin typeface="Arial" panose="020B0604020202020204" pitchFamily="34" charset="0"/>
                <a:cs typeface="Arial" panose="020B0604020202020204" pitchFamily="34" charset="0"/>
              </a:rPr>
              <a:t>Para o Caminhão</a:t>
            </a:r>
          </a:p>
        </p:txBody>
      </p:sp>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467219F7-D253-5504-5570-2CF14C806FAE}"/>
                  </a:ext>
                </a:extLst>
              </p:cNvPr>
              <p:cNvSpPr txBox="1"/>
              <p:nvPr/>
            </p:nvSpPr>
            <p:spPr>
              <a:xfrm>
                <a:off x="326183" y="4831609"/>
                <a:ext cx="375230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𝑪</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𝟏𝟎𝟎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𝟏𝟓</m:t>
                      </m:r>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𝒔</m:t>
                      </m:r>
                      <m:r>
                        <a:rPr lang="pt-BR" sz="2800" b="1" i="1" smtClean="0">
                          <a:latin typeface="Cambria Math" panose="02040503050406030204" pitchFamily="18" charset="0"/>
                          <a:cs typeface="Arial" panose="020B0604020202020204" pitchFamily="34" charset="0"/>
                        </a:rPr>
                        <m:t>)</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18" name="CaixaDeTexto 17">
                <a:extLst>
                  <a:ext uri="{FF2B5EF4-FFF2-40B4-BE49-F238E27FC236}">
                    <a16:creationId xmlns:a16="http://schemas.microsoft.com/office/drawing/2014/main" id="{467219F7-D253-5504-5570-2CF14C806FAE}"/>
                  </a:ext>
                </a:extLst>
              </p:cNvPr>
              <p:cNvSpPr txBox="1">
                <a:spLocks noRot="1" noChangeAspect="1" noMove="1" noResize="1" noEditPoints="1" noAdjustHandles="1" noChangeArrowheads="1" noChangeShapeType="1" noTextEdit="1"/>
              </p:cNvSpPr>
              <p:nvPr/>
            </p:nvSpPr>
            <p:spPr>
              <a:xfrm>
                <a:off x="326183" y="4831609"/>
                <a:ext cx="3752309" cy="523220"/>
              </a:xfrm>
              <a:prstGeom prst="rect">
                <a:avLst/>
              </a:prstGeom>
              <a:blipFill>
                <a:blip r:embed="rId9"/>
                <a:stretch>
                  <a:fillRect/>
                </a:stretch>
              </a:blipFill>
            </p:spPr>
            <p:txBody>
              <a:bodyPr/>
              <a:lstStyle/>
              <a:p>
                <a:r>
                  <a:rPr lang="pt-BR">
                    <a:noFill/>
                  </a:rPr>
                  <a:t> </a:t>
                </a:r>
              </a:p>
            </p:txBody>
          </p:sp>
        </mc:Fallback>
      </mc:AlternateContent>
      <p:sp>
        <p:nvSpPr>
          <p:cNvPr id="19" name="Seta: para a Direita 18">
            <a:extLst>
              <a:ext uri="{FF2B5EF4-FFF2-40B4-BE49-F238E27FC236}">
                <a16:creationId xmlns:a16="http://schemas.microsoft.com/office/drawing/2014/main" id="{C28039FA-C419-E61B-1CBA-E31E8BD76ACF}"/>
              </a:ext>
            </a:extLst>
          </p:cNvPr>
          <p:cNvSpPr/>
          <p:nvPr/>
        </p:nvSpPr>
        <p:spPr>
          <a:xfrm>
            <a:off x="4049853" y="4922806"/>
            <a:ext cx="456545" cy="387927"/>
          </a:xfrm>
          <a:prstGeom prst="rightArrow">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20" name="CaixaDeTexto 19">
                <a:extLst>
                  <a:ext uri="{FF2B5EF4-FFF2-40B4-BE49-F238E27FC236}">
                    <a16:creationId xmlns:a16="http://schemas.microsoft.com/office/drawing/2014/main" id="{BFEAF1F6-AE74-B222-0628-6F905FC37BF8}"/>
                  </a:ext>
                </a:extLst>
              </p:cNvPr>
              <p:cNvSpPr txBox="1"/>
              <p:nvPr/>
            </p:nvSpPr>
            <p:spPr>
              <a:xfrm>
                <a:off x="4676642" y="4808487"/>
                <a:ext cx="3199274"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𝑪</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𝟏𝟎𝟎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𝟏𝟓</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𝟐𝟎</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20" name="CaixaDeTexto 19">
                <a:extLst>
                  <a:ext uri="{FF2B5EF4-FFF2-40B4-BE49-F238E27FC236}">
                    <a16:creationId xmlns:a16="http://schemas.microsoft.com/office/drawing/2014/main" id="{BFEAF1F6-AE74-B222-0628-6F905FC37BF8}"/>
                  </a:ext>
                </a:extLst>
              </p:cNvPr>
              <p:cNvSpPr txBox="1">
                <a:spLocks noRot="1" noChangeAspect="1" noMove="1" noResize="1" noEditPoints="1" noAdjustHandles="1" noChangeArrowheads="1" noChangeShapeType="1" noTextEdit="1"/>
              </p:cNvSpPr>
              <p:nvPr/>
            </p:nvSpPr>
            <p:spPr>
              <a:xfrm>
                <a:off x="4676642" y="4808487"/>
                <a:ext cx="3199274" cy="523220"/>
              </a:xfrm>
              <a:prstGeom prst="rect">
                <a:avLst/>
              </a:prstGeom>
              <a:blipFill>
                <a:blip r:embed="rId1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1" name="CaixaDeTexto 20">
                <a:extLst>
                  <a:ext uri="{FF2B5EF4-FFF2-40B4-BE49-F238E27FC236}">
                    <a16:creationId xmlns:a16="http://schemas.microsoft.com/office/drawing/2014/main" id="{DE878827-E694-4B65-8FD9-8F85F7593EF8}"/>
                  </a:ext>
                </a:extLst>
              </p:cNvPr>
              <p:cNvSpPr txBox="1"/>
              <p:nvPr/>
            </p:nvSpPr>
            <p:spPr>
              <a:xfrm>
                <a:off x="279720" y="5394536"/>
                <a:ext cx="285090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𝑪</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𝟏𝟎𝟎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𝟑𝟎𝟎</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21" name="CaixaDeTexto 20">
                <a:extLst>
                  <a:ext uri="{FF2B5EF4-FFF2-40B4-BE49-F238E27FC236}">
                    <a16:creationId xmlns:a16="http://schemas.microsoft.com/office/drawing/2014/main" id="{DE878827-E694-4B65-8FD9-8F85F7593EF8}"/>
                  </a:ext>
                </a:extLst>
              </p:cNvPr>
              <p:cNvSpPr txBox="1">
                <a:spLocks noRot="1" noChangeAspect="1" noMove="1" noResize="1" noEditPoints="1" noAdjustHandles="1" noChangeArrowheads="1" noChangeShapeType="1" noTextEdit="1"/>
              </p:cNvSpPr>
              <p:nvPr/>
            </p:nvSpPr>
            <p:spPr>
              <a:xfrm>
                <a:off x="279720" y="5394536"/>
                <a:ext cx="2850909" cy="523220"/>
              </a:xfrm>
              <a:prstGeom prst="rect">
                <a:avLst/>
              </a:prstGeom>
              <a:blipFill>
                <a:blip r:embed="rId11"/>
                <a:stretch>
                  <a:fillRect/>
                </a:stretch>
              </a:blipFill>
            </p:spPr>
            <p:txBody>
              <a:bodyPr/>
              <a:lstStyle/>
              <a:p>
                <a:r>
                  <a:rPr lang="pt-BR">
                    <a:noFill/>
                  </a:rPr>
                  <a:t> </a:t>
                </a:r>
              </a:p>
            </p:txBody>
          </p:sp>
        </mc:Fallback>
      </mc:AlternateContent>
      <p:sp>
        <p:nvSpPr>
          <p:cNvPr id="22" name="Seta: para a Direita 21">
            <a:extLst>
              <a:ext uri="{FF2B5EF4-FFF2-40B4-BE49-F238E27FC236}">
                <a16:creationId xmlns:a16="http://schemas.microsoft.com/office/drawing/2014/main" id="{A8FEF71A-793B-7750-4EFD-43B65C622FB1}"/>
              </a:ext>
            </a:extLst>
          </p:cNvPr>
          <p:cNvSpPr/>
          <p:nvPr/>
        </p:nvSpPr>
        <p:spPr>
          <a:xfrm>
            <a:off x="3217675" y="5490500"/>
            <a:ext cx="456545" cy="387927"/>
          </a:xfrm>
          <a:prstGeom prst="rightArrow">
            <a:avLst/>
          </a:prstGeom>
          <a:gradFill flip="none" rotWithShape="1">
            <a:gsLst>
              <a:gs pos="0">
                <a:srgbClr val="002060">
                  <a:tint val="66000"/>
                  <a:satMod val="160000"/>
                </a:srgbClr>
              </a:gs>
              <a:gs pos="50000">
                <a:srgbClr val="002060">
                  <a:tint val="44500"/>
                  <a:satMod val="160000"/>
                </a:srgbClr>
              </a:gs>
              <a:gs pos="100000">
                <a:srgbClr val="002060">
                  <a:tint val="23500"/>
                  <a:satMod val="160000"/>
                </a:srgbClr>
              </a:gs>
            </a:gsLst>
            <a:path path="circl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D8B0C436-2B62-329B-6FE2-B25602BDDD73}"/>
                  </a:ext>
                </a:extLst>
              </p:cNvPr>
              <p:cNvSpPr txBox="1"/>
              <p:nvPr/>
            </p:nvSpPr>
            <p:spPr>
              <a:xfrm>
                <a:off x="3848682" y="5361577"/>
                <a:ext cx="219124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𝑪</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𝟒𝟎𝟎</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𝒎</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23" name="CaixaDeTexto 22">
                <a:extLst>
                  <a:ext uri="{FF2B5EF4-FFF2-40B4-BE49-F238E27FC236}">
                    <a16:creationId xmlns:a16="http://schemas.microsoft.com/office/drawing/2014/main" id="{D8B0C436-2B62-329B-6FE2-B25602BDDD73}"/>
                  </a:ext>
                </a:extLst>
              </p:cNvPr>
              <p:cNvSpPr txBox="1">
                <a:spLocks noRot="1" noChangeAspect="1" noMove="1" noResize="1" noEditPoints="1" noAdjustHandles="1" noChangeArrowheads="1" noChangeShapeType="1" noTextEdit="1"/>
              </p:cNvSpPr>
              <p:nvPr/>
            </p:nvSpPr>
            <p:spPr>
              <a:xfrm>
                <a:off x="3848682" y="5361577"/>
                <a:ext cx="2191241" cy="523220"/>
              </a:xfrm>
              <a:prstGeom prst="rect">
                <a:avLst/>
              </a:prstGeom>
              <a:blipFill>
                <a:blip r:embed="rId1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4" name="Retângulo 23">
                <a:extLst>
                  <a:ext uri="{FF2B5EF4-FFF2-40B4-BE49-F238E27FC236}">
                    <a16:creationId xmlns:a16="http://schemas.microsoft.com/office/drawing/2014/main" id="{C9B97C3F-81D3-18F6-344F-4AF2B7DBB566}"/>
                  </a:ext>
                </a:extLst>
              </p:cNvPr>
              <p:cNvSpPr/>
              <p:nvPr/>
            </p:nvSpPr>
            <p:spPr>
              <a:xfrm>
                <a:off x="301817" y="6058194"/>
                <a:ext cx="3072123" cy="523220"/>
              </a:xfrm>
              <a:prstGeom prst="rect">
                <a:avLst/>
              </a:prstGeom>
              <a:ln>
                <a:noFill/>
              </a:ln>
            </p:spPr>
            <p:txBody>
              <a:bodyPr wrap="none">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rPr>
                        <m:t>∆</m:t>
                      </m:r>
                      <m:sSub>
                        <m:sSubPr>
                          <m:ctrlPr>
                            <a:rPr lang="pt-BR" sz="2800" b="1" i="1">
                              <a:latin typeface="Cambria Math" panose="02040503050406030204" pitchFamily="18" charset="0"/>
                            </a:rPr>
                          </m:ctrlPr>
                        </m:sSubPr>
                        <m:e>
                          <m:r>
                            <a:rPr lang="pt-BR" sz="2800" b="1" i="1">
                              <a:latin typeface="Cambria Math" panose="02040503050406030204" pitchFamily="18" charset="0"/>
                            </a:rPr>
                            <m:t>𝑺</m:t>
                          </m:r>
                        </m:e>
                        <m:sub>
                          <m:r>
                            <a:rPr lang="pt-BR" sz="2800" b="1" i="1" smtClean="0">
                              <a:latin typeface="Cambria Math" panose="02040503050406030204" pitchFamily="18" charset="0"/>
                            </a:rPr>
                            <m:t>𝑪</m:t>
                          </m:r>
                        </m:sub>
                      </m:sSub>
                      <m:r>
                        <a:rPr lang="pt-BR" sz="2800" b="1" i="1">
                          <a:latin typeface="Cambria Math" panose="02040503050406030204" pitchFamily="18" charset="0"/>
                        </a:rPr>
                        <m:t>=</m:t>
                      </m:r>
                      <m:r>
                        <a:rPr lang="pt-BR" sz="2800" b="1" i="1" smtClean="0">
                          <a:latin typeface="Cambria Math" panose="02040503050406030204" pitchFamily="18" charset="0"/>
                        </a:rPr>
                        <m:t>𝟒𝟎𝟎</m:t>
                      </m:r>
                      <m:r>
                        <a:rPr lang="pt-BR" sz="2800" b="1" i="1" smtClean="0">
                          <a:latin typeface="Cambria Math" panose="02040503050406030204" pitchFamily="18" charset="0"/>
                        </a:rPr>
                        <m:t>−</m:t>
                      </m:r>
                      <m:r>
                        <a:rPr lang="pt-BR" sz="2800" b="1" i="1" smtClean="0">
                          <a:latin typeface="Cambria Math" panose="02040503050406030204" pitchFamily="18" charset="0"/>
                        </a:rPr>
                        <m:t>𝟏𝟎𝟎</m:t>
                      </m:r>
                    </m:oMath>
                  </m:oMathPara>
                </a14:m>
                <a:endParaRPr lang="pt-BR" sz="2800" b="1" i="1" dirty="0"/>
              </a:p>
            </p:txBody>
          </p:sp>
        </mc:Choice>
        <mc:Fallback xmlns="">
          <p:sp>
            <p:nvSpPr>
              <p:cNvPr id="24" name="Retângulo 23">
                <a:extLst>
                  <a:ext uri="{FF2B5EF4-FFF2-40B4-BE49-F238E27FC236}">
                    <a16:creationId xmlns:a16="http://schemas.microsoft.com/office/drawing/2014/main" id="{C9B97C3F-81D3-18F6-344F-4AF2B7DBB566}"/>
                  </a:ext>
                </a:extLst>
              </p:cNvPr>
              <p:cNvSpPr>
                <a:spLocks noRot="1" noChangeAspect="1" noMove="1" noResize="1" noEditPoints="1" noAdjustHandles="1" noChangeArrowheads="1" noChangeShapeType="1" noTextEdit="1"/>
              </p:cNvSpPr>
              <p:nvPr/>
            </p:nvSpPr>
            <p:spPr>
              <a:xfrm>
                <a:off x="301817" y="6058194"/>
                <a:ext cx="3072123" cy="523220"/>
              </a:xfrm>
              <a:prstGeom prst="rect">
                <a:avLst/>
              </a:prstGeom>
              <a:blipFill>
                <a:blip r:embed="rId13"/>
                <a:stretch>
                  <a:fillRect/>
                </a:stretch>
              </a:blipFill>
              <a:ln>
                <a:noFill/>
              </a:ln>
            </p:spPr>
            <p:txBody>
              <a:bodyPr/>
              <a:lstStyle/>
              <a:p>
                <a:r>
                  <a:rPr lang="pt-BR">
                    <a:noFill/>
                  </a:rPr>
                  <a:t> </a:t>
                </a:r>
              </a:p>
            </p:txBody>
          </p:sp>
        </mc:Fallback>
      </mc:AlternateContent>
      <p:sp>
        <p:nvSpPr>
          <p:cNvPr id="25" name="Seta: para a Direita 24">
            <a:extLst>
              <a:ext uri="{FF2B5EF4-FFF2-40B4-BE49-F238E27FC236}">
                <a16:creationId xmlns:a16="http://schemas.microsoft.com/office/drawing/2014/main" id="{C265BF8D-21F8-9433-9ECC-DA898E0689E8}"/>
              </a:ext>
            </a:extLst>
          </p:cNvPr>
          <p:cNvSpPr/>
          <p:nvPr/>
        </p:nvSpPr>
        <p:spPr>
          <a:xfrm>
            <a:off x="3340126" y="6102290"/>
            <a:ext cx="456545" cy="387927"/>
          </a:xfrm>
          <a:prstGeom prst="right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26" name="Retângulo 25">
                <a:extLst>
                  <a:ext uri="{FF2B5EF4-FFF2-40B4-BE49-F238E27FC236}">
                    <a16:creationId xmlns:a16="http://schemas.microsoft.com/office/drawing/2014/main" id="{117D964B-86AC-BD7E-6B9A-51E8ADDFC5F7}"/>
                  </a:ext>
                </a:extLst>
              </p:cNvPr>
              <p:cNvSpPr/>
              <p:nvPr/>
            </p:nvSpPr>
            <p:spPr>
              <a:xfrm>
                <a:off x="3849296" y="6034643"/>
                <a:ext cx="2412455" cy="523220"/>
              </a:xfrm>
              <a:prstGeom prst="rect">
                <a:avLst/>
              </a:prstGeom>
              <a:ln>
                <a:noFill/>
              </a:ln>
            </p:spPr>
            <p:txBody>
              <a:bodyPr wrap="none">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rPr>
                        <m:t>∆</m:t>
                      </m:r>
                      <m:sSub>
                        <m:sSubPr>
                          <m:ctrlPr>
                            <a:rPr lang="pt-BR" sz="2800" b="1" i="1">
                              <a:latin typeface="Cambria Math" panose="02040503050406030204" pitchFamily="18" charset="0"/>
                            </a:rPr>
                          </m:ctrlPr>
                        </m:sSubPr>
                        <m:e>
                          <m:r>
                            <a:rPr lang="pt-BR" sz="2800" b="1" i="1">
                              <a:latin typeface="Cambria Math" panose="02040503050406030204" pitchFamily="18" charset="0"/>
                            </a:rPr>
                            <m:t>𝑺</m:t>
                          </m:r>
                        </m:e>
                        <m:sub>
                          <m:r>
                            <a:rPr lang="pt-BR" sz="2800" b="1" i="1" smtClean="0">
                              <a:latin typeface="Cambria Math" panose="02040503050406030204" pitchFamily="18" charset="0"/>
                            </a:rPr>
                            <m:t>𝑪</m:t>
                          </m:r>
                        </m:sub>
                      </m:sSub>
                      <m:r>
                        <a:rPr lang="pt-BR" sz="2800" b="1" i="1">
                          <a:latin typeface="Cambria Math" panose="02040503050406030204" pitchFamily="18" charset="0"/>
                        </a:rPr>
                        <m:t>=</m:t>
                      </m:r>
                      <m:r>
                        <a:rPr lang="pt-BR" sz="2800" b="1" i="1" smtClean="0">
                          <a:latin typeface="Cambria Math" panose="02040503050406030204" pitchFamily="18" charset="0"/>
                        </a:rPr>
                        <m:t>𝟑𝟎𝟎</m:t>
                      </m:r>
                      <m:r>
                        <a:rPr lang="pt-BR" sz="2800" b="1" i="1" smtClean="0">
                          <a:latin typeface="Cambria Math" panose="02040503050406030204" pitchFamily="18" charset="0"/>
                        </a:rPr>
                        <m:t> </m:t>
                      </m:r>
                      <m:r>
                        <a:rPr lang="pt-BR" sz="2800" b="1" i="1" smtClean="0">
                          <a:latin typeface="Cambria Math" panose="02040503050406030204" pitchFamily="18" charset="0"/>
                        </a:rPr>
                        <m:t>𝒎</m:t>
                      </m:r>
                    </m:oMath>
                  </m:oMathPara>
                </a14:m>
                <a:endParaRPr lang="pt-BR" sz="2800" b="1" i="1" dirty="0"/>
              </a:p>
            </p:txBody>
          </p:sp>
        </mc:Choice>
        <mc:Fallback xmlns="">
          <p:sp>
            <p:nvSpPr>
              <p:cNvPr id="26" name="Retângulo 25">
                <a:extLst>
                  <a:ext uri="{FF2B5EF4-FFF2-40B4-BE49-F238E27FC236}">
                    <a16:creationId xmlns:a16="http://schemas.microsoft.com/office/drawing/2014/main" id="{117D964B-86AC-BD7E-6B9A-51E8ADDFC5F7}"/>
                  </a:ext>
                </a:extLst>
              </p:cNvPr>
              <p:cNvSpPr>
                <a:spLocks noRot="1" noChangeAspect="1" noMove="1" noResize="1" noEditPoints="1" noAdjustHandles="1" noChangeArrowheads="1" noChangeShapeType="1" noTextEdit="1"/>
              </p:cNvSpPr>
              <p:nvPr/>
            </p:nvSpPr>
            <p:spPr>
              <a:xfrm>
                <a:off x="3849296" y="6034643"/>
                <a:ext cx="2412455" cy="523220"/>
              </a:xfrm>
              <a:prstGeom prst="rect">
                <a:avLst/>
              </a:prstGeom>
              <a:blipFill>
                <a:blip r:embed="rId14"/>
                <a:stretch>
                  <a:fillRect/>
                </a:stretch>
              </a:blipFill>
              <a:ln>
                <a:noFill/>
              </a:ln>
            </p:spPr>
            <p:txBody>
              <a:bodyPr/>
              <a:lstStyle/>
              <a:p>
                <a:r>
                  <a:rPr lang="pt-BR">
                    <a:noFill/>
                  </a:rPr>
                  <a:t> </a:t>
                </a:r>
              </a:p>
            </p:txBody>
          </p:sp>
        </mc:Fallback>
      </mc:AlternateContent>
      <p:sp>
        <p:nvSpPr>
          <p:cNvPr id="27" name="Seta: para a Direita 26">
            <a:extLst>
              <a:ext uri="{FF2B5EF4-FFF2-40B4-BE49-F238E27FC236}">
                <a16:creationId xmlns:a16="http://schemas.microsoft.com/office/drawing/2014/main" id="{DBC65796-B40C-2C63-6AA3-5C00A3E49082}"/>
              </a:ext>
            </a:extLst>
          </p:cNvPr>
          <p:cNvSpPr/>
          <p:nvPr/>
        </p:nvSpPr>
        <p:spPr>
          <a:xfrm>
            <a:off x="6280562" y="6090139"/>
            <a:ext cx="456545" cy="387927"/>
          </a:xfrm>
          <a:prstGeom prst="rightArrow">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692F3BB1-2C89-45EF-2EAF-8185B31E9DB3}"/>
                  </a:ext>
                </a:extLst>
              </p:cNvPr>
              <p:cNvSpPr txBox="1"/>
              <p:nvPr/>
            </p:nvSpPr>
            <p:spPr>
              <a:xfrm>
                <a:off x="6921419" y="6022492"/>
                <a:ext cx="2218492" cy="523220"/>
              </a:xfrm>
              <a:prstGeom prst="rect">
                <a:avLst/>
              </a:prstGeom>
              <a:solidFill>
                <a:srgbClr val="FFFF00"/>
              </a:solidFill>
              <a:ln>
                <a:solidFill>
                  <a:schemeClr val="tx1"/>
                </a:solidFill>
              </a:ln>
              <a:scene3d>
                <a:camera prst="orthographicFront"/>
                <a:lightRig rig="threePt" dir="t"/>
              </a:scene3d>
              <a:sp3d>
                <a:bevelT w="139700" h="139700" prst="divot"/>
              </a:sp3d>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𝒅</m:t>
                          </m:r>
                        </m:e>
                        <m:sub>
                          <m:r>
                            <a:rPr lang="pt-BR" sz="2800" b="1" i="1" smtClean="0">
                              <a:latin typeface="Cambria Math" panose="02040503050406030204" pitchFamily="18" charset="0"/>
                              <a:cs typeface="Arial" panose="020B0604020202020204" pitchFamily="34" charset="0"/>
                            </a:rPr>
                            <m:t>𝑪</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𝟑𝟎𝟎</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𝒎</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28" name="CaixaDeTexto 27">
                <a:extLst>
                  <a:ext uri="{FF2B5EF4-FFF2-40B4-BE49-F238E27FC236}">
                    <a16:creationId xmlns:a16="http://schemas.microsoft.com/office/drawing/2014/main" id="{692F3BB1-2C89-45EF-2EAF-8185B31E9DB3}"/>
                  </a:ext>
                </a:extLst>
              </p:cNvPr>
              <p:cNvSpPr txBox="1">
                <a:spLocks noRot="1" noChangeAspect="1" noMove="1" noResize="1" noEditPoints="1" noAdjustHandles="1" noChangeArrowheads="1" noChangeShapeType="1" noTextEdit="1"/>
              </p:cNvSpPr>
              <p:nvPr/>
            </p:nvSpPr>
            <p:spPr>
              <a:xfrm>
                <a:off x="6921419" y="6022492"/>
                <a:ext cx="2218492" cy="523220"/>
              </a:xfrm>
              <a:prstGeom prst="rect">
                <a:avLst/>
              </a:prstGeom>
              <a:blipFill>
                <a:blip r:embed="rId15"/>
                <a:stretch>
                  <a:fillRect/>
                </a:stretch>
              </a:blipFill>
              <a:ln>
                <a:solidFill>
                  <a:schemeClr val="tx1"/>
                </a:solidFill>
              </a:ln>
            </p:spPr>
            <p:txBody>
              <a:bodyPr/>
              <a:lstStyle/>
              <a:p>
                <a:r>
                  <a:rPr lang="pt-BR">
                    <a:noFill/>
                  </a:rPr>
                  <a:t> </a:t>
                </a:r>
              </a:p>
            </p:txBody>
          </p:sp>
        </mc:Fallback>
      </mc:AlternateContent>
      <p:pic>
        <p:nvPicPr>
          <p:cNvPr id="30" name="Imagem 29" descr="Cachorro com a boca aberta&#10;&#10;Descrição gerada automaticamente">
            <a:extLst>
              <a:ext uri="{FF2B5EF4-FFF2-40B4-BE49-F238E27FC236}">
                <a16:creationId xmlns:a16="http://schemas.microsoft.com/office/drawing/2014/main" id="{E843F9F2-1C8D-6334-6244-A0D10EAA21BE}"/>
              </a:ext>
            </a:extLst>
          </p:cNvPr>
          <p:cNvPicPr>
            <a:picLocks noChangeAspect="1"/>
          </p:cNvPicPr>
          <p:nvPr/>
        </p:nvPicPr>
        <p:blipFill>
          <a:blip r:embed="rId16"/>
          <a:stretch>
            <a:fillRect/>
          </a:stretch>
        </p:blipFill>
        <p:spPr>
          <a:xfrm>
            <a:off x="9257055" y="4399586"/>
            <a:ext cx="2412454" cy="2412454"/>
          </a:xfrm>
          <a:prstGeom prst="rect">
            <a:avLst/>
          </a:prstGeom>
        </p:spPr>
      </p:pic>
    </p:spTree>
    <p:extLst>
      <p:ext uri="{BB962C8B-B14F-4D97-AF65-F5344CB8AC3E}">
        <p14:creationId xmlns:p14="http://schemas.microsoft.com/office/powerpoint/2010/main" val="1274871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down)">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down)">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down)">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down)">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wipe(down)">
                                      <p:cBhvr>
                                        <p:cTn id="45" dur="500"/>
                                        <p:tgtEl>
                                          <p:spTgt spid="11"/>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wipe(down)">
                                      <p:cBhvr>
                                        <p:cTn id="50" dur="500"/>
                                        <p:tgtEl>
                                          <p:spTgt spid="12"/>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wipe(down)">
                                      <p:cBhvr>
                                        <p:cTn id="55" dur="500"/>
                                        <p:tgtEl>
                                          <p:spTgt spid="13"/>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fade">
                                      <p:cBhvr>
                                        <p:cTn id="60" dur="500"/>
                                        <p:tgtEl>
                                          <p:spTgt spid="14"/>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15"/>
                                        </p:tgtEl>
                                        <p:attrNameLst>
                                          <p:attrName>style.visibility</p:attrName>
                                        </p:attrNameLst>
                                      </p:cBhvr>
                                      <p:to>
                                        <p:strVal val="visible"/>
                                      </p:to>
                                    </p:set>
                                    <p:animEffect transition="in" filter="wipe(down)">
                                      <p:cBhvr>
                                        <p:cTn id="65" dur="500"/>
                                        <p:tgtEl>
                                          <p:spTgt spid="15"/>
                                        </p:tgtEl>
                                      </p:cBhvr>
                                    </p:animEffect>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6"/>
                                        </p:tgtEl>
                                        <p:attrNameLst>
                                          <p:attrName>style.visibility</p:attrName>
                                        </p:attrNameLst>
                                      </p:cBhvr>
                                      <p:to>
                                        <p:strVal val="visible"/>
                                      </p:to>
                                    </p:set>
                                    <p:animEffect transition="in" filter="fade">
                                      <p:cBhvr>
                                        <p:cTn id="70" dur="1000"/>
                                        <p:tgtEl>
                                          <p:spTgt spid="16"/>
                                        </p:tgtEl>
                                      </p:cBhvr>
                                    </p:animEffect>
                                    <p:anim calcmode="lin" valueType="num">
                                      <p:cBhvr>
                                        <p:cTn id="71" dur="1000" fill="hold"/>
                                        <p:tgtEl>
                                          <p:spTgt spid="16"/>
                                        </p:tgtEl>
                                        <p:attrNameLst>
                                          <p:attrName>ppt_x</p:attrName>
                                        </p:attrNameLst>
                                      </p:cBhvr>
                                      <p:tavLst>
                                        <p:tav tm="0">
                                          <p:val>
                                            <p:strVal val="#ppt_x"/>
                                          </p:val>
                                        </p:tav>
                                        <p:tav tm="100000">
                                          <p:val>
                                            <p:strVal val="#ppt_x"/>
                                          </p:val>
                                        </p:tav>
                                      </p:tavLst>
                                    </p:anim>
                                    <p:anim calcmode="lin" valueType="num">
                                      <p:cBhvr>
                                        <p:cTn id="72"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7"/>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4" presetClass="entr" presetSubtype="10" fill="hold" grpId="0" nodeType="clickEffect">
                                  <p:stCondLst>
                                    <p:cond delay="0"/>
                                  </p:stCondLst>
                                  <p:childTnLst>
                                    <p:set>
                                      <p:cBhvr>
                                        <p:cTn id="80" dur="1" fill="hold">
                                          <p:stCondLst>
                                            <p:cond delay="0"/>
                                          </p:stCondLst>
                                        </p:cTn>
                                        <p:tgtEl>
                                          <p:spTgt spid="18"/>
                                        </p:tgtEl>
                                        <p:attrNameLst>
                                          <p:attrName>style.visibility</p:attrName>
                                        </p:attrNameLst>
                                      </p:cBhvr>
                                      <p:to>
                                        <p:strVal val="visible"/>
                                      </p:to>
                                    </p:set>
                                    <p:animEffect transition="in" filter="randombar(horizontal)">
                                      <p:cBhvr>
                                        <p:cTn id="81" dur="500"/>
                                        <p:tgtEl>
                                          <p:spTgt spid="18"/>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4" fill="hold" grpId="0" nodeType="clickEffect">
                                  <p:stCondLst>
                                    <p:cond delay="0"/>
                                  </p:stCondLst>
                                  <p:childTnLst>
                                    <p:set>
                                      <p:cBhvr>
                                        <p:cTn id="85" dur="1" fill="hold">
                                          <p:stCondLst>
                                            <p:cond delay="0"/>
                                          </p:stCondLst>
                                        </p:cTn>
                                        <p:tgtEl>
                                          <p:spTgt spid="19"/>
                                        </p:tgtEl>
                                        <p:attrNameLst>
                                          <p:attrName>style.visibility</p:attrName>
                                        </p:attrNameLst>
                                      </p:cBhvr>
                                      <p:to>
                                        <p:strVal val="visible"/>
                                      </p:to>
                                    </p:set>
                                    <p:animEffect transition="in" filter="wipe(down)">
                                      <p:cBhvr>
                                        <p:cTn id="86" dur="500"/>
                                        <p:tgtEl>
                                          <p:spTgt spid="19"/>
                                        </p:tgtEl>
                                      </p:cBhvr>
                                    </p:animEffect>
                                  </p:childTnLst>
                                </p:cTn>
                              </p:par>
                            </p:childTnLst>
                          </p:cTn>
                        </p:par>
                      </p:childTnLst>
                    </p:cTn>
                  </p:par>
                  <p:par>
                    <p:cTn id="87" fill="hold">
                      <p:stCondLst>
                        <p:cond delay="indefinite"/>
                      </p:stCondLst>
                      <p:childTnLst>
                        <p:par>
                          <p:cTn id="88" fill="hold">
                            <p:stCondLst>
                              <p:cond delay="0"/>
                            </p:stCondLst>
                            <p:childTnLst>
                              <p:par>
                                <p:cTn id="89" presetID="21" presetClass="entr" presetSubtype="1" fill="hold" grpId="0" nodeType="clickEffect">
                                  <p:stCondLst>
                                    <p:cond delay="0"/>
                                  </p:stCondLst>
                                  <p:childTnLst>
                                    <p:set>
                                      <p:cBhvr>
                                        <p:cTn id="90" dur="1" fill="hold">
                                          <p:stCondLst>
                                            <p:cond delay="0"/>
                                          </p:stCondLst>
                                        </p:cTn>
                                        <p:tgtEl>
                                          <p:spTgt spid="20"/>
                                        </p:tgtEl>
                                        <p:attrNameLst>
                                          <p:attrName>style.visibility</p:attrName>
                                        </p:attrNameLst>
                                      </p:cBhvr>
                                      <p:to>
                                        <p:strVal val="visible"/>
                                      </p:to>
                                    </p:set>
                                    <p:animEffect transition="in" filter="wheel(1)">
                                      <p:cBhvr>
                                        <p:cTn id="91" dur="2000"/>
                                        <p:tgtEl>
                                          <p:spTgt spid="20"/>
                                        </p:tgtEl>
                                      </p:cBhvr>
                                    </p:animEffect>
                                  </p:childTnLst>
                                </p:cTn>
                              </p:par>
                            </p:childTnLst>
                          </p:cTn>
                        </p:par>
                      </p:childTnLst>
                    </p:cTn>
                  </p:par>
                  <p:par>
                    <p:cTn id="92" fill="hold">
                      <p:stCondLst>
                        <p:cond delay="indefinite"/>
                      </p:stCondLst>
                      <p:childTnLst>
                        <p:par>
                          <p:cTn id="93" fill="hold">
                            <p:stCondLst>
                              <p:cond delay="0"/>
                            </p:stCondLst>
                            <p:childTnLst>
                              <p:par>
                                <p:cTn id="94" presetID="21" presetClass="entr" presetSubtype="1" fill="hold" grpId="0" nodeType="clickEffect">
                                  <p:stCondLst>
                                    <p:cond delay="0"/>
                                  </p:stCondLst>
                                  <p:childTnLst>
                                    <p:set>
                                      <p:cBhvr>
                                        <p:cTn id="95" dur="1" fill="hold">
                                          <p:stCondLst>
                                            <p:cond delay="0"/>
                                          </p:stCondLst>
                                        </p:cTn>
                                        <p:tgtEl>
                                          <p:spTgt spid="21"/>
                                        </p:tgtEl>
                                        <p:attrNameLst>
                                          <p:attrName>style.visibility</p:attrName>
                                        </p:attrNameLst>
                                      </p:cBhvr>
                                      <p:to>
                                        <p:strVal val="visible"/>
                                      </p:to>
                                    </p:set>
                                    <p:animEffect transition="in" filter="wheel(1)">
                                      <p:cBhvr>
                                        <p:cTn id="96" dur="2000"/>
                                        <p:tgtEl>
                                          <p:spTgt spid="21"/>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4" fill="hold" grpId="0" nodeType="clickEffect">
                                  <p:stCondLst>
                                    <p:cond delay="0"/>
                                  </p:stCondLst>
                                  <p:childTnLst>
                                    <p:set>
                                      <p:cBhvr>
                                        <p:cTn id="100" dur="1" fill="hold">
                                          <p:stCondLst>
                                            <p:cond delay="0"/>
                                          </p:stCondLst>
                                        </p:cTn>
                                        <p:tgtEl>
                                          <p:spTgt spid="22"/>
                                        </p:tgtEl>
                                        <p:attrNameLst>
                                          <p:attrName>style.visibility</p:attrName>
                                        </p:attrNameLst>
                                      </p:cBhvr>
                                      <p:to>
                                        <p:strVal val="visible"/>
                                      </p:to>
                                    </p:set>
                                    <p:animEffect transition="in" filter="wipe(down)">
                                      <p:cBhvr>
                                        <p:cTn id="101" dur="500"/>
                                        <p:tgtEl>
                                          <p:spTgt spid="22"/>
                                        </p:tgtEl>
                                      </p:cBhvr>
                                    </p:animEffect>
                                  </p:childTnLst>
                                </p:cTn>
                              </p:par>
                            </p:childTnLst>
                          </p:cTn>
                        </p:par>
                      </p:childTnLst>
                    </p:cTn>
                  </p:par>
                  <p:par>
                    <p:cTn id="102" fill="hold">
                      <p:stCondLst>
                        <p:cond delay="indefinite"/>
                      </p:stCondLst>
                      <p:childTnLst>
                        <p:par>
                          <p:cTn id="103" fill="hold">
                            <p:stCondLst>
                              <p:cond delay="0"/>
                            </p:stCondLst>
                            <p:childTnLst>
                              <p:par>
                                <p:cTn id="104" presetID="16" presetClass="entr" presetSubtype="21" fill="hold" grpId="0" nodeType="clickEffect">
                                  <p:stCondLst>
                                    <p:cond delay="0"/>
                                  </p:stCondLst>
                                  <p:childTnLst>
                                    <p:set>
                                      <p:cBhvr>
                                        <p:cTn id="105" dur="1" fill="hold">
                                          <p:stCondLst>
                                            <p:cond delay="0"/>
                                          </p:stCondLst>
                                        </p:cTn>
                                        <p:tgtEl>
                                          <p:spTgt spid="23"/>
                                        </p:tgtEl>
                                        <p:attrNameLst>
                                          <p:attrName>style.visibility</p:attrName>
                                        </p:attrNameLst>
                                      </p:cBhvr>
                                      <p:to>
                                        <p:strVal val="visible"/>
                                      </p:to>
                                    </p:set>
                                    <p:animEffect transition="in" filter="barn(inVertical)">
                                      <p:cBhvr>
                                        <p:cTn id="106" dur="500"/>
                                        <p:tgtEl>
                                          <p:spTgt spid="23"/>
                                        </p:tgtEl>
                                      </p:cBhvr>
                                    </p:animEffect>
                                  </p:childTnLst>
                                </p:cTn>
                              </p:par>
                            </p:childTnLst>
                          </p:cTn>
                        </p:par>
                      </p:childTnLst>
                    </p:cTn>
                  </p:par>
                  <p:par>
                    <p:cTn id="107" fill="hold">
                      <p:stCondLst>
                        <p:cond delay="indefinite"/>
                      </p:stCondLst>
                      <p:childTnLst>
                        <p:par>
                          <p:cTn id="108" fill="hold">
                            <p:stCondLst>
                              <p:cond delay="0"/>
                            </p:stCondLst>
                            <p:childTnLst>
                              <p:par>
                                <p:cTn id="109" presetID="14" presetClass="entr" presetSubtype="10" fill="hold" grpId="0" nodeType="clickEffect">
                                  <p:stCondLst>
                                    <p:cond delay="0"/>
                                  </p:stCondLst>
                                  <p:childTnLst>
                                    <p:set>
                                      <p:cBhvr>
                                        <p:cTn id="110" dur="1" fill="hold">
                                          <p:stCondLst>
                                            <p:cond delay="0"/>
                                          </p:stCondLst>
                                        </p:cTn>
                                        <p:tgtEl>
                                          <p:spTgt spid="24"/>
                                        </p:tgtEl>
                                        <p:attrNameLst>
                                          <p:attrName>style.visibility</p:attrName>
                                        </p:attrNameLst>
                                      </p:cBhvr>
                                      <p:to>
                                        <p:strVal val="visible"/>
                                      </p:to>
                                    </p:set>
                                    <p:animEffect transition="in" filter="randombar(horizontal)">
                                      <p:cBhvr>
                                        <p:cTn id="111" dur="500"/>
                                        <p:tgtEl>
                                          <p:spTgt spid="24"/>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4" fill="hold" grpId="0" nodeType="clickEffect">
                                  <p:stCondLst>
                                    <p:cond delay="0"/>
                                  </p:stCondLst>
                                  <p:childTnLst>
                                    <p:set>
                                      <p:cBhvr>
                                        <p:cTn id="115" dur="1" fill="hold">
                                          <p:stCondLst>
                                            <p:cond delay="0"/>
                                          </p:stCondLst>
                                        </p:cTn>
                                        <p:tgtEl>
                                          <p:spTgt spid="25"/>
                                        </p:tgtEl>
                                        <p:attrNameLst>
                                          <p:attrName>style.visibility</p:attrName>
                                        </p:attrNameLst>
                                      </p:cBhvr>
                                      <p:to>
                                        <p:strVal val="visible"/>
                                      </p:to>
                                    </p:set>
                                    <p:animEffect transition="in" filter="wipe(down)">
                                      <p:cBhvr>
                                        <p:cTn id="116" dur="500"/>
                                        <p:tgtEl>
                                          <p:spTgt spid="25"/>
                                        </p:tgtEl>
                                      </p:cBhvr>
                                    </p:animEffect>
                                  </p:childTnLst>
                                </p:cTn>
                              </p:par>
                            </p:childTnLst>
                          </p:cTn>
                        </p:par>
                      </p:childTnLst>
                    </p:cTn>
                  </p:par>
                  <p:par>
                    <p:cTn id="117" fill="hold">
                      <p:stCondLst>
                        <p:cond delay="indefinite"/>
                      </p:stCondLst>
                      <p:childTnLst>
                        <p:par>
                          <p:cTn id="118" fill="hold">
                            <p:stCondLst>
                              <p:cond delay="0"/>
                            </p:stCondLst>
                            <p:childTnLst>
                              <p:par>
                                <p:cTn id="119" presetID="16" presetClass="entr" presetSubtype="21" fill="hold" grpId="0" nodeType="clickEffect">
                                  <p:stCondLst>
                                    <p:cond delay="0"/>
                                  </p:stCondLst>
                                  <p:childTnLst>
                                    <p:set>
                                      <p:cBhvr>
                                        <p:cTn id="120" dur="1" fill="hold">
                                          <p:stCondLst>
                                            <p:cond delay="0"/>
                                          </p:stCondLst>
                                        </p:cTn>
                                        <p:tgtEl>
                                          <p:spTgt spid="26"/>
                                        </p:tgtEl>
                                        <p:attrNameLst>
                                          <p:attrName>style.visibility</p:attrName>
                                        </p:attrNameLst>
                                      </p:cBhvr>
                                      <p:to>
                                        <p:strVal val="visible"/>
                                      </p:to>
                                    </p:set>
                                    <p:animEffect transition="in" filter="barn(inVertical)">
                                      <p:cBhvr>
                                        <p:cTn id="121" dur="500"/>
                                        <p:tgtEl>
                                          <p:spTgt spid="26"/>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4" fill="hold" grpId="0" nodeType="clickEffect">
                                  <p:stCondLst>
                                    <p:cond delay="0"/>
                                  </p:stCondLst>
                                  <p:childTnLst>
                                    <p:set>
                                      <p:cBhvr>
                                        <p:cTn id="125" dur="1" fill="hold">
                                          <p:stCondLst>
                                            <p:cond delay="0"/>
                                          </p:stCondLst>
                                        </p:cTn>
                                        <p:tgtEl>
                                          <p:spTgt spid="27"/>
                                        </p:tgtEl>
                                        <p:attrNameLst>
                                          <p:attrName>style.visibility</p:attrName>
                                        </p:attrNameLst>
                                      </p:cBhvr>
                                      <p:to>
                                        <p:strVal val="visible"/>
                                      </p:to>
                                    </p:set>
                                    <p:animEffect transition="in" filter="wipe(down)">
                                      <p:cBhvr>
                                        <p:cTn id="126" dur="500"/>
                                        <p:tgtEl>
                                          <p:spTgt spid="27"/>
                                        </p:tgtEl>
                                      </p:cBhvr>
                                    </p:animEffect>
                                  </p:childTnLst>
                                </p:cTn>
                              </p:par>
                            </p:childTnLst>
                          </p:cTn>
                        </p:par>
                      </p:childTnLst>
                    </p:cTn>
                  </p:par>
                  <p:par>
                    <p:cTn id="127" fill="hold">
                      <p:stCondLst>
                        <p:cond delay="indefinite"/>
                      </p:stCondLst>
                      <p:childTnLst>
                        <p:par>
                          <p:cTn id="128" fill="hold">
                            <p:stCondLst>
                              <p:cond delay="0"/>
                            </p:stCondLst>
                            <p:childTnLst>
                              <p:par>
                                <p:cTn id="129" presetID="14" presetClass="entr" presetSubtype="10" fill="hold" grpId="0" nodeType="clickEffect">
                                  <p:stCondLst>
                                    <p:cond delay="0"/>
                                  </p:stCondLst>
                                  <p:childTnLst>
                                    <p:set>
                                      <p:cBhvr>
                                        <p:cTn id="130" dur="1" fill="hold">
                                          <p:stCondLst>
                                            <p:cond delay="0"/>
                                          </p:stCondLst>
                                        </p:cTn>
                                        <p:tgtEl>
                                          <p:spTgt spid="28"/>
                                        </p:tgtEl>
                                        <p:attrNameLst>
                                          <p:attrName>style.visibility</p:attrName>
                                        </p:attrNameLst>
                                      </p:cBhvr>
                                      <p:to>
                                        <p:strVal val="visible"/>
                                      </p:to>
                                    </p:set>
                                    <p:animEffect transition="in" filter="randombar(horizontal)">
                                      <p:cBhvr>
                                        <p:cTn id="131" dur="500"/>
                                        <p:tgtEl>
                                          <p:spTgt spid="28"/>
                                        </p:tgtEl>
                                      </p:cBhvr>
                                    </p:animEffect>
                                  </p:childTnLst>
                                </p:cTn>
                              </p:par>
                            </p:childTnLst>
                          </p:cTn>
                        </p:par>
                      </p:childTnLst>
                    </p:cTn>
                  </p:par>
                  <p:par>
                    <p:cTn id="132" fill="hold">
                      <p:stCondLst>
                        <p:cond delay="indefinite"/>
                      </p:stCondLst>
                      <p:childTnLst>
                        <p:par>
                          <p:cTn id="133" fill="hold">
                            <p:stCondLst>
                              <p:cond delay="0"/>
                            </p:stCondLst>
                            <p:childTnLst>
                              <p:par>
                                <p:cTn id="134" presetID="42" presetClass="entr" presetSubtype="0" fill="hold" nodeType="clickEffect">
                                  <p:stCondLst>
                                    <p:cond delay="0"/>
                                  </p:stCondLst>
                                  <p:childTnLst>
                                    <p:set>
                                      <p:cBhvr>
                                        <p:cTn id="135" dur="1" fill="hold">
                                          <p:stCondLst>
                                            <p:cond delay="0"/>
                                          </p:stCondLst>
                                        </p:cTn>
                                        <p:tgtEl>
                                          <p:spTgt spid="30"/>
                                        </p:tgtEl>
                                        <p:attrNameLst>
                                          <p:attrName>style.visibility</p:attrName>
                                        </p:attrNameLst>
                                      </p:cBhvr>
                                      <p:to>
                                        <p:strVal val="visible"/>
                                      </p:to>
                                    </p:set>
                                    <p:animEffect transition="in" filter="fade">
                                      <p:cBhvr>
                                        <p:cTn id="136" dur="1000"/>
                                        <p:tgtEl>
                                          <p:spTgt spid="30"/>
                                        </p:tgtEl>
                                      </p:cBhvr>
                                    </p:animEffect>
                                    <p:anim calcmode="lin" valueType="num">
                                      <p:cBhvr>
                                        <p:cTn id="137" dur="1000" fill="hold"/>
                                        <p:tgtEl>
                                          <p:spTgt spid="30"/>
                                        </p:tgtEl>
                                        <p:attrNameLst>
                                          <p:attrName>ppt_x</p:attrName>
                                        </p:attrNameLst>
                                      </p:cBhvr>
                                      <p:tavLst>
                                        <p:tav tm="0">
                                          <p:val>
                                            <p:strVal val="#ppt_x"/>
                                          </p:val>
                                        </p:tav>
                                        <p:tav tm="100000">
                                          <p:val>
                                            <p:strVal val="#ppt_x"/>
                                          </p:val>
                                        </p:tav>
                                      </p:tavLst>
                                    </p:anim>
                                    <p:anim calcmode="lin" valueType="num">
                                      <p:cBhvr>
                                        <p:cTn id="138"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animBg="1"/>
      <p:bldP spid="7" grpId="0"/>
      <p:bldP spid="8" grpId="0" animBg="1"/>
      <p:bldP spid="9" grpId="0"/>
      <p:bldP spid="10" grpId="0" animBg="1"/>
      <p:bldP spid="11" grpId="0" animBg="1"/>
      <p:bldP spid="12" grpId="0"/>
      <p:bldP spid="13" grpId="0" animBg="1"/>
      <p:bldP spid="14" grpId="0" animBg="1"/>
      <p:bldP spid="15" grpId="0" animBg="1"/>
      <p:bldP spid="16" grpId="0" animBg="1"/>
      <p:bldP spid="17" grpId="0"/>
      <p:bldP spid="18" grpId="0"/>
      <p:bldP spid="19" grpId="0" animBg="1"/>
      <p:bldP spid="20" grpId="0"/>
      <p:bldP spid="21" grpId="0"/>
      <p:bldP spid="22" grpId="0" animBg="1"/>
      <p:bldP spid="23" grpId="0"/>
      <p:bldP spid="24" grpId="0"/>
      <p:bldP spid="25" grpId="0" animBg="1"/>
      <p:bldP spid="26" grpId="0"/>
      <p:bldP spid="27" grpId="0" animBg="1"/>
      <p:bldP spid="2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1214DB8A-53E6-966E-D532-35652DCFD52D}"/>
              </a:ext>
            </a:extLst>
          </p:cNvPr>
          <p:cNvSpPr txBox="1"/>
          <p:nvPr/>
        </p:nvSpPr>
        <p:spPr>
          <a:xfrm>
            <a:off x="274209" y="113721"/>
            <a:ext cx="10975682" cy="2246769"/>
          </a:xfrm>
          <a:prstGeom prst="rect">
            <a:avLst/>
          </a:prstGeom>
          <a:noFill/>
        </p:spPr>
        <p:txBody>
          <a:bodyPr wrap="square">
            <a:spAutoFit/>
          </a:bodyPr>
          <a:lstStyle/>
          <a:p>
            <a:pPr algn="just"/>
            <a:r>
              <a:rPr lang="pt-BR" sz="2800" b="1" dirty="0">
                <a:solidFill>
                  <a:srgbClr val="FF0000"/>
                </a:solidFill>
                <a:latin typeface="Arial" panose="020B0604020202020204" pitchFamily="34" charset="0"/>
                <a:cs typeface="Arial" panose="020B0604020202020204" pitchFamily="34" charset="0"/>
              </a:rPr>
              <a:t>2-) pag.: 63 </a:t>
            </a:r>
            <a:r>
              <a:rPr lang="pt-BR" sz="2800" b="1" dirty="0">
                <a:latin typeface="Arial" panose="020B0604020202020204" pitchFamily="34" charset="0"/>
                <a:cs typeface="Arial" panose="020B0604020202020204" pitchFamily="34" charset="0"/>
              </a:rPr>
              <a:t>Um trem T</a:t>
            </a:r>
            <a:r>
              <a:rPr lang="pt-BR" sz="2800" b="1" baseline="-25000" dirty="0">
                <a:latin typeface="Arial" panose="020B0604020202020204" pitchFamily="34" charset="0"/>
                <a:cs typeface="Arial" panose="020B0604020202020204" pitchFamily="34" charset="0"/>
              </a:rPr>
              <a:t>A</a:t>
            </a:r>
            <a:r>
              <a:rPr lang="pt-BR" sz="2800" b="1" dirty="0">
                <a:latin typeface="Arial" panose="020B0604020202020204" pitchFamily="34" charset="0"/>
                <a:cs typeface="Arial" panose="020B0604020202020204" pitchFamily="34" charset="0"/>
              </a:rPr>
              <a:t>, de 100 m de comprimento, desloca-se com velocidade constante de 30 m/s. Quanto tempo esse trem leva para ultrapassar outro trem T</a:t>
            </a:r>
            <a:r>
              <a:rPr lang="pt-BR" sz="2800" b="1" baseline="-25000" dirty="0">
                <a:latin typeface="Arial" panose="020B0604020202020204" pitchFamily="34" charset="0"/>
                <a:cs typeface="Arial" panose="020B0604020202020204" pitchFamily="34" charset="0"/>
              </a:rPr>
              <a:t>B</a:t>
            </a:r>
            <a:r>
              <a:rPr lang="pt-BR" sz="2800" b="1" dirty="0">
                <a:latin typeface="Arial" panose="020B0604020202020204" pitchFamily="34" charset="0"/>
                <a:cs typeface="Arial" panose="020B0604020202020204" pitchFamily="34" charset="0"/>
              </a:rPr>
              <a:t>, de 150 m de comprimento, considerando que este se desloca em um trilho paralelo, no mesmo sentido, com velocidade de 25 m/s?</a:t>
            </a:r>
          </a:p>
        </p:txBody>
      </p:sp>
      <p:sp>
        <p:nvSpPr>
          <p:cNvPr id="3" name="Retângulo 2">
            <a:extLst>
              <a:ext uri="{FF2B5EF4-FFF2-40B4-BE49-F238E27FC236}">
                <a16:creationId xmlns:a16="http://schemas.microsoft.com/office/drawing/2014/main" id="{1C26F8C3-269C-A6B8-D24A-471AED11082A}"/>
              </a:ext>
            </a:extLst>
          </p:cNvPr>
          <p:cNvSpPr/>
          <p:nvPr/>
        </p:nvSpPr>
        <p:spPr>
          <a:xfrm>
            <a:off x="274209" y="2235972"/>
            <a:ext cx="2004075" cy="523220"/>
          </a:xfrm>
          <a:prstGeom prst="rect">
            <a:avLst/>
          </a:prstGeom>
        </p:spPr>
        <p:txBody>
          <a:bodyPr wrap="none">
            <a:spAutoFit/>
          </a:bodyPr>
          <a:lstStyle/>
          <a:p>
            <a:pPr algn="just"/>
            <a:r>
              <a:rPr lang="pt-BR" sz="2800" b="1" dirty="0">
                <a:solidFill>
                  <a:srgbClr val="FF0000"/>
                </a:solidFill>
                <a:latin typeface="Arial" panose="020B0604020202020204" pitchFamily="34" charset="0"/>
                <a:cs typeface="Arial" panose="020B0604020202020204" pitchFamily="34" charset="0"/>
              </a:rPr>
              <a:t>Resolução</a:t>
            </a:r>
          </a:p>
        </p:txBody>
      </p:sp>
      <p:sp>
        <p:nvSpPr>
          <p:cNvPr id="4" name="Retângulo 3">
            <a:extLst>
              <a:ext uri="{FF2B5EF4-FFF2-40B4-BE49-F238E27FC236}">
                <a16:creationId xmlns:a16="http://schemas.microsoft.com/office/drawing/2014/main" id="{46BCD2B7-34F5-D3C8-92E2-77B2CCFBDCF1}"/>
              </a:ext>
            </a:extLst>
          </p:cNvPr>
          <p:cNvSpPr/>
          <p:nvPr/>
        </p:nvSpPr>
        <p:spPr>
          <a:xfrm>
            <a:off x="274209" y="2712155"/>
            <a:ext cx="9673355" cy="523220"/>
          </a:xfrm>
          <a:prstGeom prst="rect">
            <a:avLst/>
          </a:prstGeom>
        </p:spPr>
        <p:txBody>
          <a:bodyPr wrap="square">
            <a:spAutoFit/>
          </a:bodyPr>
          <a:lstStyle/>
          <a:p>
            <a:pPr algn="just"/>
            <a:r>
              <a:rPr lang="pt-BR" sz="2800" b="1" dirty="0">
                <a:solidFill>
                  <a:srgbClr val="002060"/>
                </a:solidFill>
                <a:latin typeface="Arial" panose="020B0604020202020204" pitchFamily="34" charset="0"/>
                <a:cs typeface="Arial" panose="020B0604020202020204" pitchFamily="34" charset="0"/>
              </a:rPr>
              <a:t>Fazer uma figura ilustrativa no início da ultrapassagem:</a:t>
            </a:r>
          </a:p>
        </p:txBody>
      </p:sp>
      <p:sp>
        <p:nvSpPr>
          <p:cNvPr id="6" name="Retângulo 5">
            <a:extLst>
              <a:ext uri="{FF2B5EF4-FFF2-40B4-BE49-F238E27FC236}">
                <a16:creationId xmlns:a16="http://schemas.microsoft.com/office/drawing/2014/main" id="{01ABEE9C-43BE-BCBE-82D1-3B7A9A2FC5A3}"/>
              </a:ext>
            </a:extLst>
          </p:cNvPr>
          <p:cNvSpPr/>
          <p:nvPr/>
        </p:nvSpPr>
        <p:spPr>
          <a:xfrm>
            <a:off x="443345" y="3778135"/>
            <a:ext cx="5874328"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43" name="Agrupar 42">
            <a:extLst>
              <a:ext uri="{FF2B5EF4-FFF2-40B4-BE49-F238E27FC236}">
                <a16:creationId xmlns:a16="http://schemas.microsoft.com/office/drawing/2014/main" id="{E00A10C1-7744-9EFF-1D17-668A854F2F25}"/>
              </a:ext>
            </a:extLst>
          </p:cNvPr>
          <p:cNvGrpSpPr/>
          <p:nvPr/>
        </p:nvGrpSpPr>
        <p:grpSpPr>
          <a:xfrm>
            <a:off x="443345" y="3183760"/>
            <a:ext cx="2216726" cy="580967"/>
            <a:chOff x="2278284" y="4366614"/>
            <a:chExt cx="2216726" cy="580967"/>
          </a:xfrm>
        </p:grpSpPr>
        <p:grpSp>
          <p:nvGrpSpPr>
            <p:cNvPr id="16" name="Agrupar 15">
              <a:extLst>
                <a:ext uri="{FF2B5EF4-FFF2-40B4-BE49-F238E27FC236}">
                  <a16:creationId xmlns:a16="http://schemas.microsoft.com/office/drawing/2014/main" id="{2BA4348B-3C11-4961-D6F5-0148907507FC}"/>
                </a:ext>
              </a:extLst>
            </p:cNvPr>
            <p:cNvGrpSpPr/>
            <p:nvPr/>
          </p:nvGrpSpPr>
          <p:grpSpPr>
            <a:xfrm>
              <a:off x="2278284" y="4366614"/>
              <a:ext cx="2216726" cy="453046"/>
              <a:chOff x="617181" y="3169581"/>
              <a:chExt cx="2216726" cy="453046"/>
            </a:xfrm>
          </p:grpSpPr>
          <p:sp>
            <p:nvSpPr>
              <p:cNvPr id="7" name="Retângulo 6">
                <a:extLst>
                  <a:ext uri="{FF2B5EF4-FFF2-40B4-BE49-F238E27FC236}">
                    <a16:creationId xmlns:a16="http://schemas.microsoft.com/office/drawing/2014/main" id="{4AEE0113-BE00-3854-DB1F-FC89413510C6}"/>
                  </a:ext>
                </a:extLst>
              </p:cNvPr>
              <p:cNvSpPr/>
              <p:nvPr/>
            </p:nvSpPr>
            <p:spPr>
              <a:xfrm>
                <a:off x="617181" y="3169582"/>
                <a:ext cx="678872" cy="453045"/>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Retângulo 11">
                <a:extLst>
                  <a:ext uri="{FF2B5EF4-FFF2-40B4-BE49-F238E27FC236}">
                    <a16:creationId xmlns:a16="http://schemas.microsoft.com/office/drawing/2014/main" id="{1AA1D2B0-5C20-2722-CCC2-865B88D6F30A}"/>
                  </a:ext>
                </a:extLst>
              </p:cNvPr>
              <p:cNvSpPr/>
              <p:nvPr/>
            </p:nvSpPr>
            <p:spPr>
              <a:xfrm>
                <a:off x="1599412" y="3169581"/>
                <a:ext cx="678872" cy="453045"/>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4" name="Conector reto 13">
                <a:extLst>
                  <a:ext uri="{FF2B5EF4-FFF2-40B4-BE49-F238E27FC236}">
                    <a16:creationId xmlns:a16="http://schemas.microsoft.com/office/drawing/2014/main" id="{FA444BB3-073B-FBC3-1D2D-91C793216E8A}"/>
                  </a:ext>
                </a:extLst>
              </p:cNvPr>
              <p:cNvCxnSpPr>
                <a:stCxn id="7" idx="3"/>
                <a:endCxn id="12" idx="1"/>
              </p:cNvCxnSpPr>
              <p:nvPr/>
            </p:nvCxnSpPr>
            <p:spPr>
              <a:xfrm flipV="1">
                <a:off x="1296053" y="3396104"/>
                <a:ext cx="303359"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riângulo Retângulo 14">
                <a:extLst>
                  <a:ext uri="{FF2B5EF4-FFF2-40B4-BE49-F238E27FC236}">
                    <a16:creationId xmlns:a16="http://schemas.microsoft.com/office/drawing/2014/main" id="{8E1DF4A6-4D68-BB09-9C8B-2F3E0318F73E}"/>
                  </a:ext>
                </a:extLst>
              </p:cNvPr>
              <p:cNvSpPr/>
              <p:nvPr/>
            </p:nvSpPr>
            <p:spPr>
              <a:xfrm>
                <a:off x="2278284" y="3169581"/>
                <a:ext cx="555623" cy="453045"/>
              </a:xfrm>
              <a:prstGeom prst="r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17" name="Fluxograma: Conector 16">
              <a:extLst>
                <a:ext uri="{FF2B5EF4-FFF2-40B4-BE49-F238E27FC236}">
                  <a16:creationId xmlns:a16="http://schemas.microsoft.com/office/drawing/2014/main" id="{0CD963A4-0DBD-F064-D873-83B8CFF808E3}"/>
                </a:ext>
              </a:extLst>
            </p:cNvPr>
            <p:cNvSpPr/>
            <p:nvPr/>
          </p:nvSpPr>
          <p:spPr>
            <a:xfrm>
              <a:off x="2321207" y="4829726"/>
              <a:ext cx="113555" cy="117855"/>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Fluxograma: Conector 17">
              <a:extLst>
                <a:ext uri="{FF2B5EF4-FFF2-40B4-BE49-F238E27FC236}">
                  <a16:creationId xmlns:a16="http://schemas.microsoft.com/office/drawing/2014/main" id="{91439003-0021-7DB4-D2FA-1CA7B6FD56ED}"/>
                </a:ext>
              </a:extLst>
            </p:cNvPr>
            <p:cNvSpPr/>
            <p:nvPr/>
          </p:nvSpPr>
          <p:spPr>
            <a:xfrm>
              <a:off x="2677306" y="4816029"/>
              <a:ext cx="113555" cy="117855"/>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Fluxograma: Conector 18">
              <a:extLst>
                <a:ext uri="{FF2B5EF4-FFF2-40B4-BE49-F238E27FC236}">
                  <a16:creationId xmlns:a16="http://schemas.microsoft.com/office/drawing/2014/main" id="{CAE18F65-4B8A-581E-547E-4315047D41BC}"/>
                </a:ext>
              </a:extLst>
            </p:cNvPr>
            <p:cNvSpPr/>
            <p:nvPr/>
          </p:nvSpPr>
          <p:spPr>
            <a:xfrm>
              <a:off x="3315926" y="4829664"/>
              <a:ext cx="113555" cy="117855"/>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Fluxograma: Conector 19">
              <a:extLst>
                <a:ext uri="{FF2B5EF4-FFF2-40B4-BE49-F238E27FC236}">
                  <a16:creationId xmlns:a16="http://schemas.microsoft.com/office/drawing/2014/main" id="{75F902CA-7B17-02BA-ECE5-29094D8039F6}"/>
                </a:ext>
              </a:extLst>
            </p:cNvPr>
            <p:cNvSpPr/>
            <p:nvPr/>
          </p:nvSpPr>
          <p:spPr>
            <a:xfrm>
              <a:off x="3640727" y="4829664"/>
              <a:ext cx="113555" cy="117855"/>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Fluxograma: Conector 20">
              <a:extLst>
                <a:ext uri="{FF2B5EF4-FFF2-40B4-BE49-F238E27FC236}">
                  <a16:creationId xmlns:a16="http://schemas.microsoft.com/office/drawing/2014/main" id="{A4FD86B4-EA82-46DE-5CAD-DE89D35F3F46}"/>
                </a:ext>
              </a:extLst>
            </p:cNvPr>
            <p:cNvSpPr/>
            <p:nvPr/>
          </p:nvSpPr>
          <p:spPr>
            <a:xfrm>
              <a:off x="3965528" y="4829664"/>
              <a:ext cx="113555" cy="117855"/>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Fluxograma: Conector 21">
              <a:extLst>
                <a:ext uri="{FF2B5EF4-FFF2-40B4-BE49-F238E27FC236}">
                  <a16:creationId xmlns:a16="http://schemas.microsoft.com/office/drawing/2014/main" id="{DF940E58-D580-A063-6BD2-0944B286C0AC}"/>
                </a:ext>
              </a:extLst>
            </p:cNvPr>
            <p:cNvSpPr/>
            <p:nvPr/>
          </p:nvSpPr>
          <p:spPr>
            <a:xfrm>
              <a:off x="4290329" y="4829664"/>
              <a:ext cx="113555" cy="117855"/>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42" name="Agrupar 41">
            <a:extLst>
              <a:ext uri="{FF2B5EF4-FFF2-40B4-BE49-F238E27FC236}">
                <a16:creationId xmlns:a16="http://schemas.microsoft.com/office/drawing/2014/main" id="{1C4C531D-5077-DCE3-0EEE-2B9703B10BD8}"/>
              </a:ext>
            </a:extLst>
          </p:cNvPr>
          <p:cNvGrpSpPr/>
          <p:nvPr/>
        </p:nvGrpSpPr>
        <p:grpSpPr>
          <a:xfrm>
            <a:off x="2691467" y="3202214"/>
            <a:ext cx="3199167" cy="602176"/>
            <a:chOff x="5443234" y="4463260"/>
            <a:chExt cx="3199167" cy="602176"/>
          </a:xfrm>
        </p:grpSpPr>
        <p:grpSp>
          <p:nvGrpSpPr>
            <p:cNvPr id="27" name="Agrupar 26">
              <a:extLst>
                <a:ext uri="{FF2B5EF4-FFF2-40B4-BE49-F238E27FC236}">
                  <a16:creationId xmlns:a16="http://schemas.microsoft.com/office/drawing/2014/main" id="{B62669E4-6C5B-FE7D-EF6F-5F2B89EF464F}"/>
                </a:ext>
              </a:extLst>
            </p:cNvPr>
            <p:cNvGrpSpPr/>
            <p:nvPr/>
          </p:nvGrpSpPr>
          <p:grpSpPr>
            <a:xfrm>
              <a:off x="6425675" y="4484469"/>
              <a:ext cx="2216726" cy="453046"/>
              <a:chOff x="617181" y="3169581"/>
              <a:chExt cx="2216726" cy="453046"/>
            </a:xfrm>
          </p:grpSpPr>
          <p:sp>
            <p:nvSpPr>
              <p:cNvPr id="28" name="Retângulo 27">
                <a:extLst>
                  <a:ext uri="{FF2B5EF4-FFF2-40B4-BE49-F238E27FC236}">
                    <a16:creationId xmlns:a16="http://schemas.microsoft.com/office/drawing/2014/main" id="{3BC6D027-5109-E223-BB12-79A5620BE318}"/>
                  </a:ext>
                </a:extLst>
              </p:cNvPr>
              <p:cNvSpPr/>
              <p:nvPr/>
            </p:nvSpPr>
            <p:spPr>
              <a:xfrm>
                <a:off x="617181" y="3169582"/>
                <a:ext cx="678872" cy="453045"/>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9" name="Retângulo 28">
                <a:extLst>
                  <a:ext uri="{FF2B5EF4-FFF2-40B4-BE49-F238E27FC236}">
                    <a16:creationId xmlns:a16="http://schemas.microsoft.com/office/drawing/2014/main" id="{F0854B6C-1122-4CD0-EAE8-5808E2C20E35}"/>
                  </a:ext>
                </a:extLst>
              </p:cNvPr>
              <p:cNvSpPr/>
              <p:nvPr/>
            </p:nvSpPr>
            <p:spPr>
              <a:xfrm>
                <a:off x="1599412" y="3169581"/>
                <a:ext cx="678872" cy="453045"/>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30" name="Conector reto 29">
                <a:extLst>
                  <a:ext uri="{FF2B5EF4-FFF2-40B4-BE49-F238E27FC236}">
                    <a16:creationId xmlns:a16="http://schemas.microsoft.com/office/drawing/2014/main" id="{52EDEE02-9CD3-EBAF-96C4-032F6E2857F6}"/>
                  </a:ext>
                </a:extLst>
              </p:cNvPr>
              <p:cNvCxnSpPr>
                <a:stCxn id="28" idx="3"/>
                <a:endCxn id="29" idx="1"/>
              </p:cNvCxnSpPr>
              <p:nvPr/>
            </p:nvCxnSpPr>
            <p:spPr>
              <a:xfrm flipV="1">
                <a:off x="1296053" y="3396104"/>
                <a:ext cx="303359"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riângulo Retângulo 30">
                <a:extLst>
                  <a:ext uri="{FF2B5EF4-FFF2-40B4-BE49-F238E27FC236}">
                    <a16:creationId xmlns:a16="http://schemas.microsoft.com/office/drawing/2014/main" id="{726BEA42-5372-2C1B-32B1-05F05ED5E16B}"/>
                  </a:ext>
                </a:extLst>
              </p:cNvPr>
              <p:cNvSpPr/>
              <p:nvPr/>
            </p:nvSpPr>
            <p:spPr>
              <a:xfrm>
                <a:off x="2278284" y="3169581"/>
                <a:ext cx="555623" cy="453045"/>
              </a:xfrm>
              <a:prstGeom prst="r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32" name="Fluxograma: Conector 31">
              <a:extLst>
                <a:ext uri="{FF2B5EF4-FFF2-40B4-BE49-F238E27FC236}">
                  <a16:creationId xmlns:a16="http://schemas.microsoft.com/office/drawing/2014/main" id="{84B8736F-BD8D-F601-C3DA-F0B2344A8EA2}"/>
                </a:ext>
              </a:extLst>
            </p:cNvPr>
            <p:cNvSpPr/>
            <p:nvPr/>
          </p:nvSpPr>
          <p:spPr>
            <a:xfrm>
              <a:off x="6468598" y="4947581"/>
              <a:ext cx="113555" cy="117855"/>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3" name="Fluxograma: Conector 32">
              <a:extLst>
                <a:ext uri="{FF2B5EF4-FFF2-40B4-BE49-F238E27FC236}">
                  <a16:creationId xmlns:a16="http://schemas.microsoft.com/office/drawing/2014/main" id="{BF0AF0F8-650C-4584-5931-E1925D4901CE}"/>
                </a:ext>
              </a:extLst>
            </p:cNvPr>
            <p:cNvSpPr/>
            <p:nvPr/>
          </p:nvSpPr>
          <p:spPr>
            <a:xfrm>
              <a:off x="6824697" y="4933884"/>
              <a:ext cx="113555" cy="117855"/>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4" name="Fluxograma: Conector 33">
              <a:extLst>
                <a:ext uri="{FF2B5EF4-FFF2-40B4-BE49-F238E27FC236}">
                  <a16:creationId xmlns:a16="http://schemas.microsoft.com/office/drawing/2014/main" id="{34BB218C-678D-DB8A-E967-1326E57DC039}"/>
                </a:ext>
              </a:extLst>
            </p:cNvPr>
            <p:cNvSpPr/>
            <p:nvPr/>
          </p:nvSpPr>
          <p:spPr>
            <a:xfrm>
              <a:off x="7463317" y="4947519"/>
              <a:ext cx="113555" cy="117855"/>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5" name="Fluxograma: Conector 34">
              <a:extLst>
                <a:ext uri="{FF2B5EF4-FFF2-40B4-BE49-F238E27FC236}">
                  <a16:creationId xmlns:a16="http://schemas.microsoft.com/office/drawing/2014/main" id="{C0F37241-64BF-2B53-0130-F39EA727B837}"/>
                </a:ext>
              </a:extLst>
            </p:cNvPr>
            <p:cNvSpPr/>
            <p:nvPr/>
          </p:nvSpPr>
          <p:spPr>
            <a:xfrm>
              <a:off x="7788118" y="4947519"/>
              <a:ext cx="113555" cy="117855"/>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6" name="Fluxograma: Conector 35">
              <a:extLst>
                <a:ext uri="{FF2B5EF4-FFF2-40B4-BE49-F238E27FC236}">
                  <a16:creationId xmlns:a16="http://schemas.microsoft.com/office/drawing/2014/main" id="{C2DC00CE-8A09-371C-DFC2-DBB1DDD0E677}"/>
                </a:ext>
              </a:extLst>
            </p:cNvPr>
            <p:cNvSpPr/>
            <p:nvPr/>
          </p:nvSpPr>
          <p:spPr>
            <a:xfrm>
              <a:off x="8112919" y="4947519"/>
              <a:ext cx="113555" cy="117855"/>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7" name="Fluxograma: Conector 36">
              <a:extLst>
                <a:ext uri="{FF2B5EF4-FFF2-40B4-BE49-F238E27FC236}">
                  <a16:creationId xmlns:a16="http://schemas.microsoft.com/office/drawing/2014/main" id="{444FAF98-3E8B-DACB-7C01-B71AAE944186}"/>
                </a:ext>
              </a:extLst>
            </p:cNvPr>
            <p:cNvSpPr/>
            <p:nvPr/>
          </p:nvSpPr>
          <p:spPr>
            <a:xfrm>
              <a:off x="8437720" y="4947519"/>
              <a:ext cx="113555" cy="117855"/>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8" name="Fluxograma: Conector 37">
              <a:extLst>
                <a:ext uri="{FF2B5EF4-FFF2-40B4-BE49-F238E27FC236}">
                  <a16:creationId xmlns:a16="http://schemas.microsoft.com/office/drawing/2014/main" id="{7F629874-902C-171A-84DE-9321B07052DD}"/>
                </a:ext>
              </a:extLst>
            </p:cNvPr>
            <p:cNvSpPr/>
            <p:nvPr/>
          </p:nvSpPr>
          <p:spPr>
            <a:xfrm>
              <a:off x="5545830" y="4925094"/>
              <a:ext cx="113555" cy="117855"/>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Conector 38">
              <a:extLst>
                <a:ext uri="{FF2B5EF4-FFF2-40B4-BE49-F238E27FC236}">
                  <a16:creationId xmlns:a16="http://schemas.microsoft.com/office/drawing/2014/main" id="{203D99C9-6D1C-1E05-58B1-A3B1C4ADF720}"/>
                </a:ext>
              </a:extLst>
            </p:cNvPr>
            <p:cNvSpPr/>
            <p:nvPr/>
          </p:nvSpPr>
          <p:spPr>
            <a:xfrm>
              <a:off x="5905966" y="4916305"/>
              <a:ext cx="113555" cy="117855"/>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Retângulo 39">
              <a:extLst>
                <a:ext uri="{FF2B5EF4-FFF2-40B4-BE49-F238E27FC236}">
                  <a16:creationId xmlns:a16="http://schemas.microsoft.com/office/drawing/2014/main" id="{A8A1FF2B-FE9A-0FAE-8CCD-24CCBD2B2F55}"/>
                </a:ext>
              </a:extLst>
            </p:cNvPr>
            <p:cNvSpPr/>
            <p:nvPr/>
          </p:nvSpPr>
          <p:spPr>
            <a:xfrm>
              <a:off x="5443234" y="4463260"/>
              <a:ext cx="678872" cy="453045"/>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41" name="Conector reto 40">
              <a:extLst>
                <a:ext uri="{FF2B5EF4-FFF2-40B4-BE49-F238E27FC236}">
                  <a16:creationId xmlns:a16="http://schemas.microsoft.com/office/drawing/2014/main" id="{92FF54DE-5E5E-567C-CA9E-D9CAB56F3FFE}"/>
                </a:ext>
              </a:extLst>
            </p:cNvPr>
            <p:cNvCxnSpPr>
              <a:stCxn id="40" idx="3"/>
            </p:cNvCxnSpPr>
            <p:nvPr/>
          </p:nvCxnSpPr>
          <p:spPr>
            <a:xfrm flipV="1">
              <a:off x="6122106" y="4689782"/>
              <a:ext cx="303359"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2" name="Agrupar 51">
            <a:extLst>
              <a:ext uri="{FF2B5EF4-FFF2-40B4-BE49-F238E27FC236}">
                <a16:creationId xmlns:a16="http://schemas.microsoft.com/office/drawing/2014/main" id="{3EEC15C6-0277-8874-135A-B123D35A1A07}"/>
              </a:ext>
            </a:extLst>
          </p:cNvPr>
          <p:cNvGrpSpPr/>
          <p:nvPr/>
        </p:nvGrpSpPr>
        <p:grpSpPr>
          <a:xfrm>
            <a:off x="443345" y="3643967"/>
            <a:ext cx="5447287" cy="729840"/>
            <a:chOff x="443345" y="3643967"/>
            <a:chExt cx="5447287" cy="729840"/>
          </a:xfrm>
        </p:grpSpPr>
        <p:cxnSp>
          <p:nvCxnSpPr>
            <p:cNvPr id="45" name="Conector reto 44">
              <a:extLst>
                <a:ext uri="{FF2B5EF4-FFF2-40B4-BE49-F238E27FC236}">
                  <a16:creationId xmlns:a16="http://schemas.microsoft.com/office/drawing/2014/main" id="{FDB18423-AA72-0F9D-0F7C-59E8D0AD955C}"/>
                </a:ext>
              </a:extLst>
            </p:cNvPr>
            <p:cNvCxnSpPr/>
            <p:nvPr/>
          </p:nvCxnSpPr>
          <p:spPr>
            <a:xfrm>
              <a:off x="443345" y="3668394"/>
              <a:ext cx="0" cy="705413"/>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6" name="Conector reto 45">
              <a:extLst>
                <a:ext uri="{FF2B5EF4-FFF2-40B4-BE49-F238E27FC236}">
                  <a16:creationId xmlns:a16="http://schemas.microsoft.com/office/drawing/2014/main" id="{18CF722A-9E7C-E84B-4125-FC8D99C54E92}"/>
                </a:ext>
              </a:extLst>
            </p:cNvPr>
            <p:cNvCxnSpPr/>
            <p:nvPr/>
          </p:nvCxnSpPr>
          <p:spPr>
            <a:xfrm>
              <a:off x="2687780" y="3643967"/>
              <a:ext cx="0" cy="705413"/>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Conector reto 46">
              <a:extLst>
                <a:ext uri="{FF2B5EF4-FFF2-40B4-BE49-F238E27FC236}">
                  <a16:creationId xmlns:a16="http://schemas.microsoft.com/office/drawing/2014/main" id="{D2325EAA-058C-C4FF-69C0-1AD43ED591B9}"/>
                </a:ext>
              </a:extLst>
            </p:cNvPr>
            <p:cNvCxnSpPr/>
            <p:nvPr/>
          </p:nvCxnSpPr>
          <p:spPr>
            <a:xfrm>
              <a:off x="5890632" y="3655259"/>
              <a:ext cx="0" cy="705413"/>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55" name="Agrupar 54">
            <a:extLst>
              <a:ext uri="{FF2B5EF4-FFF2-40B4-BE49-F238E27FC236}">
                <a16:creationId xmlns:a16="http://schemas.microsoft.com/office/drawing/2014/main" id="{53E08883-6962-4DA1-A151-46A852D73836}"/>
              </a:ext>
            </a:extLst>
          </p:cNvPr>
          <p:cNvGrpSpPr/>
          <p:nvPr/>
        </p:nvGrpSpPr>
        <p:grpSpPr>
          <a:xfrm>
            <a:off x="443345" y="4099062"/>
            <a:ext cx="2244435" cy="523220"/>
            <a:chOff x="443345" y="4099062"/>
            <a:chExt cx="2244435" cy="523220"/>
          </a:xfrm>
        </p:grpSpPr>
        <p:cxnSp>
          <p:nvCxnSpPr>
            <p:cNvPr id="49" name="Conector de Seta Reta 48">
              <a:extLst>
                <a:ext uri="{FF2B5EF4-FFF2-40B4-BE49-F238E27FC236}">
                  <a16:creationId xmlns:a16="http://schemas.microsoft.com/office/drawing/2014/main" id="{7AB33331-353B-E6A4-797A-8D4A7A74850F}"/>
                </a:ext>
              </a:extLst>
            </p:cNvPr>
            <p:cNvCxnSpPr/>
            <p:nvPr/>
          </p:nvCxnSpPr>
          <p:spPr>
            <a:xfrm>
              <a:off x="443345" y="4128655"/>
              <a:ext cx="2244435" cy="0"/>
            </a:xfrm>
            <a:prstGeom prst="straightConnector1">
              <a:avLst/>
            </a:prstGeom>
            <a:ln w="381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3" name="CaixaDeTexto 52">
              <a:extLst>
                <a:ext uri="{FF2B5EF4-FFF2-40B4-BE49-F238E27FC236}">
                  <a16:creationId xmlns:a16="http://schemas.microsoft.com/office/drawing/2014/main" id="{64FA5675-B304-EB71-1112-64A0A1C8D29F}"/>
                </a:ext>
              </a:extLst>
            </p:cNvPr>
            <p:cNvSpPr txBox="1"/>
            <p:nvPr/>
          </p:nvSpPr>
          <p:spPr>
            <a:xfrm>
              <a:off x="1021883" y="4099062"/>
              <a:ext cx="1204176"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100 m</a:t>
              </a:r>
            </a:p>
          </p:txBody>
        </p:sp>
      </p:grpSp>
      <p:grpSp>
        <p:nvGrpSpPr>
          <p:cNvPr id="56" name="Agrupar 55">
            <a:extLst>
              <a:ext uri="{FF2B5EF4-FFF2-40B4-BE49-F238E27FC236}">
                <a16:creationId xmlns:a16="http://schemas.microsoft.com/office/drawing/2014/main" id="{559FEB1B-1ED4-85CB-DE6C-A367A8121461}"/>
              </a:ext>
            </a:extLst>
          </p:cNvPr>
          <p:cNvGrpSpPr/>
          <p:nvPr/>
        </p:nvGrpSpPr>
        <p:grpSpPr>
          <a:xfrm>
            <a:off x="2708168" y="4000969"/>
            <a:ext cx="3182464" cy="523220"/>
            <a:chOff x="2708168" y="4000969"/>
            <a:chExt cx="3182464" cy="523220"/>
          </a:xfrm>
        </p:grpSpPr>
        <p:cxnSp>
          <p:nvCxnSpPr>
            <p:cNvPr id="50" name="Conector de Seta Reta 49">
              <a:extLst>
                <a:ext uri="{FF2B5EF4-FFF2-40B4-BE49-F238E27FC236}">
                  <a16:creationId xmlns:a16="http://schemas.microsoft.com/office/drawing/2014/main" id="{2AE67EEF-A869-C751-5640-BE130C94BBC9}"/>
                </a:ext>
              </a:extLst>
            </p:cNvPr>
            <p:cNvCxnSpPr>
              <a:cxnSpLocks/>
            </p:cNvCxnSpPr>
            <p:nvPr/>
          </p:nvCxnSpPr>
          <p:spPr>
            <a:xfrm>
              <a:off x="2708168" y="4021100"/>
              <a:ext cx="3182464" cy="0"/>
            </a:xfrm>
            <a:prstGeom prst="straightConnector1">
              <a:avLst/>
            </a:prstGeom>
            <a:ln w="381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4" name="CaixaDeTexto 53">
              <a:extLst>
                <a:ext uri="{FF2B5EF4-FFF2-40B4-BE49-F238E27FC236}">
                  <a16:creationId xmlns:a16="http://schemas.microsoft.com/office/drawing/2014/main" id="{E335A7BC-AA00-5BF2-EBBB-06AAF5EF50FE}"/>
                </a:ext>
              </a:extLst>
            </p:cNvPr>
            <p:cNvSpPr txBox="1"/>
            <p:nvPr/>
          </p:nvSpPr>
          <p:spPr>
            <a:xfrm>
              <a:off x="3684217" y="4000969"/>
              <a:ext cx="1204176"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150 m</a:t>
              </a:r>
            </a:p>
          </p:txBody>
        </p:sp>
      </p:grpSp>
      <p:sp>
        <p:nvSpPr>
          <p:cNvPr id="59" name="CaixaDeTexto 58">
            <a:extLst>
              <a:ext uri="{FF2B5EF4-FFF2-40B4-BE49-F238E27FC236}">
                <a16:creationId xmlns:a16="http://schemas.microsoft.com/office/drawing/2014/main" id="{6C40C3CE-A4F0-BFB2-124C-B9AE203CD809}"/>
              </a:ext>
            </a:extLst>
          </p:cNvPr>
          <p:cNvSpPr txBox="1"/>
          <p:nvPr/>
        </p:nvSpPr>
        <p:spPr>
          <a:xfrm>
            <a:off x="221169" y="4345649"/>
            <a:ext cx="444352"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A</a:t>
            </a:r>
          </a:p>
        </p:txBody>
      </p:sp>
      <p:sp>
        <p:nvSpPr>
          <p:cNvPr id="60" name="CaixaDeTexto 59">
            <a:extLst>
              <a:ext uri="{FF2B5EF4-FFF2-40B4-BE49-F238E27FC236}">
                <a16:creationId xmlns:a16="http://schemas.microsoft.com/office/drawing/2014/main" id="{282AA322-3A83-F83A-893E-0023913801B3}"/>
              </a:ext>
            </a:extLst>
          </p:cNvPr>
          <p:cNvSpPr txBox="1"/>
          <p:nvPr/>
        </p:nvSpPr>
        <p:spPr>
          <a:xfrm>
            <a:off x="5678079" y="4360672"/>
            <a:ext cx="444352"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B</a:t>
            </a:r>
          </a:p>
        </p:txBody>
      </p:sp>
      <p:sp>
        <p:nvSpPr>
          <p:cNvPr id="61" name="Retângulo 60">
            <a:extLst>
              <a:ext uri="{FF2B5EF4-FFF2-40B4-BE49-F238E27FC236}">
                <a16:creationId xmlns:a16="http://schemas.microsoft.com/office/drawing/2014/main" id="{708B7E3A-39C7-EC69-C94A-CEBAAB745712}"/>
              </a:ext>
            </a:extLst>
          </p:cNvPr>
          <p:cNvSpPr/>
          <p:nvPr/>
        </p:nvSpPr>
        <p:spPr>
          <a:xfrm>
            <a:off x="276468" y="4736481"/>
            <a:ext cx="1563248" cy="523220"/>
          </a:xfrm>
          <a:prstGeom prst="rect">
            <a:avLst/>
          </a:prstGeom>
        </p:spPr>
        <p:txBody>
          <a:bodyPr wrap="none">
            <a:spAutoFit/>
          </a:bodyPr>
          <a:lstStyle/>
          <a:p>
            <a:pPr algn="just"/>
            <a:r>
              <a:rPr lang="pt-BR" sz="2800" b="1" dirty="0">
                <a:solidFill>
                  <a:srgbClr val="FF0000"/>
                </a:solidFill>
                <a:latin typeface="Arial" panose="020B0604020202020204" pitchFamily="34" charset="0"/>
                <a:cs typeface="Arial" panose="020B0604020202020204" pitchFamily="34" charset="0"/>
              </a:rPr>
              <a:t>Modelo:</a:t>
            </a:r>
          </a:p>
        </p:txBody>
      </p:sp>
      <mc:AlternateContent xmlns:mc="http://schemas.openxmlformats.org/markup-compatibility/2006" xmlns:a14="http://schemas.microsoft.com/office/drawing/2010/main">
        <mc:Choice Requires="a14">
          <p:sp>
            <p:nvSpPr>
              <p:cNvPr id="62" name="Retângulo 61">
                <a:extLst>
                  <a:ext uri="{FF2B5EF4-FFF2-40B4-BE49-F238E27FC236}">
                    <a16:creationId xmlns:a16="http://schemas.microsoft.com/office/drawing/2014/main" id="{C98FF7E1-9B79-435C-4CCE-7A2EDE1F8DA5}"/>
                  </a:ext>
                </a:extLst>
              </p:cNvPr>
              <p:cNvSpPr/>
              <p:nvPr/>
            </p:nvSpPr>
            <p:spPr>
              <a:xfrm>
                <a:off x="1846045" y="4757972"/>
                <a:ext cx="2123145" cy="523220"/>
              </a:xfrm>
              <a:prstGeom prst="rect">
                <a:avLst/>
              </a:prstGeom>
            </p:spPr>
            <p:txBody>
              <a:bodyPr wrap="none">
                <a:spAutoFit/>
              </a:bodyPr>
              <a:lstStyle/>
              <a:p>
                <a:pPr algn="just"/>
                <a14:m>
                  <m:oMath xmlns:m="http://schemas.openxmlformats.org/officeDocument/2006/math">
                    <m:r>
                      <a:rPr lang="pt-BR" sz="2800" b="1" i="1" smtClean="0">
                        <a:solidFill>
                          <a:srgbClr val="002060"/>
                        </a:solidFill>
                        <a:latin typeface="Cambria Math" panose="02040503050406030204" pitchFamily="18" charset="0"/>
                        <a:cs typeface="Arial" panose="020B0604020202020204" pitchFamily="34" charset="0"/>
                      </a:rPr>
                      <m:t>𝑺</m:t>
                    </m:r>
                    <m:r>
                      <a:rPr lang="pt-BR" sz="2800" b="1" i="1" smtClean="0">
                        <a:solidFill>
                          <a:srgbClr val="002060"/>
                        </a:solidFill>
                        <a:latin typeface="Cambria Math" panose="02040503050406030204" pitchFamily="18" charset="0"/>
                        <a:cs typeface="Arial" panose="020B0604020202020204" pitchFamily="34" charset="0"/>
                      </a:rPr>
                      <m:t>=</m:t>
                    </m:r>
                    <m:sSub>
                      <m:sSubPr>
                        <m:ctrlPr>
                          <a:rPr lang="pt-BR" sz="2800" b="1" i="1" smtClean="0">
                            <a:solidFill>
                              <a:srgbClr val="002060"/>
                            </a:solidFill>
                            <a:latin typeface="Cambria Math" panose="02040503050406030204" pitchFamily="18" charset="0"/>
                            <a:cs typeface="Arial" panose="020B0604020202020204" pitchFamily="34" charset="0"/>
                          </a:rPr>
                        </m:ctrlPr>
                      </m:sSubPr>
                      <m:e>
                        <m:r>
                          <a:rPr lang="pt-BR" sz="2800" b="1" i="1" smtClean="0">
                            <a:solidFill>
                              <a:srgbClr val="002060"/>
                            </a:solidFill>
                            <a:latin typeface="Cambria Math" panose="02040503050406030204" pitchFamily="18" charset="0"/>
                            <a:cs typeface="Arial" panose="020B0604020202020204" pitchFamily="34" charset="0"/>
                          </a:rPr>
                          <m:t>𝑺</m:t>
                        </m:r>
                      </m:e>
                      <m:sub>
                        <m:r>
                          <a:rPr lang="pt-BR" sz="2800" b="1" i="1" smtClean="0">
                            <a:solidFill>
                              <a:srgbClr val="002060"/>
                            </a:solidFill>
                            <a:latin typeface="Cambria Math" panose="02040503050406030204" pitchFamily="18" charset="0"/>
                            <a:cs typeface="Arial" panose="020B0604020202020204" pitchFamily="34" charset="0"/>
                          </a:rPr>
                          <m:t>𝟎</m:t>
                        </m:r>
                      </m:sub>
                    </m:sSub>
                    <m:r>
                      <a:rPr lang="pt-BR" sz="2800" b="1" i="1" smtClean="0">
                        <a:solidFill>
                          <a:srgbClr val="002060"/>
                        </a:solidFill>
                        <a:latin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cs typeface="Arial" panose="020B0604020202020204" pitchFamily="34" charset="0"/>
                      </a:rPr>
                      <m:t>𝒗𝒕</m:t>
                    </m:r>
                  </m:oMath>
                </a14:m>
                <a:r>
                  <a:rPr lang="pt-BR" sz="2800" b="1" dirty="0">
                    <a:solidFill>
                      <a:srgbClr val="002060"/>
                    </a:solidFill>
                    <a:latin typeface="Arial" panose="020B0604020202020204" pitchFamily="34" charset="0"/>
                    <a:cs typeface="Arial" panose="020B0604020202020204" pitchFamily="34" charset="0"/>
                  </a:rPr>
                  <a:t> </a:t>
                </a:r>
              </a:p>
            </p:txBody>
          </p:sp>
        </mc:Choice>
        <mc:Fallback xmlns="">
          <p:sp>
            <p:nvSpPr>
              <p:cNvPr id="62" name="Retângulo 61">
                <a:extLst>
                  <a:ext uri="{FF2B5EF4-FFF2-40B4-BE49-F238E27FC236}">
                    <a16:creationId xmlns:a16="http://schemas.microsoft.com/office/drawing/2014/main" id="{C98FF7E1-9B79-435C-4CCE-7A2EDE1F8DA5}"/>
                  </a:ext>
                </a:extLst>
              </p:cNvPr>
              <p:cNvSpPr>
                <a:spLocks noRot="1" noChangeAspect="1" noMove="1" noResize="1" noEditPoints="1" noAdjustHandles="1" noChangeArrowheads="1" noChangeShapeType="1" noTextEdit="1"/>
              </p:cNvSpPr>
              <p:nvPr/>
            </p:nvSpPr>
            <p:spPr>
              <a:xfrm>
                <a:off x="1846045" y="4757972"/>
                <a:ext cx="2123145" cy="523220"/>
              </a:xfrm>
              <a:prstGeom prst="rect">
                <a:avLst/>
              </a:prstGeom>
              <a:blipFill>
                <a:blip r:embed="rId2"/>
                <a:stretch>
                  <a:fillRect/>
                </a:stretch>
              </a:blipFill>
            </p:spPr>
            <p:txBody>
              <a:bodyPr/>
              <a:lstStyle/>
              <a:p>
                <a:r>
                  <a:rPr lang="pt-BR">
                    <a:noFill/>
                  </a:rPr>
                  <a:t> </a:t>
                </a:r>
              </a:p>
            </p:txBody>
          </p:sp>
        </mc:Fallback>
      </mc:AlternateContent>
      <p:sp>
        <p:nvSpPr>
          <p:cNvPr id="63" name="Retângulo 62">
            <a:extLst>
              <a:ext uri="{FF2B5EF4-FFF2-40B4-BE49-F238E27FC236}">
                <a16:creationId xmlns:a16="http://schemas.microsoft.com/office/drawing/2014/main" id="{E16257AF-4E71-0981-438C-C7A5443536E0}"/>
              </a:ext>
            </a:extLst>
          </p:cNvPr>
          <p:cNvSpPr/>
          <p:nvPr/>
        </p:nvSpPr>
        <p:spPr>
          <a:xfrm>
            <a:off x="234992" y="5213806"/>
            <a:ext cx="7789429" cy="523220"/>
          </a:xfrm>
          <a:prstGeom prst="rect">
            <a:avLst/>
          </a:prstGeom>
        </p:spPr>
        <p:txBody>
          <a:bodyPr wrap="square">
            <a:spAutoFit/>
          </a:bodyPr>
          <a:lstStyle/>
          <a:p>
            <a:pPr algn="just"/>
            <a:r>
              <a:rPr lang="pt-BR" sz="2800" b="1" dirty="0">
                <a:latin typeface="Arial" panose="020B0604020202020204" pitchFamily="34" charset="0"/>
                <a:cs typeface="Arial" panose="020B0604020202020204" pitchFamily="34" charset="0"/>
              </a:rPr>
              <a:t>Escrever a função horária dos pontos A e B:</a:t>
            </a:r>
          </a:p>
        </p:txBody>
      </p:sp>
      <mc:AlternateContent xmlns:mc="http://schemas.openxmlformats.org/markup-compatibility/2006" xmlns:a14="http://schemas.microsoft.com/office/drawing/2010/main">
        <mc:Choice Requires="a14">
          <p:sp>
            <p:nvSpPr>
              <p:cNvPr id="64" name="CaixaDeTexto 63">
                <a:extLst>
                  <a:ext uri="{FF2B5EF4-FFF2-40B4-BE49-F238E27FC236}">
                    <a16:creationId xmlns:a16="http://schemas.microsoft.com/office/drawing/2014/main" id="{2D691952-E795-B858-9897-7B8BC4A3FD17}"/>
                  </a:ext>
                </a:extLst>
              </p:cNvPr>
              <p:cNvSpPr txBox="1"/>
              <p:nvPr/>
            </p:nvSpPr>
            <p:spPr>
              <a:xfrm>
                <a:off x="398149" y="5706521"/>
                <a:ext cx="268868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𝑨</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𝟑𝟎</m:t>
                      </m:r>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𝒔</m:t>
                      </m:r>
                      <m:r>
                        <a:rPr lang="pt-BR" sz="2800" b="1" i="1" smtClean="0">
                          <a:latin typeface="Cambria Math" panose="02040503050406030204" pitchFamily="18" charset="0"/>
                          <a:cs typeface="Arial" panose="020B0604020202020204" pitchFamily="34" charset="0"/>
                        </a:rPr>
                        <m:t>)</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64" name="CaixaDeTexto 63">
                <a:extLst>
                  <a:ext uri="{FF2B5EF4-FFF2-40B4-BE49-F238E27FC236}">
                    <a16:creationId xmlns:a16="http://schemas.microsoft.com/office/drawing/2014/main" id="{2D691952-E795-B858-9897-7B8BC4A3FD17}"/>
                  </a:ext>
                </a:extLst>
              </p:cNvPr>
              <p:cNvSpPr txBox="1">
                <a:spLocks noRot="1" noChangeAspect="1" noMove="1" noResize="1" noEditPoints="1" noAdjustHandles="1" noChangeArrowheads="1" noChangeShapeType="1" noTextEdit="1"/>
              </p:cNvSpPr>
              <p:nvPr/>
            </p:nvSpPr>
            <p:spPr>
              <a:xfrm>
                <a:off x="398149" y="5706521"/>
                <a:ext cx="2688685" cy="523220"/>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5" name="CaixaDeTexto 64">
                <a:extLst>
                  <a:ext uri="{FF2B5EF4-FFF2-40B4-BE49-F238E27FC236}">
                    <a16:creationId xmlns:a16="http://schemas.microsoft.com/office/drawing/2014/main" id="{F6770429-2A4B-7C3D-01BC-C01473277299}"/>
                  </a:ext>
                </a:extLst>
              </p:cNvPr>
              <p:cNvSpPr txBox="1"/>
              <p:nvPr/>
            </p:nvSpPr>
            <p:spPr>
              <a:xfrm>
                <a:off x="320621" y="6219702"/>
                <a:ext cx="377635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𝑩</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𝟐𝟓𝟎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𝟐𝟓</m:t>
                      </m:r>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𝒔</m:t>
                      </m:r>
                      <m:r>
                        <a:rPr lang="pt-BR" sz="2800" b="1" i="1" smtClean="0">
                          <a:latin typeface="Cambria Math" panose="02040503050406030204" pitchFamily="18" charset="0"/>
                          <a:cs typeface="Arial" panose="020B0604020202020204" pitchFamily="34" charset="0"/>
                        </a:rPr>
                        <m:t>)</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65" name="CaixaDeTexto 64">
                <a:extLst>
                  <a:ext uri="{FF2B5EF4-FFF2-40B4-BE49-F238E27FC236}">
                    <a16:creationId xmlns:a16="http://schemas.microsoft.com/office/drawing/2014/main" id="{F6770429-2A4B-7C3D-01BC-C01473277299}"/>
                  </a:ext>
                </a:extLst>
              </p:cNvPr>
              <p:cNvSpPr txBox="1">
                <a:spLocks noRot="1" noChangeAspect="1" noMove="1" noResize="1" noEditPoints="1" noAdjustHandles="1" noChangeArrowheads="1" noChangeShapeType="1" noTextEdit="1"/>
              </p:cNvSpPr>
              <p:nvPr/>
            </p:nvSpPr>
            <p:spPr>
              <a:xfrm>
                <a:off x="320621" y="6219702"/>
                <a:ext cx="3776355" cy="523220"/>
              </a:xfrm>
              <a:prstGeom prst="rect">
                <a:avLst/>
              </a:prstGeom>
              <a:blipFill>
                <a:blip r:embed="rId4"/>
                <a:stretch>
                  <a:fillRect/>
                </a:stretch>
              </a:blipFill>
            </p:spPr>
            <p:txBody>
              <a:bodyPr/>
              <a:lstStyle/>
              <a:p>
                <a:r>
                  <a:rPr lang="pt-BR">
                    <a:noFill/>
                  </a:rPr>
                  <a:t> </a:t>
                </a:r>
              </a:p>
            </p:txBody>
          </p:sp>
        </mc:Fallback>
      </mc:AlternateContent>
      <p:sp>
        <p:nvSpPr>
          <p:cNvPr id="71" name="Retângulo 70">
            <a:extLst>
              <a:ext uri="{FF2B5EF4-FFF2-40B4-BE49-F238E27FC236}">
                <a16:creationId xmlns:a16="http://schemas.microsoft.com/office/drawing/2014/main" id="{4456115A-10E6-1E04-D690-C46ECA9A797B}"/>
              </a:ext>
            </a:extLst>
          </p:cNvPr>
          <p:cNvSpPr/>
          <p:nvPr/>
        </p:nvSpPr>
        <p:spPr>
          <a:xfrm>
            <a:off x="7858990" y="3244649"/>
            <a:ext cx="45719" cy="334699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2" name="Retângulo 71">
            <a:extLst>
              <a:ext uri="{FF2B5EF4-FFF2-40B4-BE49-F238E27FC236}">
                <a16:creationId xmlns:a16="http://schemas.microsoft.com/office/drawing/2014/main" id="{83907EC6-C29E-8AF2-6158-04140E163C23}"/>
              </a:ext>
            </a:extLst>
          </p:cNvPr>
          <p:cNvSpPr/>
          <p:nvPr/>
        </p:nvSpPr>
        <p:spPr>
          <a:xfrm>
            <a:off x="7942452" y="3167126"/>
            <a:ext cx="3403496" cy="523220"/>
          </a:xfrm>
          <a:prstGeom prst="rect">
            <a:avLst/>
          </a:prstGeom>
        </p:spPr>
        <p:txBody>
          <a:bodyPr wrap="none">
            <a:spAutoFit/>
          </a:bodyPr>
          <a:lstStyle/>
          <a:p>
            <a:pPr algn="just"/>
            <a:r>
              <a:rPr lang="pt-BR" sz="2800" b="1" dirty="0">
                <a:solidFill>
                  <a:srgbClr val="FF0000"/>
                </a:solidFill>
                <a:latin typeface="Arial" panose="020B0604020202020204" pitchFamily="34" charset="0"/>
                <a:cs typeface="Arial" panose="020B0604020202020204" pitchFamily="34" charset="0"/>
              </a:rPr>
              <a:t>Na ultrapassagem:</a:t>
            </a:r>
          </a:p>
        </p:txBody>
      </p:sp>
      <mc:AlternateContent xmlns:mc="http://schemas.openxmlformats.org/markup-compatibility/2006" xmlns:a14="http://schemas.microsoft.com/office/drawing/2010/main">
        <mc:Choice Requires="a14">
          <p:sp>
            <p:nvSpPr>
              <p:cNvPr id="73" name="CaixaDeTexto 72">
                <a:extLst>
                  <a:ext uri="{FF2B5EF4-FFF2-40B4-BE49-F238E27FC236}">
                    <a16:creationId xmlns:a16="http://schemas.microsoft.com/office/drawing/2014/main" id="{E219EC98-B048-5C37-314D-35D2F83A573C}"/>
                  </a:ext>
                </a:extLst>
              </p:cNvPr>
              <p:cNvSpPr txBox="1"/>
              <p:nvPr/>
            </p:nvSpPr>
            <p:spPr>
              <a:xfrm>
                <a:off x="8953871" y="3511007"/>
                <a:ext cx="155048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𝑨</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𝑩</m:t>
                          </m:r>
                        </m:sub>
                      </m:sSub>
                    </m:oMath>
                  </m:oMathPara>
                </a14:m>
                <a:endParaRPr lang="pt-BR" sz="2800" b="1" dirty="0">
                  <a:latin typeface="Arial" panose="020B0604020202020204" pitchFamily="34" charset="0"/>
                  <a:cs typeface="Arial" panose="020B0604020202020204" pitchFamily="34" charset="0"/>
                </a:endParaRPr>
              </a:p>
            </p:txBody>
          </p:sp>
        </mc:Choice>
        <mc:Fallback xmlns="">
          <p:sp>
            <p:nvSpPr>
              <p:cNvPr id="73" name="CaixaDeTexto 72">
                <a:extLst>
                  <a:ext uri="{FF2B5EF4-FFF2-40B4-BE49-F238E27FC236}">
                    <a16:creationId xmlns:a16="http://schemas.microsoft.com/office/drawing/2014/main" id="{E219EC98-B048-5C37-314D-35D2F83A573C}"/>
                  </a:ext>
                </a:extLst>
              </p:cNvPr>
              <p:cNvSpPr txBox="1">
                <a:spLocks noRot="1" noChangeAspect="1" noMove="1" noResize="1" noEditPoints="1" noAdjustHandles="1" noChangeArrowheads="1" noChangeShapeType="1" noTextEdit="1"/>
              </p:cNvSpPr>
              <p:nvPr/>
            </p:nvSpPr>
            <p:spPr>
              <a:xfrm>
                <a:off x="8953871" y="3511007"/>
                <a:ext cx="1550488" cy="523220"/>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4" name="CaixaDeTexto 73">
                <a:extLst>
                  <a:ext uri="{FF2B5EF4-FFF2-40B4-BE49-F238E27FC236}">
                    <a16:creationId xmlns:a16="http://schemas.microsoft.com/office/drawing/2014/main" id="{9C9BE007-3451-8120-CF7E-95CF693FF413}"/>
                  </a:ext>
                </a:extLst>
              </p:cNvPr>
              <p:cNvSpPr txBox="1"/>
              <p:nvPr/>
            </p:nvSpPr>
            <p:spPr>
              <a:xfrm>
                <a:off x="8289519" y="4017215"/>
                <a:ext cx="298350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𝟑𝟎</m:t>
                      </m:r>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𝟐𝟓𝟎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𝟐𝟓</m:t>
                      </m:r>
                      <m:r>
                        <a:rPr lang="pt-BR" sz="2800" b="1" i="1" smtClean="0">
                          <a:latin typeface="Cambria Math" panose="02040503050406030204" pitchFamily="18" charset="0"/>
                          <a:cs typeface="Arial" panose="020B0604020202020204" pitchFamily="34" charset="0"/>
                        </a:rPr>
                        <m:t>𝒕</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74" name="CaixaDeTexto 73">
                <a:extLst>
                  <a:ext uri="{FF2B5EF4-FFF2-40B4-BE49-F238E27FC236}">
                    <a16:creationId xmlns:a16="http://schemas.microsoft.com/office/drawing/2014/main" id="{9C9BE007-3451-8120-CF7E-95CF693FF413}"/>
                  </a:ext>
                </a:extLst>
              </p:cNvPr>
              <p:cNvSpPr txBox="1">
                <a:spLocks noRot="1" noChangeAspect="1" noMove="1" noResize="1" noEditPoints="1" noAdjustHandles="1" noChangeArrowheads="1" noChangeShapeType="1" noTextEdit="1"/>
              </p:cNvSpPr>
              <p:nvPr/>
            </p:nvSpPr>
            <p:spPr>
              <a:xfrm>
                <a:off x="8289519" y="4017215"/>
                <a:ext cx="2983509" cy="523220"/>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5" name="CaixaDeTexto 74">
                <a:extLst>
                  <a:ext uri="{FF2B5EF4-FFF2-40B4-BE49-F238E27FC236}">
                    <a16:creationId xmlns:a16="http://schemas.microsoft.com/office/drawing/2014/main" id="{CD797FB7-A83B-A046-28C9-1EBD0D3FC5A9}"/>
                  </a:ext>
                </a:extLst>
              </p:cNvPr>
              <p:cNvSpPr txBox="1"/>
              <p:nvPr/>
            </p:nvSpPr>
            <p:spPr>
              <a:xfrm>
                <a:off x="8721616" y="4413819"/>
                <a:ext cx="176118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𝟓</m:t>
                      </m:r>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𝟐𝟓𝟎</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75" name="CaixaDeTexto 74">
                <a:extLst>
                  <a:ext uri="{FF2B5EF4-FFF2-40B4-BE49-F238E27FC236}">
                    <a16:creationId xmlns:a16="http://schemas.microsoft.com/office/drawing/2014/main" id="{CD797FB7-A83B-A046-28C9-1EBD0D3FC5A9}"/>
                  </a:ext>
                </a:extLst>
              </p:cNvPr>
              <p:cNvSpPr txBox="1">
                <a:spLocks noRot="1" noChangeAspect="1" noMove="1" noResize="1" noEditPoints="1" noAdjustHandles="1" noChangeArrowheads="1" noChangeShapeType="1" noTextEdit="1"/>
              </p:cNvSpPr>
              <p:nvPr/>
            </p:nvSpPr>
            <p:spPr>
              <a:xfrm>
                <a:off x="8721616" y="4413819"/>
                <a:ext cx="1761188" cy="523220"/>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6" name="CaixaDeTexto 75">
                <a:extLst>
                  <a:ext uri="{FF2B5EF4-FFF2-40B4-BE49-F238E27FC236}">
                    <a16:creationId xmlns:a16="http://schemas.microsoft.com/office/drawing/2014/main" id="{21F40E43-F475-B0D3-8764-52DAB8F46EF7}"/>
                  </a:ext>
                </a:extLst>
              </p:cNvPr>
              <p:cNvSpPr txBox="1"/>
              <p:nvPr/>
            </p:nvSpPr>
            <p:spPr>
              <a:xfrm>
                <a:off x="8283399" y="4927024"/>
                <a:ext cx="1589666" cy="523220"/>
              </a:xfrm>
              <a:prstGeom prst="rect">
                <a:avLst/>
              </a:prstGeom>
              <a:solidFill>
                <a:srgbClr val="FFFF00"/>
              </a:solidFill>
              <a:ln>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𝟓𝟎</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𝒔</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76" name="CaixaDeTexto 75">
                <a:extLst>
                  <a:ext uri="{FF2B5EF4-FFF2-40B4-BE49-F238E27FC236}">
                    <a16:creationId xmlns:a16="http://schemas.microsoft.com/office/drawing/2014/main" id="{21F40E43-F475-B0D3-8764-52DAB8F46EF7}"/>
                  </a:ext>
                </a:extLst>
              </p:cNvPr>
              <p:cNvSpPr txBox="1">
                <a:spLocks noRot="1" noChangeAspect="1" noMove="1" noResize="1" noEditPoints="1" noAdjustHandles="1" noChangeArrowheads="1" noChangeShapeType="1" noTextEdit="1"/>
              </p:cNvSpPr>
              <p:nvPr/>
            </p:nvSpPr>
            <p:spPr>
              <a:xfrm>
                <a:off x="8283399" y="4927024"/>
                <a:ext cx="1589666" cy="523220"/>
              </a:xfrm>
              <a:prstGeom prst="rect">
                <a:avLst/>
              </a:prstGeom>
              <a:blipFill>
                <a:blip r:embed="rId8"/>
                <a:stretch>
                  <a:fillRect/>
                </a:stretch>
              </a:blipFill>
              <a:ln>
                <a:solidFill>
                  <a:schemeClr val="tx1"/>
                </a:solidFill>
              </a:ln>
            </p:spPr>
            <p:txBody>
              <a:bodyPr/>
              <a:lstStyle/>
              <a:p>
                <a:r>
                  <a:rPr lang="pt-BR">
                    <a:noFill/>
                  </a:rPr>
                  <a:t> </a:t>
                </a:r>
              </a:p>
            </p:txBody>
          </p:sp>
        </mc:Fallback>
      </mc:AlternateContent>
      <p:pic>
        <p:nvPicPr>
          <p:cNvPr id="77" name="Picture 2" descr="Desenho de cabeça de emoticon estudando vetor de desenho de mascote | Vetor  Premium">
            <a:extLst>
              <a:ext uri="{FF2B5EF4-FFF2-40B4-BE49-F238E27FC236}">
                <a16:creationId xmlns:a16="http://schemas.microsoft.com/office/drawing/2014/main" id="{B92FE425-C830-ED35-4719-BA0BD7AF535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265441" y="4998091"/>
            <a:ext cx="1750061" cy="17736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7690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3"/>
                                        </p:tgtEl>
                                        <p:attrNameLst>
                                          <p:attrName>style.visibility</p:attrName>
                                        </p:attrNameLst>
                                      </p:cBhvr>
                                      <p:to>
                                        <p:strVal val="visible"/>
                                      </p:to>
                                    </p:set>
                                    <p:animEffect transition="in" filter="fade">
                                      <p:cBhvr>
                                        <p:cTn id="20" dur="500"/>
                                        <p:tgtEl>
                                          <p:spTgt spid="4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42"/>
                                        </p:tgtEl>
                                        <p:attrNameLst>
                                          <p:attrName>style.visibility</p:attrName>
                                        </p:attrNameLst>
                                      </p:cBhvr>
                                      <p:to>
                                        <p:strVal val="visible"/>
                                      </p:to>
                                    </p:set>
                                    <p:animEffect transition="in" filter="wipe(down)">
                                      <p:cBhvr>
                                        <p:cTn id="25" dur="500"/>
                                        <p:tgtEl>
                                          <p:spTgt spid="4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2"/>
                                        </p:tgtEl>
                                        <p:attrNameLst>
                                          <p:attrName>style.visibility</p:attrName>
                                        </p:attrNameLst>
                                      </p:cBhvr>
                                      <p:to>
                                        <p:strVal val="visible"/>
                                      </p:to>
                                    </p:set>
                                    <p:animEffect transition="in" filter="fade">
                                      <p:cBhvr>
                                        <p:cTn id="30" dur="500"/>
                                        <p:tgtEl>
                                          <p:spTgt spid="5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55"/>
                                        </p:tgtEl>
                                        <p:attrNameLst>
                                          <p:attrName>style.visibility</p:attrName>
                                        </p:attrNameLst>
                                      </p:cBhvr>
                                      <p:to>
                                        <p:strVal val="visible"/>
                                      </p:to>
                                    </p:set>
                                    <p:animEffect transition="in" filter="fade">
                                      <p:cBhvr>
                                        <p:cTn id="35" dur="500"/>
                                        <p:tgtEl>
                                          <p:spTgt spid="55"/>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nodeType="clickEffect">
                                  <p:stCondLst>
                                    <p:cond delay="0"/>
                                  </p:stCondLst>
                                  <p:childTnLst>
                                    <p:set>
                                      <p:cBhvr>
                                        <p:cTn id="39" dur="1" fill="hold">
                                          <p:stCondLst>
                                            <p:cond delay="0"/>
                                          </p:stCondLst>
                                        </p:cTn>
                                        <p:tgtEl>
                                          <p:spTgt spid="56"/>
                                        </p:tgtEl>
                                        <p:attrNameLst>
                                          <p:attrName>style.visibility</p:attrName>
                                        </p:attrNameLst>
                                      </p:cBhvr>
                                      <p:to>
                                        <p:strVal val="visible"/>
                                      </p:to>
                                    </p:set>
                                    <p:animEffect transition="in" filter="barn(inVertical)">
                                      <p:cBhvr>
                                        <p:cTn id="40" dur="500"/>
                                        <p:tgtEl>
                                          <p:spTgt spid="56"/>
                                        </p:tgtEl>
                                      </p:cBhvr>
                                    </p:animEffect>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59"/>
                                        </p:tgtEl>
                                        <p:attrNameLst>
                                          <p:attrName>style.visibility</p:attrName>
                                        </p:attrNameLst>
                                      </p:cBhvr>
                                      <p:to>
                                        <p:strVal val="visible"/>
                                      </p:to>
                                    </p:set>
                                    <p:animEffect transition="in" filter="fade">
                                      <p:cBhvr>
                                        <p:cTn id="45" dur="1000"/>
                                        <p:tgtEl>
                                          <p:spTgt spid="59"/>
                                        </p:tgtEl>
                                      </p:cBhvr>
                                    </p:animEffect>
                                    <p:anim calcmode="lin" valueType="num">
                                      <p:cBhvr>
                                        <p:cTn id="46" dur="1000" fill="hold"/>
                                        <p:tgtEl>
                                          <p:spTgt spid="59"/>
                                        </p:tgtEl>
                                        <p:attrNameLst>
                                          <p:attrName>ppt_x</p:attrName>
                                        </p:attrNameLst>
                                      </p:cBhvr>
                                      <p:tavLst>
                                        <p:tav tm="0">
                                          <p:val>
                                            <p:strVal val="#ppt_x"/>
                                          </p:val>
                                        </p:tav>
                                        <p:tav tm="100000">
                                          <p:val>
                                            <p:strVal val="#ppt_x"/>
                                          </p:val>
                                        </p:tav>
                                      </p:tavLst>
                                    </p:anim>
                                    <p:anim calcmode="lin" valueType="num">
                                      <p:cBhvr>
                                        <p:cTn id="47"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60"/>
                                        </p:tgtEl>
                                        <p:attrNameLst>
                                          <p:attrName>style.visibility</p:attrName>
                                        </p:attrNameLst>
                                      </p:cBhvr>
                                      <p:to>
                                        <p:strVal val="visible"/>
                                      </p:to>
                                    </p:set>
                                    <p:animEffect transition="in" filter="fade">
                                      <p:cBhvr>
                                        <p:cTn id="52" dur="1000"/>
                                        <p:tgtEl>
                                          <p:spTgt spid="60"/>
                                        </p:tgtEl>
                                      </p:cBhvr>
                                    </p:animEffect>
                                    <p:anim calcmode="lin" valueType="num">
                                      <p:cBhvr>
                                        <p:cTn id="53" dur="1000" fill="hold"/>
                                        <p:tgtEl>
                                          <p:spTgt spid="60"/>
                                        </p:tgtEl>
                                        <p:attrNameLst>
                                          <p:attrName>ppt_x</p:attrName>
                                        </p:attrNameLst>
                                      </p:cBhvr>
                                      <p:tavLst>
                                        <p:tav tm="0">
                                          <p:val>
                                            <p:strVal val="#ppt_x"/>
                                          </p:val>
                                        </p:tav>
                                        <p:tav tm="100000">
                                          <p:val>
                                            <p:strVal val="#ppt_x"/>
                                          </p:val>
                                        </p:tav>
                                      </p:tavLst>
                                    </p:anim>
                                    <p:anim calcmode="lin" valueType="num">
                                      <p:cBhvr>
                                        <p:cTn id="54"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6" presetClass="entr" presetSubtype="21" fill="hold" grpId="0" nodeType="clickEffect">
                                  <p:stCondLst>
                                    <p:cond delay="0"/>
                                  </p:stCondLst>
                                  <p:childTnLst>
                                    <p:set>
                                      <p:cBhvr>
                                        <p:cTn id="58" dur="1" fill="hold">
                                          <p:stCondLst>
                                            <p:cond delay="0"/>
                                          </p:stCondLst>
                                        </p:cTn>
                                        <p:tgtEl>
                                          <p:spTgt spid="61"/>
                                        </p:tgtEl>
                                        <p:attrNameLst>
                                          <p:attrName>style.visibility</p:attrName>
                                        </p:attrNameLst>
                                      </p:cBhvr>
                                      <p:to>
                                        <p:strVal val="visible"/>
                                      </p:to>
                                    </p:set>
                                    <p:animEffect transition="in" filter="barn(inVertical)">
                                      <p:cBhvr>
                                        <p:cTn id="59" dur="500"/>
                                        <p:tgtEl>
                                          <p:spTgt spid="61"/>
                                        </p:tgtEl>
                                      </p:cBhvr>
                                    </p:animEffect>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62"/>
                                        </p:tgtEl>
                                        <p:attrNameLst>
                                          <p:attrName>style.visibility</p:attrName>
                                        </p:attrNameLst>
                                      </p:cBhvr>
                                      <p:to>
                                        <p:strVal val="visible"/>
                                      </p:to>
                                    </p:set>
                                    <p:animEffect transition="in" filter="fade">
                                      <p:cBhvr>
                                        <p:cTn id="64" dur="1000"/>
                                        <p:tgtEl>
                                          <p:spTgt spid="62"/>
                                        </p:tgtEl>
                                      </p:cBhvr>
                                    </p:animEffect>
                                    <p:anim calcmode="lin" valueType="num">
                                      <p:cBhvr>
                                        <p:cTn id="65" dur="1000" fill="hold"/>
                                        <p:tgtEl>
                                          <p:spTgt spid="62"/>
                                        </p:tgtEl>
                                        <p:attrNameLst>
                                          <p:attrName>ppt_x</p:attrName>
                                        </p:attrNameLst>
                                      </p:cBhvr>
                                      <p:tavLst>
                                        <p:tav tm="0">
                                          <p:val>
                                            <p:strVal val="#ppt_x"/>
                                          </p:val>
                                        </p:tav>
                                        <p:tav tm="100000">
                                          <p:val>
                                            <p:strVal val="#ppt_x"/>
                                          </p:val>
                                        </p:tav>
                                      </p:tavLst>
                                    </p:anim>
                                    <p:anim calcmode="lin" valueType="num">
                                      <p:cBhvr>
                                        <p:cTn id="66"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6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grpId="0" nodeType="clickEffect">
                                  <p:stCondLst>
                                    <p:cond delay="0"/>
                                  </p:stCondLst>
                                  <p:childTnLst>
                                    <p:set>
                                      <p:cBhvr>
                                        <p:cTn id="74" dur="1" fill="hold">
                                          <p:stCondLst>
                                            <p:cond delay="0"/>
                                          </p:stCondLst>
                                        </p:cTn>
                                        <p:tgtEl>
                                          <p:spTgt spid="64"/>
                                        </p:tgtEl>
                                        <p:attrNameLst>
                                          <p:attrName>style.visibility</p:attrName>
                                        </p:attrNameLst>
                                      </p:cBhvr>
                                      <p:to>
                                        <p:strVal val="visible"/>
                                      </p:to>
                                    </p:set>
                                    <p:animEffect transition="in" filter="wipe(down)">
                                      <p:cBhvr>
                                        <p:cTn id="75" dur="500"/>
                                        <p:tgtEl>
                                          <p:spTgt spid="64"/>
                                        </p:tgtEl>
                                      </p:cBhvr>
                                    </p:animEffect>
                                  </p:childTnLst>
                                </p:cTn>
                              </p:par>
                            </p:childTnLst>
                          </p:cTn>
                        </p:par>
                      </p:childTnLst>
                    </p:cTn>
                  </p:par>
                  <p:par>
                    <p:cTn id="76" fill="hold">
                      <p:stCondLst>
                        <p:cond delay="indefinite"/>
                      </p:stCondLst>
                      <p:childTnLst>
                        <p:par>
                          <p:cTn id="77" fill="hold">
                            <p:stCondLst>
                              <p:cond delay="0"/>
                            </p:stCondLst>
                            <p:childTnLst>
                              <p:par>
                                <p:cTn id="78" presetID="14" presetClass="entr" presetSubtype="10" fill="hold" grpId="0" nodeType="clickEffect">
                                  <p:stCondLst>
                                    <p:cond delay="0"/>
                                  </p:stCondLst>
                                  <p:childTnLst>
                                    <p:set>
                                      <p:cBhvr>
                                        <p:cTn id="79" dur="1" fill="hold">
                                          <p:stCondLst>
                                            <p:cond delay="0"/>
                                          </p:stCondLst>
                                        </p:cTn>
                                        <p:tgtEl>
                                          <p:spTgt spid="65"/>
                                        </p:tgtEl>
                                        <p:attrNameLst>
                                          <p:attrName>style.visibility</p:attrName>
                                        </p:attrNameLst>
                                      </p:cBhvr>
                                      <p:to>
                                        <p:strVal val="visible"/>
                                      </p:to>
                                    </p:set>
                                    <p:animEffect transition="in" filter="randombar(horizontal)">
                                      <p:cBhvr>
                                        <p:cTn id="80" dur="500"/>
                                        <p:tgtEl>
                                          <p:spTgt spid="65"/>
                                        </p:tgtEl>
                                      </p:cBhvr>
                                    </p:animEffect>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grpId="0" nodeType="clickEffect">
                                  <p:stCondLst>
                                    <p:cond delay="0"/>
                                  </p:stCondLst>
                                  <p:childTnLst>
                                    <p:set>
                                      <p:cBhvr>
                                        <p:cTn id="84" dur="1" fill="hold">
                                          <p:stCondLst>
                                            <p:cond delay="0"/>
                                          </p:stCondLst>
                                        </p:cTn>
                                        <p:tgtEl>
                                          <p:spTgt spid="71"/>
                                        </p:tgtEl>
                                        <p:attrNameLst>
                                          <p:attrName>style.visibility</p:attrName>
                                        </p:attrNameLst>
                                      </p:cBhvr>
                                      <p:to>
                                        <p:strVal val="visible"/>
                                      </p:to>
                                    </p:set>
                                    <p:animEffect transition="in" filter="fade">
                                      <p:cBhvr>
                                        <p:cTn id="85" dur="1000"/>
                                        <p:tgtEl>
                                          <p:spTgt spid="71"/>
                                        </p:tgtEl>
                                      </p:cBhvr>
                                    </p:animEffect>
                                    <p:anim calcmode="lin" valueType="num">
                                      <p:cBhvr>
                                        <p:cTn id="86" dur="1000" fill="hold"/>
                                        <p:tgtEl>
                                          <p:spTgt spid="71"/>
                                        </p:tgtEl>
                                        <p:attrNameLst>
                                          <p:attrName>ppt_x</p:attrName>
                                        </p:attrNameLst>
                                      </p:cBhvr>
                                      <p:tavLst>
                                        <p:tav tm="0">
                                          <p:val>
                                            <p:strVal val="#ppt_x"/>
                                          </p:val>
                                        </p:tav>
                                        <p:tav tm="100000">
                                          <p:val>
                                            <p:strVal val="#ppt_x"/>
                                          </p:val>
                                        </p:tav>
                                      </p:tavLst>
                                    </p:anim>
                                    <p:anim calcmode="lin" valueType="num">
                                      <p:cBhvr>
                                        <p:cTn id="87" dur="1000" fill="hold"/>
                                        <p:tgtEl>
                                          <p:spTgt spid="71"/>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72"/>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6" presetClass="entr" presetSubtype="21" fill="hold" grpId="0" nodeType="clickEffect">
                                  <p:stCondLst>
                                    <p:cond delay="0"/>
                                  </p:stCondLst>
                                  <p:childTnLst>
                                    <p:set>
                                      <p:cBhvr>
                                        <p:cTn id="95" dur="1" fill="hold">
                                          <p:stCondLst>
                                            <p:cond delay="0"/>
                                          </p:stCondLst>
                                        </p:cTn>
                                        <p:tgtEl>
                                          <p:spTgt spid="73"/>
                                        </p:tgtEl>
                                        <p:attrNameLst>
                                          <p:attrName>style.visibility</p:attrName>
                                        </p:attrNameLst>
                                      </p:cBhvr>
                                      <p:to>
                                        <p:strVal val="visible"/>
                                      </p:to>
                                    </p:set>
                                    <p:animEffect transition="in" filter="barn(inVertical)">
                                      <p:cBhvr>
                                        <p:cTn id="96" dur="500"/>
                                        <p:tgtEl>
                                          <p:spTgt spid="73"/>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74"/>
                                        </p:tgtEl>
                                        <p:attrNameLst>
                                          <p:attrName>style.visibility</p:attrName>
                                        </p:attrNameLst>
                                      </p:cBhvr>
                                      <p:to>
                                        <p:strVal val="visible"/>
                                      </p:to>
                                    </p:set>
                                    <p:animEffect transition="in" filter="fade">
                                      <p:cBhvr>
                                        <p:cTn id="101" dur="500"/>
                                        <p:tgtEl>
                                          <p:spTgt spid="74"/>
                                        </p:tgtEl>
                                      </p:cBhvr>
                                    </p:animEffect>
                                  </p:childTnLst>
                                </p:cTn>
                              </p:par>
                            </p:childTnLst>
                          </p:cTn>
                        </p:par>
                      </p:childTnLst>
                    </p:cTn>
                  </p:par>
                  <p:par>
                    <p:cTn id="102" fill="hold">
                      <p:stCondLst>
                        <p:cond delay="indefinite"/>
                      </p:stCondLst>
                      <p:childTnLst>
                        <p:par>
                          <p:cTn id="103" fill="hold">
                            <p:stCondLst>
                              <p:cond delay="0"/>
                            </p:stCondLst>
                            <p:childTnLst>
                              <p:par>
                                <p:cTn id="104" presetID="42" presetClass="entr" presetSubtype="0" fill="hold" grpId="0" nodeType="clickEffect">
                                  <p:stCondLst>
                                    <p:cond delay="0"/>
                                  </p:stCondLst>
                                  <p:childTnLst>
                                    <p:set>
                                      <p:cBhvr>
                                        <p:cTn id="105" dur="1" fill="hold">
                                          <p:stCondLst>
                                            <p:cond delay="0"/>
                                          </p:stCondLst>
                                        </p:cTn>
                                        <p:tgtEl>
                                          <p:spTgt spid="75"/>
                                        </p:tgtEl>
                                        <p:attrNameLst>
                                          <p:attrName>style.visibility</p:attrName>
                                        </p:attrNameLst>
                                      </p:cBhvr>
                                      <p:to>
                                        <p:strVal val="visible"/>
                                      </p:to>
                                    </p:set>
                                    <p:animEffect transition="in" filter="fade">
                                      <p:cBhvr>
                                        <p:cTn id="106" dur="1000"/>
                                        <p:tgtEl>
                                          <p:spTgt spid="75"/>
                                        </p:tgtEl>
                                      </p:cBhvr>
                                    </p:animEffect>
                                    <p:anim calcmode="lin" valueType="num">
                                      <p:cBhvr>
                                        <p:cTn id="107" dur="1000" fill="hold"/>
                                        <p:tgtEl>
                                          <p:spTgt spid="75"/>
                                        </p:tgtEl>
                                        <p:attrNameLst>
                                          <p:attrName>ppt_x</p:attrName>
                                        </p:attrNameLst>
                                      </p:cBhvr>
                                      <p:tavLst>
                                        <p:tav tm="0">
                                          <p:val>
                                            <p:strVal val="#ppt_x"/>
                                          </p:val>
                                        </p:tav>
                                        <p:tav tm="100000">
                                          <p:val>
                                            <p:strVal val="#ppt_x"/>
                                          </p:val>
                                        </p:tav>
                                      </p:tavLst>
                                    </p:anim>
                                    <p:anim calcmode="lin" valueType="num">
                                      <p:cBhvr>
                                        <p:cTn id="108" dur="1000" fill="hold"/>
                                        <p:tgtEl>
                                          <p:spTgt spid="75"/>
                                        </p:tgtEl>
                                        <p:attrNameLst>
                                          <p:attrName>ppt_y</p:attrName>
                                        </p:attrNameLst>
                                      </p:cBhvr>
                                      <p:tavLst>
                                        <p:tav tm="0">
                                          <p:val>
                                            <p:strVal val="#ppt_y+.1"/>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21" presetClass="entr" presetSubtype="1" fill="hold" grpId="0" nodeType="clickEffect">
                                  <p:stCondLst>
                                    <p:cond delay="0"/>
                                  </p:stCondLst>
                                  <p:childTnLst>
                                    <p:set>
                                      <p:cBhvr>
                                        <p:cTn id="112" dur="1" fill="hold">
                                          <p:stCondLst>
                                            <p:cond delay="0"/>
                                          </p:stCondLst>
                                        </p:cTn>
                                        <p:tgtEl>
                                          <p:spTgt spid="76"/>
                                        </p:tgtEl>
                                        <p:attrNameLst>
                                          <p:attrName>style.visibility</p:attrName>
                                        </p:attrNameLst>
                                      </p:cBhvr>
                                      <p:to>
                                        <p:strVal val="visible"/>
                                      </p:to>
                                    </p:set>
                                    <p:animEffect transition="in" filter="wheel(1)">
                                      <p:cBhvr>
                                        <p:cTn id="113" dur="2000"/>
                                        <p:tgtEl>
                                          <p:spTgt spid="76"/>
                                        </p:tgtEl>
                                      </p:cBhvr>
                                    </p:animEffect>
                                  </p:childTnLst>
                                </p:cTn>
                              </p:par>
                            </p:childTnLst>
                          </p:cTn>
                        </p:par>
                      </p:childTnLst>
                    </p:cTn>
                  </p:par>
                  <p:par>
                    <p:cTn id="114" fill="hold">
                      <p:stCondLst>
                        <p:cond delay="indefinite"/>
                      </p:stCondLst>
                      <p:childTnLst>
                        <p:par>
                          <p:cTn id="115" fill="hold">
                            <p:stCondLst>
                              <p:cond delay="0"/>
                            </p:stCondLst>
                            <p:childTnLst>
                              <p:par>
                                <p:cTn id="116" presetID="42" presetClass="entr" presetSubtype="0" fill="hold" nodeType="clickEffect">
                                  <p:stCondLst>
                                    <p:cond delay="0"/>
                                  </p:stCondLst>
                                  <p:childTnLst>
                                    <p:set>
                                      <p:cBhvr>
                                        <p:cTn id="117" dur="1" fill="hold">
                                          <p:stCondLst>
                                            <p:cond delay="0"/>
                                          </p:stCondLst>
                                        </p:cTn>
                                        <p:tgtEl>
                                          <p:spTgt spid="77"/>
                                        </p:tgtEl>
                                        <p:attrNameLst>
                                          <p:attrName>style.visibility</p:attrName>
                                        </p:attrNameLst>
                                      </p:cBhvr>
                                      <p:to>
                                        <p:strVal val="visible"/>
                                      </p:to>
                                    </p:set>
                                    <p:animEffect transition="in" filter="fade">
                                      <p:cBhvr>
                                        <p:cTn id="118" dur="1000"/>
                                        <p:tgtEl>
                                          <p:spTgt spid="77"/>
                                        </p:tgtEl>
                                      </p:cBhvr>
                                    </p:animEffect>
                                    <p:anim calcmode="lin" valueType="num">
                                      <p:cBhvr>
                                        <p:cTn id="119" dur="1000" fill="hold"/>
                                        <p:tgtEl>
                                          <p:spTgt spid="77"/>
                                        </p:tgtEl>
                                        <p:attrNameLst>
                                          <p:attrName>ppt_x</p:attrName>
                                        </p:attrNameLst>
                                      </p:cBhvr>
                                      <p:tavLst>
                                        <p:tav tm="0">
                                          <p:val>
                                            <p:strVal val="#ppt_x"/>
                                          </p:val>
                                        </p:tav>
                                        <p:tav tm="100000">
                                          <p:val>
                                            <p:strVal val="#ppt_x"/>
                                          </p:val>
                                        </p:tav>
                                      </p:tavLst>
                                    </p:anim>
                                    <p:anim calcmode="lin" valueType="num">
                                      <p:cBhvr>
                                        <p:cTn id="120" dur="1000" fill="hold"/>
                                        <p:tgtEl>
                                          <p:spTgt spid="7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animBg="1"/>
      <p:bldP spid="59" grpId="0"/>
      <p:bldP spid="60" grpId="0"/>
      <p:bldP spid="61" grpId="0"/>
      <p:bldP spid="62" grpId="0"/>
      <p:bldP spid="63" grpId="0"/>
      <p:bldP spid="64" grpId="0"/>
      <p:bldP spid="65" grpId="0"/>
      <p:bldP spid="71" grpId="0" animBg="1"/>
      <p:bldP spid="72" grpId="0"/>
      <p:bldP spid="73" grpId="0"/>
      <p:bldP spid="74" grpId="0"/>
      <p:bldP spid="75" grpId="0"/>
      <p:bldP spid="7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tângulo: Cantos Arredondados 54">
            <a:extLst>
              <a:ext uri="{FF2B5EF4-FFF2-40B4-BE49-F238E27FC236}">
                <a16:creationId xmlns:a16="http://schemas.microsoft.com/office/drawing/2014/main" id="{ED046800-0DAB-7C92-2D7B-9894B1F7090B}"/>
              </a:ext>
            </a:extLst>
          </p:cNvPr>
          <p:cNvSpPr/>
          <p:nvPr/>
        </p:nvSpPr>
        <p:spPr>
          <a:xfrm>
            <a:off x="7124289" y="3236119"/>
            <a:ext cx="1562515" cy="539994"/>
          </a:xfrm>
          <a:prstGeom prst="roundRect">
            <a:avLst/>
          </a:prstGeom>
          <a:solidFill>
            <a:srgbClr val="FFFF00"/>
          </a:solidFill>
          <a:ln>
            <a:solidFill>
              <a:schemeClr val="tx1"/>
            </a:solidFill>
          </a:ln>
          <a:scene3d>
            <a:camera prst="orthographicFront"/>
            <a:lightRig rig="threePt" dir="t"/>
          </a:scene3d>
          <a:sp3d>
            <a:bevelT w="139700" h="139700" prst="divo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 name="CaixaDeTexto 1">
            <a:extLst>
              <a:ext uri="{FF2B5EF4-FFF2-40B4-BE49-F238E27FC236}">
                <a16:creationId xmlns:a16="http://schemas.microsoft.com/office/drawing/2014/main" id="{5E699F50-000D-3FAD-130F-2F1447FBBFEB}"/>
              </a:ext>
            </a:extLst>
          </p:cNvPr>
          <p:cNvSpPr txBox="1"/>
          <p:nvPr/>
        </p:nvSpPr>
        <p:spPr>
          <a:xfrm>
            <a:off x="274209" y="113721"/>
            <a:ext cx="10975682" cy="3108543"/>
          </a:xfrm>
          <a:prstGeom prst="rect">
            <a:avLst/>
          </a:prstGeom>
          <a:noFill/>
        </p:spPr>
        <p:txBody>
          <a:bodyPr wrap="square">
            <a:spAutoFit/>
          </a:bodyPr>
          <a:lstStyle/>
          <a:p>
            <a:pPr algn="just"/>
            <a:r>
              <a:rPr lang="pt-BR" sz="2800" b="1" dirty="0">
                <a:solidFill>
                  <a:srgbClr val="FF0000"/>
                </a:solidFill>
                <a:latin typeface="Arial" panose="020B0604020202020204" pitchFamily="34" charset="0"/>
                <a:cs typeface="Arial" panose="020B0604020202020204" pitchFamily="34" charset="0"/>
              </a:rPr>
              <a:t>3-) pag.: 64 </a:t>
            </a:r>
            <a:r>
              <a:rPr lang="pt-BR" sz="2800" b="1" dirty="0">
                <a:latin typeface="Arial" panose="020B0604020202020204" pitchFamily="34" charset="0"/>
                <a:cs typeface="Arial" panose="020B0604020202020204" pitchFamily="34" charset="0"/>
              </a:rPr>
              <a:t>Em uma estrada de pista única, um carro de 4,0 m de comprimento, com velocidade de 22 m/s, quer ultrapassar um caminhão longo de 32,0 m, que está com velocidade constante de 36 km/h. O motorista do carro inicia a ultrapassagem quando a frente de caminhão está a 50 metros de um estreito túnel. Quanto tempo ele levará para realizar a ultrapassagem do caminhão?</a:t>
            </a:r>
          </a:p>
        </p:txBody>
      </p:sp>
      <p:sp>
        <p:nvSpPr>
          <p:cNvPr id="3" name="CaixaDeTexto 2">
            <a:extLst>
              <a:ext uri="{FF2B5EF4-FFF2-40B4-BE49-F238E27FC236}">
                <a16:creationId xmlns:a16="http://schemas.microsoft.com/office/drawing/2014/main" id="{ADDBF76D-CEAD-0A8E-019D-4578CB0A26C6}"/>
              </a:ext>
            </a:extLst>
          </p:cNvPr>
          <p:cNvSpPr txBox="1"/>
          <p:nvPr/>
        </p:nvSpPr>
        <p:spPr>
          <a:xfrm>
            <a:off x="274209" y="3222264"/>
            <a:ext cx="10637849"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a) 0,2 s			b) 2,0 s			c) 4,0 s			d) 3,0 s			e) 1,0 s</a:t>
            </a:r>
          </a:p>
        </p:txBody>
      </p:sp>
      <p:sp>
        <p:nvSpPr>
          <p:cNvPr id="4" name="Retângulo 3">
            <a:extLst>
              <a:ext uri="{FF2B5EF4-FFF2-40B4-BE49-F238E27FC236}">
                <a16:creationId xmlns:a16="http://schemas.microsoft.com/office/drawing/2014/main" id="{49E23D2E-9B96-9598-DB33-D863347E76F5}"/>
              </a:ext>
            </a:extLst>
          </p:cNvPr>
          <p:cNvSpPr/>
          <p:nvPr/>
        </p:nvSpPr>
        <p:spPr>
          <a:xfrm>
            <a:off x="163373" y="3866923"/>
            <a:ext cx="8274046" cy="523220"/>
          </a:xfrm>
          <a:prstGeom prst="rect">
            <a:avLst/>
          </a:prstGeom>
        </p:spPr>
        <p:txBody>
          <a:bodyPr wrap="square">
            <a:spAutoFit/>
          </a:bodyPr>
          <a:lstStyle/>
          <a:p>
            <a:pPr algn="just"/>
            <a:r>
              <a:rPr lang="pt-BR" sz="2800" b="1" dirty="0">
                <a:solidFill>
                  <a:srgbClr val="002060"/>
                </a:solidFill>
                <a:latin typeface="Arial" panose="020B0604020202020204" pitchFamily="34" charset="0"/>
                <a:cs typeface="Arial" panose="020B0604020202020204" pitchFamily="34" charset="0"/>
              </a:rPr>
              <a:t>Converter a  velocidade do caminhão para m/s.</a:t>
            </a:r>
          </a:p>
        </p:txBody>
      </p:sp>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F90EAC2C-A489-D458-E83D-5F98E95AD2D9}"/>
                  </a:ext>
                </a:extLst>
              </p:cNvPr>
              <p:cNvSpPr txBox="1"/>
              <p:nvPr/>
            </p:nvSpPr>
            <p:spPr>
              <a:xfrm>
                <a:off x="163373" y="4237609"/>
                <a:ext cx="4662367" cy="9473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𝑪</m:t>
                          </m:r>
                        </m:sub>
                      </m:sSub>
                      <m:r>
                        <a:rPr lang="pt-BR" sz="2800" b="1" i="1" smtClean="0">
                          <a:latin typeface="Cambria Math" panose="02040503050406030204" pitchFamily="18" charset="0"/>
                          <a:cs typeface="Arial" panose="020B0604020202020204" pitchFamily="34" charset="0"/>
                        </a:rPr>
                        <m:t>=</m:t>
                      </m:r>
                      <m:f>
                        <m:fPr>
                          <m:ctrlPr>
                            <a:rPr lang="pt-BR" sz="2800" b="1" i="1" smtClean="0">
                              <a:latin typeface="Cambria Math" panose="02040503050406030204" pitchFamily="18" charset="0"/>
                              <a:cs typeface="Arial" panose="020B0604020202020204" pitchFamily="34" charset="0"/>
                            </a:rPr>
                          </m:ctrlPr>
                        </m:fPr>
                        <m:num>
                          <m:r>
                            <a:rPr lang="pt-BR" sz="2800" b="1" i="1" smtClean="0">
                              <a:latin typeface="Cambria Math" panose="02040503050406030204" pitchFamily="18" charset="0"/>
                              <a:cs typeface="Arial" panose="020B0604020202020204" pitchFamily="34" charset="0"/>
                            </a:rPr>
                            <m:t>𝟑𝟔</m:t>
                          </m:r>
                        </m:num>
                        <m:den>
                          <m:r>
                            <a:rPr lang="pt-BR" sz="2800" b="1" i="1" smtClean="0">
                              <a:latin typeface="Cambria Math" panose="02040503050406030204" pitchFamily="18" charset="0"/>
                              <a:cs typeface="Arial" panose="020B0604020202020204" pitchFamily="34" charset="0"/>
                            </a:rPr>
                            <m:t>𝟑</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𝟔</m:t>
                          </m:r>
                        </m:den>
                      </m:f>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ea typeface="Cambria Math" panose="02040503050406030204" pitchFamily="18" charset="0"/>
                          <a:cs typeface="Arial" panose="020B0604020202020204" pitchFamily="34" charset="0"/>
                        </a:rPr>
                        <m:t>→   </m:t>
                      </m:r>
                      <m:sSub>
                        <m:sSubPr>
                          <m:ctrlPr>
                            <a:rPr lang="pt-BR" sz="2800" b="1" i="1" smtClean="0">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ea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ea typeface="Cambria Math" panose="02040503050406030204" pitchFamily="18" charset="0"/>
                              <a:cs typeface="Arial" panose="020B0604020202020204" pitchFamily="34" charset="0"/>
                            </a:rPr>
                            <m:t>𝑪</m:t>
                          </m:r>
                        </m:sub>
                      </m:sSub>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ea typeface="Cambria Math" panose="02040503050406030204" pitchFamily="18" charset="0"/>
                          <a:cs typeface="Arial" panose="020B0604020202020204" pitchFamily="34" charset="0"/>
                        </a:rPr>
                        <m:t>𝟏𝟎</m:t>
                      </m:r>
                      <m:r>
                        <a:rPr lang="pt-BR" sz="2800" b="1" i="1" smtClean="0">
                          <a:latin typeface="Cambria Math" panose="02040503050406030204" pitchFamily="18" charset="0"/>
                          <a:ea typeface="Cambria Math" panose="02040503050406030204" pitchFamily="18" charset="0"/>
                          <a:cs typeface="Arial" panose="020B0604020202020204" pitchFamily="34" charset="0"/>
                        </a:rPr>
                        <m:t> </m:t>
                      </m:r>
                      <m:r>
                        <a:rPr lang="pt-BR" sz="2800" b="1" i="1" smtClean="0">
                          <a:latin typeface="Cambria Math" panose="02040503050406030204" pitchFamily="18" charset="0"/>
                          <a:ea typeface="Cambria Math" panose="02040503050406030204" pitchFamily="18" charset="0"/>
                          <a:cs typeface="Arial" panose="020B0604020202020204" pitchFamily="34" charset="0"/>
                        </a:rPr>
                        <m:t>𝒎</m:t>
                      </m:r>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ea typeface="Cambria Math" panose="02040503050406030204" pitchFamily="18" charset="0"/>
                          <a:cs typeface="Arial" panose="020B0604020202020204" pitchFamily="34" charset="0"/>
                        </a:rPr>
                        <m:t>𝒔</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5" name="CaixaDeTexto 4">
                <a:extLst>
                  <a:ext uri="{FF2B5EF4-FFF2-40B4-BE49-F238E27FC236}">
                    <a16:creationId xmlns:a16="http://schemas.microsoft.com/office/drawing/2014/main" id="{F90EAC2C-A489-D458-E83D-5F98E95AD2D9}"/>
                  </a:ext>
                </a:extLst>
              </p:cNvPr>
              <p:cNvSpPr txBox="1">
                <a:spLocks noRot="1" noChangeAspect="1" noMove="1" noResize="1" noEditPoints="1" noAdjustHandles="1" noChangeArrowheads="1" noChangeShapeType="1" noTextEdit="1"/>
              </p:cNvSpPr>
              <p:nvPr/>
            </p:nvSpPr>
            <p:spPr>
              <a:xfrm>
                <a:off x="163373" y="4237609"/>
                <a:ext cx="4662367" cy="947375"/>
              </a:xfrm>
              <a:prstGeom prst="rect">
                <a:avLst/>
              </a:prstGeom>
              <a:blipFill>
                <a:blip r:embed="rId2"/>
                <a:stretch>
                  <a:fillRect/>
                </a:stretch>
              </a:blipFill>
            </p:spPr>
            <p:txBody>
              <a:bodyPr/>
              <a:lstStyle/>
              <a:p>
                <a:r>
                  <a:rPr lang="pt-BR">
                    <a:noFill/>
                  </a:rPr>
                  <a:t> </a:t>
                </a:r>
              </a:p>
            </p:txBody>
          </p:sp>
        </mc:Fallback>
      </mc:AlternateContent>
      <p:sp>
        <p:nvSpPr>
          <p:cNvPr id="6" name="Retângulo 5">
            <a:extLst>
              <a:ext uri="{FF2B5EF4-FFF2-40B4-BE49-F238E27FC236}">
                <a16:creationId xmlns:a16="http://schemas.microsoft.com/office/drawing/2014/main" id="{15BC585E-D5D9-398D-B17A-4ABD23E596C7}"/>
              </a:ext>
            </a:extLst>
          </p:cNvPr>
          <p:cNvSpPr/>
          <p:nvPr/>
        </p:nvSpPr>
        <p:spPr>
          <a:xfrm>
            <a:off x="163373" y="5057217"/>
            <a:ext cx="4979248" cy="523220"/>
          </a:xfrm>
          <a:prstGeom prst="rect">
            <a:avLst/>
          </a:prstGeom>
        </p:spPr>
        <p:txBody>
          <a:bodyPr wrap="none">
            <a:spAutoFit/>
          </a:bodyPr>
          <a:lstStyle/>
          <a:p>
            <a:pPr algn="just"/>
            <a:r>
              <a:rPr lang="pt-BR" sz="2800" b="1" dirty="0">
                <a:solidFill>
                  <a:srgbClr val="FF0000"/>
                </a:solidFill>
                <a:latin typeface="Arial" panose="020B0604020202020204" pitchFamily="34" charset="0"/>
                <a:cs typeface="Arial" panose="020B0604020202020204" pitchFamily="34" charset="0"/>
              </a:rPr>
              <a:t>Fazer uma figura ilustrativa:</a:t>
            </a:r>
          </a:p>
        </p:txBody>
      </p:sp>
      <p:grpSp>
        <p:nvGrpSpPr>
          <p:cNvPr id="17" name="Agrupar 16">
            <a:extLst>
              <a:ext uri="{FF2B5EF4-FFF2-40B4-BE49-F238E27FC236}">
                <a16:creationId xmlns:a16="http://schemas.microsoft.com/office/drawing/2014/main" id="{A5C378CD-D7A3-FC2F-A15C-DAC94936EF18}"/>
              </a:ext>
            </a:extLst>
          </p:cNvPr>
          <p:cNvGrpSpPr/>
          <p:nvPr/>
        </p:nvGrpSpPr>
        <p:grpSpPr>
          <a:xfrm>
            <a:off x="1771242" y="5619692"/>
            <a:ext cx="1849579" cy="483330"/>
            <a:chOff x="6497782" y="5209309"/>
            <a:chExt cx="1849579" cy="483330"/>
          </a:xfrm>
        </p:grpSpPr>
        <p:sp>
          <p:nvSpPr>
            <p:cNvPr id="7" name="Retângulo 6">
              <a:extLst>
                <a:ext uri="{FF2B5EF4-FFF2-40B4-BE49-F238E27FC236}">
                  <a16:creationId xmlns:a16="http://schemas.microsoft.com/office/drawing/2014/main" id="{DFDDC623-E48B-8763-E9E4-9E7DCCEEE167}"/>
                </a:ext>
              </a:extLst>
            </p:cNvPr>
            <p:cNvSpPr/>
            <p:nvPr/>
          </p:nvSpPr>
          <p:spPr>
            <a:xfrm>
              <a:off x="6497782" y="5209309"/>
              <a:ext cx="1468582" cy="3463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Retângulo 7">
              <a:extLst>
                <a:ext uri="{FF2B5EF4-FFF2-40B4-BE49-F238E27FC236}">
                  <a16:creationId xmlns:a16="http://schemas.microsoft.com/office/drawing/2014/main" id="{623F8833-3B88-6C96-A58C-72B59F4B2CB8}"/>
                </a:ext>
              </a:extLst>
            </p:cNvPr>
            <p:cNvSpPr/>
            <p:nvPr/>
          </p:nvSpPr>
          <p:spPr>
            <a:xfrm>
              <a:off x="8042561" y="5209309"/>
              <a:ext cx="304800" cy="3463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Fluxograma: Conector 8">
              <a:extLst>
                <a:ext uri="{FF2B5EF4-FFF2-40B4-BE49-F238E27FC236}">
                  <a16:creationId xmlns:a16="http://schemas.microsoft.com/office/drawing/2014/main" id="{2A70E845-138C-3A2C-FC8E-65ED191A5C7B}"/>
                </a:ext>
              </a:extLst>
            </p:cNvPr>
            <p:cNvSpPr/>
            <p:nvPr/>
          </p:nvSpPr>
          <p:spPr>
            <a:xfrm>
              <a:off x="6701108" y="5554055"/>
              <a:ext cx="113555" cy="117855"/>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Fluxograma: Conector 9">
              <a:extLst>
                <a:ext uri="{FF2B5EF4-FFF2-40B4-BE49-F238E27FC236}">
                  <a16:creationId xmlns:a16="http://schemas.microsoft.com/office/drawing/2014/main" id="{9BB9F11C-6A42-C9BF-BED3-5CA2BD2A71E6}"/>
                </a:ext>
              </a:extLst>
            </p:cNvPr>
            <p:cNvSpPr/>
            <p:nvPr/>
          </p:nvSpPr>
          <p:spPr>
            <a:xfrm>
              <a:off x="6903357" y="5567910"/>
              <a:ext cx="113555" cy="117855"/>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Fluxograma: Conector 10">
              <a:extLst>
                <a:ext uri="{FF2B5EF4-FFF2-40B4-BE49-F238E27FC236}">
                  <a16:creationId xmlns:a16="http://schemas.microsoft.com/office/drawing/2014/main" id="{661B8D14-ADF8-E618-C1F7-4B86C3EF7703}"/>
                </a:ext>
              </a:extLst>
            </p:cNvPr>
            <p:cNvSpPr/>
            <p:nvPr/>
          </p:nvSpPr>
          <p:spPr>
            <a:xfrm>
              <a:off x="7576666" y="5555673"/>
              <a:ext cx="113555" cy="117855"/>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Fluxograma: Conector 11">
              <a:extLst>
                <a:ext uri="{FF2B5EF4-FFF2-40B4-BE49-F238E27FC236}">
                  <a16:creationId xmlns:a16="http://schemas.microsoft.com/office/drawing/2014/main" id="{1C2F19AE-D7CA-A3AC-4718-E576B2889ED7}"/>
                </a:ext>
              </a:extLst>
            </p:cNvPr>
            <p:cNvSpPr/>
            <p:nvPr/>
          </p:nvSpPr>
          <p:spPr>
            <a:xfrm>
              <a:off x="7778915" y="5555673"/>
              <a:ext cx="113555" cy="117855"/>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Fluxograma: Conector 12">
              <a:extLst>
                <a:ext uri="{FF2B5EF4-FFF2-40B4-BE49-F238E27FC236}">
                  <a16:creationId xmlns:a16="http://schemas.microsoft.com/office/drawing/2014/main" id="{F10BF9C8-A86F-B69A-D4DF-F618B06D7EE6}"/>
                </a:ext>
              </a:extLst>
            </p:cNvPr>
            <p:cNvSpPr/>
            <p:nvPr/>
          </p:nvSpPr>
          <p:spPr>
            <a:xfrm>
              <a:off x="8138183" y="5574784"/>
              <a:ext cx="113555" cy="117855"/>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13">
              <a:extLst>
                <a:ext uri="{FF2B5EF4-FFF2-40B4-BE49-F238E27FC236}">
                  <a16:creationId xmlns:a16="http://schemas.microsoft.com/office/drawing/2014/main" id="{48C2FF30-2AF6-D72E-4E33-027FF9665478}"/>
                </a:ext>
              </a:extLst>
            </p:cNvPr>
            <p:cNvSpPr/>
            <p:nvPr/>
          </p:nvSpPr>
          <p:spPr>
            <a:xfrm>
              <a:off x="8143012" y="5287268"/>
              <a:ext cx="166255" cy="12820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Retângulo 14">
              <a:extLst>
                <a:ext uri="{FF2B5EF4-FFF2-40B4-BE49-F238E27FC236}">
                  <a16:creationId xmlns:a16="http://schemas.microsoft.com/office/drawing/2014/main" id="{62E174DE-9A1A-BC73-ED00-32F73016CAC2}"/>
                </a:ext>
              </a:extLst>
            </p:cNvPr>
            <p:cNvSpPr/>
            <p:nvPr/>
          </p:nvSpPr>
          <p:spPr>
            <a:xfrm>
              <a:off x="7957996" y="5376497"/>
              <a:ext cx="86025" cy="7795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22" name="Agrupar 21">
            <a:extLst>
              <a:ext uri="{FF2B5EF4-FFF2-40B4-BE49-F238E27FC236}">
                <a16:creationId xmlns:a16="http://schemas.microsoft.com/office/drawing/2014/main" id="{5E33387C-2D2C-662C-6B27-9AE682E991A3}"/>
              </a:ext>
            </a:extLst>
          </p:cNvPr>
          <p:cNvGrpSpPr/>
          <p:nvPr/>
        </p:nvGrpSpPr>
        <p:grpSpPr>
          <a:xfrm>
            <a:off x="1188528" y="5636937"/>
            <a:ext cx="568037" cy="460973"/>
            <a:chOff x="9130145" y="5531470"/>
            <a:chExt cx="568037" cy="460973"/>
          </a:xfrm>
        </p:grpSpPr>
        <p:sp>
          <p:nvSpPr>
            <p:cNvPr id="16" name="Fluxograma: Conector 15">
              <a:extLst>
                <a:ext uri="{FF2B5EF4-FFF2-40B4-BE49-F238E27FC236}">
                  <a16:creationId xmlns:a16="http://schemas.microsoft.com/office/drawing/2014/main" id="{F99E8FA0-A144-0B3C-ED92-E40321DFDED4}"/>
                </a:ext>
              </a:extLst>
            </p:cNvPr>
            <p:cNvSpPr/>
            <p:nvPr/>
          </p:nvSpPr>
          <p:spPr>
            <a:xfrm>
              <a:off x="9240985" y="5860738"/>
              <a:ext cx="113555" cy="117855"/>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Retângulo 17">
              <a:extLst>
                <a:ext uri="{FF2B5EF4-FFF2-40B4-BE49-F238E27FC236}">
                  <a16:creationId xmlns:a16="http://schemas.microsoft.com/office/drawing/2014/main" id="{51ACDB5B-38E8-6D33-9C7F-67AD85434B48}"/>
                </a:ext>
              </a:extLst>
            </p:cNvPr>
            <p:cNvSpPr/>
            <p:nvPr/>
          </p:nvSpPr>
          <p:spPr>
            <a:xfrm>
              <a:off x="9130145" y="5692639"/>
              <a:ext cx="568037" cy="1680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Fluxograma: Conector 18">
              <a:extLst>
                <a:ext uri="{FF2B5EF4-FFF2-40B4-BE49-F238E27FC236}">
                  <a16:creationId xmlns:a16="http://schemas.microsoft.com/office/drawing/2014/main" id="{509BE438-3D73-2C9B-94A4-A5C0A0019905}"/>
                </a:ext>
              </a:extLst>
            </p:cNvPr>
            <p:cNvSpPr/>
            <p:nvPr/>
          </p:nvSpPr>
          <p:spPr>
            <a:xfrm>
              <a:off x="9545786" y="5874588"/>
              <a:ext cx="113555" cy="117855"/>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Retângulo 19">
              <a:extLst>
                <a:ext uri="{FF2B5EF4-FFF2-40B4-BE49-F238E27FC236}">
                  <a16:creationId xmlns:a16="http://schemas.microsoft.com/office/drawing/2014/main" id="{BEBFDC88-878D-044B-5E06-90DA58429491}"/>
                </a:ext>
              </a:extLst>
            </p:cNvPr>
            <p:cNvSpPr/>
            <p:nvPr/>
          </p:nvSpPr>
          <p:spPr>
            <a:xfrm>
              <a:off x="9288035" y="5531470"/>
              <a:ext cx="304800" cy="1680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Retângulo 20">
              <a:extLst>
                <a:ext uri="{FF2B5EF4-FFF2-40B4-BE49-F238E27FC236}">
                  <a16:creationId xmlns:a16="http://schemas.microsoft.com/office/drawing/2014/main" id="{86061675-3E0F-8515-C5E3-318EDE63497D}"/>
                </a:ext>
              </a:extLst>
            </p:cNvPr>
            <p:cNvSpPr/>
            <p:nvPr/>
          </p:nvSpPr>
          <p:spPr>
            <a:xfrm>
              <a:off x="9349235" y="5550495"/>
              <a:ext cx="166255" cy="12820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23" name="Retângulo 22">
            <a:extLst>
              <a:ext uri="{FF2B5EF4-FFF2-40B4-BE49-F238E27FC236}">
                <a16:creationId xmlns:a16="http://schemas.microsoft.com/office/drawing/2014/main" id="{21311200-542E-34A5-AEA5-3C34CB936C46}"/>
              </a:ext>
            </a:extLst>
          </p:cNvPr>
          <p:cNvSpPr/>
          <p:nvPr/>
        </p:nvSpPr>
        <p:spPr>
          <a:xfrm>
            <a:off x="163373" y="6095166"/>
            <a:ext cx="4239491"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24" name="Agrupar 23">
            <a:extLst>
              <a:ext uri="{FF2B5EF4-FFF2-40B4-BE49-F238E27FC236}">
                <a16:creationId xmlns:a16="http://schemas.microsoft.com/office/drawing/2014/main" id="{E1EA0A51-500C-58F2-C427-BCF9AEE9A9F2}"/>
              </a:ext>
            </a:extLst>
          </p:cNvPr>
          <p:cNvGrpSpPr/>
          <p:nvPr/>
        </p:nvGrpSpPr>
        <p:grpSpPr>
          <a:xfrm>
            <a:off x="1188528" y="5825858"/>
            <a:ext cx="2434744" cy="711302"/>
            <a:chOff x="-3200482" y="4466677"/>
            <a:chExt cx="2434744" cy="711302"/>
          </a:xfrm>
        </p:grpSpPr>
        <p:cxnSp>
          <p:nvCxnSpPr>
            <p:cNvPr id="25" name="Conector reto 24">
              <a:extLst>
                <a:ext uri="{FF2B5EF4-FFF2-40B4-BE49-F238E27FC236}">
                  <a16:creationId xmlns:a16="http://schemas.microsoft.com/office/drawing/2014/main" id="{0D4E986E-7345-A882-2955-0D83C36DCE92}"/>
                </a:ext>
              </a:extLst>
            </p:cNvPr>
            <p:cNvCxnSpPr/>
            <p:nvPr/>
          </p:nvCxnSpPr>
          <p:spPr>
            <a:xfrm>
              <a:off x="-2617768" y="4466678"/>
              <a:ext cx="0" cy="705413"/>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Conector reto 25">
              <a:extLst>
                <a:ext uri="{FF2B5EF4-FFF2-40B4-BE49-F238E27FC236}">
                  <a16:creationId xmlns:a16="http://schemas.microsoft.com/office/drawing/2014/main" id="{3CBFBEFF-AFBC-EFF8-70B5-D6D4D432A976}"/>
                </a:ext>
              </a:extLst>
            </p:cNvPr>
            <p:cNvCxnSpPr/>
            <p:nvPr/>
          </p:nvCxnSpPr>
          <p:spPr>
            <a:xfrm>
              <a:off x="-3200482" y="4466677"/>
              <a:ext cx="0" cy="705413"/>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7" name="Conector reto 26">
              <a:extLst>
                <a:ext uri="{FF2B5EF4-FFF2-40B4-BE49-F238E27FC236}">
                  <a16:creationId xmlns:a16="http://schemas.microsoft.com/office/drawing/2014/main" id="{C403DF54-8AF2-1637-2CD7-2464F7C06F36}"/>
                </a:ext>
              </a:extLst>
            </p:cNvPr>
            <p:cNvCxnSpPr/>
            <p:nvPr/>
          </p:nvCxnSpPr>
          <p:spPr>
            <a:xfrm>
              <a:off x="-765738" y="4472566"/>
              <a:ext cx="0" cy="705413"/>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30" name="Agrupar 29">
            <a:extLst>
              <a:ext uri="{FF2B5EF4-FFF2-40B4-BE49-F238E27FC236}">
                <a16:creationId xmlns:a16="http://schemas.microsoft.com/office/drawing/2014/main" id="{9ACA235A-25C9-0976-B83E-032415BF645D}"/>
              </a:ext>
            </a:extLst>
          </p:cNvPr>
          <p:cNvGrpSpPr/>
          <p:nvPr/>
        </p:nvGrpSpPr>
        <p:grpSpPr>
          <a:xfrm>
            <a:off x="1104102" y="6386534"/>
            <a:ext cx="803425" cy="523220"/>
            <a:chOff x="457339" y="4114718"/>
            <a:chExt cx="803425" cy="523220"/>
          </a:xfrm>
        </p:grpSpPr>
        <p:cxnSp>
          <p:nvCxnSpPr>
            <p:cNvPr id="31" name="Conector de Seta Reta 30">
              <a:extLst>
                <a:ext uri="{FF2B5EF4-FFF2-40B4-BE49-F238E27FC236}">
                  <a16:creationId xmlns:a16="http://schemas.microsoft.com/office/drawing/2014/main" id="{94E98CE6-5058-08E0-E4FD-5603FE582E3A}"/>
                </a:ext>
              </a:extLst>
            </p:cNvPr>
            <p:cNvCxnSpPr>
              <a:cxnSpLocks/>
            </p:cNvCxnSpPr>
            <p:nvPr/>
          </p:nvCxnSpPr>
          <p:spPr>
            <a:xfrm>
              <a:off x="496863" y="4114718"/>
              <a:ext cx="627616" cy="0"/>
            </a:xfrm>
            <a:prstGeom prst="straightConnector1">
              <a:avLst/>
            </a:prstGeom>
            <a:ln w="381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32" name="CaixaDeTexto 31">
              <a:extLst>
                <a:ext uri="{FF2B5EF4-FFF2-40B4-BE49-F238E27FC236}">
                  <a16:creationId xmlns:a16="http://schemas.microsoft.com/office/drawing/2014/main" id="{B866F576-5015-EF2C-7D33-ACB41FA7BC39}"/>
                </a:ext>
              </a:extLst>
            </p:cNvPr>
            <p:cNvSpPr txBox="1"/>
            <p:nvPr/>
          </p:nvSpPr>
          <p:spPr>
            <a:xfrm>
              <a:off x="457339" y="4114718"/>
              <a:ext cx="803425" cy="523220"/>
            </a:xfrm>
            <a:prstGeom prst="rect">
              <a:avLst/>
            </a:prstGeom>
            <a:noFill/>
          </p:spPr>
          <p:txBody>
            <a:bodyPr wrap="square" rtlCol="0">
              <a:spAutoFit/>
            </a:bodyPr>
            <a:lstStyle/>
            <a:p>
              <a:r>
                <a:rPr lang="pt-BR" sz="2800" b="1" dirty="0">
                  <a:latin typeface="Arial" panose="020B0604020202020204" pitchFamily="34" charset="0"/>
                  <a:cs typeface="Arial" panose="020B0604020202020204" pitchFamily="34" charset="0"/>
                </a:rPr>
                <a:t>4 m</a:t>
              </a:r>
            </a:p>
          </p:txBody>
        </p:sp>
      </p:grpSp>
      <p:grpSp>
        <p:nvGrpSpPr>
          <p:cNvPr id="35" name="Agrupar 34">
            <a:extLst>
              <a:ext uri="{FF2B5EF4-FFF2-40B4-BE49-F238E27FC236}">
                <a16:creationId xmlns:a16="http://schemas.microsoft.com/office/drawing/2014/main" id="{89614C05-10C7-F204-4586-58C330CC3DF0}"/>
              </a:ext>
            </a:extLst>
          </p:cNvPr>
          <p:cNvGrpSpPr/>
          <p:nvPr/>
        </p:nvGrpSpPr>
        <p:grpSpPr>
          <a:xfrm>
            <a:off x="1756565" y="6218624"/>
            <a:ext cx="1864256" cy="523220"/>
            <a:chOff x="443345" y="4087709"/>
            <a:chExt cx="1864256" cy="523220"/>
          </a:xfrm>
        </p:grpSpPr>
        <p:cxnSp>
          <p:nvCxnSpPr>
            <p:cNvPr id="36" name="Conector de Seta Reta 35">
              <a:extLst>
                <a:ext uri="{FF2B5EF4-FFF2-40B4-BE49-F238E27FC236}">
                  <a16:creationId xmlns:a16="http://schemas.microsoft.com/office/drawing/2014/main" id="{DF33DF82-5F5D-5971-B494-239A33FF51DF}"/>
                </a:ext>
              </a:extLst>
            </p:cNvPr>
            <p:cNvCxnSpPr>
              <a:cxnSpLocks/>
            </p:cNvCxnSpPr>
            <p:nvPr/>
          </p:nvCxnSpPr>
          <p:spPr>
            <a:xfrm>
              <a:off x="443345" y="4099062"/>
              <a:ext cx="1864256" cy="0"/>
            </a:xfrm>
            <a:prstGeom prst="straightConnector1">
              <a:avLst/>
            </a:prstGeom>
            <a:ln w="381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37" name="CaixaDeTexto 36">
              <a:extLst>
                <a:ext uri="{FF2B5EF4-FFF2-40B4-BE49-F238E27FC236}">
                  <a16:creationId xmlns:a16="http://schemas.microsoft.com/office/drawing/2014/main" id="{310BD9B4-B1DC-79C3-0092-1B26FB1789D2}"/>
                </a:ext>
              </a:extLst>
            </p:cNvPr>
            <p:cNvSpPr txBox="1"/>
            <p:nvPr/>
          </p:nvSpPr>
          <p:spPr>
            <a:xfrm>
              <a:off x="851782" y="4087709"/>
              <a:ext cx="1003801"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32 m</a:t>
              </a:r>
            </a:p>
          </p:txBody>
        </p:sp>
      </p:grpSp>
      <p:sp>
        <p:nvSpPr>
          <p:cNvPr id="39" name="CaixaDeTexto 38">
            <a:extLst>
              <a:ext uri="{FF2B5EF4-FFF2-40B4-BE49-F238E27FC236}">
                <a16:creationId xmlns:a16="http://schemas.microsoft.com/office/drawing/2014/main" id="{9B999BC8-ABFD-35D2-7A57-D79A5B2CE79D}"/>
              </a:ext>
            </a:extLst>
          </p:cNvPr>
          <p:cNvSpPr txBox="1"/>
          <p:nvPr/>
        </p:nvSpPr>
        <p:spPr>
          <a:xfrm>
            <a:off x="774152" y="6063114"/>
            <a:ext cx="444352"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A</a:t>
            </a:r>
          </a:p>
        </p:txBody>
      </p:sp>
      <p:sp>
        <p:nvSpPr>
          <p:cNvPr id="40" name="CaixaDeTexto 39">
            <a:extLst>
              <a:ext uri="{FF2B5EF4-FFF2-40B4-BE49-F238E27FC236}">
                <a16:creationId xmlns:a16="http://schemas.microsoft.com/office/drawing/2014/main" id="{5E9EC78D-76F5-AB88-37C9-176DE43BF550}"/>
              </a:ext>
            </a:extLst>
          </p:cNvPr>
          <p:cNvSpPr txBox="1"/>
          <p:nvPr/>
        </p:nvSpPr>
        <p:spPr>
          <a:xfrm>
            <a:off x="3613892" y="6044094"/>
            <a:ext cx="444352"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B</a:t>
            </a:r>
          </a:p>
        </p:txBody>
      </p:sp>
      <p:sp>
        <p:nvSpPr>
          <p:cNvPr id="44" name="Retângulo 43">
            <a:extLst>
              <a:ext uri="{FF2B5EF4-FFF2-40B4-BE49-F238E27FC236}">
                <a16:creationId xmlns:a16="http://schemas.microsoft.com/office/drawing/2014/main" id="{F87CCAF4-044B-E0AD-0426-E970DD926895}"/>
              </a:ext>
            </a:extLst>
          </p:cNvPr>
          <p:cNvSpPr/>
          <p:nvPr/>
        </p:nvSpPr>
        <p:spPr>
          <a:xfrm flipH="1">
            <a:off x="5079249" y="4506274"/>
            <a:ext cx="45719" cy="2080060"/>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5" name="Retângulo 44">
            <a:extLst>
              <a:ext uri="{FF2B5EF4-FFF2-40B4-BE49-F238E27FC236}">
                <a16:creationId xmlns:a16="http://schemas.microsoft.com/office/drawing/2014/main" id="{57453863-4EF1-5817-E44A-18C6B898BC74}"/>
              </a:ext>
            </a:extLst>
          </p:cNvPr>
          <p:cNvSpPr/>
          <p:nvPr/>
        </p:nvSpPr>
        <p:spPr>
          <a:xfrm>
            <a:off x="5142621" y="4327554"/>
            <a:ext cx="5885597" cy="523220"/>
          </a:xfrm>
          <a:prstGeom prst="rect">
            <a:avLst/>
          </a:prstGeom>
        </p:spPr>
        <p:txBody>
          <a:bodyPr wrap="square">
            <a:spAutoFit/>
          </a:bodyPr>
          <a:lstStyle/>
          <a:p>
            <a:pPr algn="just"/>
            <a:r>
              <a:rPr lang="pt-BR" sz="2800" b="1" dirty="0">
                <a:latin typeface="Arial" panose="020B0604020202020204" pitchFamily="34" charset="0"/>
                <a:cs typeface="Arial" panose="020B0604020202020204" pitchFamily="34" charset="0"/>
              </a:rPr>
              <a:t>função horária dos pontos A e B:</a:t>
            </a:r>
          </a:p>
        </p:txBody>
      </p:sp>
      <mc:AlternateContent xmlns:mc="http://schemas.openxmlformats.org/markup-compatibility/2006" xmlns:a14="http://schemas.microsoft.com/office/drawing/2010/main">
        <mc:Choice Requires="a14">
          <p:sp>
            <p:nvSpPr>
              <p:cNvPr id="46" name="CaixaDeTexto 45">
                <a:extLst>
                  <a:ext uri="{FF2B5EF4-FFF2-40B4-BE49-F238E27FC236}">
                    <a16:creationId xmlns:a16="http://schemas.microsoft.com/office/drawing/2014/main" id="{C137F95D-6119-D527-98FA-9DBBEDCD7DFB}"/>
                  </a:ext>
                </a:extLst>
              </p:cNvPr>
              <p:cNvSpPr txBox="1"/>
              <p:nvPr/>
            </p:nvSpPr>
            <p:spPr>
              <a:xfrm>
                <a:off x="5234826" y="4747770"/>
                <a:ext cx="268868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𝑨</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𝟐𝟐</m:t>
                      </m:r>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𝒔</m:t>
                      </m:r>
                      <m:r>
                        <a:rPr lang="pt-BR" sz="2800" b="1" i="1" smtClean="0">
                          <a:latin typeface="Cambria Math" panose="02040503050406030204" pitchFamily="18" charset="0"/>
                          <a:cs typeface="Arial" panose="020B0604020202020204" pitchFamily="34" charset="0"/>
                        </a:rPr>
                        <m:t>)</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46" name="CaixaDeTexto 45">
                <a:extLst>
                  <a:ext uri="{FF2B5EF4-FFF2-40B4-BE49-F238E27FC236}">
                    <a16:creationId xmlns:a16="http://schemas.microsoft.com/office/drawing/2014/main" id="{C137F95D-6119-D527-98FA-9DBBEDCD7DFB}"/>
                  </a:ext>
                </a:extLst>
              </p:cNvPr>
              <p:cNvSpPr txBox="1">
                <a:spLocks noRot="1" noChangeAspect="1" noMove="1" noResize="1" noEditPoints="1" noAdjustHandles="1" noChangeArrowheads="1" noChangeShapeType="1" noTextEdit="1"/>
              </p:cNvSpPr>
              <p:nvPr/>
            </p:nvSpPr>
            <p:spPr>
              <a:xfrm>
                <a:off x="5234826" y="4747770"/>
                <a:ext cx="2688685" cy="523220"/>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7" name="CaixaDeTexto 46">
                <a:extLst>
                  <a:ext uri="{FF2B5EF4-FFF2-40B4-BE49-F238E27FC236}">
                    <a16:creationId xmlns:a16="http://schemas.microsoft.com/office/drawing/2014/main" id="{8FD14ECB-4956-AF86-2639-F8BDDD11305F}"/>
                  </a:ext>
                </a:extLst>
              </p:cNvPr>
              <p:cNvSpPr txBox="1"/>
              <p:nvPr/>
            </p:nvSpPr>
            <p:spPr>
              <a:xfrm>
                <a:off x="5218818" y="5233823"/>
                <a:ext cx="3561552"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𝑩</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𝟑𝟔</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𝟏𝟎</m:t>
                      </m:r>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𝒔</m:t>
                      </m:r>
                      <m:r>
                        <a:rPr lang="pt-BR" sz="2800" b="1" i="1" smtClean="0">
                          <a:latin typeface="Cambria Math" panose="02040503050406030204" pitchFamily="18" charset="0"/>
                          <a:cs typeface="Arial" panose="020B0604020202020204" pitchFamily="34" charset="0"/>
                        </a:rPr>
                        <m:t>)</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47" name="CaixaDeTexto 46">
                <a:extLst>
                  <a:ext uri="{FF2B5EF4-FFF2-40B4-BE49-F238E27FC236}">
                    <a16:creationId xmlns:a16="http://schemas.microsoft.com/office/drawing/2014/main" id="{8FD14ECB-4956-AF86-2639-F8BDDD11305F}"/>
                  </a:ext>
                </a:extLst>
              </p:cNvPr>
              <p:cNvSpPr txBox="1">
                <a:spLocks noRot="1" noChangeAspect="1" noMove="1" noResize="1" noEditPoints="1" noAdjustHandles="1" noChangeArrowheads="1" noChangeShapeType="1" noTextEdit="1"/>
              </p:cNvSpPr>
              <p:nvPr/>
            </p:nvSpPr>
            <p:spPr>
              <a:xfrm>
                <a:off x="5218818" y="5233823"/>
                <a:ext cx="3561552" cy="523220"/>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8" name="CaixaDeTexto 47">
                <a:extLst>
                  <a:ext uri="{FF2B5EF4-FFF2-40B4-BE49-F238E27FC236}">
                    <a16:creationId xmlns:a16="http://schemas.microsoft.com/office/drawing/2014/main" id="{1FD3F28C-ECE2-6F2D-0F6A-88E9891ADAAF}"/>
                  </a:ext>
                </a:extLst>
              </p:cNvPr>
              <p:cNvSpPr txBox="1"/>
              <p:nvPr/>
            </p:nvSpPr>
            <p:spPr>
              <a:xfrm>
                <a:off x="5378477" y="5716683"/>
                <a:ext cx="155048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𝑨</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𝑩</m:t>
                          </m:r>
                        </m:sub>
                      </m:sSub>
                    </m:oMath>
                  </m:oMathPara>
                </a14:m>
                <a:endParaRPr lang="pt-BR" sz="2800" b="1" dirty="0">
                  <a:latin typeface="Arial" panose="020B0604020202020204" pitchFamily="34" charset="0"/>
                  <a:cs typeface="Arial" panose="020B0604020202020204" pitchFamily="34" charset="0"/>
                </a:endParaRPr>
              </a:p>
            </p:txBody>
          </p:sp>
        </mc:Choice>
        <mc:Fallback xmlns="">
          <p:sp>
            <p:nvSpPr>
              <p:cNvPr id="48" name="CaixaDeTexto 47">
                <a:extLst>
                  <a:ext uri="{FF2B5EF4-FFF2-40B4-BE49-F238E27FC236}">
                    <a16:creationId xmlns:a16="http://schemas.microsoft.com/office/drawing/2014/main" id="{1FD3F28C-ECE2-6F2D-0F6A-88E9891ADAAF}"/>
                  </a:ext>
                </a:extLst>
              </p:cNvPr>
              <p:cNvSpPr txBox="1">
                <a:spLocks noRot="1" noChangeAspect="1" noMove="1" noResize="1" noEditPoints="1" noAdjustHandles="1" noChangeArrowheads="1" noChangeShapeType="1" noTextEdit="1"/>
              </p:cNvSpPr>
              <p:nvPr/>
            </p:nvSpPr>
            <p:spPr>
              <a:xfrm>
                <a:off x="5378477" y="5716683"/>
                <a:ext cx="1550488" cy="523220"/>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9" name="CaixaDeTexto 48">
                <a:extLst>
                  <a:ext uri="{FF2B5EF4-FFF2-40B4-BE49-F238E27FC236}">
                    <a16:creationId xmlns:a16="http://schemas.microsoft.com/office/drawing/2014/main" id="{330A9D2F-C5A2-D891-EDDC-6269A7DFDD77}"/>
                  </a:ext>
                </a:extLst>
              </p:cNvPr>
              <p:cNvSpPr txBox="1"/>
              <p:nvPr/>
            </p:nvSpPr>
            <p:spPr>
              <a:xfrm>
                <a:off x="5195363" y="6178564"/>
                <a:ext cx="2768707"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𝟐𝟐</m:t>
                      </m:r>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𝟑𝟔</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𝟏𝟎</m:t>
                      </m:r>
                      <m:r>
                        <a:rPr lang="pt-BR" sz="2800" b="1" i="1" smtClean="0">
                          <a:latin typeface="Cambria Math" panose="02040503050406030204" pitchFamily="18" charset="0"/>
                          <a:cs typeface="Arial" panose="020B0604020202020204" pitchFamily="34" charset="0"/>
                        </a:rPr>
                        <m:t>𝒕</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49" name="CaixaDeTexto 48">
                <a:extLst>
                  <a:ext uri="{FF2B5EF4-FFF2-40B4-BE49-F238E27FC236}">
                    <a16:creationId xmlns:a16="http://schemas.microsoft.com/office/drawing/2014/main" id="{330A9D2F-C5A2-D891-EDDC-6269A7DFDD77}"/>
                  </a:ext>
                </a:extLst>
              </p:cNvPr>
              <p:cNvSpPr txBox="1">
                <a:spLocks noRot="1" noChangeAspect="1" noMove="1" noResize="1" noEditPoints="1" noAdjustHandles="1" noChangeArrowheads="1" noChangeShapeType="1" noTextEdit="1"/>
              </p:cNvSpPr>
              <p:nvPr/>
            </p:nvSpPr>
            <p:spPr>
              <a:xfrm>
                <a:off x="5195363" y="6178564"/>
                <a:ext cx="2768707" cy="523220"/>
              </a:xfrm>
              <a:prstGeom prst="rect">
                <a:avLst/>
              </a:prstGeom>
              <a:blipFill>
                <a:blip r:embed="rId6"/>
                <a:stretch>
                  <a:fillRect/>
                </a:stretch>
              </a:blipFill>
            </p:spPr>
            <p:txBody>
              <a:bodyPr/>
              <a:lstStyle/>
              <a:p>
                <a:r>
                  <a:rPr lang="pt-BR">
                    <a:noFill/>
                  </a:rPr>
                  <a:t> </a:t>
                </a:r>
              </a:p>
            </p:txBody>
          </p:sp>
        </mc:Fallback>
      </mc:AlternateContent>
      <p:sp>
        <p:nvSpPr>
          <p:cNvPr id="52" name="Retângulo 51">
            <a:extLst>
              <a:ext uri="{FF2B5EF4-FFF2-40B4-BE49-F238E27FC236}">
                <a16:creationId xmlns:a16="http://schemas.microsoft.com/office/drawing/2014/main" id="{D2FD4419-B234-F7CD-ECC7-5FCCCD9839BB}"/>
              </a:ext>
            </a:extLst>
          </p:cNvPr>
          <p:cNvSpPr/>
          <p:nvPr/>
        </p:nvSpPr>
        <p:spPr>
          <a:xfrm>
            <a:off x="8726319" y="4867517"/>
            <a:ext cx="36660" cy="187503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53" name="CaixaDeTexto 52">
                <a:extLst>
                  <a:ext uri="{FF2B5EF4-FFF2-40B4-BE49-F238E27FC236}">
                    <a16:creationId xmlns:a16="http://schemas.microsoft.com/office/drawing/2014/main" id="{1DF1A8B6-3141-7226-A055-C132C0281C58}"/>
                  </a:ext>
                </a:extLst>
              </p:cNvPr>
              <p:cNvSpPr txBox="1"/>
              <p:nvPr/>
            </p:nvSpPr>
            <p:spPr>
              <a:xfrm>
                <a:off x="9177903" y="4788185"/>
                <a:ext cx="176118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𝟏𝟐</m:t>
                      </m:r>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𝟑𝟔</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53" name="CaixaDeTexto 52">
                <a:extLst>
                  <a:ext uri="{FF2B5EF4-FFF2-40B4-BE49-F238E27FC236}">
                    <a16:creationId xmlns:a16="http://schemas.microsoft.com/office/drawing/2014/main" id="{1DF1A8B6-3141-7226-A055-C132C0281C58}"/>
                  </a:ext>
                </a:extLst>
              </p:cNvPr>
              <p:cNvSpPr txBox="1">
                <a:spLocks noRot="1" noChangeAspect="1" noMove="1" noResize="1" noEditPoints="1" noAdjustHandles="1" noChangeArrowheads="1" noChangeShapeType="1" noTextEdit="1"/>
              </p:cNvSpPr>
              <p:nvPr/>
            </p:nvSpPr>
            <p:spPr>
              <a:xfrm>
                <a:off x="9177903" y="4788185"/>
                <a:ext cx="1761188" cy="523220"/>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4" name="CaixaDeTexto 53">
                <a:extLst>
                  <a:ext uri="{FF2B5EF4-FFF2-40B4-BE49-F238E27FC236}">
                    <a16:creationId xmlns:a16="http://schemas.microsoft.com/office/drawing/2014/main" id="{356E9905-367B-D229-1C51-4C7912FCF5F1}"/>
                  </a:ext>
                </a:extLst>
              </p:cNvPr>
              <p:cNvSpPr txBox="1"/>
              <p:nvPr/>
            </p:nvSpPr>
            <p:spPr>
              <a:xfrm>
                <a:off x="9033879" y="5288799"/>
                <a:ext cx="1723229" cy="523220"/>
              </a:xfrm>
              <a:prstGeom prst="rect">
                <a:avLst/>
              </a:prstGeom>
              <a:gradFill flip="none" rotWithShape="1">
                <a:gsLst>
                  <a:gs pos="0">
                    <a:srgbClr val="002060">
                      <a:tint val="66000"/>
                      <a:satMod val="160000"/>
                    </a:srgbClr>
                  </a:gs>
                  <a:gs pos="50000">
                    <a:srgbClr val="002060">
                      <a:tint val="44500"/>
                      <a:satMod val="160000"/>
                    </a:srgbClr>
                  </a:gs>
                  <a:gs pos="100000">
                    <a:srgbClr val="002060">
                      <a:tint val="23500"/>
                      <a:satMod val="160000"/>
                    </a:srgbClr>
                  </a:gs>
                </a:gsLst>
                <a:path path="circle">
                  <a:fillToRect l="50000" t="50000" r="50000" b="50000"/>
                </a:path>
                <a:tileRect/>
              </a:gradFill>
              <a:ln>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𝟑</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𝟎</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𝒔</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54" name="CaixaDeTexto 53">
                <a:extLst>
                  <a:ext uri="{FF2B5EF4-FFF2-40B4-BE49-F238E27FC236}">
                    <a16:creationId xmlns:a16="http://schemas.microsoft.com/office/drawing/2014/main" id="{356E9905-367B-D229-1C51-4C7912FCF5F1}"/>
                  </a:ext>
                </a:extLst>
              </p:cNvPr>
              <p:cNvSpPr txBox="1">
                <a:spLocks noRot="1" noChangeAspect="1" noMove="1" noResize="1" noEditPoints="1" noAdjustHandles="1" noChangeArrowheads="1" noChangeShapeType="1" noTextEdit="1"/>
              </p:cNvSpPr>
              <p:nvPr/>
            </p:nvSpPr>
            <p:spPr>
              <a:xfrm>
                <a:off x="9033879" y="5288799"/>
                <a:ext cx="1723229" cy="523220"/>
              </a:xfrm>
              <a:prstGeom prst="rect">
                <a:avLst/>
              </a:prstGeom>
              <a:blipFill>
                <a:blip r:embed="rId8"/>
                <a:stretch>
                  <a:fillRect/>
                </a:stretch>
              </a:blipFill>
              <a:ln>
                <a:solidFill>
                  <a:schemeClr val="tx1"/>
                </a:solidFill>
              </a:ln>
            </p:spPr>
            <p:txBody>
              <a:bodyPr/>
              <a:lstStyle/>
              <a:p>
                <a:r>
                  <a:rPr lang="pt-BR">
                    <a:noFill/>
                  </a:rPr>
                  <a:t> </a:t>
                </a:r>
              </a:p>
            </p:txBody>
          </p:sp>
        </mc:Fallback>
      </mc:AlternateContent>
      <p:pic>
        <p:nvPicPr>
          <p:cNvPr id="56" name="Imagem 55" descr="Uma imagem contendo segurando, pessoa, mão, escuro&#10;&#10;Descrição gerada automaticamente">
            <a:extLst>
              <a:ext uri="{FF2B5EF4-FFF2-40B4-BE49-F238E27FC236}">
                <a16:creationId xmlns:a16="http://schemas.microsoft.com/office/drawing/2014/main" id="{15529475-4363-015E-9E91-67D9F67613D7}"/>
              </a:ext>
            </a:extLst>
          </p:cNvPr>
          <p:cNvPicPr>
            <a:picLocks noChangeAspect="1"/>
          </p:cNvPicPr>
          <p:nvPr/>
        </p:nvPicPr>
        <p:blipFill>
          <a:blip r:embed="rId9"/>
          <a:stretch>
            <a:fillRect/>
          </a:stretch>
        </p:blipFill>
        <p:spPr>
          <a:xfrm>
            <a:off x="10442842" y="4470069"/>
            <a:ext cx="1717200" cy="2116268"/>
          </a:xfrm>
          <a:prstGeom prst="rect">
            <a:avLst/>
          </a:prstGeom>
        </p:spPr>
      </p:pic>
    </p:spTree>
    <p:extLst>
      <p:ext uri="{BB962C8B-B14F-4D97-AF65-F5344CB8AC3E}">
        <p14:creationId xmlns:p14="http://schemas.microsoft.com/office/powerpoint/2010/main" val="4403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5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1000"/>
                                        <p:tgtEl>
                                          <p:spTgt spid="22"/>
                                        </p:tgtEl>
                                      </p:cBhvr>
                                    </p:animEffect>
                                    <p:anim calcmode="lin" valueType="num">
                                      <p:cBhvr>
                                        <p:cTn id="31" dur="1000" fill="hold"/>
                                        <p:tgtEl>
                                          <p:spTgt spid="22"/>
                                        </p:tgtEl>
                                        <p:attrNameLst>
                                          <p:attrName>ppt_x</p:attrName>
                                        </p:attrNameLst>
                                      </p:cBhvr>
                                      <p:tavLst>
                                        <p:tav tm="0">
                                          <p:val>
                                            <p:strVal val="#ppt_x"/>
                                          </p:val>
                                        </p:tav>
                                        <p:tav tm="100000">
                                          <p:val>
                                            <p:strVal val="#ppt_x"/>
                                          </p:val>
                                        </p:tav>
                                      </p:tavLst>
                                    </p:anim>
                                    <p:anim calcmode="lin" valueType="num">
                                      <p:cBhvr>
                                        <p:cTn id="32"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500"/>
                                        <p:tgtEl>
                                          <p:spTgt spid="3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500"/>
                                        <p:tgtEl>
                                          <p:spTgt spid="35"/>
                                        </p:tgtEl>
                                      </p:cBhvr>
                                    </p:animEffect>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fade">
                                      <p:cBhvr>
                                        <p:cTn id="52" dur="1000"/>
                                        <p:tgtEl>
                                          <p:spTgt spid="39"/>
                                        </p:tgtEl>
                                      </p:cBhvr>
                                    </p:animEffect>
                                    <p:anim calcmode="lin" valueType="num">
                                      <p:cBhvr>
                                        <p:cTn id="53" dur="1000" fill="hold"/>
                                        <p:tgtEl>
                                          <p:spTgt spid="39"/>
                                        </p:tgtEl>
                                        <p:attrNameLst>
                                          <p:attrName>ppt_x</p:attrName>
                                        </p:attrNameLst>
                                      </p:cBhvr>
                                      <p:tavLst>
                                        <p:tav tm="0">
                                          <p:val>
                                            <p:strVal val="#ppt_x"/>
                                          </p:val>
                                        </p:tav>
                                        <p:tav tm="100000">
                                          <p:val>
                                            <p:strVal val="#ppt_x"/>
                                          </p:val>
                                        </p:tav>
                                      </p:tavLst>
                                    </p:anim>
                                    <p:anim calcmode="lin" valueType="num">
                                      <p:cBhvr>
                                        <p:cTn id="54"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40"/>
                                        </p:tgtEl>
                                        <p:attrNameLst>
                                          <p:attrName>style.visibility</p:attrName>
                                        </p:attrNameLst>
                                      </p:cBhvr>
                                      <p:to>
                                        <p:strVal val="visible"/>
                                      </p:to>
                                    </p:set>
                                    <p:animEffect transition="in" filter="fade">
                                      <p:cBhvr>
                                        <p:cTn id="59" dur="1000"/>
                                        <p:tgtEl>
                                          <p:spTgt spid="40"/>
                                        </p:tgtEl>
                                      </p:cBhvr>
                                    </p:animEffect>
                                    <p:anim calcmode="lin" valueType="num">
                                      <p:cBhvr>
                                        <p:cTn id="60" dur="1000" fill="hold"/>
                                        <p:tgtEl>
                                          <p:spTgt spid="40"/>
                                        </p:tgtEl>
                                        <p:attrNameLst>
                                          <p:attrName>ppt_x</p:attrName>
                                        </p:attrNameLst>
                                      </p:cBhvr>
                                      <p:tavLst>
                                        <p:tav tm="0">
                                          <p:val>
                                            <p:strVal val="#ppt_x"/>
                                          </p:val>
                                        </p:tav>
                                        <p:tav tm="100000">
                                          <p:val>
                                            <p:strVal val="#ppt_x"/>
                                          </p:val>
                                        </p:tav>
                                      </p:tavLst>
                                    </p:anim>
                                    <p:anim calcmode="lin" valueType="num">
                                      <p:cBhvr>
                                        <p:cTn id="61"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grpId="0" nodeType="clickEffect">
                                  <p:stCondLst>
                                    <p:cond delay="0"/>
                                  </p:stCondLst>
                                  <p:childTnLst>
                                    <p:set>
                                      <p:cBhvr>
                                        <p:cTn id="65" dur="1" fill="hold">
                                          <p:stCondLst>
                                            <p:cond delay="0"/>
                                          </p:stCondLst>
                                        </p:cTn>
                                        <p:tgtEl>
                                          <p:spTgt spid="44"/>
                                        </p:tgtEl>
                                        <p:attrNameLst>
                                          <p:attrName>style.visibility</p:attrName>
                                        </p:attrNameLst>
                                      </p:cBhvr>
                                      <p:to>
                                        <p:strVal val="visible"/>
                                      </p:to>
                                    </p:set>
                                    <p:animEffect transition="in" filter="fade">
                                      <p:cBhvr>
                                        <p:cTn id="66" dur="1000"/>
                                        <p:tgtEl>
                                          <p:spTgt spid="44"/>
                                        </p:tgtEl>
                                      </p:cBhvr>
                                    </p:animEffect>
                                    <p:anim calcmode="lin" valueType="num">
                                      <p:cBhvr>
                                        <p:cTn id="67" dur="1000" fill="hold"/>
                                        <p:tgtEl>
                                          <p:spTgt spid="44"/>
                                        </p:tgtEl>
                                        <p:attrNameLst>
                                          <p:attrName>ppt_x</p:attrName>
                                        </p:attrNameLst>
                                      </p:cBhvr>
                                      <p:tavLst>
                                        <p:tav tm="0">
                                          <p:val>
                                            <p:strVal val="#ppt_x"/>
                                          </p:val>
                                        </p:tav>
                                        <p:tav tm="100000">
                                          <p:val>
                                            <p:strVal val="#ppt_x"/>
                                          </p:val>
                                        </p:tav>
                                      </p:tavLst>
                                    </p:anim>
                                    <p:anim calcmode="lin" valueType="num">
                                      <p:cBhvr>
                                        <p:cTn id="68"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46"/>
                                        </p:tgtEl>
                                        <p:attrNameLst>
                                          <p:attrName>style.visibility</p:attrName>
                                        </p:attrNameLst>
                                      </p:cBhvr>
                                      <p:to>
                                        <p:strVal val="visible"/>
                                      </p:to>
                                    </p:set>
                                    <p:animEffect transition="in" filter="wipe(down)">
                                      <p:cBhvr>
                                        <p:cTn id="77" dur="500"/>
                                        <p:tgtEl>
                                          <p:spTgt spid="46"/>
                                        </p:tgtEl>
                                      </p:cBhvr>
                                    </p:animEffect>
                                  </p:childTnLst>
                                </p:cTn>
                              </p:par>
                            </p:childTnLst>
                          </p:cTn>
                        </p:par>
                      </p:childTnLst>
                    </p:cTn>
                  </p:par>
                  <p:par>
                    <p:cTn id="78" fill="hold">
                      <p:stCondLst>
                        <p:cond delay="indefinite"/>
                      </p:stCondLst>
                      <p:childTnLst>
                        <p:par>
                          <p:cTn id="79" fill="hold">
                            <p:stCondLst>
                              <p:cond delay="0"/>
                            </p:stCondLst>
                            <p:childTnLst>
                              <p:par>
                                <p:cTn id="80" presetID="14" presetClass="entr" presetSubtype="10" fill="hold" grpId="0" nodeType="clickEffect">
                                  <p:stCondLst>
                                    <p:cond delay="0"/>
                                  </p:stCondLst>
                                  <p:childTnLst>
                                    <p:set>
                                      <p:cBhvr>
                                        <p:cTn id="81" dur="1" fill="hold">
                                          <p:stCondLst>
                                            <p:cond delay="0"/>
                                          </p:stCondLst>
                                        </p:cTn>
                                        <p:tgtEl>
                                          <p:spTgt spid="47"/>
                                        </p:tgtEl>
                                        <p:attrNameLst>
                                          <p:attrName>style.visibility</p:attrName>
                                        </p:attrNameLst>
                                      </p:cBhvr>
                                      <p:to>
                                        <p:strVal val="visible"/>
                                      </p:to>
                                    </p:set>
                                    <p:animEffect transition="in" filter="randombar(horizontal)">
                                      <p:cBhvr>
                                        <p:cTn id="82" dur="500"/>
                                        <p:tgtEl>
                                          <p:spTgt spid="47"/>
                                        </p:tgtEl>
                                      </p:cBhvr>
                                    </p:animEffect>
                                  </p:childTnLst>
                                </p:cTn>
                              </p:par>
                            </p:childTnLst>
                          </p:cTn>
                        </p:par>
                      </p:childTnLst>
                    </p:cTn>
                  </p:par>
                  <p:par>
                    <p:cTn id="83" fill="hold">
                      <p:stCondLst>
                        <p:cond delay="indefinite"/>
                      </p:stCondLst>
                      <p:childTnLst>
                        <p:par>
                          <p:cTn id="84" fill="hold">
                            <p:stCondLst>
                              <p:cond delay="0"/>
                            </p:stCondLst>
                            <p:childTnLst>
                              <p:par>
                                <p:cTn id="85" presetID="16" presetClass="entr" presetSubtype="21" fill="hold" grpId="0" nodeType="clickEffect">
                                  <p:stCondLst>
                                    <p:cond delay="0"/>
                                  </p:stCondLst>
                                  <p:childTnLst>
                                    <p:set>
                                      <p:cBhvr>
                                        <p:cTn id="86" dur="1" fill="hold">
                                          <p:stCondLst>
                                            <p:cond delay="0"/>
                                          </p:stCondLst>
                                        </p:cTn>
                                        <p:tgtEl>
                                          <p:spTgt spid="48"/>
                                        </p:tgtEl>
                                        <p:attrNameLst>
                                          <p:attrName>style.visibility</p:attrName>
                                        </p:attrNameLst>
                                      </p:cBhvr>
                                      <p:to>
                                        <p:strVal val="visible"/>
                                      </p:to>
                                    </p:set>
                                    <p:animEffect transition="in" filter="barn(inVertical)">
                                      <p:cBhvr>
                                        <p:cTn id="87" dur="500"/>
                                        <p:tgtEl>
                                          <p:spTgt spid="48"/>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9"/>
                                        </p:tgtEl>
                                        <p:attrNameLst>
                                          <p:attrName>style.visibility</p:attrName>
                                        </p:attrNameLst>
                                      </p:cBhvr>
                                      <p:to>
                                        <p:strVal val="visible"/>
                                      </p:to>
                                    </p:set>
                                    <p:animEffect transition="in" filter="fade">
                                      <p:cBhvr>
                                        <p:cTn id="92" dur="500"/>
                                        <p:tgtEl>
                                          <p:spTgt spid="49"/>
                                        </p:tgtEl>
                                      </p:cBhvr>
                                    </p:animEffect>
                                  </p:childTnLst>
                                </p:cTn>
                              </p:par>
                            </p:childTnLst>
                          </p:cTn>
                        </p:par>
                      </p:childTnLst>
                    </p:cTn>
                  </p:par>
                  <p:par>
                    <p:cTn id="93" fill="hold">
                      <p:stCondLst>
                        <p:cond delay="indefinite"/>
                      </p:stCondLst>
                      <p:childTnLst>
                        <p:par>
                          <p:cTn id="94" fill="hold">
                            <p:stCondLst>
                              <p:cond delay="0"/>
                            </p:stCondLst>
                            <p:childTnLst>
                              <p:par>
                                <p:cTn id="95" presetID="42" presetClass="entr" presetSubtype="0" fill="hold" grpId="0" nodeType="clickEffect">
                                  <p:stCondLst>
                                    <p:cond delay="0"/>
                                  </p:stCondLst>
                                  <p:childTnLst>
                                    <p:set>
                                      <p:cBhvr>
                                        <p:cTn id="96" dur="1" fill="hold">
                                          <p:stCondLst>
                                            <p:cond delay="0"/>
                                          </p:stCondLst>
                                        </p:cTn>
                                        <p:tgtEl>
                                          <p:spTgt spid="52"/>
                                        </p:tgtEl>
                                        <p:attrNameLst>
                                          <p:attrName>style.visibility</p:attrName>
                                        </p:attrNameLst>
                                      </p:cBhvr>
                                      <p:to>
                                        <p:strVal val="visible"/>
                                      </p:to>
                                    </p:set>
                                    <p:animEffect transition="in" filter="fade">
                                      <p:cBhvr>
                                        <p:cTn id="97" dur="1000"/>
                                        <p:tgtEl>
                                          <p:spTgt spid="52"/>
                                        </p:tgtEl>
                                      </p:cBhvr>
                                    </p:animEffect>
                                    <p:anim calcmode="lin" valueType="num">
                                      <p:cBhvr>
                                        <p:cTn id="98" dur="1000" fill="hold"/>
                                        <p:tgtEl>
                                          <p:spTgt spid="52"/>
                                        </p:tgtEl>
                                        <p:attrNameLst>
                                          <p:attrName>ppt_x</p:attrName>
                                        </p:attrNameLst>
                                      </p:cBhvr>
                                      <p:tavLst>
                                        <p:tav tm="0">
                                          <p:val>
                                            <p:strVal val="#ppt_x"/>
                                          </p:val>
                                        </p:tav>
                                        <p:tav tm="100000">
                                          <p:val>
                                            <p:strVal val="#ppt_x"/>
                                          </p:val>
                                        </p:tav>
                                      </p:tavLst>
                                    </p:anim>
                                    <p:anim calcmode="lin" valueType="num">
                                      <p:cBhvr>
                                        <p:cTn id="99"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42" presetClass="entr" presetSubtype="0" fill="hold" grpId="0" nodeType="clickEffect">
                                  <p:stCondLst>
                                    <p:cond delay="0"/>
                                  </p:stCondLst>
                                  <p:childTnLst>
                                    <p:set>
                                      <p:cBhvr>
                                        <p:cTn id="103" dur="1" fill="hold">
                                          <p:stCondLst>
                                            <p:cond delay="0"/>
                                          </p:stCondLst>
                                        </p:cTn>
                                        <p:tgtEl>
                                          <p:spTgt spid="53"/>
                                        </p:tgtEl>
                                        <p:attrNameLst>
                                          <p:attrName>style.visibility</p:attrName>
                                        </p:attrNameLst>
                                      </p:cBhvr>
                                      <p:to>
                                        <p:strVal val="visible"/>
                                      </p:to>
                                    </p:set>
                                    <p:animEffect transition="in" filter="fade">
                                      <p:cBhvr>
                                        <p:cTn id="104" dur="1000"/>
                                        <p:tgtEl>
                                          <p:spTgt spid="53"/>
                                        </p:tgtEl>
                                      </p:cBhvr>
                                    </p:animEffect>
                                    <p:anim calcmode="lin" valueType="num">
                                      <p:cBhvr>
                                        <p:cTn id="105" dur="1000" fill="hold"/>
                                        <p:tgtEl>
                                          <p:spTgt spid="53"/>
                                        </p:tgtEl>
                                        <p:attrNameLst>
                                          <p:attrName>ppt_x</p:attrName>
                                        </p:attrNameLst>
                                      </p:cBhvr>
                                      <p:tavLst>
                                        <p:tav tm="0">
                                          <p:val>
                                            <p:strVal val="#ppt_x"/>
                                          </p:val>
                                        </p:tav>
                                        <p:tav tm="100000">
                                          <p:val>
                                            <p:strVal val="#ppt_x"/>
                                          </p:val>
                                        </p:tav>
                                      </p:tavLst>
                                    </p:anim>
                                    <p:anim calcmode="lin" valueType="num">
                                      <p:cBhvr>
                                        <p:cTn id="106"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21" presetClass="entr" presetSubtype="1" fill="hold" grpId="0" nodeType="clickEffect">
                                  <p:stCondLst>
                                    <p:cond delay="0"/>
                                  </p:stCondLst>
                                  <p:childTnLst>
                                    <p:set>
                                      <p:cBhvr>
                                        <p:cTn id="110" dur="1" fill="hold">
                                          <p:stCondLst>
                                            <p:cond delay="0"/>
                                          </p:stCondLst>
                                        </p:cTn>
                                        <p:tgtEl>
                                          <p:spTgt spid="54"/>
                                        </p:tgtEl>
                                        <p:attrNameLst>
                                          <p:attrName>style.visibility</p:attrName>
                                        </p:attrNameLst>
                                      </p:cBhvr>
                                      <p:to>
                                        <p:strVal val="visible"/>
                                      </p:to>
                                    </p:set>
                                    <p:animEffect transition="in" filter="wheel(1)">
                                      <p:cBhvr>
                                        <p:cTn id="111" dur="2000"/>
                                        <p:tgtEl>
                                          <p:spTgt spid="54"/>
                                        </p:tgtEl>
                                      </p:cBhvr>
                                    </p:animEffect>
                                  </p:childTnLst>
                                </p:cTn>
                              </p:par>
                            </p:childTnLst>
                          </p:cTn>
                        </p:par>
                      </p:childTnLst>
                    </p:cTn>
                  </p:par>
                  <p:par>
                    <p:cTn id="112" fill="hold">
                      <p:stCondLst>
                        <p:cond delay="indefinite"/>
                      </p:stCondLst>
                      <p:childTnLst>
                        <p:par>
                          <p:cTn id="113" fill="hold">
                            <p:stCondLst>
                              <p:cond delay="0"/>
                            </p:stCondLst>
                            <p:childTnLst>
                              <p:par>
                                <p:cTn id="114" presetID="14" presetClass="entr" presetSubtype="10" fill="hold" grpId="0" nodeType="clickEffect">
                                  <p:stCondLst>
                                    <p:cond delay="0"/>
                                  </p:stCondLst>
                                  <p:childTnLst>
                                    <p:set>
                                      <p:cBhvr>
                                        <p:cTn id="115" dur="1" fill="hold">
                                          <p:stCondLst>
                                            <p:cond delay="0"/>
                                          </p:stCondLst>
                                        </p:cTn>
                                        <p:tgtEl>
                                          <p:spTgt spid="55"/>
                                        </p:tgtEl>
                                        <p:attrNameLst>
                                          <p:attrName>style.visibility</p:attrName>
                                        </p:attrNameLst>
                                      </p:cBhvr>
                                      <p:to>
                                        <p:strVal val="visible"/>
                                      </p:to>
                                    </p:set>
                                    <p:animEffect transition="in" filter="randombar(horizontal)">
                                      <p:cBhvr>
                                        <p:cTn id="116" dur="500"/>
                                        <p:tgtEl>
                                          <p:spTgt spid="55"/>
                                        </p:tgtEl>
                                      </p:cBhvr>
                                    </p:animEffect>
                                  </p:childTnLst>
                                </p:cTn>
                              </p:par>
                            </p:childTnLst>
                          </p:cTn>
                        </p:par>
                      </p:childTnLst>
                    </p:cTn>
                  </p:par>
                  <p:par>
                    <p:cTn id="117" fill="hold">
                      <p:stCondLst>
                        <p:cond delay="indefinite"/>
                      </p:stCondLst>
                      <p:childTnLst>
                        <p:par>
                          <p:cTn id="118" fill="hold">
                            <p:stCondLst>
                              <p:cond delay="0"/>
                            </p:stCondLst>
                            <p:childTnLst>
                              <p:par>
                                <p:cTn id="119" presetID="21" presetClass="entr" presetSubtype="1" fill="hold" nodeType="clickEffect">
                                  <p:stCondLst>
                                    <p:cond delay="0"/>
                                  </p:stCondLst>
                                  <p:childTnLst>
                                    <p:set>
                                      <p:cBhvr>
                                        <p:cTn id="120" dur="1" fill="hold">
                                          <p:stCondLst>
                                            <p:cond delay="0"/>
                                          </p:stCondLst>
                                        </p:cTn>
                                        <p:tgtEl>
                                          <p:spTgt spid="56"/>
                                        </p:tgtEl>
                                        <p:attrNameLst>
                                          <p:attrName>style.visibility</p:attrName>
                                        </p:attrNameLst>
                                      </p:cBhvr>
                                      <p:to>
                                        <p:strVal val="visible"/>
                                      </p:to>
                                    </p:set>
                                    <p:animEffect transition="in" filter="wheel(1)">
                                      <p:cBhvr>
                                        <p:cTn id="121" dur="20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4" grpId="0"/>
      <p:bldP spid="5" grpId="0"/>
      <p:bldP spid="6" grpId="0"/>
      <p:bldP spid="23" grpId="0" animBg="1"/>
      <p:bldP spid="39" grpId="0"/>
      <p:bldP spid="40" grpId="0"/>
      <p:bldP spid="44" grpId="0" animBg="1"/>
      <p:bldP spid="45" grpId="0"/>
      <p:bldP spid="46" grpId="0"/>
      <p:bldP spid="47" grpId="0"/>
      <p:bldP spid="48" grpId="0"/>
      <p:bldP spid="49" grpId="0"/>
      <p:bldP spid="52" grpId="0" animBg="1"/>
      <p:bldP spid="53" grpId="0"/>
      <p:bldP spid="5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B3A5F-7CDB-D3CA-8BA2-2D1844D954EE}"/>
            </a:ext>
          </a:extLst>
        </p:cNvPr>
        <p:cNvGrpSpPr/>
        <p:nvPr/>
      </p:nvGrpSpPr>
      <p:grpSpPr>
        <a:xfrm>
          <a:off x="0" y="0"/>
          <a:ext cx="0" cy="0"/>
          <a:chOff x="0" y="0"/>
          <a:chExt cx="0" cy="0"/>
        </a:xfrm>
      </p:grpSpPr>
      <p:sp>
        <p:nvSpPr>
          <p:cNvPr id="2" name="CaixaDeTexto 1">
            <a:extLst>
              <a:ext uri="{FF2B5EF4-FFF2-40B4-BE49-F238E27FC236}">
                <a16:creationId xmlns:a16="http://schemas.microsoft.com/office/drawing/2014/main" id="{1437D2B0-EEF9-BCF0-58FB-109EA03225B3}"/>
              </a:ext>
            </a:extLst>
          </p:cNvPr>
          <p:cNvSpPr txBox="1"/>
          <p:nvPr/>
        </p:nvSpPr>
        <p:spPr>
          <a:xfrm>
            <a:off x="329628" y="568035"/>
            <a:ext cx="10975682" cy="6124754"/>
          </a:xfrm>
          <a:prstGeom prst="rect">
            <a:avLst/>
          </a:prstGeom>
          <a:noFill/>
        </p:spPr>
        <p:txBody>
          <a:bodyPr wrap="square">
            <a:spAutoFit/>
          </a:bodyPr>
          <a:lstStyle/>
          <a:p>
            <a:pPr algn="just"/>
            <a:r>
              <a:rPr lang="pt-BR" sz="2800" b="1" dirty="0">
                <a:solidFill>
                  <a:srgbClr val="FF0000"/>
                </a:solidFill>
                <a:latin typeface="Arial" panose="020B0604020202020204" pitchFamily="34" charset="0"/>
                <a:cs typeface="Arial" panose="020B0604020202020204" pitchFamily="34" charset="0"/>
              </a:rPr>
              <a:t>1-) (EEAR – SP – 2022) pag.: 64 </a:t>
            </a:r>
            <a:r>
              <a:rPr lang="pt-BR" sz="2800" b="1" dirty="0">
                <a:latin typeface="Arial" panose="020B0604020202020204" pitchFamily="34" charset="0"/>
                <a:cs typeface="Arial" panose="020B0604020202020204" pitchFamily="34" charset="0"/>
              </a:rPr>
              <a:t>Alguns motoristas utilizam uma regra prática para manter uma distância de segurança ao veículo que vai à frente em uma estrada. Se os dois veículos estiverem percorrendo a mesma trajetória retilínea e no mesmo sentido, utiliza-se o intervalo de tempo em que os veículos passam por um ponto de referência no solo. Essa regra é feita utilizando um ponto fixo à beira da estrada, uma placa de sinalização, por exemplo, quando o veículo imediatamente à frente passar pelo ponto conta-se dois segundos até o veículo onde está o observador atingir o mesmo ponto de referência. Garantindo assim, uma distância de segurança entre os veículos. Considerando dois carros com velocidades constantes de módulos iguais a 99 km/h e aplicando-se a regra prática descrita acima, qual será, em metros, a distância de </a:t>
            </a:r>
          </a:p>
        </p:txBody>
      </p:sp>
      <p:sp>
        <p:nvSpPr>
          <p:cNvPr id="3" name="CaixaDeTexto 2">
            <a:extLst>
              <a:ext uri="{FF2B5EF4-FFF2-40B4-BE49-F238E27FC236}">
                <a16:creationId xmlns:a16="http://schemas.microsoft.com/office/drawing/2014/main" id="{35E60A1A-BBD9-4138-8AFE-21A655CF387A}"/>
              </a:ext>
            </a:extLst>
          </p:cNvPr>
          <p:cNvSpPr txBox="1"/>
          <p:nvPr/>
        </p:nvSpPr>
        <p:spPr>
          <a:xfrm>
            <a:off x="3380510" y="109791"/>
            <a:ext cx="4660250" cy="523220"/>
          </a:xfrm>
          <a:prstGeom prst="rect">
            <a:avLst/>
          </a:prstGeom>
          <a:noFill/>
        </p:spPr>
        <p:txBody>
          <a:bodyPr wrap="none" rtlCol="0">
            <a:spAutoFit/>
          </a:bodyPr>
          <a:lstStyle/>
          <a:p>
            <a:r>
              <a:rPr lang="pt-BR" sz="2800" b="1" dirty="0">
                <a:solidFill>
                  <a:srgbClr val="002060"/>
                </a:solidFill>
                <a:latin typeface="Arial" panose="020B0604020202020204" pitchFamily="34" charset="0"/>
                <a:cs typeface="Arial" panose="020B0604020202020204" pitchFamily="34" charset="0"/>
              </a:rPr>
              <a:t>Aplicando conhecimentos</a:t>
            </a:r>
          </a:p>
        </p:txBody>
      </p:sp>
    </p:spTree>
    <p:extLst>
      <p:ext uri="{BB962C8B-B14F-4D97-AF65-F5344CB8AC3E}">
        <p14:creationId xmlns:p14="http://schemas.microsoft.com/office/powerpoint/2010/main" val="1152530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8E1F2-84DF-9737-AD9A-2E80FD0EEB1A}"/>
            </a:ext>
          </a:extLst>
        </p:cNvPr>
        <p:cNvGrpSpPr/>
        <p:nvPr/>
      </p:nvGrpSpPr>
      <p:grpSpPr>
        <a:xfrm>
          <a:off x="0" y="0"/>
          <a:ext cx="0" cy="0"/>
          <a:chOff x="0" y="0"/>
          <a:chExt cx="0" cy="0"/>
        </a:xfrm>
      </p:grpSpPr>
      <p:sp>
        <p:nvSpPr>
          <p:cNvPr id="19" name="Retângulo: Cantos Arredondados 18">
            <a:extLst>
              <a:ext uri="{FF2B5EF4-FFF2-40B4-BE49-F238E27FC236}">
                <a16:creationId xmlns:a16="http://schemas.microsoft.com/office/drawing/2014/main" id="{214AC12C-5084-EDC8-A980-DB8B811DBB45}"/>
              </a:ext>
            </a:extLst>
          </p:cNvPr>
          <p:cNvSpPr/>
          <p:nvPr/>
        </p:nvSpPr>
        <p:spPr>
          <a:xfrm>
            <a:off x="4083718" y="872837"/>
            <a:ext cx="1084028" cy="523220"/>
          </a:xfrm>
          <a:prstGeom prst="round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path path="circle">
              <a:fillToRect l="50000" t="50000" r="50000" b="50000"/>
            </a:path>
            <a:tileRect/>
          </a:gradFill>
          <a:ln>
            <a:solidFill>
              <a:srgbClr val="FF0000"/>
            </a:solidFill>
          </a:ln>
          <a:scene3d>
            <a:camera prst="orthographicFront"/>
            <a:lightRig rig="threePt" dir="t"/>
          </a:scene3d>
          <a:sp3d>
            <a:bevelT w="139700" h="139700" prst="divo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 name="CaixaDeTexto 1">
            <a:extLst>
              <a:ext uri="{FF2B5EF4-FFF2-40B4-BE49-F238E27FC236}">
                <a16:creationId xmlns:a16="http://schemas.microsoft.com/office/drawing/2014/main" id="{B84B00C0-F29F-7FFC-ADF3-D0CB9A1032A8}"/>
              </a:ext>
            </a:extLst>
          </p:cNvPr>
          <p:cNvSpPr txBox="1"/>
          <p:nvPr/>
        </p:nvSpPr>
        <p:spPr>
          <a:xfrm>
            <a:off x="429491" y="180109"/>
            <a:ext cx="10986654" cy="523220"/>
          </a:xfrm>
          <a:prstGeom prst="rect">
            <a:avLst/>
          </a:prstGeom>
          <a:noFill/>
        </p:spPr>
        <p:txBody>
          <a:bodyPr wrap="square" rtlCol="0">
            <a:spAutoFit/>
          </a:bodyPr>
          <a:lstStyle/>
          <a:p>
            <a:r>
              <a:rPr lang="pt-BR" sz="2800" b="1" dirty="0">
                <a:latin typeface="Arial" panose="020B0604020202020204" pitchFamily="34" charset="0"/>
                <a:cs typeface="Arial" panose="020B0604020202020204" pitchFamily="34" charset="0"/>
              </a:rPr>
              <a:t>separação entre os veículos?</a:t>
            </a:r>
          </a:p>
        </p:txBody>
      </p:sp>
      <p:sp>
        <p:nvSpPr>
          <p:cNvPr id="3" name="CaixaDeTexto 2">
            <a:extLst>
              <a:ext uri="{FF2B5EF4-FFF2-40B4-BE49-F238E27FC236}">
                <a16:creationId xmlns:a16="http://schemas.microsoft.com/office/drawing/2014/main" id="{3823D3A3-E601-78E2-D533-B19317F235D3}"/>
              </a:ext>
            </a:extLst>
          </p:cNvPr>
          <p:cNvSpPr txBox="1"/>
          <p:nvPr/>
        </p:nvSpPr>
        <p:spPr>
          <a:xfrm>
            <a:off x="429491" y="858982"/>
            <a:ext cx="6564618"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a) 45			b) 50			c) 55			d) 60</a:t>
            </a:r>
          </a:p>
        </p:txBody>
      </p:sp>
      <p:sp>
        <p:nvSpPr>
          <p:cNvPr id="4" name="Retângulo 3">
            <a:extLst>
              <a:ext uri="{FF2B5EF4-FFF2-40B4-BE49-F238E27FC236}">
                <a16:creationId xmlns:a16="http://schemas.microsoft.com/office/drawing/2014/main" id="{5D9A81AC-94E1-763D-1AA6-618A254AE53A}"/>
              </a:ext>
            </a:extLst>
          </p:cNvPr>
          <p:cNvSpPr/>
          <p:nvPr/>
        </p:nvSpPr>
        <p:spPr>
          <a:xfrm>
            <a:off x="232646" y="1537855"/>
            <a:ext cx="2004075" cy="523220"/>
          </a:xfrm>
          <a:prstGeom prst="rect">
            <a:avLst/>
          </a:prstGeom>
        </p:spPr>
        <p:txBody>
          <a:bodyPr wrap="none">
            <a:spAutoFit/>
          </a:bodyPr>
          <a:lstStyle/>
          <a:p>
            <a:pPr algn="just"/>
            <a:r>
              <a:rPr lang="pt-BR" sz="2800" b="1" dirty="0">
                <a:solidFill>
                  <a:srgbClr val="FF0000"/>
                </a:solidFill>
                <a:latin typeface="Arial" panose="020B0604020202020204" pitchFamily="34" charset="0"/>
                <a:cs typeface="Arial" panose="020B0604020202020204" pitchFamily="34" charset="0"/>
              </a:rPr>
              <a:t>Resolução</a:t>
            </a:r>
          </a:p>
        </p:txBody>
      </p:sp>
      <p:sp>
        <p:nvSpPr>
          <p:cNvPr id="5" name="Retângulo 4">
            <a:extLst>
              <a:ext uri="{FF2B5EF4-FFF2-40B4-BE49-F238E27FC236}">
                <a16:creationId xmlns:a16="http://schemas.microsoft.com/office/drawing/2014/main" id="{2C231D33-1365-E782-8AB2-9AB3696862EB}"/>
              </a:ext>
            </a:extLst>
          </p:cNvPr>
          <p:cNvSpPr/>
          <p:nvPr/>
        </p:nvSpPr>
        <p:spPr>
          <a:xfrm>
            <a:off x="232646" y="2051227"/>
            <a:ext cx="8274046" cy="523220"/>
          </a:xfrm>
          <a:prstGeom prst="rect">
            <a:avLst/>
          </a:prstGeom>
        </p:spPr>
        <p:txBody>
          <a:bodyPr wrap="square">
            <a:spAutoFit/>
          </a:bodyPr>
          <a:lstStyle/>
          <a:p>
            <a:pPr algn="just"/>
            <a:r>
              <a:rPr lang="pt-BR" sz="2800" b="1" dirty="0">
                <a:solidFill>
                  <a:srgbClr val="002060"/>
                </a:solidFill>
                <a:latin typeface="Arial" panose="020B0604020202020204" pitchFamily="34" charset="0"/>
                <a:cs typeface="Arial" panose="020B0604020202020204" pitchFamily="34" charset="0"/>
              </a:rPr>
              <a:t>Converter a  velocidade do caminhão para m/s.</a:t>
            </a:r>
          </a:p>
        </p:txBody>
      </p:sp>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DF5CB3DB-391C-0C55-D983-9E5A19CE164A}"/>
                  </a:ext>
                </a:extLst>
              </p:cNvPr>
              <p:cNvSpPr txBox="1"/>
              <p:nvPr/>
            </p:nvSpPr>
            <p:spPr>
              <a:xfrm>
                <a:off x="232646" y="2421913"/>
                <a:ext cx="4729307" cy="9473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𝒗</m:t>
                      </m:r>
                      <m:r>
                        <a:rPr lang="pt-BR" sz="2800" b="1" i="1" smtClean="0">
                          <a:latin typeface="Cambria Math" panose="02040503050406030204" pitchFamily="18" charset="0"/>
                          <a:cs typeface="Arial" panose="020B0604020202020204" pitchFamily="34" charset="0"/>
                        </a:rPr>
                        <m:t>=</m:t>
                      </m:r>
                      <m:f>
                        <m:fPr>
                          <m:ctrlPr>
                            <a:rPr lang="pt-BR" sz="2800" b="1" i="1" smtClean="0">
                              <a:latin typeface="Cambria Math" panose="02040503050406030204" pitchFamily="18" charset="0"/>
                              <a:cs typeface="Arial" panose="020B0604020202020204" pitchFamily="34" charset="0"/>
                            </a:rPr>
                          </m:ctrlPr>
                        </m:fPr>
                        <m:num>
                          <m:r>
                            <a:rPr lang="pt-BR" sz="2800" b="1" i="1" smtClean="0">
                              <a:latin typeface="Cambria Math" panose="02040503050406030204" pitchFamily="18" charset="0"/>
                              <a:cs typeface="Arial" panose="020B0604020202020204" pitchFamily="34" charset="0"/>
                            </a:rPr>
                            <m:t>𝟗𝟗</m:t>
                          </m:r>
                        </m:num>
                        <m:den>
                          <m:r>
                            <a:rPr lang="pt-BR" sz="2800" b="1" i="1" smtClean="0">
                              <a:latin typeface="Cambria Math" panose="02040503050406030204" pitchFamily="18" charset="0"/>
                              <a:cs typeface="Arial" panose="020B0604020202020204" pitchFamily="34" charset="0"/>
                            </a:rPr>
                            <m:t>𝟑</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𝟔</m:t>
                          </m:r>
                        </m:den>
                      </m:f>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ea typeface="Cambria Math" panose="02040503050406030204" pitchFamily="18" charset="0"/>
                          <a:cs typeface="Arial" panose="020B0604020202020204" pitchFamily="34" charset="0"/>
                        </a:rPr>
                        <m:t>→   </m:t>
                      </m:r>
                      <m:r>
                        <a:rPr lang="pt-BR" sz="2800" b="1" i="1" smtClean="0">
                          <a:latin typeface="Cambria Math" panose="02040503050406030204" pitchFamily="18" charset="0"/>
                          <a:ea typeface="Cambria Math" panose="02040503050406030204" pitchFamily="18" charset="0"/>
                          <a:cs typeface="Arial" panose="020B0604020202020204" pitchFamily="34" charset="0"/>
                        </a:rPr>
                        <m:t>𝒗</m:t>
                      </m:r>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ea typeface="Cambria Math" panose="02040503050406030204" pitchFamily="18" charset="0"/>
                          <a:cs typeface="Arial" panose="020B0604020202020204" pitchFamily="34" charset="0"/>
                        </a:rPr>
                        <m:t>𝟐𝟕</m:t>
                      </m:r>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ea typeface="Cambria Math" panose="02040503050406030204" pitchFamily="18" charset="0"/>
                          <a:cs typeface="Arial" panose="020B0604020202020204" pitchFamily="34" charset="0"/>
                        </a:rPr>
                        <m:t>𝟓</m:t>
                      </m:r>
                      <m:r>
                        <a:rPr lang="pt-BR" sz="2800" b="1" i="1" smtClean="0">
                          <a:latin typeface="Cambria Math" panose="02040503050406030204" pitchFamily="18" charset="0"/>
                          <a:ea typeface="Cambria Math" panose="02040503050406030204" pitchFamily="18" charset="0"/>
                          <a:cs typeface="Arial" panose="020B0604020202020204" pitchFamily="34" charset="0"/>
                        </a:rPr>
                        <m:t> </m:t>
                      </m:r>
                      <m:r>
                        <a:rPr lang="pt-BR" sz="2800" b="1" i="1" smtClean="0">
                          <a:latin typeface="Cambria Math" panose="02040503050406030204" pitchFamily="18" charset="0"/>
                          <a:ea typeface="Cambria Math" panose="02040503050406030204" pitchFamily="18" charset="0"/>
                          <a:cs typeface="Arial" panose="020B0604020202020204" pitchFamily="34" charset="0"/>
                        </a:rPr>
                        <m:t>𝒎</m:t>
                      </m:r>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ea typeface="Cambria Math" panose="02040503050406030204" pitchFamily="18" charset="0"/>
                          <a:cs typeface="Arial" panose="020B0604020202020204" pitchFamily="34" charset="0"/>
                        </a:rPr>
                        <m:t>𝒔</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6" name="CaixaDeTexto 5">
                <a:extLst>
                  <a:ext uri="{FF2B5EF4-FFF2-40B4-BE49-F238E27FC236}">
                    <a16:creationId xmlns:a16="http://schemas.microsoft.com/office/drawing/2014/main" id="{DF5CB3DB-391C-0C55-D983-9E5A19CE164A}"/>
                  </a:ext>
                </a:extLst>
              </p:cNvPr>
              <p:cNvSpPr txBox="1">
                <a:spLocks noRot="1" noChangeAspect="1" noMove="1" noResize="1" noEditPoints="1" noAdjustHandles="1" noChangeArrowheads="1" noChangeShapeType="1" noTextEdit="1"/>
              </p:cNvSpPr>
              <p:nvPr/>
            </p:nvSpPr>
            <p:spPr>
              <a:xfrm>
                <a:off x="232646" y="2421913"/>
                <a:ext cx="4729307" cy="947375"/>
              </a:xfrm>
              <a:prstGeom prst="rect">
                <a:avLst/>
              </a:prstGeom>
              <a:blipFill>
                <a:blip r:embed="rId2"/>
                <a:stretch>
                  <a:fillRect/>
                </a:stretch>
              </a:blipFill>
            </p:spPr>
            <p:txBody>
              <a:bodyPr/>
              <a:lstStyle/>
              <a:p>
                <a:r>
                  <a:rPr lang="pt-BR">
                    <a:noFill/>
                  </a:rPr>
                  <a:t> </a:t>
                </a:r>
              </a:p>
            </p:txBody>
          </p:sp>
        </mc:Fallback>
      </mc:AlternateContent>
      <p:sp>
        <p:nvSpPr>
          <p:cNvPr id="7" name="Retângulo 6">
            <a:extLst>
              <a:ext uri="{FF2B5EF4-FFF2-40B4-BE49-F238E27FC236}">
                <a16:creationId xmlns:a16="http://schemas.microsoft.com/office/drawing/2014/main" id="{88C3E9F6-CC21-D743-0C23-348C31D49B27}"/>
              </a:ext>
            </a:extLst>
          </p:cNvPr>
          <p:cNvSpPr/>
          <p:nvPr/>
        </p:nvSpPr>
        <p:spPr>
          <a:xfrm>
            <a:off x="232646" y="3329447"/>
            <a:ext cx="8059728" cy="954107"/>
          </a:xfrm>
          <a:prstGeom prst="rect">
            <a:avLst/>
          </a:prstGeom>
        </p:spPr>
        <p:txBody>
          <a:bodyPr wrap="square">
            <a:spAutoFit/>
          </a:bodyPr>
          <a:lstStyle/>
          <a:p>
            <a:pPr algn="just"/>
            <a:r>
              <a:rPr lang="pt-BR" sz="2800" b="1" dirty="0">
                <a:solidFill>
                  <a:srgbClr val="FF0000"/>
                </a:solidFill>
                <a:latin typeface="Arial" panose="020B0604020202020204" pitchFamily="34" charset="0"/>
                <a:cs typeface="Arial" panose="020B0604020202020204" pitchFamily="34" charset="0"/>
              </a:rPr>
              <a:t>Aplicar a definição do cálculo da velocidade no M.U.</a:t>
            </a:r>
          </a:p>
        </p:txBody>
      </p:sp>
      <p:sp>
        <p:nvSpPr>
          <p:cNvPr id="8" name="Retângulo 7">
            <a:extLst>
              <a:ext uri="{FF2B5EF4-FFF2-40B4-BE49-F238E27FC236}">
                <a16:creationId xmlns:a16="http://schemas.microsoft.com/office/drawing/2014/main" id="{B18C461E-3C16-AF81-E2CF-F776A7C7E7F6}"/>
              </a:ext>
            </a:extLst>
          </p:cNvPr>
          <p:cNvSpPr/>
          <p:nvPr/>
        </p:nvSpPr>
        <p:spPr>
          <a:xfrm>
            <a:off x="232646" y="4383517"/>
            <a:ext cx="2667518" cy="523220"/>
          </a:xfrm>
          <a:prstGeom prst="rect">
            <a:avLst/>
          </a:prstGeom>
        </p:spPr>
        <p:txBody>
          <a:bodyPr wrap="square">
            <a:spAutoFit/>
          </a:bodyPr>
          <a:lstStyle/>
          <a:p>
            <a:pPr algn="just"/>
            <a:r>
              <a:rPr lang="pt-BR" sz="2800" b="1" dirty="0">
                <a:latin typeface="Arial" panose="020B0604020202020204" pitchFamily="34" charset="0"/>
                <a:ea typeface="Calibri" panose="020F0502020204030204" pitchFamily="34" charset="0"/>
              </a:rPr>
              <a:t>Sabemos que:</a:t>
            </a:r>
            <a:endParaRPr lang="pt-BR" sz="2800" b="1" dirty="0"/>
          </a:p>
        </p:txBody>
      </p:sp>
      <mc:AlternateContent xmlns:mc="http://schemas.openxmlformats.org/markup-compatibility/2006" xmlns:a14="http://schemas.microsoft.com/office/drawing/2010/main">
        <mc:Choice Requires="a14">
          <p:sp>
            <p:nvSpPr>
              <p:cNvPr id="9" name="Retângulo 8">
                <a:extLst>
                  <a:ext uri="{FF2B5EF4-FFF2-40B4-BE49-F238E27FC236}">
                    <a16:creationId xmlns:a16="http://schemas.microsoft.com/office/drawing/2014/main" id="{FB73EF01-AA63-AD5F-A200-EE79529692CC}"/>
                  </a:ext>
                </a:extLst>
              </p:cNvPr>
              <p:cNvSpPr/>
              <p:nvPr/>
            </p:nvSpPr>
            <p:spPr>
              <a:xfrm>
                <a:off x="2900164" y="4154497"/>
                <a:ext cx="1469441"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2800" b="1" i="1">
                          <a:latin typeface="Cambria Math" panose="02040503050406030204" pitchFamily="18" charset="0"/>
                        </a:rPr>
                        <m:t>𝒗</m:t>
                      </m:r>
                      <m:r>
                        <a:rPr lang="pt-BR" sz="2800" b="1" i="1">
                          <a:latin typeface="Cambria Math" panose="02040503050406030204" pitchFamily="18" charset="0"/>
                        </a:rPr>
                        <m:t>= </m:t>
                      </m:r>
                      <m:f>
                        <m:fPr>
                          <m:ctrlPr>
                            <a:rPr lang="pt-BR" sz="2800" b="1" i="1">
                              <a:latin typeface="Cambria Math" panose="02040503050406030204" pitchFamily="18" charset="0"/>
                            </a:rPr>
                          </m:ctrlPr>
                        </m:fPr>
                        <m:num>
                          <m:r>
                            <a:rPr lang="pt-BR" sz="2800" b="1" i="1">
                              <a:latin typeface="Cambria Math" panose="02040503050406030204" pitchFamily="18" charset="0"/>
                            </a:rPr>
                            <m:t>∆</m:t>
                          </m:r>
                          <m:r>
                            <a:rPr lang="pt-BR" sz="2800" b="1" i="1">
                              <a:latin typeface="Cambria Math" panose="02040503050406030204" pitchFamily="18" charset="0"/>
                            </a:rPr>
                            <m:t>𝑺</m:t>
                          </m:r>
                        </m:num>
                        <m:den>
                          <m:r>
                            <a:rPr lang="pt-BR" sz="2800" b="1" i="1">
                              <a:latin typeface="Cambria Math" panose="02040503050406030204" pitchFamily="18" charset="0"/>
                            </a:rPr>
                            <m:t>∆</m:t>
                          </m:r>
                          <m:r>
                            <a:rPr lang="pt-BR" sz="2800" b="1" i="1">
                              <a:latin typeface="Cambria Math" panose="02040503050406030204" pitchFamily="18" charset="0"/>
                            </a:rPr>
                            <m:t>𝒕</m:t>
                          </m:r>
                        </m:den>
                      </m:f>
                    </m:oMath>
                  </m:oMathPara>
                </a14:m>
                <a:endParaRPr lang="pt-BR" sz="2800" b="1" i="1" dirty="0"/>
              </a:p>
            </p:txBody>
          </p:sp>
        </mc:Choice>
        <mc:Fallback xmlns="">
          <p:sp>
            <p:nvSpPr>
              <p:cNvPr id="9" name="Retângulo 8">
                <a:extLst>
                  <a:ext uri="{FF2B5EF4-FFF2-40B4-BE49-F238E27FC236}">
                    <a16:creationId xmlns:a16="http://schemas.microsoft.com/office/drawing/2014/main" id="{FB73EF01-AA63-AD5F-A200-EE79529692CC}"/>
                  </a:ext>
                </a:extLst>
              </p:cNvPr>
              <p:cNvSpPr>
                <a:spLocks noRot="1" noChangeAspect="1" noMove="1" noResize="1" noEditPoints="1" noAdjustHandles="1" noChangeArrowheads="1" noChangeShapeType="1" noTextEdit="1"/>
              </p:cNvSpPr>
              <p:nvPr/>
            </p:nvSpPr>
            <p:spPr>
              <a:xfrm>
                <a:off x="2900164" y="4154497"/>
                <a:ext cx="1469441" cy="901785"/>
              </a:xfrm>
              <a:prstGeom prst="rect">
                <a:avLst/>
              </a:prstGeom>
              <a:blipFill>
                <a:blip r:embed="rId3"/>
                <a:stretch>
                  <a:fillRect/>
                </a:stretch>
              </a:blipFill>
            </p:spPr>
            <p:txBody>
              <a:bodyPr/>
              <a:lstStyle/>
              <a:p>
                <a:r>
                  <a:rPr lang="pt-BR">
                    <a:noFill/>
                  </a:rPr>
                  <a:t> </a:t>
                </a:r>
              </a:p>
            </p:txBody>
          </p:sp>
        </mc:Fallback>
      </mc:AlternateContent>
      <p:sp>
        <p:nvSpPr>
          <p:cNvPr id="10" name="Retângulo 9">
            <a:extLst>
              <a:ext uri="{FF2B5EF4-FFF2-40B4-BE49-F238E27FC236}">
                <a16:creationId xmlns:a16="http://schemas.microsoft.com/office/drawing/2014/main" id="{86DEA10A-4684-E309-F840-8EB00DBAE5A6}"/>
              </a:ext>
            </a:extLst>
          </p:cNvPr>
          <p:cNvSpPr/>
          <p:nvPr/>
        </p:nvSpPr>
        <p:spPr>
          <a:xfrm>
            <a:off x="232646" y="5072004"/>
            <a:ext cx="3577354" cy="523220"/>
          </a:xfrm>
          <a:prstGeom prst="rect">
            <a:avLst/>
          </a:prstGeom>
        </p:spPr>
        <p:txBody>
          <a:bodyPr wrap="square">
            <a:spAutoFit/>
          </a:bodyPr>
          <a:lstStyle/>
          <a:p>
            <a:pPr algn="just"/>
            <a:r>
              <a:rPr lang="pt-BR" sz="2800" b="1" dirty="0">
                <a:solidFill>
                  <a:srgbClr val="FF0000"/>
                </a:solidFill>
                <a:latin typeface="Arial" panose="020B0604020202020204" pitchFamily="34" charset="0"/>
                <a:cs typeface="Arial" panose="020B0604020202020204" pitchFamily="34" charset="0"/>
              </a:rPr>
              <a:t>Para t = 2,0 s, vem:</a:t>
            </a:r>
          </a:p>
        </p:txBody>
      </p:sp>
      <mc:AlternateContent xmlns:mc="http://schemas.openxmlformats.org/markup-compatibility/2006" xmlns:a14="http://schemas.microsoft.com/office/drawing/2010/main">
        <mc:Choice Requires="a14">
          <p:sp>
            <p:nvSpPr>
              <p:cNvPr id="11" name="Retângulo 10">
                <a:extLst>
                  <a:ext uri="{FF2B5EF4-FFF2-40B4-BE49-F238E27FC236}">
                    <a16:creationId xmlns:a16="http://schemas.microsoft.com/office/drawing/2014/main" id="{C17C8FAA-6684-6C1D-A89C-970E3800F9AC}"/>
                  </a:ext>
                </a:extLst>
              </p:cNvPr>
              <p:cNvSpPr/>
              <p:nvPr/>
            </p:nvSpPr>
            <p:spPr>
              <a:xfrm>
                <a:off x="394067" y="5624801"/>
                <a:ext cx="2032608"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rPr>
                        <m:t>𝟐𝟕</m:t>
                      </m:r>
                      <m:r>
                        <a:rPr lang="pt-BR" sz="2800" b="1" i="1" smtClean="0">
                          <a:latin typeface="Cambria Math" panose="02040503050406030204" pitchFamily="18" charset="0"/>
                        </a:rPr>
                        <m:t>,</m:t>
                      </m:r>
                      <m:r>
                        <a:rPr lang="pt-BR" sz="2800" b="1" i="1" smtClean="0">
                          <a:latin typeface="Cambria Math" panose="02040503050406030204" pitchFamily="18" charset="0"/>
                        </a:rPr>
                        <m:t>𝟓</m:t>
                      </m:r>
                      <m:r>
                        <a:rPr lang="pt-BR" sz="2800" b="1" i="1">
                          <a:latin typeface="Cambria Math" panose="02040503050406030204" pitchFamily="18" charset="0"/>
                        </a:rPr>
                        <m:t>= </m:t>
                      </m:r>
                      <m:f>
                        <m:fPr>
                          <m:ctrlPr>
                            <a:rPr lang="pt-BR" sz="2800" b="1" i="1">
                              <a:latin typeface="Cambria Math" panose="02040503050406030204" pitchFamily="18" charset="0"/>
                            </a:rPr>
                          </m:ctrlPr>
                        </m:fPr>
                        <m:num>
                          <m:r>
                            <a:rPr lang="pt-BR" sz="2800" b="1" i="1">
                              <a:latin typeface="Cambria Math" panose="02040503050406030204" pitchFamily="18" charset="0"/>
                            </a:rPr>
                            <m:t>∆</m:t>
                          </m:r>
                          <m:r>
                            <a:rPr lang="pt-BR" sz="2800" b="1" i="1">
                              <a:latin typeface="Cambria Math" panose="02040503050406030204" pitchFamily="18" charset="0"/>
                            </a:rPr>
                            <m:t>𝑺</m:t>
                          </m:r>
                        </m:num>
                        <m:den>
                          <m:r>
                            <a:rPr lang="pt-BR" sz="2800" b="1" i="1" smtClean="0">
                              <a:latin typeface="Cambria Math" panose="02040503050406030204" pitchFamily="18" charset="0"/>
                            </a:rPr>
                            <m:t>𝟐</m:t>
                          </m:r>
                        </m:den>
                      </m:f>
                    </m:oMath>
                  </m:oMathPara>
                </a14:m>
                <a:endParaRPr lang="pt-BR" sz="2800" b="1" i="1" dirty="0"/>
              </a:p>
            </p:txBody>
          </p:sp>
        </mc:Choice>
        <mc:Fallback xmlns="">
          <p:sp>
            <p:nvSpPr>
              <p:cNvPr id="11" name="Retângulo 10">
                <a:extLst>
                  <a:ext uri="{FF2B5EF4-FFF2-40B4-BE49-F238E27FC236}">
                    <a16:creationId xmlns:a16="http://schemas.microsoft.com/office/drawing/2014/main" id="{C17C8FAA-6684-6C1D-A89C-970E3800F9AC}"/>
                  </a:ext>
                </a:extLst>
              </p:cNvPr>
              <p:cNvSpPr>
                <a:spLocks noRot="1" noChangeAspect="1" noMove="1" noResize="1" noEditPoints="1" noAdjustHandles="1" noChangeArrowheads="1" noChangeShapeType="1" noTextEdit="1"/>
              </p:cNvSpPr>
              <p:nvPr/>
            </p:nvSpPr>
            <p:spPr>
              <a:xfrm>
                <a:off x="394067" y="5624801"/>
                <a:ext cx="2032608" cy="901785"/>
              </a:xfrm>
              <a:prstGeom prst="rect">
                <a:avLst/>
              </a:prstGeom>
              <a:blipFill>
                <a:blip r:embed="rId4"/>
                <a:stretch>
                  <a:fillRect/>
                </a:stretch>
              </a:blipFill>
            </p:spPr>
            <p:txBody>
              <a:bodyPr/>
              <a:lstStyle/>
              <a:p>
                <a:r>
                  <a:rPr lang="pt-BR">
                    <a:noFill/>
                  </a:rPr>
                  <a:t> </a:t>
                </a:r>
              </a:p>
            </p:txBody>
          </p:sp>
        </mc:Fallback>
      </mc:AlternateContent>
      <p:sp>
        <p:nvSpPr>
          <p:cNvPr id="12" name="Seta: para a Direita 11">
            <a:extLst>
              <a:ext uri="{FF2B5EF4-FFF2-40B4-BE49-F238E27FC236}">
                <a16:creationId xmlns:a16="http://schemas.microsoft.com/office/drawing/2014/main" id="{DAACF656-07CB-B55F-8B76-A807DAA1135C}"/>
              </a:ext>
            </a:extLst>
          </p:cNvPr>
          <p:cNvSpPr/>
          <p:nvPr/>
        </p:nvSpPr>
        <p:spPr>
          <a:xfrm>
            <a:off x="2369026" y="5881729"/>
            <a:ext cx="456545" cy="387927"/>
          </a:xfrm>
          <a:prstGeom prst="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F2EC21D0-43E7-70DF-7EB0-422F0A27FAB0}"/>
                  </a:ext>
                </a:extLst>
              </p:cNvPr>
              <p:cNvSpPr txBox="1"/>
              <p:nvPr/>
            </p:nvSpPr>
            <p:spPr>
              <a:xfrm>
                <a:off x="2832917" y="5841491"/>
                <a:ext cx="2446182"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rPr>
                        <m:t>∆</m:t>
                      </m:r>
                      <m:r>
                        <a:rPr lang="pt-BR" sz="2800" b="1" i="1" smtClean="0">
                          <a:latin typeface="Cambria Math" panose="02040503050406030204" pitchFamily="18" charset="0"/>
                        </a:rPr>
                        <m:t>𝑺</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𝟐𝟕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𝟓</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𝒙</m:t>
                      </m:r>
                      <m:r>
                        <a:rPr lang="pt-BR" sz="2800" b="1" i="1" smtClean="0">
                          <a:latin typeface="Cambria Math" panose="02040503050406030204" pitchFamily="18" charset="0"/>
                          <a:cs typeface="Arial" panose="020B0604020202020204" pitchFamily="34" charset="0"/>
                        </a:rPr>
                        <m:t>𝟐</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13" name="CaixaDeTexto 12">
                <a:extLst>
                  <a:ext uri="{FF2B5EF4-FFF2-40B4-BE49-F238E27FC236}">
                    <a16:creationId xmlns:a16="http://schemas.microsoft.com/office/drawing/2014/main" id="{F2EC21D0-43E7-70DF-7EB0-422F0A27FAB0}"/>
                  </a:ext>
                </a:extLst>
              </p:cNvPr>
              <p:cNvSpPr txBox="1">
                <a:spLocks noRot="1" noChangeAspect="1" noMove="1" noResize="1" noEditPoints="1" noAdjustHandles="1" noChangeArrowheads="1" noChangeShapeType="1" noTextEdit="1"/>
              </p:cNvSpPr>
              <p:nvPr/>
            </p:nvSpPr>
            <p:spPr>
              <a:xfrm>
                <a:off x="2832917" y="5841491"/>
                <a:ext cx="2446182" cy="523220"/>
              </a:xfrm>
              <a:prstGeom prst="rect">
                <a:avLst/>
              </a:prstGeom>
              <a:blipFill>
                <a:blip r:embed="rId5"/>
                <a:stretch>
                  <a:fillRect/>
                </a:stretch>
              </a:blipFill>
            </p:spPr>
            <p:txBody>
              <a:bodyPr/>
              <a:lstStyle/>
              <a:p>
                <a:r>
                  <a:rPr lang="pt-BR">
                    <a:noFill/>
                  </a:rPr>
                  <a:t> </a:t>
                </a:r>
              </a:p>
            </p:txBody>
          </p:sp>
        </mc:Fallback>
      </mc:AlternateContent>
      <p:sp>
        <p:nvSpPr>
          <p:cNvPr id="14" name="Retângulo 13">
            <a:extLst>
              <a:ext uri="{FF2B5EF4-FFF2-40B4-BE49-F238E27FC236}">
                <a16:creationId xmlns:a16="http://schemas.microsoft.com/office/drawing/2014/main" id="{1A4E146F-3AAC-325F-1324-8C8BDF24CB77}"/>
              </a:ext>
            </a:extLst>
          </p:cNvPr>
          <p:cNvSpPr/>
          <p:nvPr/>
        </p:nvSpPr>
        <p:spPr>
          <a:xfrm flipH="1">
            <a:off x="5447370" y="3922345"/>
            <a:ext cx="45719" cy="2080060"/>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id="{4C5C8737-97B5-3B53-9CEE-CC2D524F6460}"/>
                  </a:ext>
                </a:extLst>
              </p:cNvPr>
              <p:cNvSpPr txBox="1"/>
              <p:nvPr/>
            </p:nvSpPr>
            <p:spPr>
              <a:xfrm>
                <a:off x="5846192" y="3952414"/>
                <a:ext cx="2009653"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rPr>
                        <m:t>∆</m:t>
                      </m:r>
                      <m:r>
                        <a:rPr lang="pt-BR" sz="2800" b="1" i="1" smtClean="0">
                          <a:latin typeface="Cambria Math" panose="02040503050406030204" pitchFamily="18" charset="0"/>
                        </a:rPr>
                        <m:t>𝑺</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𝟓𝟓</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𝒎</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15" name="CaixaDeTexto 14">
                <a:extLst>
                  <a:ext uri="{FF2B5EF4-FFF2-40B4-BE49-F238E27FC236}">
                    <a16:creationId xmlns:a16="http://schemas.microsoft.com/office/drawing/2014/main" id="{4C5C8737-97B5-3B53-9CEE-CC2D524F6460}"/>
                  </a:ext>
                </a:extLst>
              </p:cNvPr>
              <p:cNvSpPr txBox="1">
                <a:spLocks noRot="1" noChangeAspect="1" noMove="1" noResize="1" noEditPoints="1" noAdjustHandles="1" noChangeArrowheads="1" noChangeShapeType="1" noTextEdit="1"/>
              </p:cNvSpPr>
              <p:nvPr/>
            </p:nvSpPr>
            <p:spPr>
              <a:xfrm>
                <a:off x="5846192" y="3952414"/>
                <a:ext cx="2009653" cy="523220"/>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6" name="Retângulo 15">
                <a:extLst>
                  <a:ext uri="{FF2B5EF4-FFF2-40B4-BE49-F238E27FC236}">
                    <a16:creationId xmlns:a16="http://schemas.microsoft.com/office/drawing/2014/main" id="{D3A9FBDD-AD5D-C8F2-1855-822BFD31B1CB}"/>
                  </a:ext>
                </a:extLst>
              </p:cNvPr>
              <p:cNvSpPr/>
              <p:nvPr/>
            </p:nvSpPr>
            <p:spPr>
              <a:xfrm>
                <a:off x="5711446" y="4522726"/>
                <a:ext cx="2701765" cy="523220"/>
              </a:xfrm>
              <a:prstGeom prst="rect">
                <a:avLst/>
              </a:prstGeom>
              <a:ln>
                <a:noFill/>
              </a:ln>
            </p:spPr>
            <p:txBody>
              <a:bodyPr wrap="none">
                <a:spAutoFit/>
              </a:bodyPr>
              <a:lstStyle/>
              <a:p>
                <a:r>
                  <a:rPr lang="pt-BR" sz="2800" b="1" dirty="0"/>
                  <a:t>Como: </a:t>
                </a:r>
                <a14:m>
                  <m:oMath xmlns:m="http://schemas.openxmlformats.org/officeDocument/2006/math">
                    <m:r>
                      <a:rPr lang="pt-BR" sz="2800" b="1" i="1" smtClean="0">
                        <a:latin typeface="Cambria Math" panose="02040503050406030204" pitchFamily="18" charset="0"/>
                      </a:rPr>
                      <m:t>𝒅</m:t>
                    </m:r>
                    <m:r>
                      <a:rPr lang="pt-BR" sz="2800" b="1" i="1" smtClean="0">
                        <a:latin typeface="Cambria Math" panose="02040503050406030204" pitchFamily="18" charset="0"/>
                      </a:rPr>
                      <m:t>=</m:t>
                    </m:r>
                    <m:d>
                      <m:dPr>
                        <m:begChr m:val="|"/>
                        <m:endChr m:val="|"/>
                        <m:ctrlPr>
                          <a:rPr lang="pt-BR" sz="2800" b="1" i="1" smtClean="0">
                            <a:latin typeface="Cambria Math" panose="02040503050406030204" pitchFamily="18" charset="0"/>
                          </a:rPr>
                        </m:ctrlPr>
                      </m:dPr>
                      <m:e>
                        <m:r>
                          <a:rPr lang="pt-BR" sz="2800" b="1" i="1" smtClean="0">
                            <a:latin typeface="Cambria Math" panose="02040503050406030204" pitchFamily="18" charset="0"/>
                            <a:ea typeface="Cambria Math" panose="02040503050406030204" pitchFamily="18" charset="0"/>
                          </a:rPr>
                          <m:t>∆</m:t>
                        </m:r>
                        <m:r>
                          <a:rPr lang="pt-BR" sz="2800" b="1" i="1" smtClean="0">
                            <a:latin typeface="Cambria Math" panose="02040503050406030204" pitchFamily="18" charset="0"/>
                            <a:ea typeface="Cambria Math" panose="02040503050406030204" pitchFamily="18" charset="0"/>
                          </a:rPr>
                          <m:t>𝑺</m:t>
                        </m:r>
                      </m:e>
                    </m:d>
                  </m:oMath>
                </a14:m>
                <a:endParaRPr lang="pt-BR" sz="2800" b="1" i="1" dirty="0"/>
              </a:p>
            </p:txBody>
          </p:sp>
        </mc:Choice>
        <mc:Fallback xmlns="">
          <p:sp>
            <p:nvSpPr>
              <p:cNvPr id="16" name="Retângulo 15">
                <a:extLst>
                  <a:ext uri="{FF2B5EF4-FFF2-40B4-BE49-F238E27FC236}">
                    <a16:creationId xmlns:a16="http://schemas.microsoft.com/office/drawing/2014/main" id="{D3A9FBDD-AD5D-C8F2-1855-822BFD31B1CB}"/>
                  </a:ext>
                </a:extLst>
              </p:cNvPr>
              <p:cNvSpPr>
                <a:spLocks noRot="1" noChangeAspect="1" noMove="1" noResize="1" noEditPoints="1" noAdjustHandles="1" noChangeArrowheads="1" noChangeShapeType="1" noTextEdit="1"/>
              </p:cNvSpPr>
              <p:nvPr/>
            </p:nvSpPr>
            <p:spPr>
              <a:xfrm>
                <a:off x="5711446" y="4522726"/>
                <a:ext cx="2701765" cy="523220"/>
              </a:xfrm>
              <a:prstGeom prst="rect">
                <a:avLst/>
              </a:prstGeom>
              <a:blipFill>
                <a:blip r:embed="rId7"/>
                <a:stretch>
                  <a:fillRect l="-4740" t="-11628" b="-32558"/>
                </a:stretch>
              </a:blipFill>
              <a:ln>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0FAF1D40-DCE8-BCC2-F142-365EB6CA3F99}"/>
                  </a:ext>
                </a:extLst>
              </p:cNvPr>
              <p:cNvSpPr txBox="1"/>
              <p:nvPr/>
            </p:nvSpPr>
            <p:spPr>
              <a:xfrm>
                <a:off x="6249222" y="5477199"/>
                <a:ext cx="1970026" cy="523220"/>
              </a:xfrm>
              <a:prstGeom prst="rect">
                <a:avLst/>
              </a:prstGeom>
              <a:solidFill>
                <a:srgbClr val="00B0F0"/>
              </a:solidFill>
              <a:ln>
                <a:solidFill>
                  <a:schemeClr val="tx1"/>
                </a:solidFill>
              </a:ln>
              <a:scene3d>
                <a:camera prst="orthographicFront"/>
                <a:lightRig rig="threePt" dir="t"/>
              </a:scene3d>
              <a:sp3d>
                <a:bevelT w="101600" prst="riblet"/>
              </a:sp3d>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𝒅</m:t>
                          </m:r>
                        </m:e>
                        <m:sub>
                          <m:r>
                            <a:rPr lang="pt-BR" sz="2800" b="1" i="1" smtClean="0">
                              <a:latin typeface="Cambria Math" panose="02040503050406030204" pitchFamily="18" charset="0"/>
                              <a:cs typeface="Arial" panose="020B0604020202020204" pitchFamily="34" charset="0"/>
                            </a:rPr>
                            <m:t>𝒔</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𝟓𝟓</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𝒎</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18" name="CaixaDeTexto 17">
                <a:extLst>
                  <a:ext uri="{FF2B5EF4-FFF2-40B4-BE49-F238E27FC236}">
                    <a16:creationId xmlns:a16="http://schemas.microsoft.com/office/drawing/2014/main" id="{0FAF1D40-DCE8-BCC2-F142-365EB6CA3F99}"/>
                  </a:ext>
                </a:extLst>
              </p:cNvPr>
              <p:cNvSpPr txBox="1">
                <a:spLocks noRot="1" noChangeAspect="1" noMove="1" noResize="1" noEditPoints="1" noAdjustHandles="1" noChangeArrowheads="1" noChangeShapeType="1" noTextEdit="1"/>
              </p:cNvSpPr>
              <p:nvPr/>
            </p:nvSpPr>
            <p:spPr>
              <a:xfrm>
                <a:off x="6249222" y="5477199"/>
                <a:ext cx="1970026" cy="523220"/>
              </a:xfrm>
              <a:prstGeom prst="rect">
                <a:avLst/>
              </a:prstGeom>
              <a:blipFill>
                <a:blip r:embed="rId8"/>
                <a:stretch>
                  <a:fillRect/>
                </a:stretch>
              </a:blipFill>
              <a:ln>
                <a:solidFill>
                  <a:schemeClr val="tx1"/>
                </a:solidFill>
              </a:ln>
            </p:spPr>
            <p:txBody>
              <a:bodyPr/>
              <a:lstStyle/>
              <a:p>
                <a:r>
                  <a:rPr lang="pt-BR">
                    <a:noFill/>
                  </a:rPr>
                  <a:t> </a:t>
                </a:r>
              </a:p>
            </p:txBody>
          </p:sp>
        </mc:Fallback>
      </mc:AlternateContent>
      <p:pic>
        <p:nvPicPr>
          <p:cNvPr id="20" name="Imagem 19">
            <a:extLst>
              <a:ext uri="{FF2B5EF4-FFF2-40B4-BE49-F238E27FC236}">
                <a16:creationId xmlns:a16="http://schemas.microsoft.com/office/drawing/2014/main" id="{7FB4D186-A312-6972-8B2F-CA7360ADD041}"/>
              </a:ext>
            </a:extLst>
          </p:cNvPr>
          <p:cNvPicPr>
            <a:picLocks noChangeAspect="1"/>
          </p:cNvPicPr>
          <p:nvPr/>
        </p:nvPicPr>
        <p:blipFill>
          <a:blip r:embed="rId9"/>
          <a:stretch>
            <a:fillRect/>
          </a:stretch>
        </p:blipFill>
        <p:spPr>
          <a:xfrm>
            <a:off x="8901044" y="3806500"/>
            <a:ext cx="2057400" cy="2219325"/>
          </a:xfrm>
          <a:prstGeom prst="rect">
            <a:avLst/>
          </a:prstGeom>
        </p:spPr>
      </p:pic>
    </p:spTree>
    <p:extLst>
      <p:ext uri="{BB962C8B-B14F-4D97-AF65-F5344CB8AC3E}">
        <p14:creationId xmlns:p14="http://schemas.microsoft.com/office/powerpoint/2010/main" val="2112000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down)">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randombar(horizontal)">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1000"/>
                                        <p:tgtEl>
                                          <p:spTgt spid="14"/>
                                        </p:tgtEl>
                                      </p:cBhvr>
                                    </p:animEffect>
                                    <p:anim calcmode="lin" valueType="num">
                                      <p:cBhvr>
                                        <p:cTn id="53" dur="1000" fill="hold"/>
                                        <p:tgtEl>
                                          <p:spTgt spid="14"/>
                                        </p:tgtEl>
                                        <p:attrNameLst>
                                          <p:attrName>ppt_x</p:attrName>
                                        </p:attrNameLst>
                                      </p:cBhvr>
                                      <p:tavLst>
                                        <p:tav tm="0">
                                          <p:val>
                                            <p:strVal val="#ppt_x"/>
                                          </p:val>
                                        </p:tav>
                                        <p:tav tm="100000">
                                          <p:val>
                                            <p:strVal val="#ppt_x"/>
                                          </p:val>
                                        </p:tav>
                                      </p:tavLst>
                                    </p:anim>
                                    <p:anim calcmode="lin" valueType="num">
                                      <p:cBhvr>
                                        <p:cTn id="5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4" presetClass="entr" presetSubtype="10" fill="hold" grpId="0" nodeType="click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randombar(horizontal)">
                                      <p:cBhvr>
                                        <p:cTn id="59" dur="500"/>
                                        <p:tgtEl>
                                          <p:spTgt spid="15"/>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fade">
                                      <p:cBhvr>
                                        <p:cTn id="64" dur="500"/>
                                        <p:tgtEl>
                                          <p:spTgt spid="16"/>
                                        </p:tgtEl>
                                      </p:cBhvr>
                                    </p:animEffect>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1000"/>
                                        <p:tgtEl>
                                          <p:spTgt spid="18"/>
                                        </p:tgtEl>
                                      </p:cBhvr>
                                    </p:animEffect>
                                    <p:anim calcmode="lin" valueType="num">
                                      <p:cBhvr>
                                        <p:cTn id="70" dur="1000" fill="hold"/>
                                        <p:tgtEl>
                                          <p:spTgt spid="18"/>
                                        </p:tgtEl>
                                        <p:attrNameLst>
                                          <p:attrName>ppt_x</p:attrName>
                                        </p:attrNameLst>
                                      </p:cBhvr>
                                      <p:tavLst>
                                        <p:tav tm="0">
                                          <p:val>
                                            <p:strVal val="#ppt_x"/>
                                          </p:val>
                                        </p:tav>
                                        <p:tav tm="100000">
                                          <p:val>
                                            <p:strVal val="#ppt_x"/>
                                          </p:val>
                                        </p:tav>
                                      </p:tavLst>
                                    </p:anim>
                                    <p:anim calcmode="lin" valueType="num">
                                      <p:cBhvr>
                                        <p:cTn id="71"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1" presetClass="entr" presetSubtype="1" fill="hold" grpId="0" nodeType="click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wheel(1)">
                                      <p:cBhvr>
                                        <p:cTn id="76"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4" grpId="0"/>
      <p:bldP spid="5" grpId="0"/>
      <p:bldP spid="6" grpId="0"/>
      <p:bldP spid="7" grpId="0"/>
      <p:bldP spid="8" grpId="0"/>
      <p:bldP spid="9" grpId="0"/>
      <p:bldP spid="10" grpId="0"/>
      <p:bldP spid="11" grpId="0"/>
      <p:bldP spid="12" grpId="0" animBg="1"/>
      <p:bldP spid="13" grpId="0"/>
      <p:bldP spid="14" grpId="0" animBg="1"/>
      <p:bldP spid="15" grpId="0"/>
      <p:bldP spid="16" grpId="0" animBg="1"/>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EB0F2-0133-D692-41EE-9CA348C898A5}"/>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9F5875A9-59E0-FCF1-3D9B-4EFB26D4DD37}"/>
              </a:ext>
            </a:extLst>
          </p:cNvPr>
          <p:cNvSpPr txBox="1"/>
          <p:nvPr/>
        </p:nvSpPr>
        <p:spPr>
          <a:xfrm>
            <a:off x="329628" y="152399"/>
            <a:ext cx="10975682" cy="1815882"/>
          </a:xfrm>
          <a:prstGeom prst="rect">
            <a:avLst/>
          </a:prstGeom>
          <a:noFill/>
        </p:spPr>
        <p:txBody>
          <a:bodyPr wrap="square">
            <a:spAutoFit/>
          </a:bodyPr>
          <a:lstStyle/>
          <a:p>
            <a:pPr algn="just"/>
            <a:r>
              <a:rPr lang="pt-BR" sz="2800" b="1" dirty="0">
                <a:solidFill>
                  <a:srgbClr val="FF0000"/>
                </a:solidFill>
                <a:latin typeface="Arial" panose="020B0604020202020204" pitchFamily="34" charset="0"/>
                <a:cs typeface="Arial" panose="020B0604020202020204" pitchFamily="34" charset="0"/>
              </a:rPr>
              <a:t>6-) (EEAR – SP – 2022) pag.: 65 </a:t>
            </a:r>
            <a:r>
              <a:rPr lang="pt-BR" sz="2800" b="1" dirty="0">
                <a:latin typeface="Arial" panose="020B0604020202020204" pitchFamily="34" charset="0"/>
                <a:cs typeface="Arial" panose="020B0604020202020204" pitchFamily="34" charset="0"/>
              </a:rPr>
              <a:t>Um carro a 108 km/h se encontra prestes a iniciar uma ultrapassagem de um caminhão que está a 72 km/h, conforme a figura. Ambos realizam um movimento retilíneo uniforme durante todo percurso.</a:t>
            </a:r>
          </a:p>
        </p:txBody>
      </p:sp>
      <p:sp>
        <p:nvSpPr>
          <p:cNvPr id="6" name="CaixaDeTexto 5">
            <a:extLst>
              <a:ext uri="{FF2B5EF4-FFF2-40B4-BE49-F238E27FC236}">
                <a16:creationId xmlns:a16="http://schemas.microsoft.com/office/drawing/2014/main" id="{45B018EC-D3F5-E7DC-D4ED-6B1A91C62888}"/>
              </a:ext>
            </a:extLst>
          </p:cNvPr>
          <p:cNvSpPr txBox="1"/>
          <p:nvPr/>
        </p:nvSpPr>
        <p:spPr>
          <a:xfrm>
            <a:off x="329628" y="1843590"/>
            <a:ext cx="6102926" cy="2246769"/>
          </a:xfrm>
          <a:prstGeom prst="rect">
            <a:avLst/>
          </a:prstGeom>
          <a:noFill/>
        </p:spPr>
        <p:txBody>
          <a:bodyPr wrap="square">
            <a:spAutoFit/>
          </a:bodyPr>
          <a:lstStyle/>
          <a:p>
            <a:pPr algn="just"/>
            <a:r>
              <a:rPr lang="pt-BR" sz="2800" b="1" dirty="0">
                <a:latin typeface="Arial" panose="020B0604020202020204" pitchFamily="34" charset="0"/>
                <a:cs typeface="Arial" panose="020B0604020202020204" pitchFamily="34" charset="0"/>
              </a:rPr>
              <a:t>O tempo, em segundos, que o carro leva para ultrapassar o caminhão (ponto A chegar à mesma posição do ponto B, em relação ao referencial x) é igual a:</a:t>
            </a:r>
          </a:p>
        </p:txBody>
      </p:sp>
      <p:sp>
        <p:nvSpPr>
          <p:cNvPr id="7" name="CaixaDeTexto 6">
            <a:extLst>
              <a:ext uri="{FF2B5EF4-FFF2-40B4-BE49-F238E27FC236}">
                <a16:creationId xmlns:a16="http://schemas.microsoft.com/office/drawing/2014/main" id="{A48385B6-D430-A619-8AB8-4047A24FE6BA}"/>
              </a:ext>
            </a:extLst>
          </p:cNvPr>
          <p:cNvSpPr txBox="1"/>
          <p:nvPr/>
        </p:nvSpPr>
        <p:spPr>
          <a:xfrm>
            <a:off x="329628" y="4090359"/>
            <a:ext cx="6825908"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a) 1			b) 2,4			c) 2,7			d) 3</a:t>
            </a:r>
          </a:p>
        </p:txBody>
      </p:sp>
      <p:grpSp>
        <p:nvGrpSpPr>
          <p:cNvPr id="28" name="Agrupar 27">
            <a:extLst>
              <a:ext uri="{FF2B5EF4-FFF2-40B4-BE49-F238E27FC236}">
                <a16:creationId xmlns:a16="http://schemas.microsoft.com/office/drawing/2014/main" id="{80EA31BB-0DF6-B63C-7C66-4C7AD8428363}"/>
              </a:ext>
            </a:extLst>
          </p:cNvPr>
          <p:cNvGrpSpPr/>
          <p:nvPr/>
        </p:nvGrpSpPr>
        <p:grpSpPr>
          <a:xfrm>
            <a:off x="8209414" y="1485343"/>
            <a:ext cx="3333803" cy="3887313"/>
            <a:chOff x="7391995" y="1706671"/>
            <a:chExt cx="3333803" cy="3887313"/>
          </a:xfrm>
        </p:grpSpPr>
        <p:cxnSp>
          <p:nvCxnSpPr>
            <p:cNvPr id="9" name="Conector de Seta Reta 8">
              <a:extLst>
                <a:ext uri="{FF2B5EF4-FFF2-40B4-BE49-F238E27FC236}">
                  <a16:creationId xmlns:a16="http://schemas.microsoft.com/office/drawing/2014/main" id="{ECDD8321-5A9B-DC02-8B3D-1260E502D0A0}"/>
                </a:ext>
              </a:extLst>
            </p:cNvPr>
            <p:cNvCxnSpPr/>
            <p:nvPr/>
          </p:nvCxnSpPr>
          <p:spPr>
            <a:xfrm flipV="1">
              <a:off x="9781309" y="1968281"/>
              <a:ext cx="0" cy="3102483"/>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 name="CaixaDeTexto 9">
              <a:extLst>
                <a:ext uri="{FF2B5EF4-FFF2-40B4-BE49-F238E27FC236}">
                  <a16:creationId xmlns:a16="http://schemas.microsoft.com/office/drawing/2014/main" id="{1E979817-9B3E-3F38-CAD3-E39CAB963288}"/>
                </a:ext>
              </a:extLst>
            </p:cNvPr>
            <p:cNvSpPr txBox="1"/>
            <p:nvPr/>
          </p:nvSpPr>
          <p:spPr>
            <a:xfrm>
              <a:off x="9781309" y="1706671"/>
              <a:ext cx="944489"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x(m)</a:t>
              </a:r>
            </a:p>
          </p:txBody>
        </p:sp>
        <p:sp>
          <p:nvSpPr>
            <p:cNvPr id="11" name="CaixaDeTexto 10">
              <a:extLst>
                <a:ext uri="{FF2B5EF4-FFF2-40B4-BE49-F238E27FC236}">
                  <a16:creationId xmlns:a16="http://schemas.microsoft.com/office/drawing/2014/main" id="{439E5658-AE2C-FBED-ABD0-FDEF8CACF06E}"/>
                </a:ext>
              </a:extLst>
            </p:cNvPr>
            <p:cNvSpPr txBox="1"/>
            <p:nvPr/>
          </p:nvSpPr>
          <p:spPr>
            <a:xfrm>
              <a:off x="9795163" y="2506100"/>
              <a:ext cx="585417"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27</a:t>
              </a:r>
            </a:p>
          </p:txBody>
        </p:sp>
        <p:cxnSp>
          <p:nvCxnSpPr>
            <p:cNvPr id="13" name="Conector reto 12">
              <a:extLst>
                <a:ext uri="{FF2B5EF4-FFF2-40B4-BE49-F238E27FC236}">
                  <a16:creationId xmlns:a16="http://schemas.microsoft.com/office/drawing/2014/main" id="{AFB75D4A-A958-AAB2-6039-E8365916E7C6}"/>
                </a:ext>
              </a:extLst>
            </p:cNvPr>
            <p:cNvCxnSpPr>
              <a:cxnSpLocks/>
            </p:cNvCxnSpPr>
            <p:nvPr/>
          </p:nvCxnSpPr>
          <p:spPr>
            <a:xfrm>
              <a:off x="8524278" y="5053709"/>
              <a:ext cx="1327247"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6" name="Conector reto 15">
              <a:extLst>
                <a:ext uri="{FF2B5EF4-FFF2-40B4-BE49-F238E27FC236}">
                  <a16:creationId xmlns:a16="http://schemas.microsoft.com/office/drawing/2014/main" id="{97D0472B-EA1B-34A9-BFEB-AD3977D5B1AB}"/>
                </a:ext>
              </a:extLst>
            </p:cNvPr>
            <p:cNvCxnSpPr>
              <a:cxnSpLocks/>
            </p:cNvCxnSpPr>
            <p:nvPr/>
          </p:nvCxnSpPr>
          <p:spPr>
            <a:xfrm>
              <a:off x="9469246" y="2767710"/>
              <a:ext cx="422901"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7" name="Conector reto 16">
              <a:extLst>
                <a:ext uri="{FF2B5EF4-FFF2-40B4-BE49-F238E27FC236}">
                  <a16:creationId xmlns:a16="http://schemas.microsoft.com/office/drawing/2014/main" id="{8FEBBA47-0D66-9229-124E-225FFDCEBE9D}"/>
                </a:ext>
              </a:extLst>
            </p:cNvPr>
            <p:cNvCxnSpPr>
              <a:cxnSpLocks/>
            </p:cNvCxnSpPr>
            <p:nvPr/>
          </p:nvCxnSpPr>
          <p:spPr>
            <a:xfrm>
              <a:off x="7758908" y="4554944"/>
              <a:ext cx="2137545"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8" name="CaixaDeTexto 17">
              <a:extLst>
                <a:ext uri="{FF2B5EF4-FFF2-40B4-BE49-F238E27FC236}">
                  <a16:creationId xmlns:a16="http://schemas.microsoft.com/office/drawing/2014/main" id="{DC85C052-D089-F2F5-E70A-0286CEC97B1E}"/>
                </a:ext>
              </a:extLst>
            </p:cNvPr>
            <p:cNvSpPr txBox="1"/>
            <p:nvPr/>
          </p:nvSpPr>
          <p:spPr>
            <a:xfrm>
              <a:off x="9089880" y="2205435"/>
              <a:ext cx="444352"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B</a:t>
              </a:r>
            </a:p>
          </p:txBody>
        </p:sp>
        <p:sp>
          <p:nvSpPr>
            <p:cNvPr id="19" name="CaixaDeTexto 18">
              <a:extLst>
                <a:ext uri="{FF2B5EF4-FFF2-40B4-BE49-F238E27FC236}">
                  <a16:creationId xmlns:a16="http://schemas.microsoft.com/office/drawing/2014/main" id="{F97DAEFE-7460-F70A-CE48-F13F3B3FF90F}"/>
                </a:ext>
              </a:extLst>
            </p:cNvPr>
            <p:cNvSpPr txBox="1"/>
            <p:nvPr/>
          </p:nvSpPr>
          <p:spPr>
            <a:xfrm>
              <a:off x="9791122" y="4237485"/>
              <a:ext cx="385042"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3</a:t>
              </a:r>
            </a:p>
          </p:txBody>
        </p:sp>
        <p:sp>
          <p:nvSpPr>
            <p:cNvPr id="20" name="CaixaDeTexto 19">
              <a:extLst>
                <a:ext uri="{FF2B5EF4-FFF2-40B4-BE49-F238E27FC236}">
                  <a16:creationId xmlns:a16="http://schemas.microsoft.com/office/drawing/2014/main" id="{886B805F-5B49-3130-89C8-E27795877E09}"/>
                </a:ext>
              </a:extLst>
            </p:cNvPr>
            <p:cNvSpPr txBox="1"/>
            <p:nvPr/>
          </p:nvSpPr>
          <p:spPr>
            <a:xfrm>
              <a:off x="9781309" y="4792099"/>
              <a:ext cx="385042"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0</a:t>
              </a:r>
            </a:p>
          </p:txBody>
        </p:sp>
        <p:sp>
          <p:nvSpPr>
            <p:cNvPr id="21" name="CaixaDeTexto 20">
              <a:extLst>
                <a:ext uri="{FF2B5EF4-FFF2-40B4-BE49-F238E27FC236}">
                  <a16:creationId xmlns:a16="http://schemas.microsoft.com/office/drawing/2014/main" id="{3C9430D4-5B62-435E-0A46-1EC555EA7AE3}"/>
                </a:ext>
              </a:extLst>
            </p:cNvPr>
            <p:cNvSpPr txBox="1"/>
            <p:nvPr/>
          </p:nvSpPr>
          <p:spPr>
            <a:xfrm>
              <a:off x="7391995" y="4512625"/>
              <a:ext cx="1083951"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carro</a:t>
              </a:r>
            </a:p>
          </p:txBody>
        </p:sp>
        <p:sp>
          <p:nvSpPr>
            <p:cNvPr id="22" name="CaixaDeTexto 21">
              <a:extLst>
                <a:ext uri="{FF2B5EF4-FFF2-40B4-BE49-F238E27FC236}">
                  <a16:creationId xmlns:a16="http://schemas.microsoft.com/office/drawing/2014/main" id="{C422A1E0-A606-FFAC-10C6-471C1671B0DC}"/>
                </a:ext>
              </a:extLst>
            </p:cNvPr>
            <p:cNvSpPr txBox="1"/>
            <p:nvPr/>
          </p:nvSpPr>
          <p:spPr>
            <a:xfrm>
              <a:off x="8407406" y="5070764"/>
              <a:ext cx="444352"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A</a:t>
              </a:r>
            </a:p>
          </p:txBody>
        </p:sp>
        <p:sp>
          <p:nvSpPr>
            <p:cNvPr id="23" name="CaixaDeTexto 22">
              <a:extLst>
                <a:ext uri="{FF2B5EF4-FFF2-40B4-BE49-F238E27FC236}">
                  <a16:creationId xmlns:a16="http://schemas.microsoft.com/office/drawing/2014/main" id="{84782544-BE6F-ACD6-BB6B-2045AFA5C6FC}"/>
                </a:ext>
              </a:extLst>
            </p:cNvPr>
            <p:cNvSpPr txBox="1"/>
            <p:nvPr/>
          </p:nvSpPr>
          <p:spPr>
            <a:xfrm>
              <a:off x="7402814" y="3380189"/>
              <a:ext cx="1863011"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caminhão</a:t>
              </a:r>
            </a:p>
          </p:txBody>
        </p:sp>
        <p:sp>
          <p:nvSpPr>
            <p:cNvPr id="24" name="Retângulo 23">
              <a:extLst>
                <a:ext uri="{FF2B5EF4-FFF2-40B4-BE49-F238E27FC236}">
                  <a16:creationId xmlns:a16="http://schemas.microsoft.com/office/drawing/2014/main" id="{9650ACD7-0238-57E4-208B-15724EC417B4}"/>
                </a:ext>
              </a:extLst>
            </p:cNvPr>
            <p:cNvSpPr/>
            <p:nvPr/>
          </p:nvSpPr>
          <p:spPr>
            <a:xfrm>
              <a:off x="9244659" y="2767710"/>
              <a:ext cx="289556" cy="1787234"/>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5" name="Retângulo 24">
              <a:extLst>
                <a:ext uri="{FF2B5EF4-FFF2-40B4-BE49-F238E27FC236}">
                  <a16:creationId xmlns:a16="http://schemas.microsoft.com/office/drawing/2014/main" id="{EA6CFCD5-C308-C26B-43F1-536F4269D7CC}"/>
                </a:ext>
              </a:extLst>
            </p:cNvPr>
            <p:cNvSpPr/>
            <p:nvPr/>
          </p:nvSpPr>
          <p:spPr>
            <a:xfrm>
              <a:off x="8433467" y="4554943"/>
              <a:ext cx="289556" cy="4979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Fluxograma: Conector 25">
              <a:extLst>
                <a:ext uri="{FF2B5EF4-FFF2-40B4-BE49-F238E27FC236}">
                  <a16:creationId xmlns:a16="http://schemas.microsoft.com/office/drawing/2014/main" id="{B8DF19B2-70F4-071A-DD31-7A5150F03B39}"/>
                </a:ext>
              </a:extLst>
            </p:cNvPr>
            <p:cNvSpPr/>
            <p:nvPr/>
          </p:nvSpPr>
          <p:spPr>
            <a:xfrm>
              <a:off x="9320585" y="2598271"/>
              <a:ext cx="151140" cy="155652"/>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7" name="Fluxograma: Conector 26">
              <a:extLst>
                <a:ext uri="{FF2B5EF4-FFF2-40B4-BE49-F238E27FC236}">
                  <a16:creationId xmlns:a16="http://schemas.microsoft.com/office/drawing/2014/main" id="{FC6283C8-F41B-7164-A21A-B01C11D91734}"/>
                </a:ext>
              </a:extLst>
            </p:cNvPr>
            <p:cNvSpPr/>
            <p:nvPr/>
          </p:nvSpPr>
          <p:spPr>
            <a:xfrm>
              <a:off x="8527139" y="4932162"/>
              <a:ext cx="151140" cy="155652"/>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31497201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EB893-5C6F-A897-C1F4-6E2028082B4E}"/>
            </a:ext>
          </a:extLst>
        </p:cNvPr>
        <p:cNvGrpSpPr/>
        <p:nvPr/>
      </p:nvGrpSpPr>
      <p:grpSpPr>
        <a:xfrm>
          <a:off x="0" y="0"/>
          <a:ext cx="0" cy="0"/>
          <a:chOff x="0" y="0"/>
          <a:chExt cx="0" cy="0"/>
        </a:xfrm>
      </p:grpSpPr>
      <p:sp>
        <p:nvSpPr>
          <p:cNvPr id="2" name="Retângulo 1">
            <a:extLst>
              <a:ext uri="{FF2B5EF4-FFF2-40B4-BE49-F238E27FC236}">
                <a16:creationId xmlns:a16="http://schemas.microsoft.com/office/drawing/2014/main" id="{10B10835-3B5B-2AB9-69DB-253836D15EAA}"/>
              </a:ext>
            </a:extLst>
          </p:cNvPr>
          <p:cNvSpPr/>
          <p:nvPr/>
        </p:nvSpPr>
        <p:spPr>
          <a:xfrm>
            <a:off x="329628" y="180110"/>
            <a:ext cx="2004075" cy="523220"/>
          </a:xfrm>
          <a:prstGeom prst="rect">
            <a:avLst/>
          </a:prstGeom>
        </p:spPr>
        <p:txBody>
          <a:bodyPr wrap="none">
            <a:spAutoFit/>
          </a:bodyPr>
          <a:lstStyle/>
          <a:p>
            <a:pPr algn="just"/>
            <a:r>
              <a:rPr lang="pt-BR" sz="2800" b="1" dirty="0">
                <a:solidFill>
                  <a:srgbClr val="FF0000"/>
                </a:solidFill>
                <a:latin typeface="Arial" panose="020B0604020202020204" pitchFamily="34" charset="0"/>
                <a:cs typeface="Arial" panose="020B0604020202020204" pitchFamily="34" charset="0"/>
              </a:rPr>
              <a:t>Resolução</a:t>
            </a:r>
          </a:p>
        </p:txBody>
      </p:sp>
      <p:sp>
        <p:nvSpPr>
          <p:cNvPr id="3" name="Retângulo 2">
            <a:extLst>
              <a:ext uri="{FF2B5EF4-FFF2-40B4-BE49-F238E27FC236}">
                <a16:creationId xmlns:a16="http://schemas.microsoft.com/office/drawing/2014/main" id="{1D4CB5C2-C5B4-1C87-7CD0-911C90D8A06C}"/>
              </a:ext>
            </a:extLst>
          </p:cNvPr>
          <p:cNvSpPr/>
          <p:nvPr/>
        </p:nvSpPr>
        <p:spPr>
          <a:xfrm>
            <a:off x="329627" y="693482"/>
            <a:ext cx="10975681" cy="523220"/>
          </a:xfrm>
          <a:prstGeom prst="rect">
            <a:avLst/>
          </a:prstGeom>
        </p:spPr>
        <p:txBody>
          <a:bodyPr wrap="square">
            <a:spAutoFit/>
          </a:bodyPr>
          <a:lstStyle/>
          <a:p>
            <a:pPr algn="just"/>
            <a:r>
              <a:rPr lang="pt-BR" sz="2800" b="1" dirty="0">
                <a:solidFill>
                  <a:srgbClr val="002060"/>
                </a:solidFill>
                <a:latin typeface="Arial" panose="020B0604020202020204" pitchFamily="34" charset="0"/>
                <a:cs typeface="Arial" panose="020B0604020202020204" pitchFamily="34" charset="0"/>
              </a:rPr>
              <a:t>Converter as  velocidades do carro e do  caminhão para m/s.</a:t>
            </a:r>
          </a:p>
        </p:txBody>
      </p:sp>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E2561378-3E8F-A2CF-05EF-954A56D601C5}"/>
                  </a:ext>
                </a:extLst>
              </p:cNvPr>
              <p:cNvSpPr txBox="1"/>
              <p:nvPr/>
            </p:nvSpPr>
            <p:spPr>
              <a:xfrm>
                <a:off x="329626" y="1216702"/>
                <a:ext cx="4743606" cy="9473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𝑨</m:t>
                          </m:r>
                        </m:sub>
                      </m:sSub>
                      <m:r>
                        <a:rPr lang="pt-BR" sz="2800" b="1" i="1" smtClean="0">
                          <a:latin typeface="Cambria Math" panose="02040503050406030204" pitchFamily="18" charset="0"/>
                          <a:cs typeface="Arial" panose="020B0604020202020204" pitchFamily="34" charset="0"/>
                        </a:rPr>
                        <m:t>=</m:t>
                      </m:r>
                      <m:f>
                        <m:fPr>
                          <m:ctrlPr>
                            <a:rPr lang="pt-BR" sz="2800" b="1" i="1" smtClean="0">
                              <a:latin typeface="Cambria Math" panose="02040503050406030204" pitchFamily="18" charset="0"/>
                              <a:cs typeface="Arial" panose="020B0604020202020204" pitchFamily="34" charset="0"/>
                            </a:rPr>
                          </m:ctrlPr>
                        </m:fPr>
                        <m:num>
                          <m:r>
                            <a:rPr lang="pt-BR" sz="2800" b="1" i="1" smtClean="0">
                              <a:latin typeface="Cambria Math" panose="02040503050406030204" pitchFamily="18" charset="0"/>
                              <a:cs typeface="Arial" panose="020B0604020202020204" pitchFamily="34" charset="0"/>
                            </a:rPr>
                            <m:t>𝟏𝟎𝟖</m:t>
                          </m:r>
                        </m:num>
                        <m:den>
                          <m:r>
                            <a:rPr lang="pt-BR" sz="2800" b="1" i="1" smtClean="0">
                              <a:latin typeface="Cambria Math" panose="02040503050406030204" pitchFamily="18" charset="0"/>
                              <a:cs typeface="Arial" panose="020B0604020202020204" pitchFamily="34" charset="0"/>
                            </a:rPr>
                            <m:t>𝟑</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𝟔</m:t>
                          </m:r>
                        </m:den>
                      </m:f>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ea typeface="Cambria Math" panose="02040503050406030204" pitchFamily="18" charset="0"/>
                          <a:cs typeface="Arial" panose="020B0604020202020204" pitchFamily="34" charset="0"/>
                        </a:rPr>
                        <m:t>→   </m:t>
                      </m:r>
                      <m:sSub>
                        <m:sSubPr>
                          <m:ctrlPr>
                            <a:rPr lang="pt-BR" sz="2800" b="1" i="1" smtClean="0">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ea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ea typeface="Cambria Math" panose="02040503050406030204" pitchFamily="18" charset="0"/>
                              <a:cs typeface="Arial" panose="020B0604020202020204" pitchFamily="34" charset="0"/>
                            </a:rPr>
                            <m:t>𝑨</m:t>
                          </m:r>
                        </m:sub>
                      </m:sSub>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ea typeface="Cambria Math" panose="02040503050406030204" pitchFamily="18" charset="0"/>
                          <a:cs typeface="Arial" panose="020B0604020202020204" pitchFamily="34" charset="0"/>
                        </a:rPr>
                        <m:t>𝟑𝟎</m:t>
                      </m:r>
                      <m:r>
                        <a:rPr lang="pt-BR" sz="2800" b="1" i="1" smtClean="0">
                          <a:latin typeface="Cambria Math" panose="02040503050406030204" pitchFamily="18" charset="0"/>
                          <a:ea typeface="Cambria Math" panose="02040503050406030204" pitchFamily="18" charset="0"/>
                          <a:cs typeface="Arial" panose="020B0604020202020204" pitchFamily="34" charset="0"/>
                        </a:rPr>
                        <m:t> </m:t>
                      </m:r>
                      <m:r>
                        <a:rPr lang="pt-BR" sz="2800" b="1" i="1" smtClean="0">
                          <a:latin typeface="Cambria Math" panose="02040503050406030204" pitchFamily="18" charset="0"/>
                          <a:ea typeface="Cambria Math" panose="02040503050406030204" pitchFamily="18" charset="0"/>
                          <a:cs typeface="Arial" panose="020B0604020202020204" pitchFamily="34" charset="0"/>
                        </a:rPr>
                        <m:t>𝒎</m:t>
                      </m:r>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ea typeface="Cambria Math" panose="02040503050406030204" pitchFamily="18" charset="0"/>
                          <a:cs typeface="Arial" panose="020B0604020202020204" pitchFamily="34" charset="0"/>
                        </a:rPr>
                        <m:t>𝒔</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5" name="CaixaDeTexto 4">
                <a:extLst>
                  <a:ext uri="{FF2B5EF4-FFF2-40B4-BE49-F238E27FC236}">
                    <a16:creationId xmlns:a16="http://schemas.microsoft.com/office/drawing/2014/main" id="{E2561378-3E8F-A2CF-05EF-954A56D601C5}"/>
                  </a:ext>
                </a:extLst>
              </p:cNvPr>
              <p:cNvSpPr txBox="1">
                <a:spLocks noRot="1" noChangeAspect="1" noMove="1" noResize="1" noEditPoints="1" noAdjustHandles="1" noChangeArrowheads="1" noChangeShapeType="1" noTextEdit="1"/>
              </p:cNvSpPr>
              <p:nvPr/>
            </p:nvSpPr>
            <p:spPr>
              <a:xfrm>
                <a:off x="329626" y="1216702"/>
                <a:ext cx="4743606" cy="947375"/>
              </a:xfrm>
              <a:prstGeom prst="rect">
                <a:avLst/>
              </a:prstGeom>
              <a:blipFill>
                <a:blip r:embed="rId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CE146606-1081-2BC3-E3BA-2281B8D648C6}"/>
                  </a:ext>
                </a:extLst>
              </p:cNvPr>
              <p:cNvSpPr txBox="1"/>
              <p:nvPr/>
            </p:nvSpPr>
            <p:spPr>
              <a:xfrm>
                <a:off x="5379959" y="1216701"/>
                <a:ext cx="4729692" cy="9473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𝑪</m:t>
                          </m:r>
                        </m:sub>
                      </m:sSub>
                      <m:r>
                        <a:rPr lang="pt-BR" sz="2800" b="1" i="1" smtClean="0">
                          <a:latin typeface="Cambria Math" panose="02040503050406030204" pitchFamily="18" charset="0"/>
                          <a:cs typeface="Arial" panose="020B0604020202020204" pitchFamily="34" charset="0"/>
                        </a:rPr>
                        <m:t>=</m:t>
                      </m:r>
                      <m:f>
                        <m:fPr>
                          <m:ctrlPr>
                            <a:rPr lang="pt-BR" sz="2800" b="1" i="1" smtClean="0">
                              <a:latin typeface="Cambria Math" panose="02040503050406030204" pitchFamily="18" charset="0"/>
                              <a:cs typeface="Arial" panose="020B0604020202020204" pitchFamily="34" charset="0"/>
                            </a:rPr>
                          </m:ctrlPr>
                        </m:fPr>
                        <m:num>
                          <m:r>
                            <a:rPr lang="pt-BR" sz="2800" b="1" i="1" smtClean="0">
                              <a:latin typeface="Cambria Math" panose="02040503050406030204" pitchFamily="18" charset="0"/>
                              <a:cs typeface="Arial" panose="020B0604020202020204" pitchFamily="34" charset="0"/>
                            </a:rPr>
                            <m:t>𝟕𝟐</m:t>
                          </m:r>
                        </m:num>
                        <m:den>
                          <m:r>
                            <a:rPr lang="pt-BR" sz="2800" b="1" i="1" smtClean="0">
                              <a:latin typeface="Cambria Math" panose="02040503050406030204" pitchFamily="18" charset="0"/>
                              <a:cs typeface="Arial" panose="020B0604020202020204" pitchFamily="34" charset="0"/>
                            </a:rPr>
                            <m:t>𝟑</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𝟔</m:t>
                          </m:r>
                        </m:den>
                      </m:f>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ea typeface="Cambria Math" panose="02040503050406030204" pitchFamily="18" charset="0"/>
                          <a:cs typeface="Arial" panose="020B0604020202020204" pitchFamily="34" charset="0"/>
                        </a:rPr>
                        <m:t>→   </m:t>
                      </m:r>
                      <m:sSub>
                        <m:sSubPr>
                          <m:ctrlPr>
                            <a:rPr lang="pt-BR" sz="2800" b="1" i="1" smtClean="0">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ea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ea typeface="Cambria Math" panose="02040503050406030204" pitchFamily="18" charset="0"/>
                              <a:cs typeface="Arial" panose="020B0604020202020204" pitchFamily="34" charset="0"/>
                            </a:rPr>
                            <m:t>𝑪</m:t>
                          </m:r>
                        </m:sub>
                      </m:sSub>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ea typeface="Cambria Math" panose="02040503050406030204" pitchFamily="18" charset="0"/>
                          <a:cs typeface="Arial" panose="020B0604020202020204" pitchFamily="34" charset="0"/>
                        </a:rPr>
                        <m:t>𝟐𝟎</m:t>
                      </m:r>
                      <m:r>
                        <a:rPr lang="pt-BR" sz="2800" b="1" i="1" smtClean="0">
                          <a:latin typeface="Cambria Math" panose="02040503050406030204" pitchFamily="18" charset="0"/>
                          <a:ea typeface="Cambria Math" panose="02040503050406030204" pitchFamily="18" charset="0"/>
                          <a:cs typeface="Arial" panose="020B0604020202020204" pitchFamily="34" charset="0"/>
                        </a:rPr>
                        <m:t> </m:t>
                      </m:r>
                      <m:r>
                        <a:rPr lang="pt-BR" sz="2800" b="1" i="1" smtClean="0">
                          <a:latin typeface="Cambria Math" panose="02040503050406030204" pitchFamily="18" charset="0"/>
                          <a:ea typeface="Cambria Math" panose="02040503050406030204" pitchFamily="18" charset="0"/>
                          <a:cs typeface="Arial" panose="020B0604020202020204" pitchFamily="34" charset="0"/>
                        </a:rPr>
                        <m:t>𝒎</m:t>
                      </m:r>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ea typeface="Cambria Math" panose="02040503050406030204" pitchFamily="18" charset="0"/>
                          <a:cs typeface="Arial" panose="020B0604020202020204" pitchFamily="34" charset="0"/>
                        </a:rPr>
                        <m:t>𝒔</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6" name="CaixaDeTexto 5">
                <a:extLst>
                  <a:ext uri="{FF2B5EF4-FFF2-40B4-BE49-F238E27FC236}">
                    <a16:creationId xmlns:a16="http://schemas.microsoft.com/office/drawing/2014/main" id="{CE146606-1081-2BC3-E3BA-2281B8D648C6}"/>
                  </a:ext>
                </a:extLst>
              </p:cNvPr>
              <p:cNvSpPr txBox="1">
                <a:spLocks noRot="1" noChangeAspect="1" noMove="1" noResize="1" noEditPoints="1" noAdjustHandles="1" noChangeArrowheads="1" noChangeShapeType="1" noTextEdit="1"/>
              </p:cNvSpPr>
              <p:nvPr/>
            </p:nvSpPr>
            <p:spPr>
              <a:xfrm>
                <a:off x="5379959" y="1216701"/>
                <a:ext cx="4729692" cy="947375"/>
              </a:xfrm>
              <a:prstGeom prst="rect">
                <a:avLst/>
              </a:prstGeom>
              <a:blipFill>
                <a:blip r:embed="rId3"/>
                <a:stretch>
                  <a:fillRect/>
                </a:stretch>
              </a:blipFill>
            </p:spPr>
            <p:txBody>
              <a:bodyPr/>
              <a:lstStyle/>
              <a:p>
                <a:r>
                  <a:rPr lang="pt-BR">
                    <a:noFill/>
                  </a:rPr>
                  <a:t> </a:t>
                </a:r>
              </a:p>
            </p:txBody>
          </p:sp>
        </mc:Fallback>
      </mc:AlternateContent>
      <p:sp>
        <p:nvSpPr>
          <p:cNvPr id="7" name="Retângulo 6">
            <a:extLst>
              <a:ext uri="{FF2B5EF4-FFF2-40B4-BE49-F238E27FC236}">
                <a16:creationId xmlns:a16="http://schemas.microsoft.com/office/drawing/2014/main" id="{96FA4EA0-24B9-8EED-C07B-CA38237EE1E9}"/>
              </a:ext>
            </a:extLst>
          </p:cNvPr>
          <p:cNvSpPr/>
          <p:nvPr/>
        </p:nvSpPr>
        <p:spPr>
          <a:xfrm>
            <a:off x="371102" y="2119745"/>
            <a:ext cx="1563248" cy="523220"/>
          </a:xfrm>
          <a:prstGeom prst="rect">
            <a:avLst/>
          </a:prstGeom>
        </p:spPr>
        <p:txBody>
          <a:bodyPr wrap="none">
            <a:spAutoFit/>
          </a:bodyPr>
          <a:lstStyle/>
          <a:p>
            <a:pPr algn="just"/>
            <a:r>
              <a:rPr lang="pt-BR" sz="2800" b="1" dirty="0">
                <a:solidFill>
                  <a:srgbClr val="FF0000"/>
                </a:solidFill>
                <a:latin typeface="Arial" panose="020B0604020202020204" pitchFamily="34" charset="0"/>
                <a:cs typeface="Arial" panose="020B0604020202020204" pitchFamily="34" charset="0"/>
              </a:rPr>
              <a:t>Modelo:</a:t>
            </a:r>
          </a:p>
        </p:txBody>
      </p:sp>
      <mc:AlternateContent xmlns:mc="http://schemas.openxmlformats.org/markup-compatibility/2006" xmlns:a14="http://schemas.microsoft.com/office/drawing/2010/main">
        <mc:Choice Requires="a14">
          <p:sp>
            <p:nvSpPr>
              <p:cNvPr id="8" name="Retângulo 7">
                <a:extLst>
                  <a:ext uri="{FF2B5EF4-FFF2-40B4-BE49-F238E27FC236}">
                    <a16:creationId xmlns:a16="http://schemas.microsoft.com/office/drawing/2014/main" id="{5B4AB3B8-6881-ABD8-842B-443162FEAA23}"/>
                  </a:ext>
                </a:extLst>
              </p:cNvPr>
              <p:cNvSpPr/>
              <p:nvPr/>
            </p:nvSpPr>
            <p:spPr>
              <a:xfrm>
                <a:off x="1940679" y="2141236"/>
                <a:ext cx="2123145" cy="523220"/>
              </a:xfrm>
              <a:prstGeom prst="rect">
                <a:avLst/>
              </a:prstGeom>
            </p:spPr>
            <p:txBody>
              <a:bodyPr wrap="none">
                <a:spAutoFit/>
              </a:bodyPr>
              <a:lstStyle/>
              <a:p>
                <a:pPr algn="just"/>
                <a14:m>
                  <m:oMath xmlns:m="http://schemas.openxmlformats.org/officeDocument/2006/math">
                    <m:r>
                      <a:rPr lang="pt-BR" sz="2800" b="1" i="1" smtClean="0">
                        <a:solidFill>
                          <a:srgbClr val="002060"/>
                        </a:solidFill>
                        <a:latin typeface="Cambria Math" panose="02040503050406030204" pitchFamily="18" charset="0"/>
                        <a:cs typeface="Arial" panose="020B0604020202020204" pitchFamily="34" charset="0"/>
                      </a:rPr>
                      <m:t>𝑺</m:t>
                    </m:r>
                    <m:r>
                      <a:rPr lang="pt-BR" sz="2800" b="1" i="1" smtClean="0">
                        <a:solidFill>
                          <a:srgbClr val="002060"/>
                        </a:solidFill>
                        <a:latin typeface="Cambria Math" panose="02040503050406030204" pitchFamily="18" charset="0"/>
                        <a:cs typeface="Arial" panose="020B0604020202020204" pitchFamily="34" charset="0"/>
                      </a:rPr>
                      <m:t>=</m:t>
                    </m:r>
                    <m:sSub>
                      <m:sSubPr>
                        <m:ctrlPr>
                          <a:rPr lang="pt-BR" sz="2800" b="1" i="1" smtClean="0">
                            <a:solidFill>
                              <a:srgbClr val="002060"/>
                            </a:solidFill>
                            <a:latin typeface="Cambria Math" panose="02040503050406030204" pitchFamily="18" charset="0"/>
                            <a:cs typeface="Arial" panose="020B0604020202020204" pitchFamily="34" charset="0"/>
                          </a:rPr>
                        </m:ctrlPr>
                      </m:sSubPr>
                      <m:e>
                        <m:r>
                          <a:rPr lang="pt-BR" sz="2800" b="1" i="1" smtClean="0">
                            <a:solidFill>
                              <a:srgbClr val="002060"/>
                            </a:solidFill>
                            <a:latin typeface="Cambria Math" panose="02040503050406030204" pitchFamily="18" charset="0"/>
                            <a:cs typeface="Arial" panose="020B0604020202020204" pitchFamily="34" charset="0"/>
                          </a:rPr>
                          <m:t>𝑺</m:t>
                        </m:r>
                      </m:e>
                      <m:sub>
                        <m:r>
                          <a:rPr lang="pt-BR" sz="2800" b="1" i="1" smtClean="0">
                            <a:solidFill>
                              <a:srgbClr val="002060"/>
                            </a:solidFill>
                            <a:latin typeface="Cambria Math" panose="02040503050406030204" pitchFamily="18" charset="0"/>
                            <a:cs typeface="Arial" panose="020B0604020202020204" pitchFamily="34" charset="0"/>
                          </a:rPr>
                          <m:t>𝟎</m:t>
                        </m:r>
                      </m:sub>
                    </m:sSub>
                    <m:r>
                      <a:rPr lang="pt-BR" sz="2800" b="1" i="1" smtClean="0">
                        <a:solidFill>
                          <a:srgbClr val="002060"/>
                        </a:solidFill>
                        <a:latin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cs typeface="Arial" panose="020B0604020202020204" pitchFamily="34" charset="0"/>
                      </a:rPr>
                      <m:t>𝒗𝒕</m:t>
                    </m:r>
                  </m:oMath>
                </a14:m>
                <a:r>
                  <a:rPr lang="pt-BR" sz="2800" b="1" dirty="0">
                    <a:solidFill>
                      <a:srgbClr val="002060"/>
                    </a:solidFill>
                    <a:latin typeface="Arial" panose="020B0604020202020204" pitchFamily="34" charset="0"/>
                    <a:cs typeface="Arial" panose="020B0604020202020204" pitchFamily="34" charset="0"/>
                  </a:rPr>
                  <a:t> </a:t>
                </a:r>
              </a:p>
            </p:txBody>
          </p:sp>
        </mc:Choice>
        <mc:Fallback xmlns="">
          <p:sp>
            <p:nvSpPr>
              <p:cNvPr id="8" name="Retângulo 7">
                <a:extLst>
                  <a:ext uri="{FF2B5EF4-FFF2-40B4-BE49-F238E27FC236}">
                    <a16:creationId xmlns:a16="http://schemas.microsoft.com/office/drawing/2014/main" id="{5B4AB3B8-6881-ABD8-842B-443162FEAA23}"/>
                  </a:ext>
                </a:extLst>
              </p:cNvPr>
              <p:cNvSpPr>
                <a:spLocks noRot="1" noChangeAspect="1" noMove="1" noResize="1" noEditPoints="1" noAdjustHandles="1" noChangeArrowheads="1" noChangeShapeType="1" noTextEdit="1"/>
              </p:cNvSpPr>
              <p:nvPr/>
            </p:nvSpPr>
            <p:spPr>
              <a:xfrm>
                <a:off x="1940679" y="2141236"/>
                <a:ext cx="2123145" cy="523220"/>
              </a:xfrm>
              <a:prstGeom prst="rect">
                <a:avLst/>
              </a:prstGeom>
              <a:blipFill>
                <a:blip r:embed="rId4"/>
                <a:stretch>
                  <a:fillRect/>
                </a:stretch>
              </a:blipFill>
            </p:spPr>
            <p:txBody>
              <a:bodyPr/>
              <a:lstStyle/>
              <a:p>
                <a:r>
                  <a:rPr lang="pt-BR">
                    <a:noFill/>
                  </a:rPr>
                  <a:t> </a:t>
                </a:r>
              </a:p>
            </p:txBody>
          </p:sp>
        </mc:Fallback>
      </mc:AlternateContent>
      <p:sp>
        <p:nvSpPr>
          <p:cNvPr id="9" name="Retângulo 8">
            <a:extLst>
              <a:ext uri="{FF2B5EF4-FFF2-40B4-BE49-F238E27FC236}">
                <a16:creationId xmlns:a16="http://schemas.microsoft.com/office/drawing/2014/main" id="{C8ECF7C9-E736-C854-F52F-CC27635B054D}"/>
              </a:ext>
            </a:extLst>
          </p:cNvPr>
          <p:cNvSpPr/>
          <p:nvPr/>
        </p:nvSpPr>
        <p:spPr>
          <a:xfrm>
            <a:off x="329626" y="2597070"/>
            <a:ext cx="7789429" cy="523220"/>
          </a:xfrm>
          <a:prstGeom prst="rect">
            <a:avLst/>
          </a:prstGeom>
        </p:spPr>
        <p:txBody>
          <a:bodyPr wrap="square">
            <a:spAutoFit/>
          </a:bodyPr>
          <a:lstStyle/>
          <a:p>
            <a:pPr algn="just"/>
            <a:r>
              <a:rPr lang="pt-BR" sz="2800" b="1" dirty="0">
                <a:latin typeface="Arial" panose="020B0604020202020204" pitchFamily="34" charset="0"/>
                <a:cs typeface="Arial" panose="020B0604020202020204" pitchFamily="34" charset="0"/>
              </a:rPr>
              <a:t>Escrever a função horária dos pontos A e B:</a:t>
            </a:r>
          </a:p>
        </p:txBody>
      </p:sp>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262549AF-F7B3-42D1-BCCE-CF8B20304781}"/>
                  </a:ext>
                </a:extLst>
              </p:cNvPr>
              <p:cNvSpPr txBox="1"/>
              <p:nvPr/>
            </p:nvSpPr>
            <p:spPr>
              <a:xfrm>
                <a:off x="492783" y="3089785"/>
                <a:ext cx="268868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𝑨</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𝟑𝟎</m:t>
                      </m:r>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𝒔</m:t>
                      </m:r>
                      <m:r>
                        <a:rPr lang="pt-BR" sz="2800" b="1" i="1" smtClean="0">
                          <a:latin typeface="Cambria Math" panose="02040503050406030204" pitchFamily="18" charset="0"/>
                          <a:cs typeface="Arial" panose="020B0604020202020204" pitchFamily="34" charset="0"/>
                        </a:rPr>
                        <m:t>)</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10" name="CaixaDeTexto 9">
                <a:extLst>
                  <a:ext uri="{FF2B5EF4-FFF2-40B4-BE49-F238E27FC236}">
                    <a16:creationId xmlns:a16="http://schemas.microsoft.com/office/drawing/2014/main" id="{262549AF-F7B3-42D1-BCCE-CF8B20304781}"/>
                  </a:ext>
                </a:extLst>
              </p:cNvPr>
              <p:cNvSpPr txBox="1">
                <a:spLocks noRot="1" noChangeAspect="1" noMove="1" noResize="1" noEditPoints="1" noAdjustHandles="1" noChangeArrowheads="1" noChangeShapeType="1" noTextEdit="1"/>
              </p:cNvSpPr>
              <p:nvPr/>
            </p:nvSpPr>
            <p:spPr>
              <a:xfrm>
                <a:off x="492783" y="3089785"/>
                <a:ext cx="2688685" cy="523220"/>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A575E005-75D0-7253-2250-F5EF5BB3F058}"/>
                  </a:ext>
                </a:extLst>
              </p:cNvPr>
              <p:cNvSpPr txBox="1"/>
              <p:nvPr/>
            </p:nvSpPr>
            <p:spPr>
              <a:xfrm>
                <a:off x="415255" y="3602966"/>
                <a:ext cx="3561552"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𝑩</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𝟐𝟕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𝟐𝟎</m:t>
                      </m:r>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𝒔</m:t>
                      </m:r>
                      <m:r>
                        <a:rPr lang="pt-BR" sz="2800" b="1" i="1" smtClean="0">
                          <a:latin typeface="Cambria Math" panose="02040503050406030204" pitchFamily="18" charset="0"/>
                          <a:cs typeface="Arial" panose="020B0604020202020204" pitchFamily="34" charset="0"/>
                        </a:rPr>
                        <m:t>)</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11" name="CaixaDeTexto 10">
                <a:extLst>
                  <a:ext uri="{FF2B5EF4-FFF2-40B4-BE49-F238E27FC236}">
                    <a16:creationId xmlns:a16="http://schemas.microsoft.com/office/drawing/2014/main" id="{A575E005-75D0-7253-2250-F5EF5BB3F058}"/>
                  </a:ext>
                </a:extLst>
              </p:cNvPr>
              <p:cNvSpPr txBox="1">
                <a:spLocks noRot="1" noChangeAspect="1" noMove="1" noResize="1" noEditPoints="1" noAdjustHandles="1" noChangeArrowheads="1" noChangeShapeType="1" noTextEdit="1"/>
              </p:cNvSpPr>
              <p:nvPr/>
            </p:nvSpPr>
            <p:spPr>
              <a:xfrm>
                <a:off x="415255" y="3602966"/>
                <a:ext cx="3561552" cy="523220"/>
              </a:xfrm>
              <a:prstGeom prst="rect">
                <a:avLst/>
              </a:prstGeom>
              <a:blipFill>
                <a:blip r:embed="rId6"/>
                <a:stretch>
                  <a:fillRect/>
                </a:stretch>
              </a:blipFill>
            </p:spPr>
            <p:txBody>
              <a:bodyPr/>
              <a:lstStyle/>
              <a:p>
                <a:r>
                  <a:rPr lang="pt-BR">
                    <a:noFill/>
                  </a:rPr>
                  <a:t> </a:t>
                </a:r>
              </a:p>
            </p:txBody>
          </p:sp>
        </mc:Fallback>
      </mc:AlternateContent>
      <p:sp>
        <p:nvSpPr>
          <p:cNvPr id="12" name="Retângulo 11">
            <a:extLst>
              <a:ext uri="{FF2B5EF4-FFF2-40B4-BE49-F238E27FC236}">
                <a16:creationId xmlns:a16="http://schemas.microsoft.com/office/drawing/2014/main" id="{B51906B3-32A2-9CF8-C9D1-D28C76917AD5}"/>
              </a:ext>
            </a:extLst>
          </p:cNvPr>
          <p:cNvSpPr/>
          <p:nvPr/>
        </p:nvSpPr>
        <p:spPr>
          <a:xfrm>
            <a:off x="371102" y="4126186"/>
            <a:ext cx="3403496" cy="523220"/>
          </a:xfrm>
          <a:prstGeom prst="rect">
            <a:avLst/>
          </a:prstGeom>
        </p:spPr>
        <p:txBody>
          <a:bodyPr wrap="none">
            <a:spAutoFit/>
          </a:bodyPr>
          <a:lstStyle/>
          <a:p>
            <a:pPr algn="just"/>
            <a:r>
              <a:rPr lang="pt-BR" sz="2800" b="1" dirty="0">
                <a:solidFill>
                  <a:srgbClr val="FF0000"/>
                </a:solidFill>
                <a:latin typeface="Arial" panose="020B0604020202020204" pitchFamily="34" charset="0"/>
                <a:cs typeface="Arial" panose="020B0604020202020204" pitchFamily="34" charset="0"/>
              </a:rPr>
              <a:t>Na ultrapassagem:</a:t>
            </a:r>
          </a:p>
        </p:txBody>
      </p:sp>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D15EE872-0705-3090-A680-B8042780F51D}"/>
                  </a:ext>
                </a:extLst>
              </p:cNvPr>
              <p:cNvSpPr txBox="1"/>
              <p:nvPr/>
            </p:nvSpPr>
            <p:spPr>
              <a:xfrm>
                <a:off x="1382521" y="4470067"/>
                <a:ext cx="155048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𝑨</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𝑩</m:t>
                          </m:r>
                        </m:sub>
                      </m:sSub>
                    </m:oMath>
                  </m:oMathPara>
                </a14:m>
                <a:endParaRPr lang="pt-BR" sz="2800" b="1" dirty="0">
                  <a:latin typeface="Arial" panose="020B0604020202020204" pitchFamily="34" charset="0"/>
                  <a:cs typeface="Arial" panose="020B0604020202020204" pitchFamily="34" charset="0"/>
                </a:endParaRPr>
              </a:p>
            </p:txBody>
          </p:sp>
        </mc:Choice>
        <mc:Fallback xmlns="">
          <p:sp>
            <p:nvSpPr>
              <p:cNvPr id="13" name="CaixaDeTexto 12">
                <a:extLst>
                  <a:ext uri="{FF2B5EF4-FFF2-40B4-BE49-F238E27FC236}">
                    <a16:creationId xmlns:a16="http://schemas.microsoft.com/office/drawing/2014/main" id="{D15EE872-0705-3090-A680-B8042780F51D}"/>
                  </a:ext>
                </a:extLst>
              </p:cNvPr>
              <p:cNvSpPr txBox="1">
                <a:spLocks noRot="1" noChangeAspect="1" noMove="1" noResize="1" noEditPoints="1" noAdjustHandles="1" noChangeArrowheads="1" noChangeShapeType="1" noTextEdit="1"/>
              </p:cNvSpPr>
              <p:nvPr/>
            </p:nvSpPr>
            <p:spPr>
              <a:xfrm>
                <a:off x="1382521" y="4470067"/>
                <a:ext cx="1550488" cy="523220"/>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id="{336B6A30-DE67-7466-DED4-69DDE13322C0}"/>
                  </a:ext>
                </a:extLst>
              </p:cNvPr>
              <p:cNvSpPr txBox="1"/>
              <p:nvPr/>
            </p:nvSpPr>
            <p:spPr>
              <a:xfrm>
                <a:off x="718169" y="4976275"/>
                <a:ext cx="2768707"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𝟑𝟎</m:t>
                      </m:r>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𝟐𝟕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𝟐𝟎</m:t>
                      </m:r>
                      <m:r>
                        <a:rPr lang="pt-BR" sz="2800" b="1" i="1" smtClean="0">
                          <a:latin typeface="Cambria Math" panose="02040503050406030204" pitchFamily="18" charset="0"/>
                          <a:cs typeface="Arial" panose="020B0604020202020204" pitchFamily="34" charset="0"/>
                        </a:rPr>
                        <m:t>𝒕</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14" name="CaixaDeTexto 13">
                <a:extLst>
                  <a:ext uri="{FF2B5EF4-FFF2-40B4-BE49-F238E27FC236}">
                    <a16:creationId xmlns:a16="http://schemas.microsoft.com/office/drawing/2014/main" id="{336B6A30-DE67-7466-DED4-69DDE13322C0}"/>
                  </a:ext>
                </a:extLst>
              </p:cNvPr>
              <p:cNvSpPr txBox="1">
                <a:spLocks noRot="1" noChangeAspect="1" noMove="1" noResize="1" noEditPoints="1" noAdjustHandles="1" noChangeArrowheads="1" noChangeShapeType="1" noTextEdit="1"/>
              </p:cNvSpPr>
              <p:nvPr/>
            </p:nvSpPr>
            <p:spPr>
              <a:xfrm>
                <a:off x="718169" y="4976275"/>
                <a:ext cx="2768707" cy="523220"/>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id="{A0C03B0B-1591-A88D-34E3-86ED0C7B95BD}"/>
                  </a:ext>
                </a:extLst>
              </p:cNvPr>
              <p:cNvSpPr txBox="1"/>
              <p:nvPr/>
            </p:nvSpPr>
            <p:spPr>
              <a:xfrm>
                <a:off x="1150266" y="5372879"/>
                <a:ext cx="176118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𝟏𝟎</m:t>
                      </m:r>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𝟐𝟕</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15" name="CaixaDeTexto 14">
                <a:extLst>
                  <a:ext uri="{FF2B5EF4-FFF2-40B4-BE49-F238E27FC236}">
                    <a16:creationId xmlns:a16="http://schemas.microsoft.com/office/drawing/2014/main" id="{A0C03B0B-1591-A88D-34E3-86ED0C7B95BD}"/>
                  </a:ext>
                </a:extLst>
              </p:cNvPr>
              <p:cNvSpPr txBox="1">
                <a:spLocks noRot="1" noChangeAspect="1" noMove="1" noResize="1" noEditPoints="1" noAdjustHandles="1" noChangeArrowheads="1" noChangeShapeType="1" noTextEdit="1"/>
              </p:cNvSpPr>
              <p:nvPr/>
            </p:nvSpPr>
            <p:spPr>
              <a:xfrm>
                <a:off x="1150266" y="5372879"/>
                <a:ext cx="1761188" cy="523220"/>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38BB43A4-0A77-37DF-3A3C-0249B4C3EA75}"/>
                  </a:ext>
                </a:extLst>
              </p:cNvPr>
              <p:cNvSpPr txBox="1"/>
              <p:nvPr/>
            </p:nvSpPr>
            <p:spPr>
              <a:xfrm>
                <a:off x="718169" y="6014081"/>
                <a:ext cx="1723229" cy="523220"/>
              </a:xfrm>
              <a:prstGeom prst="rect">
                <a:avLst/>
              </a:prstGeom>
              <a:solidFill>
                <a:srgbClr val="FFFF00"/>
              </a:solidFill>
              <a:ln>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𝟐</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𝟕</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𝒔</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16" name="CaixaDeTexto 15">
                <a:extLst>
                  <a:ext uri="{FF2B5EF4-FFF2-40B4-BE49-F238E27FC236}">
                    <a16:creationId xmlns:a16="http://schemas.microsoft.com/office/drawing/2014/main" id="{38BB43A4-0A77-37DF-3A3C-0249B4C3EA75}"/>
                  </a:ext>
                </a:extLst>
              </p:cNvPr>
              <p:cNvSpPr txBox="1">
                <a:spLocks noRot="1" noChangeAspect="1" noMove="1" noResize="1" noEditPoints="1" noAdjustHandles="1" noChangeArrowheads="1" noChangeShapeType="1" noTextEdit="1"/>
              </p:cNvSpPr>
              <p:nvPr/>
            </p:nvSpPr>
            <p:spPr>
              <a:xfrm>
                <a:off x="718169" y="6014081"/>
                <a:ext cx="1723229" cy="523220"/>
              </a:xfrm>
              <a:prstGeom prst="rect">
                <a:avLst/>
              </a:prstGeom>
              <a:blipFill>
                <a:blip r:embed="rId10"/>
                <a:stretch>
                  <a:fillRect/>
                </a:stretch>
              </a:blipFill>
              <a:ln>
                <a:solidFill>
                  <a:schemeClr val="tx1"/>
                </a:solidFill>
              </a:ln>
            </p:spPr>
            <p:txBody>
              <a:bodyPr/>
              <a:lstStyle/>
              <a:p>
                <a:r>
                  <a:rPr lang="pt-BR">
                    <a:noFill/>
                  </a:rPr>
                  <a:t> </a:t>
                </a:r>
              </a:p>
            </p:txBody>
          </p:sp>
        </mc:Fallback>
      </mc:AlternateContent>
      <p:sp>
        <p:nvSpPr>
          <p:cNvPr id="17" name="Retângulo 16">
            <a:extLst>
              <a:ext uri="{FF2B5EF4-FFF2-40B4-BE49-F238E27FC236}">
                <a16:creationId xmlns:a16="http://schemas.microsoft.com/office/drawing/2014/main" id="{CD552027-BADC-8F2E-5396-C5BFAD9B2829}"/>
              </a:ext>
            </a:extLst>
          </p:cNvPr>
          <p:cNvSpPr/>
          <p:nvPr/>
        </p:nvSpPr>
        <p:spPr>
          <a:xfrm>
            <a:off x="3002251" y="6014081"/>
            <a:ext cx="2343911" cy="523220"/>
          </a:xfrm>
          <a:prstGeom prst="rect">
            <a:avLst/>
          </a:prstGeom>
        </p:spPr>
        <p:txBody>
          <a:bodyPr wrap="none">
            <a:spAutoFit/>
          </a:bodyPr>
          <a:lstStyle/>
          <a:p>
            <a:pPr algn="just"/>
            <a:r>
              <a:rPr lang="pt-BR" sz="2800" b="1" dirty="0">
                <a:solidFill>
                  <a:srgbClr val="FF0000"/>
                </a:solidFill>
                <a:latin typeface="Arial" panose="020B0604020202020204" pitchFamily="34" charset="0"/>
                <a:cs typeface="Arial" panose="020B0604020202020204" pitchFamily="34" charset="0"/>
              </a:rPr>
              <a:t>Alternativa c</a:t>
            </a:r>
          </a:p>
        </p:txBody>
      </p:sp>
      <p:pic>
        <p:nvPicPr>
          <p:cNvPr id="18" name="Imagem 17">
            <a:extLst>
              <a:ext uri="{FF2B5EF4-FFF2-40B4-BE49-F238E27FC236}">
                <a16:creationId xmlns:a16="http://schemas.microsoft.com/office/drawing/2014/main" id="{48C2F74F-98F2-7FB3-954B-972A6D5CB50B}"/>
              </a:ext>
            </a:extLst>
          </p:cNvPr>
          <p:cNvPicPr>
            <a:picLocks noChangeAspect="1"/>
          </p:cNvPicPr>
          <p:nvPr/>
        </p:nvPicPr>
        <p:blipFill>
          <a:blip r:embed="rId11"/>
          <a:stretch>
            <a:fillRect/>
          </a:stretch>
        </p:blipFill>
        <p:spPr>
          <a:xfrm>
            <a:off x="7242419" y="4128679"/>
            <a:ext cx="1945551" cy="2070495"/>
          </a:xfrm>
          <a:prstGeom prst="rect">
            <a:avLst/>
          </a:prstGeom>
        </p:spPr>
      </p:pic>
    </p:spTree>
    <p:extLst>
      <p:ext uri="{BB962C8B-B14F-4D97-AF65-F5344CB8AC3E}">
        <p14:creationId xmlns:p14="http://schemas.microsoft.com/office/powerpoint/2010/main" val="2488579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1" presetClass="entr" presetSubtype="1"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heel(1)">
                                      <p:cBhvr>
                                        <p:cTn id="16" dur="20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arn(inVertical)">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1000"/>
                                        <p:tgtEl>
                                          <p:spTgt spid="8"/>
                                        </p:tgtEl>
                                      </p:cBhvr>
                                    </p:animEffect>
                                    <p:anim calcmode="lin" valueType="num">
                                      <p:cBhvr>
                                        <p:cTn id="27" dur="1000" fill="hold"/>
                                        <p:tgtEl>
                                          <p:spTgt spid="8"/>
                                        </p:tgtEl>
                                        <p:attrNameLst>
                                          <p:attrName>ppt_x</p:attrName>
                                        </p:attrNameLst>
                                      </p:cBhvr>
                                      <p:tavLst>
                                        <p:tav tm="0">
                                          <p:val>
                                            <p:strVal val="#ppt_x"/>
                                          </p:val>
                                        </p:tav>
                                        <p:tav tm="100000">
                                          <p:val>
                                            <p:strVal val="#ppt_x"/>
                                          </p:val>
                                        </p:tav>
                                      </p:tavLst>
                                    </p:anim>
                                    <p:anim calcmode="lin" valueType="num">
                                      <p:cBhvr>
                                        <p:cTn id="2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down)">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randombar(horizontal)">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6" presetClass="entr" presetSubtype="21"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barn(inVertical)">
                                      <p:cBhvr>
                                        <p:cTn id="51" dur="500"/>
                                        <p:tgtEl>
                                          <p:spTgt spid="13"/>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50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1000"/>
                                        <p:tgtEl>
                                          <p:spTgt spid="15"/>
                                        </p:tgtEl>
                                      </p:cBhvr>
                                    </p:animEffect>
                                    <p:anim calcmode="lin" valueType="num">
                                      <p:cBhvr>
                                        <p:cTn id="62" dur="1000" fill="hold"/>
                                        <p:tgtEl>
                                          <p:spTgt spid="15"/>
                                        </p:tgtEl>
                                        <p:attrNameLst>
                                          <p:attrName>ppt_x</p:attrName>
                                        </p:attrNameLst>
                                      </p:cBhvr>
                                      <p:tavLst>
                                        <p:tav tm="0">
                                          <p:val>
                                            <p:strVal val="#ppt_x"/>
                                          </p:val>
                                        </p:tav>
                                        <p:tav tm="100000">
                                          <p:val>
                                            <p:strVal val="#ppt_x"/>
                                          </p:val>
                                        </p:tav>
                                      </p:tavLst>
                                    </p:anim>
                                    <p:anim calcmode="lin" valueType="num">
                                      <p:cBhvr>
                                        <p:cTn id="6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1" presetClass="entr" presetSubtype="1" fill="hold" grpId="0" nodeType="click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wheel(1)">
                                      <p:cBhvr>
                                        <p:cTn id="68" dur="2000"/>
                                        <p:tgtEl>
                                          <p:spTgt spid="16"/>
                                        </p:tgtEl>
                                      </p:cBhvr>
                                    </p:animEffec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6" presetClass="entr" presetSubtype="16" fill="hold" nodeType="click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circle(in)">
                                      <p:cBhvr>
                                        <p:cTn id="77"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8" grpId="0"/>
      <p:bldP spid="9" grpId="0"/>
      <p:bldP spid="10" grpId="0"/>
      <p:bldP spid="11" grpId="0"/>
      <p:bldP spid="12" grpId="0"/>
      <p:bldP spid="13" grpId="0"/>
      <p:bldP spid="14" grpId="0"/>
      <p:bldP spid="15" grpId="0"/>
      <p:bldP spid="16" grpId="0" animBg="1"/>
      <p:bldP spid="1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C20B2-BFBD-3EDC-543F-0E01252459CD}"/>
            </a:ext>
          </a:extLst>
        </p:cNvPr>
        <p:cNvGrpSpPr/>
        <p:nvPr/>
      </p:nvGrpSpPr>
      <p:grpSpPr>
        <a:xfrm>
          <a:off x="0" y="0"/>
          <a:ext cx="0" cy="0"/>
          <a:chOff x="0" y="0"/>
          <a:chExt cx="0" cy="0"/>
        </a:xfrm>
      </p:grpSpPr>
      <p:sp>
        <p:nvSpPr>
          <p:cNvPr id="19" name="Retângulo: Cantos Arredondados 18">
            <a:extLst>
              <a:ext uri="{FF2B5EF4-FFF2-40B4-BE49-F238E27FC236}">
                <a16:creationId xmlns:a16="http://schemas.microsoft.com/office/drawing/2014/main" id="{36D56600-C0E3-5896-888F-6DD29107A2B4}"/>
              </a:ext>
            </a:extLst>
          </p:cNvPr>
          <p:cNvSpPr/>
          <p:nvPr/>
        </p:nvSpPr>
        <p:spPr>
          <a:xfrm>
            <a:off x="5370761" y="3608702"/>
            <a:ext cx="4410549" cy="495062"/>
          </a:xfrm>
          <a:prstGeom prst="roundRect">
            <a:avLst/>
          </a:prstGeom>
          <a:scene3d>
            <a:camera prst="orthographicFront"/>
            <a:lightRig rig="threePt" dir="t"/>
          </a:scene3d>
          <a:sp3d>
            <a:bevelT w="139700" h="139700" prst="divo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 name="CaixaDeTexto 1">
            <a:extLst>
              <a:ext uri="{FF2B5EF4-FFF2-40B4-BE49-F238E27FC236}">
                <a16:creationId xmlns:a16="http://schemas.microsoft.com/office/drawing/2014/main" id="{5DADD79A-74D9-5B87-3330-C6553391E64B}"/>
              </a:ext>
            </a:extLst>
          </p:cNvPr>
          <p:cNvSpPr txBox="1"/>
          <p:nvPr/>
        </p:nvSpPr>
        <p:spPr>
          <a:xfrm>
            <a:off x="426608" y="124689"/>
            <a:ext cx="11114227" cy="3539430"/>
          </a:xfrm>
          <a:prstGeom prst="rect">
            <a:avLst/>
          </a:prstGeom>
          <a:noFill/>
        </p:spPr>
        <p:txBody>
          <a:bodyPr wrap="square">
            <a:spAutoFit/>
          </a:bodyPr>
          <a:lstStyle/>
          <a:p>
            <a:pPr algn="just"/>
            <a:r>
              <a:rPr lang="pt-BR" sz="2800" b="1" dirty="0">
                <a:solidFill>
                  <a:srgbClr val="FF0000"/>
                </a:solidFill>
                <a:latin typeface="Arial" panose="020B0604020202020204" pitchFamily="34" charset="0"/>
                <a:cs typeface="Arial" panose="020B0604020202020204" pitchFamily="34" charset="0"/>
              </a:rPr>
              <a:t>7-) (FAMERP – SP – 2020) pag.: 65 </a:t>
            </a:r>
            <a:r>
              <a:rPr lang="pt-BR" sz="2800" b="1" dirty="0">
                <a:latin typeface="Arial" panose="020B0604020202020204" pitchFamily="34" charset="0"/>
                <a:cs typeface="Arial" panose="020B0604020202020204" pitchFamily="34" charset="0"/>
              </a:rPr>
              <a:t>Existem várias versões do Caminho de Santiago, que são trajetos percorridos anualmente por milhares de peregrinos que se dirigem à cidade de Santiago de Compostela, na Espanha, com a finalidade de venerar o apóstolo Santiago Maior. Considere que uma pessoa percorreu um desses caminhos em 32 dias, andando a distância total de 800 km e caminhando com velocidade média de 3,0 km/h. O tempo que essa pessoa caminhou por dia, em média, foi de:</a:t>
            </a:r>
          </a:p>
        </p:txBody>
      </p:sp>
      <p:sp>
        <p:nvSpPr>
          <p:cNvPr id="4" name="CaixaDeTexto 3">
            <a:extLst>
              <a:ext uri="{FF2B5EF4-FFF2-40B4-BE49-F238E27FC236}">
                <a16:creationId xmlns:a16="http://schemas.microsoft.com/office/drawing/2014/main" id="{448EF713-C1E0-CD88-7418-B0C44725142B}"/>
              </a:ext>
            </a:extLst>
          </p:cNvPr>
          <p:cNvSpPr txBox="1"/>
          <p:nvPr/>
        </p:nvSpPr>
        <p:spPr>
          <a:xfrm>
            <a:off x="426608" y="3567137"/>
            <a:ext cx="9326992" cy="1384995"/>
          </a:xfrm>
          <a:prstGeom prst="rect">
            <a:avLst/>
          </a:prstGeom>
          <a:noFill/>
        </p:spPr>
        <p:txBody>
          <a:bodyPr wrap="square">
            <a:spAutoFit/>
          </a:bodyPr>
          <a:lstStyle/>
          <a:p>
            <a:r>
              <a:rPr lang="pt-BR" sz="2800" b="1" dirty="0">
                <a:latin typeface="Arial" panose="020B0604020202020204" pitchFamily="34" charset="0"/>
                <a:cs typeface="Arial" panose="020B0604020202020204" pitchFamily="34" charset="0"/>
              </a:rPr>
              <a:t>a) 7 horas e 20 minutos. 		b) 8 horas e 20 minutos.</a:t>
            </a:r>
          </a:p>
          <a:p>
            <a:r>
              <a:rPr lang="pt-BR" sz="2800" b="1" dirty="0">
                <a:latin typeface="Arial" panose="020B0604020202020204" pitchFamily="34" charset="0"/>
                <a:cs typeface="Arial" panose="020B0604020202020204" pitchFamily="34" charset="0"/>
              </a:rPr>
              <a:t>c) 7 horas e 40 minutos. 		d) 8 horas e 40 minutos.</a:t>
            </a:r>
          </a:p>
          <a:p>
            <a:r>
              <a:rPr lang="pt-BR" sz="2800" b="1" dirty="0">
                <a:latin typeface="Arial" panose="020B0604020202020204" pitchFamily="34" charset="0"/>
                <a:cs typeface="Arial" panose="020B0604020202020204" pitchFamily="34" charset="0"/>
              </a:rPr>
              <a:t>e) 9 horas e 40 minutos.</a:t>
            </a:r>
          </a:p>
        </p:txBody>
      </p:sp>
      <p:sp>
        <p:nvSpPr>
          <p:cNvPr id="5" name="Retângulo 4">
            <a:extLst>
              <a:ext uri="{FF2B5EF4-FFF2-40B4-BE49-F238E27FC236}">
                <a16:creationId xmlns:a16="http://schemas.microsoft.com/office/drawing/2014/main" id="{7195A0E1-D83B-972E-8159-C0A0A729BEDB}"/>
              </a:ext>
            </a:extLst>
          </p:cNvPr>
          <p:cNvSpPr/>
          <p:nvPr/>
        </p:nvSpPr>
        <p:spPr>
          <a:xfrm>
            <a:off x="308973" y="5078752"/>
            <a:ext cx="2667518" cy="523220"/>
          </a:xfrm>
          <a:prstGeom prst="rect">
            <a:avLst/>
          </a:prstGeom>
        </p:spPr>
        <p:txBody>
          <a:bodyPr wrap="square">
            <a:spAutoFit/>
          </a:bodyPr>
          <a:lstStyle/>
          <a:p>
            <a:pPr algn="just"/>
            <a:r>
              <a:rPr lang="pt-BR" sz="2800" b="1" dirty="0">
                <a:latin typeface="Arial" panose="020B0604020202020204" pitchFamily="34" charset="0"/>
                <a:ea typeface="Calibri" panose="020F0502020204030204" pitchFamily="34" charset="0"/>
              </a:rPr>
              <a:t>Sabemos que:</a:t>
            </a:r>
            <a:endParaRPr lang="pt-BR" sz="2800" b="1" dirty="0"/>
          </a:p>
        </p:txBody>
      </p:sp>
      <mc:AlternateContent xmlns:mc="http://schemas.openxmlformats.org/markup-compatibility/2006" xmlns:a14="http://schemas.microsoft.com/office/drawing/2010/main">
        <mc:Choice Requires="a14">
          <p:sp>
            <p:nvSpPr>
              <p:cNvPr id="6" name="Retângulo 5">
                <a:extLst>
                  <a:ext uri="{FF2B5EF4-FFF2-40B4-BE49-F238E27FC236}">
                    <a16:creationId xmlns:a16="http://schemas.microsoft.com/office/drawing/2014/main" id="{1A08B204-702B-3A0E-7D02-78973424EF30}"/>
                  </a:ext>
                </a:extLst>
              </p:cNvPr>
              <p:cNvSpPr/>
              <p:nvPr/>
            </p:nvSpPr>
            <p:spPr>
              <a:xfrm>
                <a:off x="2865655" y="4889469"/>
                <a:ext cx="1723164"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𝑴</m:t>
                          </m:r>
                        </m:sub>
                      </m:sSub>
                      <m:r>
                        <a:rPr lang="pt-BR" sz="2800" b="1" i="1">
                          <a:latin typeface="Cambria Math" panose="02040503050406030204" pitchFamily="18" charset="0"/>
                        </a:rPr>
                        <m:t>= </m:t>
                      </m:r>
                      <m:f>
                        <m:fPr>
                          <m:ctrlPr>
                            <a:rPr lang="pt-BR" sz="2800" b="1" i="1">
                              <a:latin typeface="Cambria Math" panose="02040503050406030204" pitchFamily="18" charset="0"/>
                            </a:rPr>
                          </m:ctrlPr>
                        </m:fPr>
                        <m:num>
                          <m:r>
                            <a:rPr lang="pt-BR" sz="2800" b="1" i="1">
                              <a:latin typeface="Cambria Math" panose="02040503050406030204" pitchFamily="18" charset="0"/>
                            </a:rPr>
                            <m:t>∆</m:t>
                          </m:r>
                          <m:r>
                            <a:rPr lang="pt-BR" sz="2800" b="1" i="1">
                              <a:latin typeface="Cambria Math" panose="02040503050406030204" pitchFamily="18" charset="0"/>
                            </a:rPr>
                            <m:t>𝑺</m:t>
                          </m:r>
                        </m:num>
                        <m:den>
                          <m:r>
                            <a:rPr lang="pt-BR" sz="2800" b="1" i="1">
                              <a:latin typeface="Cambria Math" panose="02040503050406030204" pitchFamily="18" charset="0"/>
                            </a:rPr>
                            <m:t>∆</m:t>
                          </m:r>
                          <m:r>
                            <a:rPr lang="pt-BR" sz="2800" b="1" i="1">
                              <a:latin typeface="Cambria Math" panose="02040503050406030204" pitchFamily="18" charset="0"/>
                            </a:rPr>
                            <m:t>𝒕</m:t>
                          </m:r>
                        </m:den>
                      </m:f>
                    </m:oMath>
                  </m:oMathPara>
                </a14:m>
                <a:endParaRPr lang="pt-BR" sz="2800" b="1" i="1" dirty="0"/>
              </a:p>
            </p:txBody>
          </p:sp>
        </mc:Choice>
        <mc:Fallback xmlns="">
          <p:sp>
            <p:nvSpPr>
              <p:cNvPr id="6" name="Retângulo 5">
                <a:extLst>
                  <a:ext uri="{FF2B5EF4-FFF2-40B4-BE49-F238E27FC236}">
                    <a16:creationId xmlns:a16="http://schemas.microsoft.com/office/drawing/2014/main" id="{1A08B204-702B-3A0E-7D02-78973424EF30}"/>
                  </a:ext>
                </a:extLst>
              </p:cNvPr>
              <p:cNvSpPr>
                <a:spLocks noRot="1" noChangeAspect="1" noMove="1" noResize="1" noEditPoints="1" noAdjustHandles="1" noChangeArrowheads="1" noChangeShapeType="1" noTextEdit="1"/>
              </p:cNvSpPr>
              <p:nvPr/>
            </p:nvSpPr>
            <p:spPr>
              <a:xfrm>
                <a:off x="2865655" y="4889469"/>
                <a:ext cx="1723164" cy="901785"/>
              </a:xfrm>
              <a:prstGeom prst="rect">
                <a:avLst/>
              </a:prstGeom>
              <a:blipFill>
                <a:blip r:embed="rId2"/>
                <a:stretch>
                  <a:fillRect/>
                </a:stretch>
              </a:blipFill>
            </p:spPr>
            <p:txBody>
              <a:bodyPr/>
              <a:lstStyle/>
              <a:p>
                <a:r>
                  <a:rPr lang="pt-BR">
                    <a:noFill/>
                  </a:rPr>
                  <a:t> </a:t>
                </a:r>
              </a:p>
            </p:txBody>
          </p:sp>
        </mc:Fallback>
      </mc:AlternateContent>
      <p:sp>
        <p:nvSpPr>
          <p:cNvPr id="7" name="Seta: para a Direita 6">
            <a:extLst>
              <a:ext uri="{FF2B5EF4-FFF2-40B4-BE49-F238E27FC236}">
                <a16:creationId xmlns:a16="http://schemas.microsoft.com/office/drawing/2014/main" id="{A8A5563C-9EAD-A76D-0312-BD8CE95B34F8}"/>
              </a:ext>
            </a:extLst>
          </p:cNvPr>
          <p:cNvSpPr/>
          <p:nvPr/>
        </p:nvSpPr>
        <p:spPr>
          <a:xfrm>
            <a:off x="4709886" y="5146397"/>
            <a:ext cx="456545" cy="387927"/>
          </a:xfrm>
          <a:prstGeom prst="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8" name="Retângulo 7">
                <a:extLst>
                  <a:ext uri="{FF2B5EF4-FFF2-40B4-BE49-F238E27FC236}">
                    <a16:creationId xmlns:a16="http://schemas.microsoft.com/office/drawing/2014/main" id="{57285C8A-90E0-DE8A-31E5-B53603FAA6DD}"/>
                  </a:ext>
                </a:extLst>
              </p:cNvPr>
              <p:cNvSpPr/>
              <p:nvPr/>
            </p:nvSpPr>
            <p:spPr>
              <a:xfrm>
                <a:off x="5287498" y="4889469"/>
                <a:ext cx="1697068" cy="8989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rPr>
                        <m:t>𝟑</m:t>
                      </m:r>
                      <m:r>
                        <a:rPr lang="pt-BR" sz="2800" b="1" i="1">
                          <a:latin typeface="Cambria Math" panose="02040503050406030204" pitchFamily="18" charset="0"/>
                        </a:rPr>
                        <m:t>= </m:t>
                      </m:r>
                      <m:f>
                        <m:fPr>
                          <m:ctrlPr>
                            <a:rPr lang="pt-BR" sz="2800" b="1" i="1">
                              <a:latin typeface="Cambria Math" panose="02040503050406030204" pitchFamily="18" charset="0"/>
                            </a:rPr>
                          </m:ctrlPr>
                        </m:fPr>
                        <m:num>
                          <m:r>
                            <a:rPr lang="pt-BR" sz="2800" b="1" i="1" smtClean="0">
                              <a:latin typeface="Cambria Math" panose="02040503050406030204" pitchFamily="18" charset="0"/>
                            </a:rPr>
                            <m:t>𝟖𝟎𝟎</m:t>
                          </m:r>
                        </m:num>
                        <m:den>
                          <m:r>
                            <a:rPr lang="pt-BR" sz="2800" b="1" i="1">
                              <a:latin typeface="Cambria Math" panose="02040503050406030204" pitchFamily="18" charset="0"/>
                            </a:rPr>
                            <m:t>∆</m:t>
                          </m:r>
                          <m:r>
                            <a:rPr lang="pt-BR" sz="2800" b="1" i="1" smtClean="0">
                              <a:latin typeface="Cambria Math" panose="02040503050406030204" pitchFamily="18" charset="0"/>
                            </a:rPr>
                            <m:t>𝒕</m:t>
                          </m:r>
                        </m:den>
                      </m:f>
                    </m:oMath>
                  </m:oMathPara>
                </a14:m>
                <a:endParaRPr lang="pt-BR" sz="2800" b="1" i="1" dirty="0"/>
              </a:p>
            </p:txBody>
          </p:sp>
        </mc:Choice>
        <mc:Fallback xmlns="">
          <p:sp>
            <p:nvSpPr>
              <p:cNvPr id="8" name="Retângulo 7">
                <a:extLst>
                  <a:ext uri="{FF2B5EF4-FFF2-40B4-BE49-F238E27FC236}">
                    <a16:creationId xmlns:a16="http://schemas.microsoft.com/office/drawing/2014/main" id="{57285C8A-90E0-DE8A-31E5-B53603FAA6DD}"/>
                  </a:ext>
                </a:extLst>
              </p:cNvPr>
              <p:cNvSpPr>
                <a:spLocks noRot="1" noChangeAspect="1" noMove="1" noResize="1" noEditPoints="1" noAdjustHandles="1" noChangeArrowheads="1" noChangeShapeType="1" noTextEdit="1"/>
              </p:cNvSpPr>
              <p:nvPr/>
            </p:nvSpPr>
            <p:spPr>
              <a:xfrm>
                <a:off x="5287498" y="4889469"/>
                <a:ext cx="1697068" cy="898964"/>
              </a:xfrm>
              <a:prstGeom prst="rect">
                <a:avLst/>
              </a:prstGeom>
              <a:blipFill>
                <a:blip r:embed="rId3"/>
                <a:stretch>
                  <a:fillRect/>
                </a:stretch>
              </a:blipFill>
            </p:spPr>
            <p:txBody>
              <a:bodyPr/>
              <a:lstStyle/>
              <a:p>
                <a:r>
                  <a:rPr lang="pt-BR">
                    <a:noFill/>
                  </a:rPr>
                  <a:t> </a:t>
                </a:r>
              </a:p>
            </p:txBody>
          </p:sp>
        </mc:Fallback>
      </mc:AlternateContent>
      <p:sp>
        <p:nvSpPr>
          <p:cNvPr id="9" name="Seta: para a Direita 8">
            <a:extLst>
              <a:ext uri="{FF2B5EF4-FFF2-40B4-BE49-F238E27FC236}">
                <a16:creationId xmlns:a16="http://schemas.microsoft.com/office/drawing/2014/main" id="{441DFC7C-E1E7-BF0C-1BFC-EDFC4A653636}"/>
              </a:ext>
            </a:extLst>
          </p:cNvPr>
          <p:cNvSpPr/>
          <p:nvPr/>
        </p:nvSpPr>
        <p:spPr>
          <a:xfrm>
            <a:off x="6917228" y="5214045"/>
            <a:ext cx="456545" cy="387927"/>
          </a:xfrm>
          <a:prstGeom prst="rightArrow">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EB99C577-0BA2-01B0-BA35-809F29867393}"/>
                  </a:ext>
                </a:extLst>
              </p:cNvPr>
              <p:cNvSpPr txBox="1"/>
              <p:nvPr/>
            </p:nvSpPr>
            <p:spPr>
              <a:xfrm>
                <a:off x="7373773" y="4889469"/>
                <a:ext cx="1759584" cy="90178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rPr>
                        <m:t>∆</m:t>
                      </m:r>
                      <m:r>
                        <a:rPr lang="pt-BR" sz="2800" b="1" i="1" smtClean="0">
                          <a:latin typeface="Cambria Math" panose="02040503050406030204" pitchFamily="18" charset="0"/>
                        </a:rPr>
                        <m:t>𝒕</m:t>
                      </m:r>
                      <m:r>
                        <a:rPr lang="pt-BR" sz="2800" b="1" i="1" smtClean="0">
                          <a:latin typeface="Cambria Math" panose="02040503050406030204" pitchFamily="18" charset="0"/>
                          <a:cs typeface="Arial" panose="020B0604020202020204" pitchFamily="34" charset="0"/>
                        </a:rPr>
                        <m:t>=</m:t>
                      </m:r>
                      <m:f>
                        <m:fPr>
                          <m:ctrlPr>
                            <a:rPr lang="pt-BR" sz="2800" b="1" i="1" smtClean="0">
                              <a:latin typeface="Cambria Math" panose="02040503050406030204" pitchFamily="18" charset="0"/>
                              <a:cs typeface="Arial" panose="020B0604020202020204" pitchFamily="34" charset="0"/>
                            </a:rPr>
                          </m:ctrlPr>
                        </m:fPr>
                        <m:num>
                          <m:r>
                            <a:rPr lang="pt-BR" sz="2800" b="1" i="1" smtClean="0">
                              <a:latin typeface="Cambria Math" panose="02040503050406030204" pitchFamily="18" charset="0"/>
                              <a:cs typeface="Arial" panose="020B0604020202020204" pitchFamily="34" charset="0"/>
                            </a:rPr>
                            <m:t>𝟖𝟎𝟎</m:t>
                          </m:r>
                        </m:num>
                        <m:den>
                          <m:r>
                            <a:rPr lang="pt-BR" sz="2800" b="1" i="1" smtClean="0">
                              <a:latin typeface="Cambria Math" panose="02040503050406030204" pitchFamily="18" charset="0"/>
                              <a:cs typeface="Arial" panose="020B0604020202020204" pitchFamily="34" charset="0"/>
                            </a:rPr>
                            <m:t>𝟑</m:t>
                          </m:r>
                        </m:den>
                      </m:f>
                    </m:oMath>
                  </m:oMathPara>
                </a14:m>
                <a:endParaRPr lang="pt-BR" sz="2800" b="1" dirty="0">
                  <a:latin typeface="Arial" panose="020B0604020202020204" pitchFamily="34" charset="0"/>
                  <a:cs typeface="Arial" panose="020B0604020202020204" pitchFamily="34" charset="0"/>
                </a:endParaRPr>
              </a:p>
            </p:txBody>
          </p:sp>
        </mc:Choice>
        <mc:Fallback xmlns="">
          <p:sp>
            <p:nvSpPr>
              <p:cNvPr id="10" name="CaixaDeTexto 9">
                <a:extLst>
                  <a:ext uri="{FF2B5EF4-FFF2-40B4-BE49-F238E27FC236}">
                    <a16:creationId xmlns:a16="http://schemas.microsoft.com/office/drawing/2014/main" id="{EB99C577-0BA2-01B0-BA35-809F29867393}"/>
                  </a:ext>
                </a:extLst>
              </p:cNvPr>
              <p:cNvSpPr txBox="1">
                <a:spLocks noRot="1" noChangeAspect="1" noMove="1" noResize="1" noEditPoints="1" noAdjustHandles="1" noChangeArrowheads="1" noChangeShapeType="1" noTextEdit="1"/>
              </p:cNvSpPr>
              <p:nvPr/>
            </p:nvSpPr>
            <p:spPr>
              <a:xfrm>
                <a:off x="7373773" y="4889469"/>
                <a:ext cx="1759584" cy="901785"/>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19BE7FA2-DC74-2A36-B0AC-7EE4993AAC46}"/>
                  </a:ext>
                </a:extLst>
              </p:cNvPr>
              <p:cNvSpPr txBox="1"/>
              <p:nvPr/>
            </p:nvSpPr>
            <p:spPr>
              <a:xfrm>
                <a:off x="9636881" y="4500034"/>
                <a:ext cx="2432461" cy="129272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pt-BR" sz="2800" b="1" i="1" smtClean="0">
                              <a:latin typeface="Cambria Math" panose="02040503050406030204" pitchFamily="18" charset="0"/>
                              <a:cs typeface="Arial" panose="020B0604020202020204" pitchFamily="34" charset="0"/>
                            </a:rPr>
                          </m:ctrlPr>
                        </m:mPr>
                        <m:mr>
                          <m:e>
                            <m:r>
                              <m:rPr>
                                <m:brk m:alnAt="7"/>
                              </m:rPr>
                              <a:rPr lang="pt-BR" sz="2800" b="1" i="1" smtClean="0">
                                <a:latin typeface="Cambria Math" panose="02040503050406030204" pitchFamily="18" charset="0"/>
                                <a:cs typeface="Arial" panose="020B0604020202020204" pitchFamily="34" charset="0"/>
                              </a:rPr>
                              <m:t>𝟑</m:t>
                            </m:r>
                            <m:r>
                              <a:rPr lang="pt-BR" sz="2800" b="1" i="1" smtClean="0">
                                <a:latin typeface="Cambria Math" panose="02040503050406030204" pitchFamily="18" charset="0"/>
                                <a:cs typeface="Arial" panose="020B0604020202020204" pitchFamily="34" charset="0"/>
                              </a:rPr>
                              <m:t>𝟐</m:t>
                            </m:r>
                            <m:r>
                              <a:rPr lang="pt-BR" sz="2800" b="1" i="1" smtClean="0">
                                <a:latin typeface="Cambria Math" panose="02040503050406030204" pitchFamily="18" charset="0"/>
                                <a:cs typeface="Arial" panose="020B0604020202020204" pitchFamily="34" charset="0"/>
                              </a:rPr>
                              <m:t>    →</m:t>
                            </m:r>
                          </m:e>
                          <m:e>
                            <m:f>
                              <m:fPr>
                                <m:ctrlPr>
                                  <a:rPr lang="pt-BR" sz="2800" b="1" i="1" smtClean="0">
                                    <a:latin typeface="Cambria Math" panose="02040503050406030204" pitchFamily="18" charset="0"/>
                                    <a:cs typeface="Arial" panose="020B0604020202020204" pitchFamily="34" charset="0"/>
                                  </a:rPr>
                                </m:ctrlPr>
                              </m:fPr>
                              <m:num>
                                <m:r>
                                  <a:rPr lang="pt-BR" sz="2800" b="1" i="1" smtClean="0">
                                    <a:latin typeface="Cambria Math" panose="02040503050406030204" pitchFamily="18" charset="0"/>
                                    <a:cs typeface="Arial" panose="020B0604020202020204" pitchFamily="34" charset="0"/>
                                  </a:rPr>
                                  <m:t>𝟖𝟎𝟎</m:t>
                                </m:r>
                              </m:num>
                              <m:den>
                                <m:r>
                                  <a:rPr lang="pt-BR" sz="2800" b="1" i="1" smtClean="0">
                                    <a:latin typeface="Cambria Math" panose="02040503050406030204" pitchFamily="18" charset="0"/>
                                    <a:cs typeface="Arial" panose="020B0604020202020204" pitchFamily="34" charset="0"/>
                                  </a:rPr>
                                  <m:t>𝟑</m:t>
                                </m:r>
                              </m:den>
                            </m:f>
                          </m:e>
                        </m:mr>
                        <m:mr>
                          <m:e>
                            <m:r>
                              <a:rPr lang="pt-BR" sz="2800" b="1" i="1" smtClean="0">
                                <a:latin typeface="Cambria Math" panose="02040503050406030204" pitchFamily="18" charset="0"/>
                                <a:cs typeface="Arial" panose="020B0604020202020204" pitchFamily="34" charset="0"/>
                              </a:rPr>
                              <m:t>𝟏</m:t>
                            </m:r>
                            <m:r>
                              <a:rPr lang="pt-BR" sz="2800" b="1" i="1" smtClean="0">
                                <a:latin typeface="Cambria Math" panose="02040503050406030204" pitchFamily="18" charset="0"/>
                                <a:cs typeface="Arial" panose="020B0604020202020204" pitchFamily="34" charset="0"/>
                              </a:rPr>
                              <m:t>      →</m:t>
                            </m:r>
                          </m:e>
                          <m:e>
                            <m:r>
                              <a:rPr lang="pt-BR" sz="2800" b="1" i="1" smtClean="0">
                                <a:latin typeface="Cambria Math" panose="02040503050406030204" pitchFamily="18" charset="0"/>
                                <a:cs typeface="Arial" panose="020B0604020202020204" pitchFamily="34" charset="0"/>
                              </a:rPr>
                              <m:t>𝒙</m:t>
                            </m:r>
                          </m:e>
                        </m:mr>
                      </m:m>
                    </m:oMath>
                  </m:oMathPara>
                </a14:m>
                <a:endParaRPr lang="pt-BR" sz="2800" b="1" dirty="0">
                  <a:latin typeface="Arial" panose="020B0604020202020204" pitchFamily="34" charset="0"/>
                  <a:cs typeface="Arial" panose="020B0604020202020204" pitchFamily="34" charset="0"/>
                </a:endParaRPr>
              </a:p>
            </p:txBody>
          </p:sp>
        </mc:Choice>
        <mc:Fallback xmlns="">
          <p:sp>
            <p:nvSpPr>
              <p:cNvPr id="11" name="CaixaDeTexto 10">
                <a:extLst>
                  <a:ext uri="{FF2B5EF4-FFF2-40B4-BE49-F238E27FC236}">
                    <a16:creationId xmlns:a16="http://schemas.microsoft.com/office/drawing/2014/main" id="{19BE7FA2-DC74-2A36-B0AC-7EE4993AAC46}"/>
                  </a:ext>
                </a:extLst>
              </p:cNvPr>
              <p:cNvSpPr txBox="1">
                <a:spLocks noRot="1" noChangeAspect="1" noMove="1" noResize="1" noEditPoints="1" noAdjustHandles="1" noChangeArrowheads="1" noChangeShapeType="1" noTextEdit="1"/>
              </p:cNvSpPr>
              <p:nvPr/>
            </p:nvSpPr>
            <p:spPr>
              <a:xfrm>
                <a:off x="9636881" y="4500034"/>
                <a:ext cx="2432461" cy="1292726"/>
              </a:xfrm>
              <a:prstGeom prst="rect">
                <a:avLst/>
              </a:prstGeom>
              <a:blipFill>
                <a:blip r:embed="rId5"/>
                <a:stretch>
                  <a:fillRect/>
                </a:stretch>
              </a:blipFill>
            </p:spPr>
            <p:txBody>
              <a:bodyPr/>
              <a:lstStyle/>
              <a:p>
                <a:r>
                  <a:rPr lang="pt-BR">
                    <a:noFill/>
                  </a:rPr>
                  <a:t> </a:t>
                </a:r>
              </a:p>
            </p:txBody>
          </p:sp>
        </mc:Fallback>
      </mc:AlternateContent>
      <p:sp>
        <p:nvSpPr>
          <p:cNvPr id="12" name="Seta: para a Direita 11">
            <a:extLst>
              <a:ext uri="{FF2B5EF4-FFF2-40B4-BE49-F238E27FC236}">
                <a16:creationId xmlns:a16="http://schemas.microsoft.com/office/drawing/2014/main" id="{F7EC9FC4-D566-3960-CF83-CADFEAB7D4FA}"/>
              </a:ext>
            </a:extLst>
          </p:cNvPr>
          <p:cNvSpPr/>
          <p:nvPr/>
        </p:nvSpPr>
        <p:spPr>
          <a:xfrm>
            <a:off x="9133357" y="5214044"/>
            <a:ext cx="456545" cy="387927"/>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26CD2926-D7C9-6041-0345-81D4AB865BC8}"/>
                  </a:ext>
                </a:extLst>
              </p:cNvPr>
              <p:cNvSpPr txBox="1"/>
              <p:nvPr/>
            </p:nvSpPr>
            <p:spPr>
              <a:xfrm>
                <a:off x="308973" y="5738139"/>
                <a:ext cx="1736053" cy="90178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𝒙</m:t>
                      </m:r>
                      <m:r>
                        <a:rPr lang="pt-BR" sz="2800" b="1" i="1" smtClean="0">
                          <a:latin typeface="Cambria Math" panose="02040503050406030204" pitchFamily="18" charset="0"/>
                          <a:cs typeface="Arial" panose="020B0604020202020204" pitchFamily="34" charset="0"/>
                        </a:rPr>
                        <m:t>=</m:t>
                      </m:r>
                      <m:f>
                        <m:fPr>
                          <m:ctrlPr>
                            <a:rPr lang="pt-BR" sz="2800" b="1" i="1" smtClean="0">
                              <a:latin typeface="Cambria Math" panose="02040503050406030204" pitchFamily="18" charset="0"/>
                              <a:cs typeface="Arial" panose="020B0604020202020204" pitchFamily="34" charset="0"/>
                            </a:rPr>
                          </m:ctrlPr>
                        </m:fPr>
                        <m:num>
                          <m:r>
                            <a:rPr lang="pt-BR" sz="2800" b="1" i="1" smtClean="0">
                              <a:latin typeface="Cambria Math" panose="02040503050406030204" pitchFamily="18" charset="0"/>
                              <a:cs typeface="Arial" panose="020B0604020202020204" pitchFamily="34" charset="0"/>
                            </a:rPr>
                            <m:t>𝟖𝟎𝟎</m:t>
                          </m:r>
                        </m:num>
                        <m:den>
                          <m:r>
                            <a:rPr lang="pt-BR" sz="2800" b="1" i="1" smtClean="0">
                              <a:latin typeface="Cambria Math" panose="02040503050406030204" pitchFamily="18" charset="0"/>
                              <a:cs typeface="Arial" panose="020B0604020202020204" pitchFamily="34" charset="0"/>
                            </a:rPr>
                            <m:t>𝟑</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𝟑𝟐</m:t>
                          </m:r>
                        </m:den>
                      </m:f>
                    </m:oMath>
                  </m:oMathPara>
                </a14:m>
                <a:endParaRPr lang="pt-BR" sz="2800" b="1" dirty="0">
                  <a:latin typeface="Arial" panose="020B0604020202020204" pitchFamily="34" charset="0"/>
                  <a:cs typeface="Arial" panose="020B0604020202020204" pitchFamily="34" charset="0"/>
                </a:endParaRPr>
              </a:p>
            </p:txBody>
          </p:sp>
        </mc:Choice>
        <mc:Fallback xmlns="">
          <p:sp>
            <p:nvSpPr>
              <p:cNvPr id="13" name="CaixaDeTexto 12">
                <a:extLst>
                  <a:ext uri="{FF2B5EF4-FFF2-40B4-BE49-F238E27FC236}">
                    <a16:creationId xmlns:a16="http://schemas.microsoft.com/office/drawing/2014/main" id="{26CD2926-D7C9-6041-0345-81D4AB865BC8}"/>
                  </a:ext>
                </a:extLst>
              </p:cNvPr>
              <p:cNvSpPr txBox="1">
                <a:spLocks noRot="1" noChangeAspect="1" noMove="1" noResize="1" noEditPoints="1" noAdjustHandles="1" noChangeArrowheads="1" noChangeShapeType="1" noTextEdit="1"/>
              </p:cNvSpPr>
              <p:nvPr/>
            </p:nvSpPr>
            <p:spPr>
              <a:xfrm>
                <a:off x="308973" y="5738139"/>
                <a:ext cx="1736053" cy="901785"/>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id="{AC6C8601-0D04-D685-DE17-617DF78B5C2B}"/>
                  </a:ext>
                </a:extLst>
              </p:cNvPr>
              <p:cNvSpPr txBox="1"/>
              <p:nvPr/>
            </p:nvSpPr>
            <p:spPr>
              <a:xfrm>
                <a:off x="2688300" y="5722197"/>
                <a:ext cx="1675139" cy="9105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𝒙</m:t>
                      </m:r>
                      <m:r>
                        <a:rPr lang="pt-BR" sz="2800" b="1" i="1" smtClean="0">
                          <a:latin typeface="Cambria Math" panose="02040503050406030204" pitchFamily="18" charset="0"/>
                          <a:cs typeface="Arial" panose="020B0604020202020204" pitchFamily="34" charset="0"/>
                        </a:rPr>
                        <m:t>=</m:t>
                      </m:r>
                      <m:f>
                        <m:fPr>
                          <m:ctrlPr>
                            <a:rPr lang="pt-BR" sz="2800" b="1" i="1">
                              <a:latin typeface="Cambria Math" panose="02040503050406030204" pitchFamily="18" charset="0"/>
                              <a:cs typeface="Arial" panose="020B0604020202020204" pitchFamily="34" charset="0"/>
                            </a:rPr>
                          </m:ctrlPr>
                        </m:fPr>
                        <m:num>
                          <m:r>
                            <a:rPr lang="pt-BR" sz="2800" b="1" i="1" smtClean="0">
                              <a:latin typeface="Cambria Math" panose="02040503050406030204" pitchFamily="18" charset="0"/>
                              <a:cs typeface="Arial" panose="020B0604020202020204" pitchFamily="34" charset="0"/>
                            </a:rPr>
                            <m:t>𝟐𝟓</m:t>
                          </m:r>
                        </m:num>
                        <m:den>
                          <m:r>
                            <a:rPr lang="pt-BR" sz="2800" b="1" i="1">
                              <a:latin typeface="Cambria Math" panose="02040503050406030204" pitchFamily="18" charset="0"/>
                              <a:cs typeface="Arial" panose="020B0604020202020204" pitchFamily="34" charset="0"/>
                            </a:rPr>
                            <m:t>𝟑</m:t>
                          </m:r>
                        </m:den>
                      </m:f>
                      <m:r>
                        <a:rPr lang="pt-BR" sz="2800" b="1" i="1" smtClean="0">
                          <a:latin typeface="Cambria Math" panose="02040503050406030204" pitchFamily="18" charset="0"/>
                          <a:cs typeface="Arial" panose="020B0604020202020204" pitchFamily="34" charset="0"/>
                        </a:rPr>
                        <m:t>𝒉</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14" name="CaixaDeTexto 13">
                <a:extLst>
                  <a:ext uri="{FF2B5EF4-FFF2-40B4-BE49-F238E27FC236}">
                    <a16:creationId xmlns:a16="http://schemas.microsoft.com/office/drawing/2014/main" id="{AC6C8601-0D04-D685-DE17-617DF78B5C2B}"/>
                  </a:ext>
                </a:extLst>
              </p:cNvPr>
              <p:cNvSpPr txBox="1">
                <a:spLocks noRot="1" noChangeAspect="1" noMove="1" noResize="1" noEditPoints="1" noAdjustHandles="1" noChangeArrowheads="1" noChangeShapeType="1" noTextEdit="1"/>
              </p:cNvSpPr>
              <p:nvPr/>
            </p:nvSpPr>
            <p:spPr>
              <a:xfrm>
                <a:off x="2688300" y="5722197"/>
                <a:ext cx="1675139" cy="910570"/>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id="{8FDE1238-71AE-4FD8-06CF-98B8BF281ACB}"/>
                  </a:ext>
                </a:extLst>
              </p:cNvPr>
              <p:cNvSpPr txBox="1"/>
              <p:nvPr/>
            </p:nvSpPr>
            <p:spPr>
              <a:xfrm>
                <a:off x="4911137" y="5710356"/>
                <a:ext cx="2329997" cy="90178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𝒙</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𝟖</m:t>
                      </m:r>
                      <m:r>
                        <a:rPr lang="pt-BR" sz="2800" b="1" i="1" smtClean="0">
                          <a:latin typeface="Cambria Math" panose="02040503050406030204" pitchFamily="18" charset="0"/>
                          <a:cs typeface="Arial" panose="020B0604020202020204" pitchFamily="34" charset="0"/>
                        </a:rPr>
                        <m:t>𝒉</m:t>
                      </m:r>
                      <m:r>
                        <a:rPr lang="pt-BR" sz="2800" b="1" i="1" smtClean="0">
                          <a:latin typeface="Cambria Math" panose="02040503050406030204" pitchFamily="18" charset="0"/>
                          <a:cs typeface="Arial" panose="020B0604020202020204" pitchFamily="34" charset="0"/>
                        </a:rPr>
                        <m:t>+</m:t>
                      </m:r>
                      <m:f>
                        <m:fPr>
                          <m:ctrlPr>
                            <a:rPr lang="pt-BR" sz="2800" b="1" i="1">
                              <a:latin typeface="Cambria Math" panose="02040503050406030204" pitchFamily="18" charset="0"/>
                              <a:cs typeface="Arial" panose="020B0604020202020204" pitchFamily="34" charset="0"/>
                            </a:rPr>
                          </m:ctrlPr>
                        </m:fPr>
                        <m:num>
                          <m:r>
                            <a:rPr lang="pt-BR" sz="2800" b="1" i="1">
                              <a:latin typeface="Cambria Math" panose="02040503050406030204" pitchFamily="18" charset="0"/>
                              <a:cs typeface="Arial" panose="020B0604020202020204" pitchFamily="34" charset="0"/>
                            </a:rPr>
                            <m:t>𝟏</m:t>
                          </m:r>
                        </m:num>
                        <m:den>
                          <m:r>
                            <a:rPr lang="pt-BR" sz="2800" b="1" i="1">
                              <a:latin typeface="Cambria Math" panose="02040503050406030204" pitchFamily="18" charset="0"/>
                              <a:cs typeface="Arial" panose="020B0604020202020204" pitchFamily="34" charset="0"/>
                            </a:rPr>
                            <m:t>𝟑</m:t>
                          </m:r>
                        </m:den>
                      </m:f>
                      <m:r>
                        <a:rPr lang="pt-BR" sz="2800" b="1" i="1">
                          <a:latin typeface="Cambria Math" panose="02040503050406030204" pitchFamily="18" charset="0"/>
                          <a:cs typeface="Arial" panose="020B0604020202020204" pitchFamily="34" charset="0"/>
                        </a:rPr>
                        <m:t>𝒉</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15" name="CaixaDeTexto 14">
                <a:extLst>
                  <a:ext uri="{FF2B5EF4-FFF2-40B4-BE49-F238E27FC236}">
                    <a16:creationId xmlns:a16="http://schemas.microsoft.com/office/drawing/2014/main" id="{8FDE1238-71AE-4FD8-06CF-98B8BF281ACB}"/>
                  </a:ext>
                </a:extLst>
              </p:cNvPr>
              <p:cNvSpPr txBox="1">
                <a:spLocks noRot="1" noChangeAspect="1" noMove="1" noResize="1" noEditPoints="1" noAdjustHandles="1" noChangeArrowheads="1" noChangeShapeType="1" noTextEdit="1"/>
              </p:cNvSpPr>
              <p:nvPr/>
            </p:nvSpPr>
            <p:spPr>
              <a:xfrm>
                <a:off x="4911137" y="5710356"/>
                <a:ext cx="2329997" cy="901785"/>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B1391D25-460B-2D9C-04FF-AC1319FBD369}"/>
                  </a:ext>
                </a:extLst>
              </p:cNvPr>
              <p:cNvSpPr txBox="1"/>
              <p:nvPr/>
            </p:nvSpPr>
            <p:spPr>
              <a:xfrm>
                <a:off x="7452357" y="6161248"/>
                <a:ext cx="2529026" cy="523220"/>
              </a:xfrm>
              <a:prstGeom prst="rect">
                <a:avLst/>
              </a:prstGeom>
              <a:solidFill>
                <a:srgbClr val="FFFF00"/>
              </a:solidFill>
              <a:ln>
                <a:solidFill>
                  <a:schemeClr val="tx1"/>
                </a:solidFill>
              </a:ln>
              <a:scene3d>
                <a:camera prst="orthographicFront"/>
                <a:lightRig rig="threePt" dir="t"/>
              </a:scene3d>
              <a:sp3d>
                <a:bevelT w="139700" h="139700" prst="divot"/>
              </a:sp3d>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𝒙</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𝟖</m:t>
                      </m:r>
                      <m:r>
                        <a:rPr lang="pt-BR" sz="2800" b="1" i="1" smtClean="0">
                          <a:latin typeface="Cambria Math" panose="02040503050406030204" pitchFamily="18" charset="0"/>
                          <a:cs typeface="Arial" panose="020B0604020202020204" pitchFamily="34" charset="0"/>
                        </a:rPr>
                        <m:t>𝒉</m:t>
                      </m:r>
                      <m:r>
                        <a:rPr lang="pt-BR" sz="2800" b="1" i="1" smtClean="0">
                          <a:latin typeface="Cambria Math" panose="02040503050406030204" pitchFamily="18" charset="0"/>
                          <a:cs typeface="Arial" panose="020B0604020202020204" pitchFamily="34" charset="0"/>
                        </a:rPr>
                        <m:t>𝟐𝟎</m:t>
                      </m:r>
                      <m:r>
                        <a:rPr lang="pt-BR" sz="2800" b="1" i="1" smtClean="0">
                          <a:latin typeface="Cambria Math" panose="02040503050406030204" pitchFamily="18" charset="0"/>
                          <a:cs typeface="Arial" panose="020B0604020202020204" pitchFamily="34" charset="0"/>
                        </a:rPr>
                        <m:t>𝒎𝒊𝒏</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16" name="CaixaDeTexto 15">
                <a:extLst>
                  <a:ext uri="{FF2B5EF4-FFF2-40B4-BE49-F238E27FC236}">
                    <a16:creationId xmlns:a16="http://schemas.microsoft.com/office/drawing/2014/main" id="{B1391D25-460B-2D9C-04FF-AC1319FBD369}"/>
                  </a:ext>
                </a:extLst>
              </p:cNvPr>
              <p:cNvSpPr txBox="1">
                <a:spLocks noRot="1" noChangeAspect="1" noMove="1" noResize="1" noEditPoints="1" noAdjustHandles="1" noChangeArrowheads="1" noChangeShapeType="1" noTextEdit="1"/>
              </p:cNvSpPr>
              <p:nvPr/>
            </p:nvSpPr>
            <p:spPr>
              <a:xfrm>
                <a:off x="7452357" y="6161248"/>
                <a:ext cx="2529026" cy="523220"/>
              </a:xfrm>
              <a:prstGeom prst="rect">
                <a:avLst/>
              </a:prstGeom>
              <a:blipFill>
                <a:blip r:embed="rId9"/>
                <a:stretch>
                  <a:fillRect/>
                </a:stretch>
              </a:blipFill>
              <a:ln>
                <a:solidFill>
                  <a:schemeClr val="tx1"/>
                </a:solidFill>
              </a:ln>
            </p:spPr>
            <p:txBody>
              <a:bodyPr/>
              <a:lstStyle/>
              <a:p>
                <a:r>
                  <a:rPr lang="pt-BR">
                    <a:noFill/>
                  </a:rPr>
                  <a:t> </a:t>
                </a:r>
              </a:p>
            </p:txBody>
          </p:sp>
        </mc:Fallback>
      </mc:AlternateContent>
      <p:sp>
        <p:nvSpPr>
          <p:cNvPr id="17" name="Seta: para a Direita 16">
            <a:extLst>
              <a:ext uri="{FF2B5EF4-FFF2-40B4-BE49-F238E27FC236}">
                <a16:creationId xmlns:a16="http://schemas.microsoft.com/office/drawing/2014/main" id="{646B3849-CAE8-9880-D1A5-711D28F756A5}"/>
              </a:ext>
            </a:extLst>
          </p:cNvPr>
          <p:cNvSpPr/>
          <p:nvPr/>
        </p:nvSpPr>
        <p:spPr>
          <a:xfrm>
            <a:off x="2207737" y="5997550"/>
            <a:ext cx="456545" cy="387927"/>
          </a:xfrm>
          <a:prstGeom prst="right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Seta: para a Direita 17">
            <a:extLst>
              <a:ext uri="{FF2B5EF4-FFF2-40B4-BE49-F238E27FC236}">
                <a16:creationId xmlns:a16="http://schemas.microsoft.com/office/drawing/2014/main" id="{329930E1-812D-419D-B454-A4ABD91DFA98}"/>
              </a:ext>
            </a:extLst>
          </p:cNvPr>
          <p:cNvSpPr/>
          <p:nvPr/>
        </p:nvSpPr>
        <p:spPr>
          <a:xfrm>
            <a:off x="4388194" y="6015110"/>
            <a:ext cx="456545" cy="387927"/>
          </a:xfrm>
          <a:prstGeom prst="rightArrow">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0" name="Imagem 19">
            <a:extLst>
              <a:ext uri="{FF2B5EF4-FFF2-40B4-BE49-F238E27FC236}">
                <a16:creationId xmlns:a16="http://schemas.microsoft.com/office/drawing/2014/main" id="{04B46F4C-0A5F-C76C-D8E1-7E520EFA4D86}"/>
              </a:ext>
            </a:extLst>
          </p:cNvPr>
          <p:cNvPicPr>
            <a:picLocks noChangeAspect="1"/>
          </p:cNvPicPr>
          <p:nvPr/>
        </p:nvPicPr>
        <p:blipFill>
          <a:blip r:embed="rId10"/>
          <a:stretch>
            <a:fillRect/>
          </a:stretch>
        </p:blipFill>
        <p:spPr>
          <a:xfrm>
            <a:off x="10252070" y="5770627"/>
            <a:ext cx="970487" cy="970487"/>
          </a:xfrm>
          <a:prstGeom prst="rect">
            <a:avLst/>
          </a:prstGeom>
        </p:spPr>
      </p:pic>
    </p:spTree>
    <p:extLst>
      <p:ext uri="{BB962C8B-B14F-4D97-AF65-F5344CB8AC3E}">
        <p14:creationId xmlns:p14="http://schemas.microsoft.com/office/powerpoint/2010/main" val="892971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down)">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down)">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21" presetClass="entr" presetSubtype="1"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heel(1)">
                                      <p:cBhvr>
                                        <p:cTn id="31" dur="20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down)">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wipe(down)">
                                      <p:cBhvr>
                                        <p:cTn id="46" dur="500"/>
                                        <p:tgtEl>
                                          <p:spTgt spid="1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wipe(down)">
                                      <p:cBhvr>
                                        <p:cTn id="51" dur="500"/>
                                        <p:tgtEl>
                                          <p:spTgt spid="17"/>
                                        </p:tgtEl>
                                      </p:cBhvr>
                                    </p:animEffect>
                                  </p:childTnLst>
                                </p:cTn>
                              </p:par>
                            </p:childTnLst>
                          </p:cTn>
                        </p:par>
                      </p:childTnLst>
                    </p:cTn>
                  </p:par>
                  <p:par>
                    <p:cTn id="52" fill="hold">
                      <p:stCondLst>
                        <p:cond delay="indefinite"/>
                      </p:stCondLst>
                      <p:childTnLst>
                        <p:par>
                          <p:cTn id="53" fill="hold">
                            <p:stCondLst>
                              <p:cond delay="0"/>
                            </p:stCondLst>
                            <p:childTnLst>
                              <p:par>
                                <p:cTn id="54" presetID="14" presetClass="entr" presetSubtype="10"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randombar(horizontal)">
                                      <p:cBhvr>
                                        <p:cTn id="56" dur="50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wipe(down)">
                                      <p:cBhvr>
                                        <p:cTn id="61" dur="500"/>
                                        <p:tgtEl>
                                          <p:spTgt spid="18"/>
                                        </p:tgtEl>
                                      </p:cBhvr>
                                    </p:animEffect>
                                  </p:childTnLst>
                                </p:cTn>
                              </p:par>
                            </p:childTnLst>
                          </p:cTn>
                        </p:par>
                      </p:childTnLst>
                    </p:cTn>
                  </p:par>
                  <p:par>
                    <p:cTn id="62" fill="hold">
                      <p:stCondLst>
                        <p:cond delay="indefinite"/>
                      </p:stCondLst>
                      <p:childTnLst>
                        <p:par>
                          <p:cTn id="63" fill="hold">
                            <p:stCondLst>
                              <p:cond delay="0"/>
                            </p:stCondLst>
                            <p:childTnLst>
                              <p:par>
                                <p:cTn id="64" presetID="16" presetClass="entr" presetSubtype="21" fill="hold" grpId="0" nodeType="click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barn(inVertical)">
                                      <p:cBhvr>
                                        <p:cTn id="66" dur="500"/>
                                        <p:tgtEl>
                                          <p:spTgt spid="15"/>
                                        </p:tgtEl>
                                      </p:cBhvr>
                                    </p:animEffect>
                                  </p:childTnLst>
                                </p:cTn>
                              </p:par>
                            </p:childTnLst>
                          </p:cTn>
                        </p:par>
                      </p:childTnLst>
                    </p:cTn>
                  </p:par>
                  <p:par>
                    <p:cTn id="67" fill="hold">
                      <p:stCondLst>
                        <p:cond delay="indefinite"/>
                      </p:stCondLst>
                      <p:childTnLst>
                        <p:par>
                          <p:cTn id="68" fill="hold">
                            <p:stCondLst>
                              <p:cond delay="0"/>
                            </p:stCondLst>
                            <p:childTnLst>
                              <p:par>
                                <p:cTn id="69" presetID="26" presetClass="entr" presetSubtype="0" fill="hold" grpId="0" nodeType="clickEffect">
                                  <p:stCondLst>
                                    <p:cond delay="0"/>
                                  </p:stCondLst>
                                  <p:childTnLst>
                                    <p:set>
                                      <p:cBhvr>
                                        <p:cTn id="70" dur="1" fill="hold">
                                          <p:stCondLst>
                                            <p:cond delay="0"/>
                                          </p:stCondLst>
                                        </p:cTn>
                                        <p:tgtEl>
                                          <p:spTgt spid="16"/>
                                        </p:tgtEl>
                                        <p:attrNameLst>
                                          <p:attrName>style.visibility</p:attrName>
                                        </p:attrNameLst>
                                      </p:cBhvr>
                                      <p:to>
                                        <p:strVal val="visible"/>
                                      </p:to>
                                    </p:set>
                                    <p:animEffect transition="in" filter="wipe(down)">
                                      <p:cBhvr>
                                        <p:cTn id="71" dur="580">
                                          <p:stCondLst>
                                            <p:cond delay="0"/>
                                          </p:stCondLst>
                                        </p:cTn>
                                        <p:tgtEl>
                                          <p:spTgt spid="16"/>
                                        </p:tgtEl>
                                      </p:cBhvr>
                                    </p:animEffect>
                                    <p:anim calcmode="lin" valueType="num">
                                      <p:cBhvr>
                                        <p:cTn id="72"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77" dur="26">
                                          <p:stCondLst>
                                            <p:cond delay="650"/>
                                          </p:stCondLst>
                                        </p:cTn>
                                        <p:tgtEl>
                                          <p:spTgt spid="16"/>
                                        </p:tgtEl>
                                      </p:cBhvr>
                                      <p:to x="100000" y="60000"/>
                                    </p:animScale>
                                    <p:animScale>
                                      <p:cBhvr>
                                        <p:cTn id="78" dur="166" decel="50000">
                                          <p:stCondLst>
                                            <p:cond delay="676"/>
                                          </p:stCondLst>
                                        </p:cTn>
                                        <p:tgtEl>
                                          <p:spTgt spid="16"/>
                                        </p:tgtEl>
                                      </p:cBhvr>
                                      <p:to x="100000" y="100000"/>
                                    </p:animScale>
                                    <p:animScale>
                                      <p:cBhvr>
                                        <p:cTn id="79" dur="26">
                                          <p:stCondLst>
                                            <p:cond delay="1312"/>
                                          </p:stCondLst>
                                        </p:cTn>
                                        <p:tgtEl>
                                          <p:spTgt spid="16"/>
                                        </p:tgtEl>
                                      </p:cBhvr>
                                      <p:to x="100000" y="80000"/>
                                    </p:animScale>
                                    <p:animScale>
                                      <p:cBhvr>
                                        <p:cTn id="80" dur="166" decel="50000">
                                          <p:stCondLst>
                                            <p:cond delay="1338"/>
                                          </p:stCondLst>
                                        </p:cTn>
                                        <p:tgtEl>
                                          <p:spTgt spid="16"/>
                                        </p:tgtEl>
                                      </p:cBhvr>
                                      <p:to x="100000" y="100000"/>
                                    </p:animScale>
                                    <p:animScale>
                                      <p:cBhvr>
                                        <p:cTn id="81" dur="26">
                                          <p:stCondLst>
                                            <p:cond delay="1642"/>
                                          </p:stCondLst>
                                        </p:cTn>
                                        <p:tgtEl>
                                          <p:spTgt spid="16"/>
                                        </p:tgtEl>
                                      </p:cBhvr>
                                      <p:to x="100000" y="90000"/>
                                    </p:animScale>
                                    <p:animScale>
                                      <p:cBhvr>
                                        <p:cTn id="82" dur="166" decel="50000">
                                          <p:stCondLst>
                                            <p:cond delay="1668"/>
                                          </p:stCondLst>
                                        </p:cTn>
                                        <p:tgtEl>
                                          <p:spTgt spid="16"/>
                                        </p:tgtEl>
                                      </p:cBhvr>
                                      <p:to x="100000" y="100000"/>
                                    </p:animScale>
                                    <p:animScale>
                                      <p:cBhvr>
                                        <p:cTn id="83" dur="26">
                                          <p:stCondLst>
                                            <p:cond delay="1808"/>
                                          </p:stCondLst>
                                        </p:cTn>
                                        <p:tgtEl>
                                          <p:spTgt spid="16"/>
                                        </p:tgtEl>
                                      </p:cBhvr>
                                      <p:to x="100000" y="95000"/>
                                    </p:animScale>
                                    <p:animScale>
                                      <p:cBhvr>
                                        <p:cTn id="84" dur="166" decel="50000">
                                          <p:stCondLst>
                                            <p:cond delay="1834"/>
                                          </p:stCondLst>
                                        </p:cTn>
                                        <p:tgtEl>
                                          <p:spTgt spid="16"/>
                                        </p:tgtEl>
                                      </p:cBhvr>
                                      <p:to x="100000" y="100000"/>
                                    </p:animScale>
                                  </p:childTnLst>
                                </p:cTn>
                              </p:par>
                            </p:childTnLst>
                          </p:cTn>
                        </p:par>
                      </p:childTnLst>
                    </p:cTn>
                  </p:par>
                  <p:par>
                    <p:cTn id="85" fill="hold">
                      <p:stCondLst>
                        <p:cond delay="indefinite"/>
                      </p:stCondLst>
                      <p:childTnLst>
                        <p:par>
                          <p:cTn id="86" fill="hold">
                            <p:stCondLst>
                              <p:cond delay="0"/>
                            </p:stCondLst>
                            <p:childTnLst>
                              <p:par>
                                <p:cTn id="87" presetID="21" presetClass="entr" presetSubtype="1" fill="hold" grpId="0" nodeType="clickEffect">
                                  <p:stCondLst>
                                    <p:cond delay="0"/>
                                  </p:stCondLst>
                                  <p:childTnLst>
                                    <p:set>
                                      <p:cBhvr>
                                        <p:cTn id="88" dur="1" fill="hold">
                                          <p:stCondLst>
                                            <p:cond delay="0"/>
                                          </p:stCondLst>
                                        </p:cTn>
                                        <p:tgtEl>
                                          <p:spTgt spid="19"/>
                                        </p:tgtEl>
                                        <p:attrNameLst>
                                          <p:attrName>style.visibility</p:attrName>
                                        </p:attrNameLst>
                                      </p:cBhvr>
                                      <p:to>
                                        <p:strVal val="visible"/>
                                      </p:to>
                                    </p:set>
                                    <p:animEffect transition="in" filter="wheel(1)">
                                      <p:cBhvr>
                                        <p:cTn id="89" dur="2000"/>
                                        <p:tgtEl>
                                          <p:spTgt spid="19"/>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clickEffect">
                                  <p:stCondLst>
                                    <p:cond delay="0"/>
                                  </p:stCondLst>
                                  <p:childTnLst>
                                    <p:set>
                                      <p:cBhvr>
                                        <p:cTn id="93"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 grpId="0"/>
      <p:bldP spid="6" grpId="0"/>
      <p:bldP spid="7" grpId="0" animBg="1"/>
      <p:bldP spid="8" grpId="0"/>
      <p:bldP spid="9" grpId="0" animBg="1"/>
      <p:bldP spid="10" grpId="0"/>
      <p:bldP spid="11" grpId="0"/>
      <p:bldP spid="12" grpId="0" animBg="1"/>
      <p:bldP spid="13" grpId="0"/>
      <p:bldP spid="14" grpId="0"/>
      <p:bldP spid="15" grpId="0"/>
      <p:bldP spid="16" grpId="0" animBg="1"/>
      <p:bldP spid="17" grpId="0" animBg="1"/>
      <p:bldP spid="1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7BDFB-B0E0-C60C-C00B-9C8AE5F40C79}"/>
            </a:ext>
          </a:extLst>
        </p:cNvPr>
        <p:cNvGrpSpPr/>
        <p:nvPr/>
      </p:nvGrpSpPr>
      <p:grpSpPr>
        <a:xfrm>
          <a:off x="0" y="0"/>
          <a:ext cx="0" cy="0"/>
          <a:chOff x="0" y="0"/>
          <a:chExt cx="0" cy="0"/>
        </a:xfrm>
      </p:grpSpPr>
      <p:sp>
        <p:nvSpPr>
          <p:cNvPr id="2" name="CaixaDeTexto 1">
            <a:extLst>
              <a:ext uri="{FF2B5EF4-FFF2-40B4-BE49-F238E27FC236}">
                <a16:creationId xmlns:a16="http://schemas.microsoft.com/office/drawing/2014/main" id="{452BC4D6-775C-5D74-32BB-C134D9641B65}"/>
              </a:ext>
            </a:extLst>
          </p:cNvPr>
          <p:cNvSpPr txBox="1"/>
          <p:nvPr/>
        </p:nvSpPr>
        <p:spPr>
          <a:xfrm>
            <a:off x="426608" y="207816"/>
            <a:ext cx="11114227" cy="4832092"/>
          </a:xfrm>
          <a:prstGeom prst="rect">
            <a:avLst/>
          </a:prstGeom>
          <a:noFill/>
        </p:spPr>
        <p:txBody>
          <a:bodyPr wrap="square">
            <a:spAutoFit/>
          </a:bodyPr>
          <a:lstStyle/>
          <a:p>
            <a:pPr algn="just"/>
            <a:r>
              <a:rPr lang="pt-BR" sz="2800" b="1" dirty="0">
                <a:solidFill>
                  <a:srgbClr val="FF0000"/>
                </a:solidFill>
                <a:latin typeface="Arial" panose="020B0604020202020204" pitchFamily="34" charset="0"/>
                <a:cs typeface="Arial" panose="020B0604020202020204" pitchFamily="34" charset="0"/>
              </a:rPr>
              <a:t>8-) (UFJF/PISM – MG – 2020) pag.: 66 </a:t>
            </a:r>
            <a:r>
              <a:rPr lang="pt-BR" sz="2800" b="1" dirty="0">
                <a:latin typeface="Arial" panose="020B0604020202020204" pitchFamily="34" charset="0"/>
                <a:cs typeface="Arial" panose="020B0604020202020204" pitchFamily="34" charset="0"/>
              </a:rPr>
              <a:t>Uma viagem de ônibus entre Juiz de Fora e o Rio de Janeiro normalmente é realizada com velocidade média de 60 km/h e tem duração de 3 horas, entre suas respectivas rodoviárias. Uma estudante fez esta viagem de ônibus, e relatou que, após 2 horas do início da viagem, devido a obras na pista, o ônibus ficou parado por 30 minutos. Depois disso, a pista foi liberada e o ônibus seguiu sua viagem, mas, devido ao engarrafamento na entrada da cidade do Rio de Janeiro até a rodoviária, a estudante demorou mais 2 horas. Qual foi a velocidade média do ônibus na viagem relatada pela estudante?</a:t>
            </a:r>
          </a:p>
        </p:txBody>
      </p:sp>
      <p:sp>
        <p:nvSpPr>
          <p:cNvPr id="3" name="CaixaDeTexto 2">
            <a:extLst>
              <a:ext uri="{FF2B5EF4-FFF2-40B4-BE49-F238E27FC236}">
                <a16:creationId xmlns:a16="http://schemas.microsoft.com/office/drawing/2014/main" id="{C8D99A1E-C712-BA1B-9FBB-A3FD31C96F1A}"/>
              </a:ext>
            </a:extLst>
          </p:cNvPr>
          <p:cNvSpPr txBox="1"/>
          <p:nvPr/>
        </p:nvSpPr>
        <p:spPr>
          <a:xfrm>
            <a:off x="565154" y="5136890"/>
            <a:ext cx="8038519" cy="954107"/>
          </a:xfrm>
          <a:prstGeom prst="rect">
            <a:avLst/>
          </a:prstGeom>
          <a:noFill/>
        </p:spPr>
        <p:txBody>
          <a:bodyPr wrap="square">
            <a:spAutoFit/>
          </a:bodyPr>
          <a:lstStyle/>
          <a:p>
            <a:r>
              <a:rPr lang="pt-BR" sz="2800" b="1" dirty="0">
                <a:latin typeface="Arial" panose="020B0604020202020204" pitchFamily="34" charset="0"/>
                <a:cs typeface="Arial" panose="020B0604020202020204" pitchFamily="34" charset="0"/>
              </a:rPr>
              <a:t>a) 60 km/h. 			b) 72 km/h.		c) 45 km/h. d) 40 km/h.			e) 36 km/h.</a:t>
            </a:r>
          </a:p>
        </p:txBody>
      </p:sp>
    </p:spTree>
    <p:extLst>
      <p:ext uri="{BB962C8B-B14F-4D97-AF65-F5344CB8AC3E}">
        <p14:creationId xmlns:p14="http://schemas.microsoft.com/office/powerpoint/2010/main" val="5027490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C9191-CF3C-9A76-3DCE-B03FAF8BA196}"/>
            </a:ext>
          </a:extLst>
        </p:cNvPr>
        <p:cNvGrpSpPr/>
        <p:nvPr/>
      </p:nvGrpSpPr>
      <p:grpSpPr>
        <a:xfrm>
          <a:off x="0" y="0"/>
          <a:ext cx="0" cy="0"/>
          <a:chOff x="0" y="0"/>
          <a:chExt cx="0" cy="0"/>
        </a:xfrm>
      </p:grpSpPr>
      <p:sp>
        <p:nvSpPr>
          <p:cNvPr id="2" name="Retângulo 1">
            <a:extLst>
              <a:ext uri="{FF2B5EF4-FFF2-40B4-BE49-F238E27FC236}">
                <a16:creationId xmlns:a16="http://schemas.microsoft.com/office/drawing/2014/main" id="{067CA179-E0E1-F143-7FA1-52EC273BE1BB}"/>
              </a:ext>
            </a:extLst>
          </p:cNvPr>
          <p:cNvSpPr/>
          <p:nvPr/>
        </p:nvSpPr>
        <p:spPr>
          <a:xfrm>
            <a:off x="329628" y="180110"/>
            <a:ext cx="2004075" cy="523220"/>
          </a:xfrm>
          <a:prstGeom prst="rect">
            <a:avLst/>
          </a:prstGeom>
        </p:spPr>
        <p:txBody>
          <a:bodyPr wrap="none">
            <a:spAutoFit/>
          </a:bodyPr>
          <a:lstStyle/>
          <a:p>
            <a:pPr algn="just"/>
            <a:r>
              <a:rPr lang="pt-BR" sz="2800" b="1" dirty="0">
                <a:solidFill>
                  <a:srgbClr val="FF0000"/>
                </a:solidFill>
                <a:latin typeface="Arial" panose="020B0604020202020204" pitchFamily="34" charset="0"/>
                <a:cs typeface="Arial" panose="020B0604020202020204" pitchFamily="34" charset="0"/>
              </a:rPr>
              <a:t>Resolução</a:t>
            </a:r>
          </a:p>
        </p:txBody>
      </p:sp>
      <p:sp>
        <p:nvSpPr>
          <p:cNvPr id="3" name="Retângulo 2">
            <a:extLst>
              <a:ext uri="{FF2B5EF4-FFF2-40B4-BE49-F238E27FC236}">
                <a16:creationId xmlns:a16="http://schemas.microsoft.com/office/drawing/2014/main" id="{9B9E66B1-EDFD-AB28-F560-DF05D6D89CAD}"/>
              </a:ext>
            </a:extLst>
          </p:cNvPr>
          <p:cNvSpPr/>
          <p:nvPr/>
        </p:nvSpPr>
        <p:spPr>
          <a:xfrm>
            <a:off x="329628" y="703330"/>
            <a:ext cx="10975681" cy="954107"/>
          </a:xfrm>
          <a:prstGeom prst="rect">
            <a:avLst/>
          </a:prstGeom>
        </p:spPr>
        <p:txBody>
          <a:bodyPr wrap="square">
            <a:spAutoFit/>
          </a:bodyPr>
          <a:lstStyle/>
          <a:p>
            <a:pPr algn="just"/>
            <a:r>
              <a:rPr lang="pt-BR" sz="2800" b="1" dirty="0">
                <a:solidFill>
                  <a:srgbClr val="002060"/>
                </a:solidFill>
                <a:latin typeface="Arial" panose="020B0604020202020204" pitchFamily="34" charset="0"/>
                <a:cs typeface="Arial" panose="020B0604020202020204" pitchFamily="34" charset="0"/>
              </a:rPr>
              <a:t>Calcular o deslocamento escalar entre Juiz de Fora e Rio de Janeiro.</a:t>
            </a:r>
          </a:p>
        </p:txBody>
      </p:sp>
      <p:sp>
        <p:nvSpPr>
          <p:cNvPr id="4" name="Retângulo 3">
            <a:extLst>
              <a:ext uri="{FF2B5EF4-FFF2-40B4-BE49-F238E27FC236}">
                <a16:creationId xmlns:a16="http://schemas.microsoft.com/office/drawing/2014/main" id="{D37EDB87-3186-40E0-D44A-5FB08A0E256B}"/>
              </a:ext>
            </a:extLst>
          </p:cNvPr>
          <p:cNvSpPr/>
          <p:nvPr/>
        </p:nvSpPr>
        <p:spPr>
          <a:xfrm>
            <a:off x="329628" y="1657437"/>
            <a:ext cx="2667518" cy="523220"/>
          </a:xfrm>
          <a:prstGeom prst="rect">
            <a:avLst/>
          </a:prstGeom>
        </p:spPr>
        <p:txBody>
          <a:bodyPr wrap="square">
            <a:spAutoFit/>
          </a:bodyPr>
          <a:lstStyle/>
          <a:p>
            <a:pPr algn="just"/>
            <a:r>
              <a:rPr lang="pt-BR" sz="2800" b="1" dirty="0">
                <a:latin typeface="Arial" panose="020B0604020202020204" pitchFamily="34" charset="0"/>
                <a:ea typeface="Calibri" panose="020F0502020204030204" pitchFamily="34" charset="0"/>
              </a:rPr>
              <a:t>Sabemos que:</a:t>
            </a:r>
            <a:endParaRPr lang="pt-BR" sz="2800" b="1" dirty="0"/>
          </a:p>
        </p:txBody>
      </p:sp>
      <mc:AlternateContent xmlns:mc="http://schemas.openxmlformats.org/markup-compatibility/2006" xmlns:a14="http://schemas.microsoft.com/office/drawing/2010/main">
        <mc:Choice Requires="a14">
          <p:sp>
            <p:nvSpPr>
              <p:cNvPr id="5" name="Retângulo 4">
                <a:extLst>
                  <a:ext uri="{FF2B5EF4-FFF2-40B4-BE49-F238E27FC236}">
                    <a16:creationId xmlns:a16="http://schemas.microsoft.com/office/drawing/2014/main" id="{E4E8D6DF-E195-C73F-6566-44D583D65145}"/>
                  </a:ext>
                </a:extLst>
              </p:cNvPr>
              <p:cNvSpPr/>
              <p:nvPr/>
            </p:nvSpPr>
            <p:spPr>
              <a:xfrm>
                <a:off x="2886310" y="1468154"/>
                <a:ext cx="1723164"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𝑴</m:t>
                          </m:r>
                        </m:sub>
                      </m:sSub>
                      <m:r>
                        <a:rPr lang="pt-BR" sz="2800" b="1" i="1">
                          <a:latin typeface="Cambria Math" panose="02040503050406030204" pitchFamily="18" charset="0"/>
                        </a:rPr>
                        <m:t>= </m:t>
                      </m:r>
                      <m:f>
                        <m:fPr>
                          <m:ctrlPr>
                            <a:rPr lang="pt-BR" sz="2800" b="1" i="1">
                              <a:latin typeface="Cambria Math" panose="02040503050406030204" pitchFamily="18" charset="0"/>
                            </a:rPr>
                          </m:ctrlPr>
                        </m:fPr>
                        <m:num>
                          <m:r>
                            <a:rPr lang="pt-BR" sz="2800" b="1" i="1">
                              <a:latin typeface="Cambria Math" panose="02040503050406030204" pitchFamily="18" charset="0"/>
                            </a:rPr>
                            <m:t>∆</m:t>
                          </m:r>
                          <m:r>
                            <a:rPr lang="pt-BR" sz="2800" b="1" i="1">
                              <a:latin typeface="Cambria Math" panose="02040503050406030204" pitchFamily="18" charset="0"/>
                            </a:rPr>
                            <m:t>𝑺</m:t>
                          </m:r>
                        </m:num>
                        <m:den>
                          <m:r>
                            <a:rPr lang="pt-BR" sz="2800" b="1" i="1">
                              <a:latin typeface="Cambria Math" panose="02040503050406030204" pitchFamily="18" charset="0"/>
                            </a:rPr>
                            <m:t>∆</m:t>
                          </m:r>
                          <m:r>
                            <a:rPr lang="pt-BR" sz="2800" b="1" i="1">
                              <a:latin typeface="Cambria Math" panose="02040503050406030204" pitchFamily="18" charset="0"/>
                            </a:rPr>
                            <m:t>𝒕</m:t>
                          </m:r>
                        </m:den>
                      </m:f>
                    </m:oMath>
                  </m:oMathPara>
                </a14:m>
                <a:endParaRPr lang="pt-BR" sz="2800" b="1" i="1" dirty="0"/>
              </a:p>
            </p:txBody>
          </p:sp>
        </mc:Choice>
        <mc:Fallback xmlns="">
          <p:sp>
            <p:nvSpPr>
              <p:cNvPr id="5" name="Retângulo 4">
                <a:extLst>
                  <a:ext uri="{FF2B5EF4-FFF2-40B4-BE49-F238E27FC236}">
                    <a16:creationId xmlns:a16="http://schemas.microsoft.com/office/drawing/2014/main" id="{E4E8D6DF-E195-C73F-6566-44D583D65145}"/>
                  </a:ext>
                </a:extLst>
              </p:cNvPr>
              <p:cNvSpPr>
                <a:spLocks noRot="1" noChangeAspect="1" noMove="1" noResize="1" noEditPoints="1" noAdjustHandles="1" noChangeArrowheads="1" noChangeShapeType="1" noTextEdit="1"/>
              </p:cNvSpPr>
              <p:nvPr/>
            </p:nvSpPr>
            <p:spPr>
              <a:xfrm>
                <a:off x="2886310" y="1468154"/>
                <a:ext cx="1723164" cy="901785"/>
              </a:xfrm>
              <a:prstGeom prst="rect">
                <a:avLst/>
              </a:prstGeom>
              <a:blipFill>
                <a:blip r:embed="rId2"/>
                <a:stretch>
                  <a:fillRect/>
                </a:stretch>
              </a:blipFill>
            </p:spPr>
            <p:txBody>
              <a:bodyPr/>
              <a:lstStyle/>
              <a:p>
                <a:r>
                  <a:rPr lang="pt-BR">
                    <a:noFill/>
                  </a:rPr>
                  <a:t> </a:t>
                </a:r>
              </a:p>
            </p:txBody>
          </p:sp>
        </mc:Fallback>
      </mc:AlternateContent>
      <p:sp>
        <p:nvSpPr>
          <p:cNvPr id="6" name="Seta: para a Direita 5">
            <a:extLst>
              <a:ext uri="{FF2B5EF4-FFF2-40B4-BE49-F238E27FC236}">
                <a16:creationId xmlns:a16="http://schemas.microsoft.com/office/drawing/2014/main" id="{FEF8F210-2C5E-D098-5F21-3A3DFEB93985}"/>
              </a:ext>
            </a:extLst>
          </p:cNvPr>
          <p:cNvSpPr/>
          <p:nvPr/>
        </p:nvSpPr>
        <p:spPr>
          <a:xfrm>
            <a:off x="4669854" y="1697427"/>
            <a:ext cx="456545" cy="387927"/>
          </a:xfrm>
          <a:prstGeom prst="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7" name="Retângulo 6">
                <a:extLst>
                  <a:ext uri="{FF2B5EF4-FFF2-40B4-BE49-F238E27FC236}">
                    <a16:creationId xmlns:a16="http://schemas.microsoft.com/office/drawing/2014/main" id="{E2D1DD91-CC00-3D7E-00EA-6416FE04E91D}"/>
                  </a:ext>
                </a:extLst>
              </p:cNvPr>
              <p:cNvSpPr/>
              <p:nvPr/>
            </p:nvSpPr>
            <p:spPr>
              <a:xfrm>
                <a:off x="5247466" y="1440499"/>
                <a:ext cx="1684244"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rPr>
                        <m:t>𝟔𝟎</m:t>
                      </m:r>
                      <m:r>
                        <a:rPr lang="pt-BR" sz="2800" b="1" i="1">
                          <a:latin typeface="Cambria Math" panose="02040503050406030204" pitchFamily="18" charset="0"/>
                        </a:rPr>
                        <m:t>= </m:t>
                      </m:r>
                      <m:f>
                        <m:fPr>
                          <m:ctrlPr>
                            <a:rPr lang="pt-BR" sz="2800" b="1" i="1">
                              <a:latin typeface="Cambria Math" panose="02040503050406030204" pitchFamily="18" charset="0"/>
                            </a:rPr>
                          </m:ctrlPr>
                        </m:fPr>
                        <m:num>
                          <m:r>
                            <a:rPr lang="pt-BR" sz="2800" b="1" i="1">
                              <a:latin typeface="Cambria Math" panose="02040503050406030204" pitchFamily="18" charset="0"/>
                            </a:rPr>
                            <m:t>∆</m:t>
                          </m:r>
                          <m:r>
                            <a:rPr lang="pt-BR" sz="2800" b="1" i="1">
                              <a:latin typeface="Cambria Math" panose="02040503050406030204" pitchFamily="18" charset="0"/>
                            </a:rPr>
                            <m:t>𝑺</m:t>
                          </m:r>
                        </m:num>
                        <m:den>
                          <m:r>
                            <a:rPr lang="pt-BR" sz="2800" b="1" i="1" smtClean="0">
                              <a:latin typeface="Cambria Math" panose="02040503050406030204" pitchFamily="18" charset="0"/>
                            </a:rPr>
                            <m:t>𝟑</m:t>
                          </m:r>
                        </m:den>
                      </m:f>
                    </m:oMath>
                  </m:oMathPara>
                </a14:m>
                <a:endParaRPr lang="pt-BR" sz="2800" b="1" i="1" dirty="0"/>
              </a:p>
            </p:txBody>
          </p:sp>
        </mc:Choice>
        <mc:Fallback xmlns="">
          <p:sp>
            <p:nvSpPr>
              <p:cNvPr id="7" name="Retângulo 6">
                <a:extLst>
                  <a:ext uri="{FF2B5EF4-FFF2-40B4-BE49-F238E27FC236}">
                    <a16:creationId xmlns:a16="http://schemas.microsoft.com/office/drawing/2014/main" id="{E2D1DD91-CC00-3D7E-00EA-6416FE04E91D}"/>
                  </a:ext>
                </a:extLst>
              </p:cNvPr>
              <p:cNvSpPr>
                <a:spLocks noRot="1" noChangeAspect="1" noMove="1" noResize="1" noEditPoints="1" noAdjustHandles="1" noChangeArrowheads="1" noChangeShapeType="1" noTextEdit="1"/>
              </p:cNvSpPr>
              <p:nvPr/>
            </p:nvSpPr>
            <p:spPr>
              <a:xfrm>
                <a:off x="5247466" y="1440499"/>
                <a:ext cx="1684244" cy="901785"/>
              </a:xfrm>
              <a:prstGeom prst="rect">
                <a:avLst/>
              </a:prstGeom>
              <a:blipFill>
                <a:blip r:embed="rId3"/>
                <a:stretch>
                  <a:fillRect/>
                </a:stretch>
              </a:blipFill>
            </p:spPr>
            <p:txBody>
              <a:bodyPr/>
              <a:lstStyle/>
              <a:p>
                <a:r>
                  <a:rPr lang="pt-BR">
                    <a:noFill/>
                  </a:rPr>
                  <a:t> </a:t>
                </a:r>
              </a:p>
            </p:txBody>
          </p:sp>
        </mc:Fallback>
      </mc:AlternateContent>
      <p:sp>
        <p:nvSpPr>
          <p:cNvPr id="8" name="Seta: para a Direita 7">
            <a:extLst>
              <a:ext uri="{FF2B5EF4-FFF2-40B4-BE49-F238E27FC236}">
                <a16:creationId xmlns:a16="http://schemas.microsoft.com/office/drawing/2014/main" id="{E89BD02E-DC16-2A90-D29A-86D8EA1481F8}"/>
              </a:ext>
            </a:extLst>
          </p:cNvPr>
          <p:cNvSpPr/>
          <p:nvPr/>
        </p:nvSpPr>
        <p:spPr>
          <a:xfrm>
            <a:off x="6954476" y="1708547"/>
            <a:ext cx="456545" cy="387927"/>
          </a:xfrm>
          <a:prstGeom prst="rightArrow">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9" name="CaixaDeTexto 8">
                <a:extLst>
                  <a:ext uri="{FF2B5EF4-FFF2-40B4-BE49-F238E27FC236}">
                    <a16:creationId xmlns:a16="http://schemas.microsoft.com/office/drawing/2014/main" id="{751B849C-BB85-3749-AD61-1CC0FB9E5D3D}"/>
                  </a:ext>
                </a:extLst>
              </p:cNvPr>
              <p:cNvSpPr txBox="1"/>
              <p:nvPr/>
            </p:nvSpPr>
            <p:spPr>
              <a:xfrm>
                <a:off x="7373773" y="1610442"/>
                <a:ext cx="1946046"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rPr>
                        <m:t>∆</m:t>
                      </m:r>
                      <m:r>
                        <a:rPr lang="pt-BR" sz="2800" b="1" i="1" smtClean="0">
                          <a:latin typeface="Cambria Math" panose="02040503050406030204" pitchFamily="18" charset="0"/>
                        </a:rPr>
                        <m:t>𝑺</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𝟔𝟎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𝟑</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9" name="CaixaDeTexto 8">
                <a:extLst>
                  <a:ext uri="{FF2B5EF4-FFF2-40B4-BE49-F238E27FC236}">
                    <a16:creationId xmlns:a16="http://schemas.microsoft.com/office/drawing/2014/main" id="{751B849C-BB85-3749-AD61-1CC0FB9E5D3D}"/>
                  </a:ext>
                </a:extLst>
              </p:cNvPr>
              <p:cNvSpPr txBox="1">
                <a:spLocks noRot="1" noChangeAspect="1" noMove="1" noResize="1" noEditPoints="1" noAdjustHandles="1" noChangeArrowheads="1" noChangeShapeType="1" noTextEdit="1"/>
              </p:cNvSpPr>
              <p:nvPr/>
            </p:nvSpPr>
            <p:spPr>
              <a:xfrm>
                <a:off x="7373773" y="1610442"/>
                <a:ext cx="1946046" cy="523220"/>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0A7D6AA1-5ED7-BA9B-BD54-44B78A6FFCFB}"/>
                  </a:ext>
                </a:extLst>
              </p:cNvPr>
              <p:cNvSpPr txBox="1"/>
              <p:nvPr/>
            </p:nvSpPr>
            <p:spPr>
              <a:xfrm>
                <a:off x="4487643" y="2342284"/>
                <a:ext cx="2444067" cy="523220"/>
              </a:xfrm>
              <a:prstGeom prst="rect">
                <a:avLst/>
              </a:prstGeom>
              <a:solidFill>
                <a:srgbClr val="FFFF00"/>
              </a:solidFill>
              <a:ln>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rPr>
                        <m:t>∆</m:t>
                      </m:r>
                      <m:r>
                        <a:rPr lang="pt-BR" sz="2800" b="1" i="1" smtClean="0">
                          <a:latin typeface="Cambria Math" panose="02040503050406030204" pitchFamily="18" charset="0"/>
                        </a:rPr>
                        <m:t>𝑺</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𝟏𝟖𝟎</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𝒌𝒎</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11" name="CaixaDeTexto 10">
                <a:extLst>
                  <a:ext uri="{FF2B5EF4-FFF2-40B4-BE49-F238E27FC236}">
                    <a16:creationId xmlns:a16="http://schemas.microsoft.com/office/drawing/2014/main" id="{0A7D6AA1-5ED7-BA9B-BD54-44B78A6FFCFB}"/>
                  </a:ext>
                </a:extLst>
              </p:cNvPr>
              <p:cNvSpPr txBox="1">
                <a:spLocks noRot="1" noChangeAspect="1" noMove="1" noResize="1" noEditPoints="1" noAdjustHandles="1" noChangeArrowheads="1" noChangeShapeType="1" noTextEdit="1"/>
              </p:cNvSpPr>
              <p:nvPr/>
            </p:nvSpPr>
            <p:spPr>
              <a:xfrm>
                <a:off x="4487643" y="2342284"/>
                <a:ext cx="2444067" cy="523220"/>
              </a:xfrm>
              <a:prstGeom prst="rect">
                <a:avLst/>
              </a:prstGeom>
              <a:blipFill>
                <a:blip r:embed="rId5"/>
                <a:stretch>
                  <a:fillRect/>
                </a:stretch>
              </a:blipFill>
              <a:ln>
                <a:solidFill>
                  <a:schemeClr val="tx1"/>
                </a:solidFill>
              </a:ln>
            </p:spPr>
            <p:txBody>
              <a:bodyPr/>
              <a:lstStyle/>
              <a:p>
                <a:r>
                  <a:rPr lang="pt-BR">
                    <a:noFill/>
                  </a:rPr>
                  <a:t> </a:t>
                </a:r>
              </a:p>
            </p:txBody>
          </p:sp>
        </mc:Fallback>
      </mc:AlternateContent>
      <p:sp>
        <p:nvSpPr>
          <p:cNvPr id="12" name="Retângulo 11">
            <a:extLst>
              <a:ext uri="{FF2B5EF4-FFF2-40B4-BE49-F238E27FC236}">
                <a16:creationId xmlns:a16="http://schemas.microsoft.com/office/drawing/2014/main" id="{4DC5F36E-9DEF-1EA7-E1FE-74FC670A741F}"/>
              </a:ext>
            </a:extLst>
          </p:cNvPr>
          <p:cNvSpPr/>
          <p:nvPr/>
        </p:nvSpPr>
        <p:spPr>
          <a:xfrm>
            <a:off x="270482" y="2912520"/>
            <a:ext cx="6954820" cy="523220"/>
          </a:xfrm>
          <a:prstGeom prst="rect">
            <a:avLst/>
          </a:prstGeom>
        </p:spPr>
        <p:txBody>
          <a:bodyPr wrap="square">
            <a:spAutoFit/>
          </a:bodyPr>
          <a:lstStyle/>
          <a:p>
            <a:pPr algn="just"/>
            <a:r>
              <a:rPr lang="pt-BR" sz="2800" b="1" dirty="0">
                <a:solidFill>
                  <a:srgbClr val="002060"/>
                </a:solidFill>
                <a:latin typeface="Arial" panose="020B0604020202020204" pitchFamily="34" charset="0"/>
                <a:cs typeface="Arial" panose="020B0604020202020204" pitchFamily="34" charset="0"/>
              </a:rPr>
              <a:t>Calcular o tempo total gasto na viagem:</a:t>
            </a:r>
          </a:p>
        </p:txBody>
      </p:sp>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D844E5A5-4F7E-261C-36E6-0AA89012F675}"/>
                  </a:ext>
                </a:extLst>
              </p:cNvPr>
              <p:cNvSpPr txBox="1"/>
              <p:nvPr/>
            </p:nvSpPr>
            <p:spPr>
              <a:xfrm>
                <a:off x="1132013" y="3441581"/>
                <a:ext cx="4577663"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rPr>
                        <m:t>∆</m:t>
                      </m:r>
                      <m:r>
                        <a:rPr lang="pt-BR" sz="2800" b="1" i="1" smtClean="0">
                          <a:latin typeface="Cambria Math" panose="02040503050406030204" pitchFamily="18"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𝟐</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𝟎</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𝒉</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𝟓</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𝒉</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𝟐</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𝟎</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𝒉</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13" name="CaixaDeTexto 12">
                <a:extLst>
                  <a:ext uri="{FF2B5EF4-FFF2-40B4-BE49-F238E27FC236}">
                    <a16:creationId xmlns:a16="http://schemas.microsoft.com/office/drawing/2014/main" id="{D844E5A5-4F7E-261C-36E6-0AA89012F675}"/>
                  </a:ext>
                </a:extLst>
              </p:cNvPr>
              <p:cNvSpPr txBox="1">
                <a:spLocks noRot="1" noChangeAspect="1" noMove="1" noResize="1" noEditPoints="1" noAdjustHandles="1" noChangeArrowheads="1" noChangeShapeType="1" noTextEdit="1"/>
              </p:cNvSpPr>
              <p:nvPr/>
            </p:nvSpPr>
            <p:spPr>
              <a:xfrm>
                <a:off x="1132013" y="3441581"/>
                <a:ext cx="4577663" cy="523220"/>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id="{7EF8A11D-FEAB-74EA-8566-7F79363F1EEA}"/>
                  </a:ext>
                </a:extLst>
              </p:cNvPr>
              <p:cNvSpPr txBox="1"/>
              <p:nvPr/>
            </p:nvSpPr>
            <p:spPr>
              <a:xfrm>
                <a:off x="3420844" y="3986709"/>
                <a:ext cx="1984518" cy="523220"/>
              </a:xfrm>
              <a:prstGeom prst="rect">
                <a:avLst/>
              </a:prstGeom>
              <a:solidFill>
                <a:srgbClr val="00B0F0"/>
              </a:solidFill>
              <a:ln>
                <a:solidFill>
                  <a:schemeClr val="tx1"/>
                </a:solidFill>
              </a:ln>
              <a:scene3d>
                <a:camera prst="orthographicFront"/>
                <a:lightRig rig="threePt" dir="t"/>
              </a:scene3d>
              <a:sp3d>
                <a:bevelT w="139700" h="139700" prst="divot"/>
              </a:sp3d>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rPr>
                        <m:t>∆</m:t>
                      </m:r>
                      <m:r>
                        <a:rPr lang="pt-BR" sz="2800" b="1" i="1" smtClean="0">
                          <a:latin typeface="Cambria Math" panose="02040503050406030204" pitchFamily="18"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𝟒</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𝟓</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𝒉</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14" name="CaixaDeTexto 13">
                <a:extLst>
                  <a:ext uri="{FF2B5EF4-FFF2-40B4-BE49-F238E27FC236}">
                    <a16:creationId xmlns:a16="http://schemas.microsoft.com/office/drawing/2014/main" id="{7EF8A11D-FEAB-74EA-8566-7F79363F1EEA}"/>
                  </a:ext>
                </a:extLst>
              </p:cNvPr>
              <p:cNvSpPr txBox="1">
                <a:spLocks noRot="1" noChangeAspect="1" noMove="1" noResize="1" noEditPoints="1" noAdjustHandles="1" noChangeArrowheads="1" noChangeShapeType="1" noTextEdit="1"/>
              </p:cNvSpPr>
              <p:nvPr/>
            </p:nvSpPr>
            <p:spPr>
              <a:xfrm>
                <a:off x="3420844" y="3986709"/>
                <a:ext cx="1984518" cy="523220"/>
              </a:xfrm>
              <a:prstGeom prst="rect">
                <a:avLst/>
              </a:prstGeom>
              <a:blipFill>
                <a:blip r:embed="rId7"/>
                <a:stretch>
                  <a:fillRect/>
                </a:stretch>
              </a:blipFill>
              <a:ln>
                <a:solidFill>
                  <a:schemeClr val="tx1"/>
                </a:solid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5" name="Retângulo 14">
                <a:extLst>
                  <a:ext uri="{FF2B5EF4-FFF2-40B4-BE49-F238E27FC236}">
                    <a16:creationId xmlns:a16="http://schemas.microsoft.com/office/drawing/2014/main" id="{7FD3F7EB-EFEA-0C33-FFE0-19E98ACEC709}"/>
                  </a:ext>
                </a:extLst>
              </p:cNvPr>
              <p:cNvSpPr/>
              <p:nvPr/>
            </p:nvSpPr>
            <p:spPr>
              <a:xfrm>
                <a:off x="610539" y="4792390"/>
                <a:ext cx="1723164"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𝑴</m:t>
                          </m:r>
                        </m:sub>
                      </m:sSub>
                      <m:r>
                        <a:rPr lang="pt-BR" sz="2800" b="1" i="1">
                          <a:latin typeface="Cambria Math" panose="02040503050406030204" pitchFamily="18" charset="0"/>
                        </a:rPr>
                        <m:t>= </m:t>
                      </m:r>
                      <m:f>
                        <m:fPr>
                          <m:ctrlPr>
                            <a:rPr lang="pt-BR" sz="2800" b="1" i="1">
                              <a:latin typeface="Cambria Math" panose="02040503050406030204" pitchFamily="18" charset="0"/>
                            </a:rPr>
                          </m:ctrlPr>
                        </m:fPr>
                        <m:num>
                          <m:r>
                            <a:rPr lang="pt-BR" sz="2800" b="1" i="1">
                              <a:latin typeface="Cambria Math" panose="02040503050406030204" pitchFamily="18" charset="0"/>
                            </a:rPr>
                            <m:t>∆</m:t>
                          </m:r>
                          <m:r>
                            <a:rPr lang="pt-BR" sz="2800" b="1" i="1">
                              <a:latin typeface="Cambria Math" panose="02040503050406030204" pitchFamily="18" charset="0"/>
                            </a:rPr>
                            <m:t>𝑺</m:t>
                          </m:r>
                        </m:num>
                        <m:den>
                          <m:r>
                            <a:rPr lang="pt-BR" sz="2800" b="1" i="1">
                              <a:latin typeface="Cambria Math" panose="02040503050406030204" pitchFamily="18" charset="0"/>
                            </a:rPr>
                            <m:t>∆</m:t>
                          </m:r>
                          <m:r>
                            <a:rPr lang="pt-BR" sz="2800" b="1" i="1">
                              <a:latin typeface="Cambria Math" panose="02040503050406030204" pitchFamily="18" charset="0"/>
                            </a:rPr>
                            <m:t>𝒕</m:t>
                          </m:r>
                        </m:den>
                      </m:f>
                    </m:oMath>
                  </m:oMathPara>
                </a14:m>
                <a:endParaRPr lang="pt-BR" sz="2800" b="1" i="1" dirty="0"/>
              </a:p>
            </p:txBody>
          </p:sp>
        </mc:Choice>
        <mc:Fallback xmlns="">
          <p:sp>
            <p:nvSpPr>
              <p:cNvPr id="15" name="Retângulo 14">
                <a:extLst>
                  <a:ext uri="{FF2B5EF4-FFF2-40B4-BE49-F238E27FC236}">
                    <a16:creationId xmlns:a16="http://schemas.microsoft.com/office/drawing/2014/main" id="{7FD3F7EB-EFEA-0C33-FFE0-19E98ACEC709}"/>
                  </a:ext>
                </a:extLst>
              </p:cNvPr>
              <p:cNvSpPr>
                <a:spLocks noRot="1" noChangeAspect="1" noMove="1" noResize="1" noEditPoints="1" noAdjustHandles="1" noChangeArrowheads="1" noChangeShapeType="1" noTextEdit="1"/>
              </p:cNvSpPr>
              <p:nvPr/>
            </p:nvSpPr>
            <p:spPr>
              <a:xfrm>
                <a:off x="610539" y="4792390"/>
                <a:ext cx="1723164" cy="901785"/>
              </a:xfrm>
              <a:prstGeom prst="rect">
                <a:avLst/>
              </a:prstGeom>
              <a:blipFill>
                <a:blip r:embed="rId8"/>
                <a:stretch>
                  <a:fillRect/>
                </a:stretch>
              </a:blipFill>
            </p:spPr>
            <p:txBody>
              <a:bodyPr/>
              <a:lstStyle/>
              <a:p>
                <a:r>
                  <a:rPr lang="pt-BR">
                    <a:noFill/>
                  </a:rPr>
                  <a:t> </a:t>
                </a:r>
              </a:p>
            </p:txBody>
          </p:sp>
        </mc:Fallback>
      </mc:AlternateContent>
      <p:sp>
        <p:nvSpPr>
          <p:cNvPr id="16" name="Seta: para a Direita 15">
            <a:extLst>
              <a:ext uri="{FF2B5EF4-FFF2-40B4-BE49-F238E27FC236}">
                <a16:creationId xmlns:a16="http://schemas.microsoft.com/office/drawing/2014/main" id="{56D7BE8A-B15F-A3FE-64E7-AF9ED2FE0E7F}"/>
              </a:ext>
            </a:extLst>
          </p:cNvPr>
          <p:cNvSpPr/>
          <p:nvPr/>
        </p:nvSpPr>
        <p:spPr>
          <a:xfrm>
            <a:off x="2394083" y="5021663"/>
            <a:ext cx="456545" cy="387927"/>
          </a:xfrm>
          <a:prstGeom prst="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7" name="Retângulo 16">
                <a:extLst>
                  <a:ext uri="{FF2B5EF4-FFF2-40B4-BE49-F238E27FC236}">
                    <a16:creationId xmlns:a16="http://schemas.microsoft.com/office/drawing/2014/main" id="{7C7E3D9A-4D77-F118-AA63-3385C37AE17E}"/>
                  </a:ext>
                </a:extLst>
              </p:cNvPr>
              <p:cNvSpPr/>
              <p:nvPr/>
            </p:nvSpPr>
            <p:spPr>
              <a:xfrm>
                <a:off x="2865355" y="4769594"/>
                <a:ext cx="1950790" cy="9473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a:latin typeface="Cambria Math" panose="02040503050406030204" pitchFamily="18" charset="0"/>
                              <a:cs typeface="Arial" panose="020B0604020202020204" pitchFamily="34" charset="0"/>
                            </a:rPr>
                            <m:t>𝒗</m:t>
                          </m:r>
                        </m:e>
                        <m:sub>
                          <m:r>
                            <a:rPr lang="pt-BR" sz="2800" b="1" i="1">
                              <a:latin typeface="Cambria Math" panose="02040503050406030204" pitchFamily="18" charset="0"/>
                              <a:cs typeface="Arial" panose="020B0604020202020204" pitchFamily="34" charset="0"/>
                            </a:rPr>
                            <m:t>𝑴</m:t>
                          </m:r>
                        </m:sub>
                      </m:sSub>
                      <m:r>
                        <a:rPr lang="pt-BR" sz="2800" b="1" i="1">
                          <a:latin typeface="Cambria Math" panose="02040503050406030204" pitchFamily="18" charset="0"/>
                        </a:rPr>
                        <m:t>= </m:t>
                      </m:r>
                      <m:f>
                        <m:fPr>
                          <m:ctrlPr>
                            <a:rPr lang="pt-BR" sz="2800" b="1" i="1">
                              <a:latin typeface="Cambria Math" panose="02040503050406030204" pitchFamily="18" charset="0"/>
                            </a:rPr>
                          </m:ctrlPr>
                        </m:fPr>
                        <m:num>
                          <m:r>
                            <a:rPr lang="pt-BR" sz="2800" b="1" i="1" smtClean="0">
                              <a:latin typeface="Cambria Math" panose="02040503050406030204" pitchFamily="18" charset="0"/>
                            </a:rPr>
                            <m:t>𝟏𝟖𝟎</m:t>
                          </m:r>
                        </m:num>
                        <m:den>
                          <m:r>
                            <a:rPr lang="pt-BR" sz="2800" b="1" i="1" smtClean="0">
                              <a:latin typeface="Cambria Math" panose="02040503050406030204" pitchFamily="18" charset="0"/>
                            </a:rPr>
                            <m:t>𝟒</m:t>
                          </m:r>
                          <m:r>
                            <a:rPr lang="pt-BR" sz="2800" b="1" i="1" smtClean="0">
                              <a:latin typeface="Cambria Math" panose="02040503050406030204" pitchFamily="18" charset="0"/>
                            </a:rPr>
                            <m:t>,</m:t>
                          </m:r>
                          <m:r>
                            <a:rPr lang="pt-BR" sz="2800" b="1" i="1" smtClean="0">
                              <a:latin typeface="Cambria Math" panose="02040503050406030204" pitchFamily="18" charset="0"/>
                            </a:rPr>
                            <m:t>𝟓</m:t>
                          </m:r>
                        </m:den>
                      </m:f>
                    </m:oMath>
                  </m:oMathPara>
                </a14:m>
                <a:endParaRPr lang="pt-BR" sz="2800" b="1" i="1" dirty="0"/>
              </a:p>
            </p:txBody>
          </p:sp>
        </mc:Choice>
        <mc:Fallback xmlns="">
          <p:sp>
            <p:nvSpPr>
              <p:cNvPr id="17" name="Retângulo 16">
                <a:extLst>
                  <a:ext uri="{FF2B5EF4-FFF2-40B4-BE49-F238E27FC236}">
                    <a16:creationId xmlns:a16="http://schemas.microsoft.com/office/drawing/2014/main" id="{7C7E3D9A-4D77-F118-AA63-3385C37AE17E}"/>
                  </a:ext>
                </a:extLst>
              </p:cNvPr>
              <p:cNvSpPr>
                <a:spLocks noRot="1" noChangeAspect="1" noMove="1" noResize="1" noEditPoints="1" noAdjustHandles="1" noChangeArrowheads="1" noChangeShapeType="1" noTextEdit="1"/>
              </p:cNvSpPr>
              <p:nvPr/>
            </p:nvSpPr>
            <p:spPr>
              <a:xfrm>
                <a:off x="2865355" y="4769594"/>
                <a:ext cx="1950790" cy="947375"/>
              </a:xfrm>
              <a:prstGeom prst="rect">
                <a:avLst/>
              </a:prstGeom>
              <a:blipFill>
                <a:blip r:embed="rId9"/>
                <a:stretch>
                  <a:fillRect/>
                </a:stretch>
              </a:blipFill>
            </p:spPr>
            <p:txBody>
              <a:bodyPr/>
              <a:lstStyle/>
              <a:p>
                <a:r>
                  <a:rPr lang="pt-BR">
                    <a:noFill/>
                  </a:rPr>
                  <a:t> </a:t>
                </a:r>
              </a:p>
            </p:txBody>
          </p:sp>
        </mc:Fallback>
      </mc:AlternateContent>
      <p:sp>
        <p:nvSpPr>
          <p:cNvPr id="18" name="Seta: para a Direita 17">
            <a:extLst>
              <a:ext uri="{FF2B5EF4-FFF2-40B4-BE49-F238E27FC236}">
                <a16:creationId xmlns:a16="http://schemas.microsoft.com/office/drawing/2014/main" id="{6566543D-988D-E57B-1557-72B28805FF9E}"/>
              </a:ext>
            </a:extLst>
          </p:cNvPr>
          <p:cNvSpPr/>
          <p:nvPr/>
        </p:nvSpPr>
        <p:spPr>
          <a:xfrm>
            <a:off x="4810661" y="5097618"/>
            <a:ext cx="456545" cy="387927"/>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16E3E78A-5B77-26E1-3748-7A43CCF11555}"/>
                  </a:ext>
                </a:extLst>
              </p:cNvPr>
              <p:cNvSpPr txBox="1"/>
              <p:nvPr/>
            </p:nvSpPr>
            <p:spPr>
              <a:xfrm>
                <a:off x="5378661" y="5021663"/>
                <a:ext cx="2684966" cy="523220"/>
              </a:xfrm>
              <a:prstGeom prst="rect">
                <a:avLst/>
              </a:prstGeom>
              <a:solidFill>
                <a:srgbClr val="FFFF00"/>
              </a:solidFill>
              <a:ln>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a:latin typeface="Cambria Math" panose="02040503050406030204" pitchFamily="18" charset="0"/>
                              <a:cs typeface="Arial" panose="020B0604020202020204" pitchFamily="34" charset="0"/>
                            </a:rPr>
                            <m:t>𝒗</m:t>
                          </m:r>
                        </m:e>
                        <m:sub>
                          <m:r>
                            <a:rPr lang="pt-BR" sz="2800" b="1" i="1">
                              <a:latin typeface="Cambria Math" panose="02040503050406030204" pitchFamily="18" charset="0"/>
                              <a:cs typeface="Arial" panose="020B0604020202020204" pitchFamily="34" charset="0"/>
                            </a:rPr>
                            <m:t>𝑴</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𝟒𝟎</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𝒌𝒎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𝒉</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19" name="CaixaDeTexto 18">
                <a:extLst>
                  <a:ext uri="{FF2B5EF4-FFF2-40B4-BE49-F238E27FC236}">
                    <a16:creationId xmlns:a16="http://schemas.microsoft.com/office/drawing/2014/main" id="{16E3E78A-5B77-26E1-3748-7A43CCF11555}"/>
                  </a:ext>
                </a:extLst>
              </p:cNvPr>
              <p:cNvSpPr txBox="1">
                <a:spLocks noRot="1" noChangeAspect="1" noMove="1" noResize="1" noEditPoints="1" noAdjustHandles="1" noChangeArrowheads="1" noChangeShapeType="1" noTextEdit="1"/>
              </p:cNvSpPr>
              <p:nvPr/>
            </p:nvSpPr>
            <p:spPr>
              <a:xfrm>
                <a:off x="5378661" y="5021663"/>
                <a:ext cx="2684966" cy="523220"/>
              </a:xfrm>
              <a:prstGeom prst="rect">
                <a:avLst/>
              </a:prstGeom>
              <a:blipFill>
                <a:blip r:embed="rId10"/>
                <a:stretch>
                  <a:fillRect/>
                </a:stretch>
              </a:blipFill>
              <a:ln>
                <a:solidFill>
                  <a:schemeClr val="tx1"/>
                </a:solidFill>
              </a:ln>
            </p:spPr>
            <p:txBody>
              <a:bodyPr/>
              <a:lstStyle/>
              <a:p>
                <a:r>
                  <a:rPr lang="pt-BR">
                    <a:noFill/>
                  </a:rPr>
                  <a:t> </a:t>
                </a:r>
              </a:p>
            </p:txBody>
          </p:sp>
        </mc:Fallback>
      </mc:AlternateContent>
      <p:sp>
        <p:nvSpPr>
          <p:cNvPr id="20" name="Retângulo 19">
            <a:extLst>
              <a:ext uri="{FF2B5EF4-FFF2-40B4-BE49-F238E27FC236}">
                <a16:creationId xmlns:a16="http://schemas.microsoft.com/office/drawing/2014/main" id="{49BD3BDB-7F3F-DD1D-3028-4D2DADEF48DD}"/>
              </a:ext>
            </a:extLst>
          </p:cNvPr>
          <p:cNvSpPr/>
          <p:nvPr/>
        </p:nvSpPr>
        <p:spPr>
          <a:xfrm>
            <a:off x="4573580" y="5813569"/>
            <a:ext cx="2380896" cy="523220"/>
          </a:xfrm>
          <a:prstGeom prst="rect">
            <a:avLst/>
          </a:prstGeom>
        </p:spPr>
        <p:txBody>
          <a:bodyPr wrap="square">
            <a:spAutoFit/>
          </a:bodyPr>
          <a:lstStyle/>
          <a:p>
            <a:pPr algn="just"/>
            <a:r>
              <a:rPr lang="pt-BR" sz="2800" b="1" dirty="0">
                <a:solidFill>
                  <a:srgbClr val="FF0000"/>
                </a:solidFill>
                <a:latin typeface="Arial" panose="020B0604020202020204" pitchFamily="34" charset="0"/>
                <a:ea typeface="Calibri" panose="020F0502020204030204" pitchFamily="34" charset="0"/>
              </a:rPr>
              <a:t>Alternativa</a:t>
            </a:r>
            <a:r>
              <a:rPr lang="pt-BR" sz="2800" b="1" dirty="0">
                <a:latin typeface="Arial" panose="020B0604020202020204" pitchFamily="34" charset="0"/>
                <a:ea typeface="Calibri" panose="020F0502020204030204" pitchFamily="34" charset="0"/>
              </a:rPr>
              <a:t> d</a:t>
            </a:r>
            <a:endParaRPr lang="pt-BR" sz="2800" b="1" dirty="0"/>
          </a:p>
        </p:txBody>
      </p:sp>
      <p:pic>
        <p:nvPicPr>
          <p:cNvPr id="22" name="Imagem 21" descr="Cachorro deitado na grama&#10;&#10;Descrição gerada automaticamente">
            <a:extLst>
              <a:ext uri="{FF2B5EF4-FFF2-40B4-BE49-F238E27FC236}">
                <a16:creationId xmlns:a16="http://schemas.microsoft.com/office/drawing/2014/main" id="{D0BFE527-1322-6F12-F3A7-AC1DA3F4EB26}"/>
              </a:ext>
            </a:extLst>
          </p:cNvPr>
          <p:cNvPicPr>
            <a:picLocks noChangeAspect="1"/>
          </p:cNvPicPr>
          <p:nvPr/>
        </p:nvPicPr>
        <p:blipFill>
          <a:blip r:embed="rId11"/>
          <a:stretch>
            <a:fillRect/>
          </a:stretch>
        </p:blipFill>
        <p:spPr>
          <a:xfrm>
            <a:off x="8375021" y="3322938"/>
            <a:ext cx="2548088" cy="3397450"/>
          </a:xfrm>
          <a:prstGeom prst="rect">
            <a:avLst/>
          </a:prstGeom>
        </p:spPr>
      </p:pic>
    </p:spTree>
    <p:extLst>
      <p:ext uri="{BB962C8B-B14F-4D97-AF65-F5344CB8AC3E}">
        <p14:creationId xmlns:p14="http://schemas.microsoft.com/office/powerpoint/2010/main" val="3902667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down)">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down)">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down)">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21" presetClass="entr" presetSubtype="1"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heel(1)">
                                      <p:cBhvr>
                                        <p:cTn id="35" dur="2000"/>
                                        <p:tgtEl>
                                          <p:spTgt spid="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down)">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1" presetClass="entr" presetSubtype="1"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wheel(1)">
                                      <p:cBhvr>
                                        <p:cTn id="49" dur="2000"/>
                                        <p:tgtEl>
                                          <p:spTgt spid="13"/>
                                        </p:tgtEl>
                                      </p:cBhvr>
                                    </p:animEffect>
                                  </p:childTnLst>
                                </p:cTn>
                              </p:par>
                            </p:childTnLst>
                          </p:cTn>
                        </p:par>
                      </p:childTnLst>
                    </p:cTn>
                  </p:par>
                  <p:par>
                    <p:cTn id="50" fill="hold">
                      <p:stCondLst>
                        <p:cond delay="indefinite"/>
                      </p:stCondLst>
                      <p:childTnLst>
                        <p:par>
                          <p:cTn id="51" fill="hold">
                            <p:stCondLst>
                              <p:cond delay="0"/>
                            </p:stCondLst>
                            <p:childTnLst>
                              <p:par>
                                <p:cTn id="52" presetID="45" presetClass="entr" presetSubtype="0" fill="hold" grpId="0" nodeType="click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2000"/>
                                        <p:tgtEl>
                                          <p:spTgt spid="14"/>
                                        </p:tgtEl>
                                      </p:cBhvr>
                                    </p:animEffect>
                                    <p:anim calcmode="lin" valueType="num">
                                      <p:cBhvr>
                                        <p:cTn id="55" dur="2000" fill="hold"/>
                                        <p:tgtEl>
                                          <p:spTgt spid="14"/>
                                        </p:tgtEl>
                                        <p:attrNameLst>
                                          <p:attrName>ppt_w</p:attrName>
                                        </p:attrNameLst>
                                      </p:cBhvr>
                                      <p:tavLst>
                                        <p:tav tm="0" fmla="#ppt_w*sin(2.5*pi*$)">
                                          <p:val>
                                            <p:fltVal val="0"/>
                                          </p:val>
                                        </p:tav>
                                        <p:tav tm="100000">
                                          <p:val>
                                            <p:fltVal val="1"/>
                                          </p:val>
                                        </p:tav>
                                      </p:tavLst>
                                    </p:anim>
                                    <p:anim calcmode="lin" valueType="num">
                                      <p:cBhvr>
                                        <p:cTn id="56" dur="20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500"/>
                                        <p:tgtEl>
                                          <p:spTgt spid="15"/>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grpId="0" nodeType="click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wipe(down)">
                                      <p:cBhvr>
                                        <p:cTn id="66" dur="500"/>
                                        <p:tgtEl>
                                          <p:spTgt spid="16"/>
                                        </p:tgtEl>
                                      </p:cBhvr>
                                    </p:animEffect>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1000"/>
                                        <p:tgtEl>
                                          <p:spTgt spid="17"/>
                                        </p:tgtEl>
                                      </p:cBhvr>
                                    </p:animEffect>
                                    <p:anim calcmode="lin" valueType="num">
                                      <p:cBhvr>
                                        <p:cTn id="72" dur="1000" fill="hold"/>
                                        <p:tgtEl>
                                          <p:spTgt spid="17"/>
                                        </p:tgtEl>
                                        <p:attrNameLst>
                                          <p:attrName>ppt_x</p:attrName>
                                        </p:attrNameLst>
                                      </p:cBhvr>
                                      <p:tavLst>
                                        <p:tav tm="0">
                                          <p:val>
                                            <p:strVal val="#ppt_x"/>
                                          </p:val>
                                        </p:tav>
                                        <p:tav tm="100000">
                                          <p:val>
                                            <p:strVal val="#ppt_x"/>
                                          </p:val>
                                        </p:tav>
                                      </p:tavLst>
                                    </p:anim>
                                    <p:anim calcmode="lin" valueType="num">
                                      <p:cBhvr>
                                        <p:cTn id="73"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22" presetClass="entr" presetSubtype="4" fill="hold" grpId="0" nodeType="clickEffect">
                                  <p:stCondLst>
                                    <p:cond delay="0"/>
                                  </p:stCondLst>
                                  <p:childTnLst>
                                    <p:set>
                                      <p:cBhvr>
                                        <p:cTn id="77" dur="1" fill="hold">
                                          <p:stCondLst>
                                            <p:cond delay="0"/>
                                          </p:stCondLst>
                                        </p:cTn>
                                        <p:tgtEl>
                                          <p:spTgt spid="18"/>
                                        </p:tgtEl>
                                        <p:attrNameLst>
                                          <p:attrName>style.visibility</p:attrName>
                                        </p:attrNameLst>
                                      </p:cBhvr>
                                      <p:to>
                                        <p:strVal val="visible"/>
                                      </p:to>
                                    </p:set>
                                    <p:animEffect transition="in" filter="wipe(down)">
                                      <p:cBhvr>
                                        <p:cTn id="78" dur="500"/>
                                        <p:tgtEl>
                                          <p:spTgt spid="18"/>
                                        </p:tgtEl>
                                      </p:cBhvr>
                                    </p:animEffect>
                                  </p:childTnLst>
                                </p:cTn>
                              </p:par>
                            </p:childTnLst>
                          </p:cTn>
                        </p:par>
                      </p:childTnLst>
                    </p:cTn>
                  </p:par>
                  <p:par>
                    <p:cTn id="79" fill="hold">
                      <p:stCondLst>
                        <p:cond delay="indefinite"/>
                      </p:stCondLst>
                      <p:childTnLst>
                        <p:par>
                          <p:cTn id="80" fill="hold">
                            <p:stCondLst>
                              <p:cond delay="0"/>
                            </p:stCondLst>
                            <p:childTnLst>
                              <p:par>
                                <p:cTn id="81" presetID="21" presetClass="entr" presetSubtype="1" fill="hold" grpId="0" nodeType="clickEffect">
                                  <p:stCondLst>
                                    <p:cond delay="0"/>
                                  </p:stCondLst>
                                  <p:childTnLst>
                                    <p:set>
                                      <p:cBhvr>
                                        <p:cTn id="82" dur="1" fill="hold">
                                          <p:stCondLst>
                                            <p:cond delay="0"/>
                                          </p:stCondLst>
                                        </p:cTn>
                                        <p:tgtEl>
                                          <p:spTgt spid="19"/>
                                        </p:tgtEl>
                                        <p:attrNameLst>
                                          <p:attrName>style.visibility</p:attrName>
                                        </p:attrNameLst>
                                      </p:cBhvr>
                                      <p:to>
                                        <p:strVal val="visible"/>
                                      </p:to>
                                    </p:set>
                                    <p:animEffect transition="in" filter="wheel(1)">
                                      <p:cBhvr>
                                        <p:cTn id="83" dur="2000"/>
                                        <p:tgtEl>
                                          <p:spTgt spid="19"/>
                                        </p:tgtEl>
                                      </p:cBhvr>
                                    </p:animEffec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20"/>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42" presetClass="entr" presetSubtype="0" fill="hold" nodeType="clickEffect">
                                  <p:stCondLst>
                                    <p:cond delay="0"/>
                                  </p:stCondLst>
                                  <p:childTnLst>
                                    <p:set>
                                      <p:cBhvr>
                                        <p:cTn id="91" dur="1" fill="hold">
                                          <p:stCondLst>
                                            <p:cond delay="0"/>
                                          </p:stCondLst>
                                        </p:cTn>
                                        <p:tgtEl>
                                          <p:spTgt spid="22"/>
                                        </p:tgtEl>
                                        <p:attrNameLst>
                                          <p:attrName>style.visibility</p:attrName>
                                        </p:attrNameLst>
                                      </p:cBhvr>
                                      <p:to>
                                        <p:strVal val="visible"/>
                                      </p:to>
                                    </p:set>
                                    <p:animEffect transition="in" filter="fade">
                                      <p:cBhvr>
                                        <p:cTn id="92" dur="1000"/>
                                        <p:tgtEl>
                                          <p:spTgt spid="22"/>
                                        </p:tgtEl>
                                      </p:cBhvr>
                                    </p:animEffect>
                                    <p:anim calcmode="lin" valueType="num">
                                      <p:cBhvr>
                                        <p:cTn id="93" dur="1000" fill="hold"/>
                                        <p:tgtEl>
                                          <p:spTgt spid="22"/>
                                        </p:tgtEl>
                                        <p:attrNameLst>
                                          <p:attrName>ppt_x</p:attrName>
                                        </p:attrNameLst>
                                      </p:cBhvr>
                                      <p:tavLst>
                                        <p:tav tm="0">
                                          <p:val>
                                            <p:strVal val="#ppt_x"/>
                                          </p:val>
                                        </p:tav>
                                        <p:tav tm="100000">
                                          <p:val>
                                            <p:strVal val="#ppt_x"/>
                                          </p:val>
                                        </p:tav>
                                      </p:tavLst>
                                    </p:anim>
                                    <p:anim calcmode="lin" valueType="num">
                                      <p:cBhvr>
                                        <p:cTn id="94"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animBg="1"/>
      <p:bldP spid="7" grpId="0"/>
      <p:bldP spid="8" grpId="0" animBg="1"/>
      <p:bldP spid="9" grpId="0"/>
      <p:bldP spid="11" grpId="0" animBg="1"/>
      <p:bldP spid="12" grpId="0"/>
      <p:bldP spid="13" grpId="0"/>
      <p:bldP spid="14" grpId="0" animBg="1"/>
      <p:bldP spid="15" grpId="0"/>
      <p:bldP spid="16" grpId="0" animBg="1"/>
      <p:bldP spid="17" grpId="0"/>
      <p:bldP spid="18" grpId="0" animBg="1"/>
      <p:bldP spid="19" grpId="0" animBg="1"/>
      <p:bldP spid="2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1A898-EFBE-5B42-B2AE-70DF1BBEFEAA}"/>
            </a:ext>
          </a:extLst>
        </p:cNvPr>
        <p:cNvGrpSpPr/>
        <p:nvPr/>
      </p:nvGrpSpPr>
      <p:grpSpPr>
        <a:xfrm>
          <a:off x="0" y="0"/>
          <a:ext cx="0" cy="0"/>
          <a:chOff x="0" y="0"/>
          <a:chExt cx="0" cy="0"/>
        </a:xfrm>
      </p:grpSpPr>
      <p:sp>
        <p:nvSpPr>
          <p:cNvPr id="33" name="Retângulo: Cantos Arredondados 32">
            <a:extLst>
              <a:ext uri="{FF2B5EF4-FFF2-40B4-BE49-F238E27FC236}">
                <a16:creationId xmlns:a16="http://schemas.microsoft.com/office/drawing/2014/main" id="{04D6E8A1-56A7-B20F-F5F7-DBC3042C5040}"/>
              </a:ext>
            </a:extLst>
          </p:cNvPr>
          <p:cNvSpPr/>
          <p:nvPr/>
        </p:nvSpPr>
        <p:spPr>
          <a:xfrm>
            <a:off x="2701553" y="3691828"/>
            <a:ext cx="1533614" cy="559998"/>
          </a:xfrm>
          <a:prstGeom prst="roundRect">
            <a:avLst/>
          </a:prstGeom>
          <a:gradFill flip="none" rotWithShape="1">
            <a:gsLst>
              <a:gs pos="0">
                <a:srgbClr val="0070C0">
                  <a:tint val="66000"/>
                  <a:satMod val="160000"/>
                </a:srgbClr>
              </a:gs>
              <a:gs pos="50000">
                <a:srgbClr val="0070C0">
                  <a:tint val="44500"/>
                  <a:satMod val="160000"/>
                </a:srgbClr>
              </a:gs>
              <a:gs pos="100000">
                <a:srgbClr val="0070C0">
                  <a:tint val="23500"/>
                  <a:satMod val="160000"/>
                </a:srgbClr>
              </a:gs>
            </a:gsLst>
            <a:path path="circle">
              <a:fillToRect l="50000" t="50000" r="50000" b="50000"/>
            </a:path>
            <a:tileRect/>
          </a:gradFill>
          <a:ln>
            <a:solidFill>
              <a:schemeClr val="tx1"/>
            </a:solidFill>
          </a:ln>
          <a:scene3d>
            <a:camera prst="orthographicFront"/>
            <a:lightRig rig="threePt" dir="t"/>
          </a:scene3d>
          <a:sp3d>
            <a:bevelT w="139700" h="139700" prst="divo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 name="CaixaDeTexto 1">
            <a:extLst>
              <a:ext uri="{FF2B5EF4-FFF2-40B4-BE49-F238E27FC236}">
                <a16:creationId xmlns:a16="http://schemas.microsoft.com/office/drawing/2014/main" id="{04A97FCA-D18F-72DA-69A4-A816DB2FECF6}"/>
              </a:ext>
            </a:extLst>
          </p:cNvPr>
          <p:cNvSpPr txBox="1"/>
          <p:nvPr/>
        </p:nvSpPr>
        <p:spPr>
          <a:xfrm>
            <a:off x="412753" y="152398"/>
            <a:ext cx="11114227" cy="3539430"/>
          </a:xfrm>
          <a:prstGeom prst="rect">
            <a:avLst/>
          </a:prstGeom>
          <a:noFill/>
        </p:spPr>
        <p:txBody>
          <a:bodyPr wrap="square">
            <a:spAutoFit/>
          </a:bodyPr>
          <a:lstStyle/>
          <a:p>
            <a:pPr algn="just"/>
            <a:r>
              <a:rPr lang="pt-BR" sz="2800" b="1" dirty="0">
                <a:solidFill>
                  <a:srgbClr val="FF0000"/>
                </a:solidFill>
                <a:latin typeface="Arial" panose="020B0604020202020204" pitchFamily="34" charset="0"/>
                <a:cs typeface="Arial" panose="020B0604020202020204" pitchFamily="34" charset="0"/>
              </a:rPr>
              <a:t>9-) (PUC – RIO – 2020) pag.: 66 </a:t>
            </a:r>
            <a:r>
              <a:rPr lang="pt-BR" sz="2800" b="1" dirty="0">
                <a:latin typeface="Arial" panose="020B0604020202020204" pitchFamily="34" charset="0"/>
                <a:cs typeface="Arial" panose="020B0604020202020204" pitchFamily="34" charset="0"/>
              </a:rPr>
              <a:t> Laura e Alfredo vivem em cidades diferentes, distantes entre si 240 km, através de uma estrada retilínea. Eles decidem se encontrar em algum ponto da estrada. Laura sai de carro exatamente ao meio-dia e viaja a uma velocidade escalar constante de 80 km/h. Alfredo também sai ao meio-dia, a velocidade escalar de 100 km/h. Desprezando os pequenos momentos de aceleração e desaceleração dos carros, determine a que horas eles se encontram.</a:t>
            </a:r>
          </a:p>
        </p:txBody>
      </p:sp>
      <p:sp>
        <p:nvSpPr>
          <p:cNvPr id="5" name="CaixaDeTexto 4">
            <a:extLst>
              <a:ext uri="{FF2B5EF4-FFF2-40B4-BE49-F238E27FC236}">
                <a16:creationId xmlns:a16="http://schemas.microsoft.com/office/drawing/2014/main" id="{3D8CE0B9-84E6-C75D-5A1D-AF26FC7BAFB9}"/>
              </a:ext>
            </a:extLst>
          </p:cNvPr>
          <p:cNvSpPr txBox="1"/>
          <p:nvPr/>
        </p:nvSpPr>
        <p:spPr>
          <a:xfrm>
            <a:off x="412753" y="3691828"/>
            <a:ext cx="11003392" cy="523220"/>
          </a:xfrm>
          <a:prstGeom prst="rect">
            <a:avLst/>
          </a:prstGeom>
          <a:noFill/>
        </p:spPr>
        <p:txBody>
          <a:bodyPr wrap="square">
            <a:spAutoFit/>
          </a:bodyPr>
          <a:lstStyle/>
          <a:p>
            <a:r>
              <a:rPr lang="pt-BR" sz="2800" b="1" dirty="0">
                <a:latin typeface="Arial" panose="020B0604020202020204" pitchFamily="34" charset="0"/>
                <a:cs typeface="Arial" panose="020B0604020202020204" pitchFamily="34" charset="0"/>
              </a:rPr>
              <a:t>a) 13:00 		b) 13:20 		c) 13:40 		d) 14:00 		e) 14:20</a:t>
            </a:r>
          </a:p>
        </p:txBody>
      </p:sp>
      <p:sp>
        <p:nvSpPr>
          <p:cNvPr id="6" name="Retângulo 5">
            <a:extLst>
              <a:ext uri="{FF2B5EF4-FFF2-40B4-BE49-F238E27FC236}">
                <a16:creationId xmlns:a16="http://schemas.microsoft.com/office/drawing/2014/main" id="{C5D91E05-AB06-4788-2FA4-345C90981E0B}"/>
              </a:ext>
            </a:extLst>
          </p:cNvPr>
          <p:cNvSpPr/>
          <p:nvPr/>
        </p:nvSpPr>
        <p:spPr>
          <a:xfrm>
            <a:off x="293617" y="4252215"/>
            <a:ext cx="4979248" cy="523220"/>
          </a:xfrm>
          <a:prstGeom prst="rect">
            <a:avLst/>
          </a:prstGeom>
        </p:spPr>
        <p:txBody>
          <a:bodyPr wrap="none">
            <a:spAutoFit/>
          </a:bodyPr>
          <a:lstStyle/>
          <a:p>
            <a:pPr algn="just"/>
            <a:r>
              <a:rPr lang="pt-BR" sz="2800" b="1" dirty="0">
                <a:solidFill>
                  <a:srgbClr val="FF0000"/>
                </a:solidFill>
                <a:latin typeface="Arial" panose="020B0604020202020204" pitchFamily="34" charset="0"/>
                <a:cs typeface="Arial" panose="020B0604020202020204" pitchFamily="34" charset="0"/>
              </a:rPr>
              <a:t>Fazer uma figura ilustrativa:</a:t>
            </a:r>
          </a:p>
        </p:txBody>
      </p:sp>
      <p:sp>
        <p:nvSpPr>
          <p:cNvPr id="7" name="Retângulo 6">
            <a:extLst>
              <a:ext uri="{FF2B5EF4-FFF2-40B4-BE49-F238E27FC236}">
                <a16:creationId xmlns:a16="http://schemas.microsoft.com/office/drawing/2014/main" id="{E2F54288-5613-511C-0E7D-58BDBB5A7291}"/>
              </a:ext>
            </a:extLst>
          </p:cNvPr>
          <p:cNvSpPr/>
          <p:nvPr/>
        </p:nvSpPr>
        <p:spPr>
          <a:xfrm>
            <a:off x="412753" y="5348385"/>
            <a:ext cx="4979248" cy="45719"/>
          </a:xfrm>
          <a:prstGeom prst="rect">
            <a:avLst/>
          </a:prstGeom>
          <a:pattFill prst="dashUpDiag">
            <a:fgClr>
              <a:schemeClr val="tx1"/>
            </a:fgClr>
            <a:bgClr>
              <a:schemeClr val="bg1"/>
            </a:bgClr>
          </a:patt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8" name="Agrupar 7">
            <a:extLst>
              <a:ext uri="{FF2B5EF4-FFF2-40B4-BE49-F238E27FC236}">
                <a16:creationId xmlns:a16="http://schemas.microsoft.com/office/drawing/2014/main" id="{BE32F5E8-2FAA-4C04-032B-3996EB19477D}"/>
              </a:ext>
            </a:extLst>
          </p:cNvPr>
          <p:cNvGrpSpPr/>
          <p:nvPr/>
        </p:nvGrpSpPr>
        <p:grpSpPr>
          <a:xfrm rot="10800000">
            <a:off x="3560762" y="4883836"/>
            <a:ext cx="754114" cy="457200"/>
            <a:chOff x="3346618" y="4993154"/>
            <a:chExt cx="754114" cy="457200"/>
          </a:xfrm>
        </p:grpSpPr>
        <p:grpSp>
          <p:nvGrpSpPr>
            <p:cNvPr id="9" name="Agrupar 8">
              <a:extLst>
                <a:ext uri="{FF2B5EF4-FFF2-40B4-BE49-F238E27FC236}">
                  <a16:creationId xmlns:a16="http://schemas.microsoft.com/office/drawing/2014/main" id="{1A79FC14-8956-4DA3-353B-50304CC6ED53}"/>
                </a:ext>
              </a:extLst>
            </p:cNvPr>
            <p:cNvGrpSpPr/>
            <p:nvPr/>
          </p:nvGrpSpPr>
          <p:grpSpPr>
            <a:xfrm>
              <a:off x="3346618" y="5173975"/>
              <a:ext cx="537770" cy="138540"/>
              <a:chOff x="7624689" y="3902687"/>
              <a:chExt cx="537770" cy="138540"/>
            </a:xfrm>
          </p:grpSpPr>
          <p:cxnSp>
            <p:nvCxnSpPr>
              <p:cNvPr id="11" name="Conector reto 10">
                <a:extLst>
                  <a:ext uri="{FF2B5EF4-FFF2-40B4-BE49-F238E27FC236}">
                    <a16:creationId xmlns:a16="http://schemas.microsoft.com/office/drawing/2014/main" id="{1AB3465F-354D-1870-9587-4DF1ACED62FA}"/>
                  </a:ext>
                </a:extLst>
              </p:cNvPr>
              <p:cNvCxnSpPr/>
              <p:nvPr/>
            </p:nvCxnSpPr>
            <p:spPr>
              <a:xfrm>
                <a:off x="7624689" y="3902687"/>
                <a:ext cx="4360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Conector reto 11">
                <a:extLst>
                  <a:ext uri="{FF2B5EF4-FFF2-40B4-BE49-F238E27FC236}">
                    <a16:creationId xmlns:a16="http://schemas.microsoft.com/office/drawing/2014/main" id="{C5F406F0-0B17-8364-3657-4D91081B106D}"/>
                  </a:ext>
                </a:extLst>
              </p:cNvPr>
              <p:cNvCxnSpPr/>
              <p:nvPr/>
            </p:nvCxnSpPr>
            <p:spPr>
              <a:xfrm>
                <a:off x="7726360" y="3971957"/>
                <a:ext cx="4360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to 12">
                <a:extLst>
                  <a:ext uri="{FF2B5EF4-FFF2-40B4-BE49-F238E27FC236}">
                    <a16:creationId xmlns:a16="http://schemas.microsoft.com/office/drawing/2014/main" id="{84F1CBB6-D64F-AA87-9449-BF84E293FAFC}"/>
                  </a:ext>
                </a:extLst>
              </p:cNvPr>
              <p:cNvCxnSpPr/>
              <p:nvPr/>
            </p:nvCxnSpPr>
            <p:spPr>
              <a:xfrm>
                <a:off x="7666250" y="4041227"/>
                <a:ext cx="4360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Fluxograma: Conector 9">
              <a:extLst>
                <a:ext uri="{FF2B5EF4-FFF2-40B4-BE49-F238E27FC236}">
                  <a16:creationId xmlns:a16="http://schemas.microsoft.com/office/drawing/2014/main" id="{17D72E2A-63DF-CBC1-0E39-24BF1F2C19FC}"/>
                </a:ext>
              </a:extLst>
            </p:cNvPr>
            <p:cNvSpPr/>
            <p:nvPr/>
          </p:nvSpPr>
          <p:spPr>
            <a:xfrm>
              <a:off x="3643532" y="4993154"/>
              <a:ext cx="457200" cy="457200"/>
            </a:xfrm>
            <a:prstGeom prst="flowChartConnector">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10800000" scaled="1"/>
              <a:tileRect/>
            </a:gra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14" name="Agrupar 13">
            <a:extLst>
              <a:ext uri="{FF2B5EF4-FFF2-40B4-BE49-F238E27FC236}">
                <a16:creationId xmlns:a16="http://schemas.microsoft.com/office/drawing/2014/main" id="{E8655C81-A347-3E1D-78B4-DB1F2B0AC206}"/>
              </a:ext>
            </a:extLst>
          </p:cNvPr>
          <p:cNvGrpSpPr/>
          <p:nvPr/>
        </p:nvGrpSpPr>
        <p:grpSpPr>
          <a:xfrm>
            <a:off x="143868" y="4868994"/>
            <a:ext cx="857810" cy="457200"/>
            <a:chOff x="216024" y="4993154"/>
            <a:chExt cx="857810" cy="457200"/>
          </a:xfrm>
        </p:grpSpPr>
        <p:grpSp>
          <p:nvGrpSpPr>
            <p:cNvPr id="15" name="Agrupar 14">
              <a:extLst>
                <a:ext uri="{FF2B5EF4-FFF2-40B4-BE49-F238E27FC236}">
                  <a16:creationId xmlns:a16="http://schemas.microsoft.com/office/drawing/2014/main" id="{8804D4CC-9FC2-AC14-B057-A38E4BECE462}"/>
                </a:ext>
              </a:extLst>
            </p:cNvPr>
            <p:cNvGrpSpPr/>
            <p:nvPr/>
          </p:nvGrpSpPr>
          <p:grpSpPr>
            <a:xfrm>
              <a:off x="216024" y="5152484"/>
              <a:ext cx="537770" cy="138540"/>
              <a:chOff x="7624689" y="3902687"/>
              <a:chExt cx="537770" cy="138540"/>
            </a:xfrm>
          </p:grpSpPr>
          <p:cxnSp>
            <p:nvCxnSpPr>
              <p:cNvPr id="17" name="Conector reto 16">
                <a:extLst>
                  <a:ext uri="{FF2B5EF4-FFF2-40B4-BE49-F238E27FC236}">
                    <a16:creationId xmlns:a16="http://schemas.microsoft.com/office/drawing/2014/main" id="{2B35BDE0-426F-8084-61C7-F4BDB7D68319}"/>
                  </a:ext>
                </a:extLst>
              </p:cNvPr>
              <p:cNvCxnSpPr/>
              <p:nvPr/>
            </p:nvCxnSpPr>
            <p:spPr>
              <a:xfrm>
                <a:off x="7624689" y="3902687"/>
                <a:ext cx="4360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ector reto 17">
                <a:extLst>
                  <a:ext uri="{FF2B5EF4-FFF2-40B4-BE49-F238E27FC236}">
                    <a16:creationId xmlns:a16="http://schemas.microsoft.com/office/drawing/2014/main" id="{4F9AD2B6-1C21-8FAF-EA80-5B1680489995}"/>
                  </a:ext>
                </a:extLst>
              </p:cNvPr>
              <p:cNvCxnSpPr/>
              <p:nvPr/>
            </p:nvCxnSpPr>
            <p:spPr>
              <a:xfrm>
                <a:off x="7726360" y="3971957"/>
                <a:ext cx="4360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to 18">
                <a:extLst>
                  <a:ext uri="{FF2B5EF4-FFF2-40B4-BE49-F238E27FC236}">
                    <a16:creationId xmlns:a16="http://schemas.microsoft.com/office/drawing/2014/main" id="{F693FFD6-0DAC-E86A-E85F-6119D0625FC5}"/>
                  </a:ext>
                </a:extLst>
              </p:cNvPr>
              <p:cNvCxnSpPr/>
              <p:nvPr/>
            </p:nvCxnSpPr>
            <p:spPr>
              <a:xfrm>
                <a:off x="7666250" y="4041227"/>
                <a:ext cx="4360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 name="Fluxograma: Conector 15">
              <a:extLst>
                <a:ext uri="{FF2B5EF4-FFF2-40B4-BE49-F238E27FC236}">
                  <a16:creationId xmlns:a16="http://schemas.microsoft.com/office/drawing/2014/main" id="{EEE75171-0403-4DC9-A1C3-1C55BDDD95B7}"/>
                </a:ext>
              </a:extLst>
            </p:cNvPr>
            <p:cNvSpPr/>
            <p:nvPr/>
          </p:nvSpPr>
          <p:spPr>
            <a:xfrm>
              <a:off x="616634" y="4993154"/>
              <a:ext cx="457200" cy="457200"/>
            </a:xfrm>
            <a:prstGeom prst="flowChartConnector">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path path="circle">
                <a:fillToRect l="50000" t="50000" r="50000" b="50000"/>
              </a:path>
              <a:tileRect/>
            </a:gra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20" name="CaixaDeTexto 19">
            <a:extLst>
              <a:ext uri="{FF2B5EF4-FFF2-40B4-BE49-F238E27FC236}">
                <a16:creationId xmlns:a16="http://schemas.microsoft.com/office/drawing/2014/main" id="{46C9321F-F40B-AD35-B847-D18AC9D8D622}"/>
              </a:ext>
            </a:extLst>
          </p:cNvPr>
          <p:cNvSpPr txBox="1"/>
          <p:nvPr/>
        </p:nvSpPr>
        <p:spPr>
          <a:xfrm>
            <a:off x="579967" y="5348385"/>
            <a:ext cx="385042"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0</a:t>
            </a:r>
          </a:p>
        </p:txBody>
      </p:sp>
      <p:sp>
        <p:nvSpPr>
          <p:cNvPr id="21" name="CaixaDeTexto 20">
            <a:extLst>
              <a:ext uri="{FF2B5EF4-FFF2-40B4-BE49-F238E27FC236}">
                <a16:creationId xmlns:a16="http://schemas.microsoft.com/office/drawing/2014/main" id="{7D20710F-DCE0-A7E6-E867-35D1DE428E5E}"/>
              </a:ext>
            </a:extLst>
          </p:cNvPr>
          <p:cNvSpPr txBox="1"/>
          <p:nvPr/>
        </p:nvSpPr>
        <p:spPr>
          <a:xfrm>
            <a:off x="3449374" y="5335433"/>
            <a:ext cx="785793"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240</a:t>
            </a:r>
          </a:p>
        </p:txBody>
      </p:sp>
      <p:sp>
        <p:nvSpPr>
          <p:cNvPr id="22" name="Retângulo 21">
            <a:extLst>
              <a:ext uri="{FF2B5EF4-FFF2-40B4-BE49-F238E27FC236}">
                <a16:creationId xmlns:a16="http://schemas.microsoft.com/office/drawing/2014/main" id="{D250FD4E-3179-B127-9D10-9060BE5703DD}"/>
              </a:ext>
            </a:extLst>
          </p:cNvPr>
          <p:cNvSpPr/>
          <p:nvPr/>
        </p:nvSpPr>
        <p:spPr>
          <a:xfrm>
            <a:off x="412753" y="5719596"/>
            <a:ext cx="1563248" cy="523220"/>
          </a:xfrm>
          <a:prstGeom prst="rect">
            <a:avLst/>
          </a:prstGeom>
        </p:spPr>
        <p:txBody>
          <a:bodyPr wrap="none">
            <a:spAutoFit/>
          </a:bodyPr>
          <a:lstStyle/>
          <a:p>
            <a:pPr algn="just"/>
            <a:r>
              <a:rPr lang="pt-BR" sz="2800" b="1" dirty="0">
                <a:solidFill>
                  <a:srgbClr val="FF0000"/>
                </a:solidFill>
                <a:latin typeface="Arial" panose="020B0604020202020204" pitchFamily="34" charset="0"/>
                <a:cs typeface="Arial" panose="020B0604020202020204" pitchFamily="34" charset="0"/>
              </a:rPr>
              <a:t>Modelo:</a:t>
            </a:r>
          </a:p>
        </p:txBody>
      </p:sp>
      <mc:AlternateContent xmlns:mc="http://schemas.openxmlformats.org/markup-compatibility/2006" xmlns:a14="http://schemas.microsoft.com/office/drawing/2010/main">
        <mc:Choice Requires="a14">
          <p:sp>
            <p:nvSpPr>
              <p:cNvPr id="23" name="Retângulo 22">
                <a:extLst>
                  <a:ext uri="{FF2B5EF4-FFF2-40B4-BE49-F238E27FC236}">
                    <a16:creationId xmlns:a16="http://schemas.microsoft.com/office/drawing/2014/main" id="{0DCFAAEF-1FFF-2C3B-85EA-450D0EA85550}"/>
                  </a:ext>
                </a:extLst>
              </p:cNvPr>
              <p:cNvSpPr/>
              <p:nvPr/>
            </p:nvSpPr>
            <p:spPr>
              <a:xfrm>
                <a:off x="185429" y="6123587"/>
                <a:ext cx="2123145" cy="523220"/>
              </a:xfrm>
              <a:prstGeom prst="rect">
                <a:avLst/>
              </a:prstGeom>
            </p:spPr>
            <p:txBody>
              <a:bodyPr wrap="none">
                <a:spAutoFit/>
              </a:bodyPr>
              <a:lstStyle/>
              <a:p>
                <a:pPr algn="just"/>
                <a14:m>
                  <m:oMath xmlns:m="http://schemas.openxmlformats.org/officeDocument/2006/math">
                    <m:r>
                      <a:rPr lang="pt-BR" sz="2800" b="1" i="1" smtClean="0">
                        <a:solidFill>
                          <a:srgbClr val="002060"/>
                        </a:solidFill>
                        <a:latin typeface="Cambria Math" panose="02040503050406030204" pitchFamily="18" charset="0"/>
                        <a:cs typeface="Arial" panose="020B0604020202020204" pitchFamily="34" charset="0"/>
                      </a:rPr>
                      <m:t>𝑺</m:t>
                    </m:r>
                    <m:r>
                      <a:rPr lang="pt-BR" sz="2800" b="1" i="1" smtClean="0">
                        <a:solidFill>
                          <a:srgbClr val="002060"/>
                        </a:solidFill>
                        <a:latin typeface="Cambria Math" panose="02040503050406030204" pitchFamily="18" charset="0"/>
                        <a:cs typeface="Arial" panose="020B0604020202020204" pitchFamily="34" charset="0"/>
                      </a:rPr>
                      <m:t>=</m:t>
                    </m:r>
                    <m:sSub>
                      <m:sSubPr>
                        <m:ctrlPr>
                          <a:rPr lang="pt-BR" sz="2800" b="1" i="1" smtClean="0">
                            <a:solidFill>
                              <a:srgbClr val="002060"/>
                            </a:solidFill>
                            <a:latin typeface="Cambria Math" panose="02040503050406030204" pitchFamily="18" charset="0"/>
                            <a:cs typeface="Arial" panose="020B0604020202020204" pitchFamily="34" charset="0"/>
                          </a:rPr>
                        </m:ctrlPr>
                      </m:sSubPr>
                      <m:e>
                        <m:r>
                          <a:rPr lang="pt-BR" sz="2800" b="1" i="1" smtClean="0">
                            <a:solidFill>
                              <a:srgbClr val="002060"/>
                            </a:solidFill>
                            <a:latin typeface="Cambria Math" panose="02040503050406030204" pitchFamily="18" charset="0"/>
                            <a:cs typeface="Arial" panose="020B0604020202020204" pitchFamily="34" charset="0"/>
                          </a:rPr>
                          <m:t>𝑺</m:t>
                        </m:r>
                      </m:e>
                      <m:sub>
                        <m:r>
                          <a:rPr lang="pt-BR" sz="2800" b="1" i="1" smtClean="0">
                            <a:solidFill>
                              <a:srgbClr val="002060"/>
                            </a:solidFill>
                            <a:latin typeface="Cambria Math" panose="02040503050406030204" pitchFamily="18" charset="0"/>
                            <a:cs typeface="Arial" panose="020B0604020202020204" pitchFamily="34" charset="0"/>
                          </a:rPr>
                          <m:t>𝟎</m:t>
                        </m:r>
                      </m:sub>
                    </m:sSub>
                    <m:r>
                      <a:rPr lang="pt-BR" sz="2800" b="1" i="1" smtClean="0">
                        <a:solidFill>
                          <a:srgbClr val="002060"/>
                        </a:solidFill>
                        <a:latin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cs typeface="Arial" panose="020B0604020202020204" pitchFamily="34" charset="0"/>
                      </a:rPr>
                      <m:t>𝒗𝒕</m:t>
                    </m:r>
                  </m:oMath>
                </a14:m>
                <a:r>
                  <a:rPr lang="pt-BR" sz="2800" b="1" dirty="0">
                    <a:solidFill>
                      <a:srgbClr val="002060"/>
                    </a:solidFill>
                    <a:latin typeface="Arial" panose="020B0604020202020204" pitchFamily="34" charset="0"/>
                    <a:cs typeface="Arial" panose="020B0604020202020204" pitchFamily="34" charset="0"/>
                  </a:rPr>
                  <a:t> </a:t>
                </a:r>
              </a:p>
            </p:txBody>
          </p:sp>
        </mc:Choice>
        <mc:Fallback xmlns="">
          <p:sp>
            <p:nvSpPr>
              <p:cNvPr id="23" name="Retângulo 22">
                <a:extLst>
                  <a:ext uri="{FF2B5EF4-FFF2-40B4-BE49-F238E27FC236}">
                    <a16:creationId xmlns:a16="http://schemas.microsoft.com/office/drawing/2014/main" id="{0DCFAAEF-1FFF-2C3B-85EA-450D0EA85550}"/>
                  </a:ext>
                </a:extLst>
              </p:cNvPr>
              <p:cNvSpPr>
                <a:spLocks noRot="1" noChangeAspect="1" noMove="1" noResize="1" noEditPoints="1" noAdjustHandles="1" noChangeArrowheads="1" noChangeShapeType="1" noTextEdit="1"/>
              </p:cNvSpPr>
              <p:nvPr/>
            </p:nvSpPr>
            <p:spPr>
              <a:xfrm>
                <a:off x="185429" y="6123587"/>
                <a:ext cx="2123145" cy="523220"/>
              </a:xfrm>
              <a:prstGeom prst="rect">
                <a:avLst/>
              </a:prstGeom>
              <a:blipFill>
                <a:blip r:embed="rId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7A89F314-B6EF-7FAF-8177-DA64E0E99B17}"/>
                  </a:ext>
                </a:extLst>
              </p:cNvPr>
              <p:cNvSpPr txBox="1"/>
              <p:nvPr/>
            </p:nvSpPr>
            <p:spPr>
              <a:xfrm>
                <a:off x="4973456" y="5348385"/>
                <a:ext cx="83708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𝒌𝒎</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24" name="CaixaDeTexto 23">
                <a:extLst>
                  <a:ext uri="{FF2B5EF4-FFF2-40B4-BE49-F238E27FC236}">
                    <a16:creationId xmlns:a16="http://schemas.microsoft.com/office/drawing/2014/main" id="{7A89F314-B6EF-7FAF-8177-DA64E0E99B17}"/>
                  </a:ext>
                </a:extLst>
              </p:cNvPr>
              <p:cNvSpPr txBox="1">
                <a:spLocks noRot="1" noChangeAspect="1" noMove="1" noResize="1" noEditPoints="1" noAdjustHandles="1" noChangeArrowheads="1" noChangeShapeType="1" noTextEdit="1"/>
              </p:cNvSpPr>
              <p:nvPr/>
            </p:nvSpPr>
            <p:spPr>
              <a:xfrm>
                <a:off x="4973456" y="5348385"/>
                <a:ext cx="837089" cy="523220"/>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5" name="CaixaDeTexto 24">
                <a:extLst>
                  <a:ext uri="{FF2B5EF4-FFF2-40B4-BE49-F238E27FC236}">
                    <a16:creationId xmlns:a16="http://schemas.microsoft.com/office/drawing/2014/main" id="{7A230D46-3CC4-B725-B545-07BF24C52B3B}"/>
                  </a:ext>
                </a:extLst>
              </p:cNvPr>
              <p:cNvSpPr txBox="1"/>
              <p:nvPr/>
            </p:nvSpPr>
            <p:spPr>
              <a:xfrm>
                <a:off x="2324582" y="5719596"/>
                <a:ext cx="293234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𝑳</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𝟖𝟎</m:t>
                      </m:r>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𝒌𝒎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𝒉</m:t>
                      </m:r>
                      <m:r>
                        <a:rPr lang="pt-BR" sz="2800" b="1" i="1" smtClean="0">
                          <a:latin typeface="Cambria Math" panose="02040503050406030204" pitchFamily="18" charset="0"/>
                          <a:cs typeface="Arial" panose="020B0604020202020204" pitchFamily="34" charset="0"/>
                        </a:rPr>
                        <m:t>)</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25" name="CaixaDeTexto 24">
                <a:extLst>
                  <a:ext uri="{FF2B5EF4-FFF2-40B4-BE49-F238E27FC236}">
                    <a16:creationId xmlns:a16="http://schemas.microsoft.com/office/drawing/2014/main" id="{7A230D46-3CC4-B725-B545-07BF24C52B3B}"/>
                  </a:ext>
                </a:extLst>
              </p:cNvPr>
              <p:cNvSpPr txBox="1">
                <a:spLocks noRot="1" noChangeAspect="1" noMove="1" noResize="1" noEditPoints="1" noAdjustHandles="1" noChangeArrowheads="1" noChangeShapeType="1" noTextEdit="1"/>
              </p:cNvSpPr>
              <p:nvPr/>
            </p:nvSpPr>
            <p:spPr>
              <a:xfrm>
                <a:off x="2324582" y="5719596"/>
                <a:ext cx="2932341" cy="523220"/>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688FB684-BC64-F5B0-74D8-983428CC8D43}"/>
                  </a:ext>
                </a:extLst>
              </p:cNvPr>
              <p:cNvSpPr txBox="1"/>
              <p:nvPr/>
            </p:nvSpPr>
            <p:spPr>
              <a:xfrm>
                <a:off x="2308574" y="6205649"/>
                <a:ext cx="424282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𝑨</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𝟐𝟒𝟎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𝟏𝟎𝟎</m:t>
                      </m:r>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𝒌𝒎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𝒉</m:t>
                      </m:r>
                      <m:r>
                        <a:rPr lang="pt-BR" sz="2800" b="1" i="1" smtClean="0">
                          <a:latin typeface="Cambria Math" panose="02040503050406030204" pitchFamily="18" charset="0"/>
                          <a:cs typeface="Arial" panose="020B0604020202020204" pitchFamily="34" charset="0"/>
                        </a:rPr>
                        <m:t>)</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26" name="CaixaDeTexto 25">
                <a:extLst>
                  <a:ext uri="{FF2B5EF4-FFF2-40B4-BE49-F238E27FC236}">
                    <a16:creationId xmlns:a16="http://schemas.microsoft.com/office/drawing/2014/main" id="{688FB684-BC64-F5B0-74D8-983428CC8D43}"/>
                  </a:ext>
                </a:extLst>
              </p:cNvPr>
              <p:cNvSpPr txBox="1">
                <a:spLocks noRot="1" noChangeAspect="1" noMove="1" noResize="1" noEditPoints="1" noAdjustHandles="1" noChangeArrowheads="1" noChangeShapeType="1" noTextEdit="1"/>
              </p:cNvSpPr>
              <p:nvPr/>
            </p:nvSpPr>
            <p:spPr>
              <a:xfrm>
                <a:off x="2308574" y="6205649"/>
                <a:ext cx="4242828" cy="523220"/>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7" name="CaixaDeTexto 26">
                <a:extLst>
                  <a:ext uri="{FF2B5EF4-FFF2-40B4-BE49-F238E27FC236}">
                    <a16:creationId xmlns:a16="http://schemas.microsoft.com/office/drawing/2014/main" id="{326053CF-1CD3-297E-1EB8-82F7A398DD1A}"/>
                  </a:ext>
                </a:extLst>
              </p:cNvPr>
              <p:cNvSpPr txBox="1"/>
              <p:nvPr/>
            </p:nvSpPr>
            <p:spPr>
              <a:xfrm>
                <a:off x="7143265" y="4255917"/>
                <a:ext cx="155048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𝑳</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𝑨</m:t>
                          </m:r>
                        </m:sub>
                      </m:sSub>
                    </m:oMath>
                  </m:oMathPara>
                </a14:m>
                <a:endParaRPr lang="pt-BR" sz="2800" b="1" dirty="0">
                  <a:latin typeface="Arial" panose="020B0604020202020204" pitchFamily="34" charset="0"/>
                  <a:cs typeface="Arial" panose="020B0604020202020204" pitchFamily="34" charset="0"/>
                </a:endParaRPr>
              </a:p>
            </p:txBody>
          </p:sp>
        </mc:Choice>
        <mc:Fallback xmlns="">
          <p:sp>
            <p:nvSpPr>
              <p:cNvPr id="27" name="CaixaDeTexto 26">
                <a:extLst>
                  <a:ext uri="{FF2B5EF4-FFF2-40B4-BE49-F238E27FC236}">
                    <a16:creationId xmlns:a16="http://schemas.microsoft.com/office/drawing/2014/main" id="{326053CF-1CD3-297E-1EB8-82F7A398DD1A}"/>
                  </a:ext>
                </a:extLst>
              </p:cNvPr>
              <p:cNvSpPr txBox="1">
                <a:spLocks noRot="1" noChangeAspect="1" noMove="1" noResize="1" noEditPoints="1" noAdjustHandles="1" noChangeArrowheads="1" noChangeShapeType="1" noTextEdit="1"/>
              </p:cNvSpPr>
              <p:nvPr/>
            </p:nvSpPr>
            <p:spPr>
              <a:xfrm>
                <a:off x="7143265" y="4255917"/>
                <a:ext cx="1550488" cy="523220"/>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D06D959A-934E-4C39-DF18-C59654F98908}"/>
                  </a:ext>
                </a:extLst>
              </p:cNvPr>
              <p:cNvSpPr txBox="1"/>
              <p:nvPr/>
            </p:nvSpPr>
            <p:spPr>
              <a:xfrm>
                <a:off x="6960151" y="4717798"/>
                <a:ext cx="319831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𝟖𝟎</m:t>
                      </m:r>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𝟐𝟒𝟎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𝟏𝟎𝟎</m:t>
                      </m:r>
                      <m:r>
                        <a:rPr lang="pt-BR" sz="2800" b="1" i="1" smtClean="0">
                          <a:latin typeface="Cambria Math" panose="02040503050406030204" pitchFamily="18" charset="0"/>
                          <a:cs typeface="Arial" panose="020B0604020202020204" pitchFamily="34" charset="0"/>
                        </a:rPr>
                        <m:t>𝒕</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28" name="CaixaDeTexto 27">
                <a:extLst>
                  <a:ext uri="{FF2B5EF4-FFF2-40B4-BE49-F238E27FC236}">
                    <a16:creationId xmlns:a16="http://schemas.microsoft.com/office/drawing/2014/main" id="{D06D959A-934E-4C39-DF18-C59654F98908}"/>
                  </a:ext>
                </a:extLst>
              </p:cNvPr>
              <p:cNvSpPr txBox="1">
                <a:spLocks noRot="1" noChangeAspect="1" noMove="1" noResize="1" noEditPoints="1" noAdjustHandles="1" noChangeArrowheads="1" noChangeShapeType="1" noTextEdit="1"/>
              </p:cNvSpPr>
              <p:nvPr/>
            </p:nvSpPr>
            <p:spPr>
              <a:xfrm>
                <a:off x="6960151" y="4717798"/>
                <a:ext cx="3198311" cy="523220"/>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9" name="CaixaDeTexto 28">
                <a:extLst>
                  <a:ext uri="{FF2B5EF4-FFF2-40B4-BE49-F238E27FC236}">
                    <a16:creationId xmlns:a16="http://schemas.microsoft.com/office/drawing/2014/main" id="{CCF00B30-A4AD-47A7-A66B-10468D7C2B9B}"/>
                  </a:ext>
                </a:extLst>
              </p:cNvPr>
              <p:cNvSpPr txBox="1"/>
              <p:nvPr/>
            </p:nvSpPr>
            <p:spPr>
              <a:xfrm>
                <a:off x="7203125" y="5206391"/>
                <a:ext cx="2190793"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𝟏𝟖𝟎</m:t>
                      </m:r>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𝟐𝟒𝟎</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29" name="CaixaDeTexto 28">
                <a:extLst>
                  <a:ext uri="{FF2B5EF4-FFF2-40B4-BE49-F238E27FC236}">
                    <a16:creationId xmlns:a16="http://schemas.microsoft.com/office/drawing/2014/main" id="{CCF00B30-A4AD-47A7-A66B-10468D7C2B9B}"/>
                  </a:ext>
                </a:extLst>
              </p:cNvPr>
              <p:cNvSpPr txBox="1">
                <a:spLocks noRot="1" noChangeAspect="1" noMove="1" noResize="1" noEditPoints="1" noAdjustHandles="1" noChangeArrowheads="1" noChangeShapeType="1" noTextEdit="1"/>
              </p:cNvSpPr>
              <p:nvPr/>
            </p:nvSpPr>
            <p:spPr>
              <a:xfrm>
                <a:off x="7203125" y="5206391"/>
                <a:ext cx="2190793" cy="523220"/>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0" name="CaixaDeTexto 29">
                <a:extLst>
                  <a:ext uri="{FF2B5EF4-FFF2-40B4-BE49-F238E27FC236}">
                    <a16:creationId xmlns:a16="http://schemas.microsoft.com/office/drawing/2014/main" id="{00F52DCF-139C-B875-4570-CE84314E9EC0}"/>
                  </a:ext>
                </a:extLst>
              </p:cNvPr>
              <p:cNvSpPr txBox="1"/>
              <p:nvPr/>
            </p:nvSpPr>
            <p:spPr>
              <a:xfrm>
                <a:off x="7241866" y="5702899"/>
                <a:ext cx="1404231" cy="900246"/>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f>
                        <m:fPr>
                          <m:ctrlPr>
                            <a:rPr lang="pt-BR" sz="2800" b="1" i="1" smtClean="0">
                              <a:latin typeface="Cambria Math" panose="02040503050406030204" pitchFamily="18" charset="0"/>
                              <a:cs typeface="Arial" panose="020B0604020202020204" pitchFamily="34" charset="0"/>
                            </a:rPr>
                          </m:ctrlPr>
                        </m:fPr>
                        <m:num>
                          <m:r>
                            <a:rPr lang="pt-BR" sz="2800" b="1" i="1" smtClean="0">
                              <a:latin typeface="Cambria Math" panose="02040503050406030204" pitchFamily="18" charset="0"/>
                              <a:cs typeface="Arial" panose="020B0604020202020204" pitchFamily="34" charset="0"/>
                            </a:rPr>
                            <m:t>𝟒</m:t>
                          </m:r>
                        </m:num>
                        <m:den>
                          <m:r>
                            <a:rPr lang="pt-BR" sz="2800" b="1" i="1" smtClean="0">
                              <a:latin typeface="Cambria Math" panose="02040503050406030204" pitchFamily="18" charset="0"/>
                              <a:cs typeface="Arial" panose="020B0604020202020204" pitchFamily="34" charset="0"/>
                            </a:rPr>
                            <m:t>𝟑</m:t>
                          </m:r>
                        </m:den>
                      </m:f>
                      <m:r>
                        <a:rPr lang="pt-BR" sz="2800" b="1" i="1" smtClean="0">
                          <a:latin typeface="Cambria Math" panose="02040503050406030204" pitchFamily="18" charset="0"/>
                          <a:cs typeface="Arial" panose="020B0604020202020204" pitchFamily="34" charset="0"/>
                        </a:rPr>
                        <m:t>𝒉</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30" name="CaixaDeTexto 29">
                <a:extLst>
                  <a:ext uri="{FF2B5EF4-FFF2-40B4-BE49-F238E27FC236}">
                    <a16:creationId xmlns:a16="http://schemas.microsoft.com/office/drawing/2014/main" id="{00F52DCF-139C-B875-4570-CE84314E9EC0}"/>
                  </a:ext>
                </a:extLst>
              </p:cNvPr>
              <p:cNvSpPr txBox="1">
                <a:spLocks noRot="1" noChangeAspect="1" noMove="1" noResize="1" noEditPoints="1" noAdjustHandles="1" noChangeArrowheads="1" noChangeShapeType="1" noTextEdit="1"/>
              </p:cNvSpPr>
              <p:nvPr/>
            </p:nvSpPr>
            <p:spPr>
              <a:xfrm>
                <a:off x="7241866" y="5702899"/>
                <a:ext cx="1404231" cy="900246"/>
              </a:xfrm>
              <a:prstGeom prst="rect">
                <a:avLst/>
              </a:prstGeom>
              <a:blipFill>
                <a:blip r:embed="rId9"/>
                <a:stretch>
                  <a:fillRect/>
                </a:stretch>
              </a:blipFill>
              <a:ln>
                <a:noFill/>
              </a:ln>
            </p:spPr>
            <p:txBody>
              <a:bodyPr/>
              <a:lstStyle/>
              <a:p>
                <a:r>
                  <a:rPr lang="pt-BR">
                    <a:noFill/>
                  </a:rPr>
                  <a:t> </a:t>
                </a:r>
              </a:p>
            </p:txBody>
          </p:sp>
        </mc:Fallback>
      </mc:AlternateContent>
      <p:sp>
        <p:nvSpPr>
          <p:cNvPr id="31" name="Seta: para a Direita 30">
            <a:extLst>
              <a:ext uri="{FF2B5EF4-FFF2-40B4-BE49-F238E27FC236}">
                <a16:creationId xmlns:a16="http://schemas.microsoft.com/office/drawing/2014/main" id="{0277098E-DDDA-49E6-D5B3-B36AEC1EE4DC}"/>
              </a:ext>
            </a:extLst>
          </p:cNvPr>
          <p:cNvSpPr/>
          <p:nvPr/>
        </p:nvSpPr>
        <p:spPr>
          <a:xfrm>
            <a:off x="8646097" y="6024240"/>
            <a:ext cx="456545" cy="387927"/>
          </a:xfrm>
          <a:prstGeom prst="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32" name="CaixaDeTexto 31">
                <a:extLst>
                  <a:ext uri="{FF2B5EF4-FFF2-40B4-BE49-F238E27FC236}">
                    <a16:creationId xmlns:a16="http://schemas.microsoft.com/office/drawing/2014/main" id="{A39B8F1C-4333-D7EF-AECA-53FB0D907D9F}"/>
                  </a:ext>
                </a:extLst>
              </p:cNvPr>
              <p:cNvSpPr txBox="1"/>
              <p:nvPr/>
            </p:nvSpPr>
            <p:spPr>
              <a:xfrm>
                <a:off x="9192204" y="5754756"/>
                <a:ext cx="2273892" cy="901785"/>
              </a:xfrm>
              <a:prstGeom prst="rect">
                <a:avLst/>
              </a:prstGeom>
              <a:solidFill>
                <a:srgbClr val="FFFF00"/>
              </a:solidFill>
              <a:ln>
                <a:solidFill>
                  <a:srgbClr val="FF0000"/>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𝟏</m:t>
                      </m:r>
                      <m:r>
                        <a:rPr lang="pt-BR" sz="2800" b="1" i="1" smtClean="0">
                          <a:latin typeface="Cambria Math" panose="02040503050406030204" pitchFamily="18" charset="0"/>
                          <a:cs typeface="Arial" panose="020B0604020202020204" pitchFamily="34" charset="0"/>
                        </a:rPr>
                        <m:t>𝒉</m:t>
                      </m:r>
                      <m:r>
                        <a:rPr lang="pt-BR" sz="2800" b="1" i="1" smtClean="0">
                          <a:latin typeface="Cambria Math" panose="02040503050406030204" pitchFamily="18" charset="0"/>
                          <a:cs typeface="Arial" panose="020B0604020202020204" pitchFamily="34" charset="0"/>
                        </a:rPr>
                        <m:t>+</m:t>
                      </m:r>
                      <m:f>
                        <m:fPr>
                          <m:ctrlPr>
                            <a:rPr lang="pt-BR" sz="2800" b="1" i="1" smtClean="0">
                              <a:latin typeface="Cambria Math" panose="02040503050406030204" pitchFamily="18" charset="0"/>
                              <a:cs typeface="Arial" panose="020B0604020202020204" pitchFamily="34" charset="0"/>
                            </a:rPr>
                          </m:ctrlPr>
                        </m:fPr>
                        <m:num>
                          <m:r>
                            <a:rPr lang="pt-BR" sz="2800" b="1" i="1" smtClean="0">
                              <a:latin typeface="Cambria Math" panose="02040503050406030204" pitchFamily="18" charset="0"/>
                              <a:cs typeface="Arial" panose="020B0604020202020204" pitchFamily="34" charset="0"/>
                            </a:rPr>
                            <m:t>𝟏</m:t>
                          </m:r>
                        </m:num>
                        <m:den>
                          <m:r>
                            <a:rPr lang="pt-BR" sz="2800" b="1" i="1" smtClean="0">
                              <a:latin typeface="Cambria Math" panose="02040503050406030204" pitchFamily="18" charset="0"/>
                              <a:cs typeface="Arial" panose="020B0604020202020204" pitchFamily="34" charset="0"/>
                            </a:rPr>
                            <m:t>𝟑</m:t>
                          </m:r>
                        </m:den>
                      </m:f>
                      <m:r>
                        <a:rPr lang="pt-BR" sz="2800" b="1" i="1" smtClean="0">
                          <a:latin typeface="Cambria Math" panose="02040503050406030204" pitchFamily="18" charset="0"/>
                          <a:cs typeface="Arial" panose="020B0604020202020204" pitchFamily="34" charset="0"/>
                        </a:rPr>
                        <m:t>𝒉</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32" name="CaixaDeTexto 31">
                <a:extLst>
                  <a:ext uri="{FF2B5EF4-FFF2-40B4-BE49-F238E27FC236}">
                    <a16:creationId xmlns:a16="http://schemas.microsoft.com/office/drawing/2014/main" id="{A39B8F1C-4333-D7EF-AECA-53FB0D907D9F}"/>
                  </a:ext>
                </a:extLst>
              </p:cNvPr>
              <p:cNvSpPr txBox="1">
                <a:spLocks noRot="1" noChangeAspect="1" noMove="1" noResize="1" noEditPoints="1" noAdjustHandles="1" noChangeArrowheads="1" noChangeShapeType="1" noTextEdit="1"/>
              </p:cNvSpPr>
              <p:nvPr/>
            </p:nvSpPr>
            <p:spPr>
              <a:xfrm>
                <a:off x="9192204" y="5754756"/>
                <a:ext cx="2273892" cy="901785"/>
              </a:xfrm>
              <a:prstGeom prst="rect">
                <a:avLst/>
              </a:prstGeom>
              <a:blipFill>
                <a:blip r:embed="rId10"/>
                <a:stretch>
                  <a:fillRect/>
                </a:stretch>
              </a:blipFill>
              <a:ln>
                <a:solidFill>
                  <a:srgbClr val="FF0000"/>
                </a:solidFill>
              </a:ln>
            </p:spPr>
            <p:txBody>
              <a:bodyPr/>
              <a:lstStyle/>
              <a:p>
                <a:r>
                  <a:rPr lang="pt-BR">
                    <a:noFill/>
                  </a:rPr>
                  <a:t> </a:t>
                </a:r>
              </a:p>
            </p:txBody>
          </p:sp>
        </mc:Fallback>
      </mc:AlternateContent>
      <p:pic>
        <p:nvPicPr>
          <p:cNvPr id="35" name="Imagem 34" descr="Desenho de personagem de desenho animado&#10;&#10;Descrição gerada automaticamente com confiança média">
            <a:extLst>
              <a:ext uri="{FF2B5EF4-FFF2-40B4-BE49-F238E27FC236}">
                <a16:creationId xmlns:a16="http://schemas.microsoft.com/office/drawing/2014/main" id="{B5C78ED3-837C-C320-D7EA-430F497E347D}"/>
              </a:ext>
            </a:extLst>
          </p:cNvPr>
          <p:cNvPicPr>
            <a:picLocks noChangeAspect="1"/>
          </p:cNvPicPr>
          <p:nvPr/>
        </p:nvPicPr>
        <p:blipFill>
          <a:blip r:embed="rId11"/>
          <a:stretch>
            <a:fillRect/>
          </a:stretch>
        </p:blipFill>
        <p:spPr>
          <a:xfrm>
            <a:off x="10368075" y="4321069"/>
            <a:ext cx="1034532" cy="1316677"/>
          </a:xfrm>
          <a:prstGeom prst="rect">
            <a:avLst/>
          </a:prstGeom>
        </p:spPr>
      </p:pic>
    </p:spTree>
    <p:extLst>
      <p:ext uri="{BB962C8B-B14F-4D97-AF65-F5344CB8AC3E}">
        <p14:creationId xmlns:p14="http://schemas.microsoft.com/office/powerpoint/2010/main" val="465085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barn(inVertical)">
                                      <p:cBhvr>
                                        <p:cTn id="20" dur="500"/>
                                        <p:tgtEl>
                                          <p:spTgt spid="2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down)">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down)">
                                      <p:cBhvr>
                                        <p:cTn id="35" dur="500"/>
                                        <p:tgtEl>
                                          <p:spTgt spid="24"/>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grpId="0" nodeType="click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barn(inVertical)">
                                      <p:cBhvr>
                                        <p:cTn id="40" dur="500"/>
                                        <p:tgtEl>
                                          <p:spTgt spid="22"/>
                                        </p:tgtEl>
                                      </p:cBhvr>
                                    </p:animEffect>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1000"/>
                                        <p:tgtEl>
                                          <p:spTgt spid="23"/>
                                        </p:tgtEl>
                                      </p:cBhvr>
                                    </p:animEffect>
                                    <p:anim calcmode="lin" valueType="num">
                                      <p:cBhvr>
                                        <p:cTn id="46" dur="1000" fill="hold"/>
                                        <p:tgtEl>
                                          <p:spTgt spid="23"/>
                                        </p:tgtEl>
                                        <p:attrNameLst>
                                          <p:attrName>ppt_x</p:attrName>
                                        </p:attrNameLst>
                                      </p:cBhvr>
                                      <p:tavLst>
                                        <p:tav tm="0">
                                          <p:val>
                                            <p:strVal val="#ppt_x"/>
                                          </p:val>
                                        </p:tav>
                                        <p:tav tm="100000">
                                          <p:val>
                                            <p:strVal val="#ppt_x"/>
                                          </p:val>
                                        </p:tav>
                                      </p:tavLst>
                                    </p:anim>
                                    <p:anim calcmode="lin" valueType="num">
                                      <p:cBhvr>
                                        <p:cTn id="47"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wipe(down)">
                                      <p:cBhvr>
                                        <p:cTn id="52" dur="50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14" presetClass="entr" presetSubtype="10" fill="hold" grpId="0"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randombar(horizontal)">
                                      <p:cBhvr>
                                        <p:cTn id="57" dur="500"/>
                                        <p:tgtEl>
                                          <p:spTgt spid="26"/>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21" fill="hold" grpId="0" nodeType="click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barn(inVertical)">
                                      <p:cBhvr>
                                        <p:cTn id="62" dur="500"/>
                                        <p:tgtEl>
                                          <p:spTgt spid="27"/>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500"/>
                                        <p:tgtEl>
                                          <p:spTgt spid="28"/>
                                        </p:tgtEl>
                                      </p:cBhvr>
                                    </p:animEffect>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grpId="0" nodeType="click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fade">
                                      <p:cBhvr>
                                        <p:cTn id="72" dur="1000"/>
                                        <p:tgtEl>
                                          <p:spTgt spid="29"/>
                                        </p:tgtEl>
                                      </p:cBhvr>
                                    </p:animEffect>
                                    <p:anim calcmode="lin" valueType="num">
                                      <p:cBhvr>
                                        <p:cTn id="73" dur="1000" fill="hold"/>
                                        <p:tgtEl>
                                          <p:spTgt spid="29"/>
                                        </p:tgtEl>
                                        <p:attrNameLst>
                                          <p:attrName>ppt_x</p:attrName>
                                        </p:attrNameLst>
                                      </p:cBhvr>
                                      <p:tavLst>
                                        <p:tav tm="0">
                                          <p:val>
                                            <p:strVal val="#ppt_x"/>
                                          </p:val>
                                        </p:tav>
                                        <p:tav tm="100000">
                                          <p:val>
                                            <p:strVal val="#ppt_x"/>
                                          </p:val>
                                        </p:tav>
                                      </p:tavLst>
                                    </p:anim>
                                    <p:anim calcmode="lin" valueType="num">
                                      <p:cBhvr>
                                        <p:cTn id="74"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1" presetClass="entr" presetSubtype="1" fill="hold" grpId="0" nodeType="click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wheel(1)">
                                      <p:cBhvr>
                                        <p:cTn id="79" dur="2000"/>
                                        <p:tgtEl>
                                          <p:spTgt spid="30"/>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grpId="0" nodeType="click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wipe(down)">
                                      <p:cBhvr>
                                        <p:cTn id="84" dur="500"/>
                                        <p:tgtEl>
                                          <p:spTgt spid="31"/>
                                        </p:tgtEl>
                                      </p:cBhvr>
                                    </p:animEffect>
                                  </p:childTnLst>
                                </p:cTn>
                              </p:par>
                            </p:childTnLst>
                          </p:cTn>
                        </p:par>
                      </p:childTnLst>
                    </p:cTn>
                  </p:par>
                  <p:par>
                    <p:cTn id="85" fill="hold">
                      <p:stCondLst>
                        <p:cond delay="indefinite"/>
                      </p:stCondLst>
                      <p:childTnLst>
                        <p:par>
                          <p:cTn id="86" fill="hold">
                            <p:stCondLst>
                              <p:cond delay="0"/>
                            </p:stCondLst>
                            <p:childTnLst>
                              <p:par>
                                <p:cTn id="87" presetID="14" presetClass="entr" presetSubtype="10" fill="hold" grpId="0" nodeType="click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randombar(horizontal)">
                                      <p:cBhvr>
                                        <p:cTn id="89" dur="500"/>
                                        <p:tgtEl>
                                          <p:spTgt spid="32"/>
                                        </p:tgtEl>
                                      </p:cBhvr>
                                    </p:animEffect>
                                  </p:childTnLst>
                                </p:cTn>
                              </p:par>
                            </p:childTnLst>
                          </p:cTn>
                        </p:par>
                      </p:childTnLst>
                    </p:cTn>
                  </p:par>
                  <p:par>
                    <p:cTn id="90" fill="hold">
                      <p:stCondLst>
                        <p:cond delay="indefinite"/>
                      </p:stCondLst>
                      <p:childTnLst>
                        <p:par>
                          <p:cTn id="91" fill="hold">
                            <p:stCondLst>
                              <p:cond delay="0"/>
                            </p:stCondLst>
                            <p:childTnLst>
                              <p:par>
                                <p:cTn id="92" presetID="21" presetClass="entr" presetSubtype="1" fill="hold" grpId="0" nodeType="click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wheel(1)">
                                      <p:cBhvr>
                                        <p:cTn id="94" dur="2000"/>
                                        <p:tgtEl>
                                          <p:spTgt spid="33"/>
                                        </p:tgtEl>
                                      </p:cBhvr>
                                    </p:animEffect>
                                  </p:childTnLst>
                                </p:cTn>
                              </p:par>
                            </p:childTnLst>
                          </p:cTn>
                        </p:par>
                      </p:childTnLst>
                    </p:cTn>
                  </p:par>
                  <p:par>
                    <p:cTn id="95" fill="hold">
                      <p:stCondLst>
                        <p:cond delay="indefinite"/>
                      </p:stCondLst>
                      <p:childTnLst>
                        <p:par>
                          <p:cTn id="96" fill="hold">
                            <p:stCondLst>
                              <p:cond delay="0"/>
                            </p:stCondLst>
                            <p:childTnLst>
                              <p:par>
                                <p:cTn id="97" presetID="42" presetClass="entr" presetSubtype="0" fill="hold" nodeType="clickEffect">
                                  <p:stCondLst>
                                    <p:cond delay="0"/>
                                  </p:stCondLst>
                                  <p:childTnLst>
                                    <p:set>
                                      <p:cBhvr>
                                        <p:cTn id="98" dur="1" fill="hold">
                                          <p:stCondLst>
                                            <p:cond delay="0"/>
                                          </p:stCondLst>
                                        </p:cTn>
                                        <p:tgtEl>
                                          <p:spTgt spid="35"/>
                                        </p:tgtEl>
                                        <p:attrNameLst>
                                          <p:attrName>style.visibility</p:attrName>
                                        </p:attrNameLst>
                                      </p:cBhvr>
                                      <p:to>
                                        <p:strVal val="visible"/>
                                      </p:to>
                                    </p:set>
                                    <p:animEffect transition="in" filter="fade">
                                      <p:cBhvr>
                                        <p:cTn id="99" dur="1000"/>
                                        <p:tgtEl>
                                          <p:spTgt spid="35"/>
                                        </p:tgtEl>
                                      </p:cBhvr>
                                    </p:animEffect>
                                    <p:anim calcmode="lin" valueType="num">
                                      <p:cBhvr>
                                        <p:cTn id="100" dur="1000" fill="hold"/>
                                        <p:tgtEl>
                                          <p:spTgt spid="35"/>
                                        </p:tgtEl>
                                        <p:attrNameLst>
                                          <p:attrName>ppt_x</p:attrName>
                                        </p:attrNameLst>
                                      </p:cBhvr>
                                      <p:tavLst>
                                        <p:tav tm="0">
                                          <p:val>
                                            <p:strVal val="#ppt_x"/>
                                          </p:val>
                                        </p:tav>
                                        <p:tav tm="100000">
                                          <p:val>
                                            <p:strVal val="#ppt_x"/>
                                          </p:val>
                                        </p:tav>
                                      </p:tavLst>
                                    </p:anim>
                                    <p:anim calcmode="lin" valueType="num">
                                      <p:cBhvr>
                                        <p:cTn id="101"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6" grpId="0"/>
      <p:bldP spid="7" grpId="0" animBg="1"/>
      <p:bldP spid="20" grpId="0"/>
      <p:bldP spid="21" grpId="0"/>
      <p:bldP spid="22" grpId="0"/>
      <p:bldP spid="23" grpId="0"/>
      <p:bldP spid="24" grpId="0"/>
      <p:bldP spid="25" grpId="0"/>
      <p:bldP spid="26" grpId="0"/>
      <p:bldP spid="27" grpId="0"/>
      <p:bldP spid="28" grpId="0"/>
      <p:bldP spid="29" grpId="0"/>
      <p:bldP spid="30" grpId="0" animBg="1"/>
      <p:bldP spid="31" grpId="0" animBg="1"/>
      <p:bldP spid="3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4D5DF-ECE8-741D-E13E-EC59FCAC3F5E}"/>
            </a:ext>
          </a:extLst>
        </p:cNvPr>
        <p:cNvGrpSpPr/>
        <p:nvPr/>
      </p:nvGrpSpPr>
      <p:grpSpPr>
        <a:xfrm>
          <a:off x="0" y="0"/>
          <a:ext cx="0" cy="0"/>
          <a:chOff x="0" y="0"/>
          <a:chExt cx="0" cy="0"/>
        </a:xfrm>
      </p:grpSpPr>
      <p:sp>
        <p:nvSpPr>
          <p:cNvPr id="30" name="Retângulo: Cantos Arredondados 29">
            <a:extLst>
              <a:ext uri="{FF2B5EF4-FFF2-40B4-BE49-F238E27FC236}">
                <a16:creationId xmlns:a16="http://schemas.microsoft.com/office/drawing/2014/main" id="{255D43A8-5968-8C08-124D-574E5B357FCA}"/>
              </a:ext>
            </a:extLst>
          </p:cNvPr>
          <p:cNvSpPr/>
          <p:nvPr/>
        </p:nvSpPr>
        <p:spPr>
          <a:xfrm>
            <a:off x="9419636" y="4062650"/>
            <a:ext cx="1443318" cy="523220"/>
          </a:xfrm>
          <a:prstGeom prst="roundRect">
            <a:avLst/>
          </a:prstGeom>
          <a:ln>
            <a:solidFill>
              <a:schemeClr val="tx1"/>
            </a:solidFill>
          </a:ln>
          <a:scene3d>
            <a:camera prst="orthographicFront"/>
            <a:lightRig rig="threePt" dir="t"/>
          </a:scene3d>
          <a:sp3d>
            <a:bevelT w="139700" h="139700" prst="divo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 name="CaixaDeTexto 1">
            <a:extLst>
              <a:ext uri="{FF2B5EF4-FFF2-40B4-BE49-F238E27FC236}">
                <a16:creationId xmlns:a16="http://schemas.microsoft.com/office/drawing/2014/main" id="{3B38271D-0676-6D7B-F370-6AD0572B2888}"/>
              </a:ext>
            </a:extLst>
          </p:cNvPr>
          <p:cNvSpPr txBox="1"/>
          <p:nvPr/>
        </p:nvSpPr>
        <p:spPr>
          <a:xfrm>
            <a:off x="3810000" y="0"/>
            <a:ext cx="4079963" cy="523220"/>
          </a:xfrm>
          <a:prstGeom prst="rect">
            <a:avLst/>
          </a:prstGeom>
          <a:noFill/>
        </p:spPr>
        <p:txBody>
          <a:bodyPr wrap="none" rtlCol="0">
            <a:spAutoFit/>
          </a:bodyPr>
          <a:lstStyle/>
          <a:p>
            <a:r>
              <a:rPr lang="pt-BR" sz="2800" b="1" dirty="0">
                <a:solidFill>
                  <a:srgbClr val="FF0000"/>
                </a:solidFill>
                <a:latin typeface="Arial" panose="020B0604020202020204" pitchFamily="34" charset="0"/>
                <a:cs typeface="Arial" panose="020B0604020202020204" pitchFamily="34" charset="0"/>
              </a:rPr>
              <a:t>Consolidando Saberes</a:t>
            </a:r>
          </a:p>
        </p:txBody>
      </p:sp>
      <p:sp>
        <p:nvSpPr>
          <p:cNvPr id="3" name="CaixaDeTexto 2">
            <a:extLst>
              <a:ext uri="{FF2B5EF4-FFF2-40B4-BE49-F238E27FC236}">
                <a16:creationId xmlns:a16="http://schemas.microsoft.com/office/drawing/2014/main" id="{E87BDC10-E405-6126-5818-ACEA74FEA3A9}"/>
              </a:ext>
            </a:extLst>
          </p:cNvPr>
          <p:cNvSpPr txBox="1"/>
          <p:nvPr/>
        </p:nvSpPr>
        <p:spPr>
          <a:xfrm>
            <a:off x="292867" y="523220"/>
            <a:ext cx="11606266" cy="3539430"/>
          </a:xfrm>
          <a:prstGeom prst="rect">
            <a:avLst/>
          </a:prstGeom>
          <a:noFill/>
        </p:spPr>
        <p:txBody>
          <a:bodyPr wrap="square">
            <a:spAutoFit/>
          </a:bodyPr>
          <a:lstStyle/>
          <a:p>
            <a:pPr algn="just"/>
            <a:r>
              <a:rPr lang="pt-BR" sz="2800" b="1" dirty="0">
                <a:solidFill>
                  <a:srgbClr val="FF0000"/>
                </a:solidFill>
                <a:latin typeface="Arial" panose="020B0604020202020204" pitchFamily="34" charset="0"/>
                <a:cs typeface="Arial" panose="020B0604020202020204" pitchFamily="34" charset="0"/>
              </a:rPr>
              <a:t>1-) (FAMEMA – SP – 2020) pag.: 67 </a:t>
            </a:r>
            <a:r>
              <a:rPr lang="pt-BR" sz="2800" b="1" dirty="0">
                <a:latin typeface="Arial" panose="020B0604020202020204" pitchFamily="34" charset="0"/>
                <a:cs typeface="Arial" panose="020B0604020202020204" pitchFamily="34" charset="0"/>
              </a:rPr>
              <a:t> De dentro do ônibus, que ainda fazia manobras para estacionar no ponto de parada, o rapaz, atrasado para o encontro com a namorada, a vê indo embora pela calçada. Quando finalmente o ônibus para e o rapaz desce, a distância que o separa da namorada é de 180 m. Sabendo que a namorada do rapaz se movimenta com velocidade constante de 0,5 m/s e que o rapaz pode correr com velocidade constante de 5 m/s, o tempo mínimo para que ele consiga alcançá-la é de:</a:t>
            </a:r>
          </a:p>
        </p:txBody>
      </p:sp>
      <p:sp>
        <p:nvSpPr>
          <p:cNvPr id="5" name="CaixaDeTexto 4">
            <a:extLst>
              <a:ext uri="{FF2B5EF4-FFF2-40B4-BE49-F238E27FC236}">
                <a16:creationId xmlns:a16="http://schemas.microsoft.com/office/drawing/2014/main" id="{D94B7FE0-2546-0E56-4212-B812DC0FB087}"/>
              </a:ext>
            </a:extLst>
          </p:cNvPr>
          <p:cNvSpPr txBox="1"/>
          <p:nvPr/>
        </p:nvSpPr>
        <p:spPr>
          <a:xfrm>
            <a:off x="291412" y="4062650"/>
            <a:ext cx="11114227" cy="523220"/>
          </a:xfrm>
          <a:prstGeom prst="rect">
            <a:avLst/>
          </a:prstGeom>
          <a:noFill/>
        </p:spPr>
        <p:txBody>
          <a:bodyPr wrap="square">
            <a:spAutoFit/>
          </a:bodyPr>
          <a:lstStyle/>
          <a:p>
            <a:r>
              <a:rPr lang="pt-BR" sz="2800" b="1" dirty="0">
                <a:latin typeface="Arial" panose="020B0604020202020204" pitchFamily="34" charset="0"/>
                <a:cs typeface="Arial" panose="020B0604020202020204" pitchFamily="34" charset="0"/>
              </a:rPr>
              <a:t>a) 10 s. 			b) 45 s. 			c) 25 s.			d) 50 s. 			e) 40 s.</a:t>
            </a:r>
          </a:p>
        </p:txBody>
      </p:sp>
      <p:sp>
        <p:nvSpPr>
          <p:cNvPr id="6" name="Retângulo 5">
            <a:extLst>
              <a:ext uri="{FF2B5EF4-FFF2-40B4-BE49-F238E27FC236}">
                <a16:creationId xmlns:a16="http://schemas.microsoft.com/office/drawing/2014/main" id="{25A6DBB0-2858-280F-0717-6988E3D8B39C}"/>
              </a:ext>
            </a:extLst>
          </p:cNvPr>
          <p:cNvSpPr/>
          <p:nvPr/>
        </p:nvSpPr>
        <p:spPr>
          <a:xfrm>
            <a:off x="375508" y="4620738"/>
            <a:ext cx="4979248" cy="523220"/>
          </a:xfrm>
          <a:prstGeom prst="rect">
            <a:avLst/>
          </a:prstGeom>
        </p:spPr>
        <p:txBody>
          <a:bodyPr wrap="none">
            <a:spAutoFit/>
          </a:bodyPr>
          <a:lstStyle/>
          <a:p>
            <a:pPr algn="just"/>
            <a:r>
              <a:rPr lang="pt-BR" sz="2800" b="1" dirty="0">
                <a:solidFill>
                  <a:srgbClr val="FF0000"/>
                </a:solidFill>
                <a:latin typeface="Arial" panose="020B0604020202020204" pitchFamily="34" charset="0"/>
                <a:cs typeface="Arial" panose="020B0604020202020204" pitchFamily="34" charset="0"/>
              </a:rPr>
              <a:t>Fazer uma figura ilustrativa:</a:t>
            </a:r>
          </a:p>
        </p:txBody>
      </p:sp>
      <p:sp>
        <p:nvSpPr>
          <p:cNvPr id="7" name="Retângulo 6">
            <a:extLst>
              <a:ext uri="{FF2B5EF4-FFF2-40B4-BE49-F238E27FC236}">
                <a16:creationId xmlns:a16="http://schemas.microsoft.com/office/drawing/2014/main" id="{1056FDB7-FFE5-A3FD-5ACF-28377A33F4EC}"/>
              </a:ext>
            </a:extLst>
          </p:cNvPr>
          <p:cNvSpPr/>
          <p:nvPr/>
        </p:nvSpPr>
        <p:spPr>
          <a:xfrm>
            <a:off x="494644" y="5716908"/>
            <a:ext cx="4979248" cy="45719"/>
          </a:xfrm>
          <a:prstGeom prst="rect">
            <a:avLst/>
          </a:prstGeom>
          <a:pattFill prst="dashUpDiag">
            <a:fgClr>
              <a:schemeClr val="tx1"/>
            </a:fgClr>
            <a:bgClr>
              <a:schemeClr val="bg1"/>
            </a:bgClr>
          </a:patt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8" name="Agrupar 7">
            <a:extLst>
              <a:ext uri="{FF2B5EF4-FFF2-40B4-BE49-F238E27FC236}">
                <a16:creationId xmlns:a16="http://schemas.microsoft.com/office/drawing/2014/main" id="{61524BE9-5712-18B3-2290-90D4D1C5C11B}"/>
              </a:ext>
            </a:extLst>
          </p:cNvPr>
          <p:cNvGrpSpPr/>
          <p:nvPr/>
        </p:nvGrpSpPr>
        <p:grpSpPr>
          <a:xfrm>
            <a:off x="3423093" y="5268016"/>
            <a:ext cx="754114" cy="457200"/>
            <a:chOff x="3346618" y="4993154"/>
            <a:chExt cx="754114" cy="457200"/>
          </a:xfrm>
        </p:grpSpPr>
        <p:grpSp>
          <p:nvGrpSpPr>
            <p:cNvPr id="9" name="Agrupar 8">
              <a:extLst>
                <a:ext uri="{FF2B5EF4-FFF2-40B4-BE49-F238E27FC236}">
                  <a16:creationId xmlns:a16="http://schemas.microsoft.com/office/drawing/2014/main" id="{E2436C9C-8437-3EB0-8459-963CDEF7C62D}"/>
                </a:ext>
              </a:extLst>
            </p:cNvPr>
            <p:cNvGrpSpPr/>
            <p:nvPr/>
          </p:nvGrpSpPr>
          <p:grpSpPr>
            <a:xfrm>
              <a:off x="3346618" y="5173975"/>
              <a:ext cx="537770" cy="138540"/>
              <a:chOff x="7624689" y="3902687"/>
              <a:chExt cx="537770" cy="138540"/>
            </a:xfrm>
          </p:grpSpPr>
          <p:cxnSp>
            <p:nvCxnSpPr>
              <p:cNvPr id="11" name="Conector reto 10">
                <a:extLst>
                  <a:ext uri="{FF2B5EF4-FFF2-40B4-BE49-F238E27FC236}">
                    <a16:creationId xmlns:a16="http://schemas.microsoft.com/office/drawing/2014/main" id="{7697DB08-FC72-68E6-EB5F-385FCC9BF218}"/>
                  </a:ext>
                </a:extLst>
              </p:cNvPr>
              <p:cNvCxnSpPr/>
              <p:nvPr/>
            </p:nvCxnSpPr>
            <p:spPr>
              <a:xfrm>
                <a:off x="7624689" y="3902687"/>
                <a:ext cx="4360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Conector reto 11">
                <a:extLst>
                  <a:ext uri="{FF2B5EF4-FFF2-40B4-BE49-F238E27FC236}">
                    <a16:creationId xmlns:a16="http://schemas.microsoft.com/office/drawing/2014/main" id="{CFDF1C1F-827C-DF64-8D99-253FB18B87AE}"/>
                  </a:ext>
                </a:extLst>
              </p:cNvPr>
              <p:cNvCxnSpPr/>
              <p:nvPr/>
            </p:nvCxnSpPr>
            <p:spPr>
              <a:xfrm>
                <a:off x="7726360" y="3971957"/>
                <a:ext cx="4360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to 12">
                <a:extLst>
                  <a:ext uri="{FF2B5EF4-FFF2-40B4-BE49-F238E27FC236}">
                    <a16:creationId xmlns:a16="http://schemas.microsoft.com/office/drawing/2014/main" id="{F4783697-B7A5-750A-EB06-6AB587C3C59F}"/>
                  </a:ext>
                </a:extLst>
              </p:cNvPr>
              <p:cNvCxnSpPr/>
              <p:nvPr/>
            </p:nvCxnSpPr>
            <p:spPr>
              <a:xfrm>
                <a:off x="7666250" y="4041227"/>
                <a:ext cx="4360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Fluxograma: Conector 9">
              <a:extLst>
                <a:ext uri="{FF2B5EF4-FFF2-40B4-BE49-F238E27FC236}">
                  <a16:creationId xmlns:a16="http://schemas.microsoft.com/office/drawing/2014/main" id="{39952F4A-E34E-F4F8-6062-FA473495CD97}"/>
                </a:ext>
              </a:extLst>
            </p:cNvPr>
            <p:cNvSpPr/>
            <p:nvPr/>
          </p:nvSpPr>
          <p:spPr>
            <a:xfrm>
              <a:off x="3643532" y="4993154"/>
              <a:ext cx="457200" cy="457200"/>
            </a:xfrm>
            <a:prstGeom prst="flowChartConnector">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10800000" scaled="1"/>
              <a:tileRect/>
            </a:gra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14" name="Agrupar 13">
            <a:extLst>
              <a:ext uri="{FF2B5EF4-FFF2-40B4-BE49-F238E27FC236}">
                <a16:creationId xmlns:a16="http://schemas.microsoft.com/office/drawing/2014/main" id="{DB07A349-4AF6-F838-91AC-7792F406C3A1}"/>
              </a:ext>
            </a:extLst>
          </p:cNvPr>
          <p:cNvGrpSpPr/>
          <p:nvPr/>
        </p:nvGrpSpPr>
        <p:grpSpPr>
          <a:xfrm>
            <a:off x="225759" y="5237517"/>
            <a:ext cx="857810" cy="457200"/>
            <a:chOff x="216024" y="4993154"/>
            <a:chExt cx="857810" cy="457200"/>
          </a:xfrm>
        </p:grpSpPr>
        <p:grpSp>
          <p:nvGrpSpPr>
            <p:cNvPr id="15" name="Agrupar 14">
              <a:extLst>
                <a:ext uri="{FF2B5EF4-FFF2-40B4-BE49-F238E27FC236}">
                  <a16:creationId xmlns:a16="http://schemas.microsoft.com/office/drawing/2014/main" id="{EA07F99F-8C8C-1283-DA07-452AAB20B7FD}"/>
                </a:ext>
              </a:extLst>
            </p:cNvPr>
            <p:cNvGrpSpPr/>
            <p:nvPr/>
          </p:nvGrpSpPr>
          <p:grpSpPr>
            <a:xfrm>
              <a:off x="216024" y="5152484"/>
              <a:ext cx="537770" cy="138540"/>
              <a:chOff x="7624689" y="3902687"/>
              <a:chExt cx="537770" cy="138540"/>
            </a:xfrm>
          </p:grpSpPr>
          <p:cxnSp>
            <p:nvCxnSpPr>
              <p:cNvPr id="17" name="Conector reto 16">
                <a:extLst>
                  <a:ext uri="{FF2B5EF4-FFF2-40B4-BE49-F238E27FC236}">
                    <a16:creationId xmlns:a16="http://schemas.microsoft.com/office/drawing/2014/main" id="{75AB66ED-7CC3-70BE-ED24-EA46E992F922}"/>
                  </a:ext>
                </a:extLst>
              </p:cNvPr>
              <p:cNvCxnSpPr/>
              <p:nvPr/>
            </p:nvCxnSpPr>
            <p:spPr>
              <a:xfrm>
                <a:off x="7624689" y="3902687"/>
                <a:ext cx="4360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ector reto 17">
                <a:extLst>
                  <a:ext uri="{FF2B5EF4-FFF2-40B4-BE49-F238E27FC236}">
                    <a16:creationId xmlns:a16="http://schemas.microsoft.com/office/drawing/2014/main" id="{5EA11CCD-8C67-6F87-0446-B9D0121AA35D}"/>
                  </a:ext>
                </a:extLst>
              </p:cNvPr>
              <p:cNvCxnSpPr/>
              <p:nvPr/>
            </p:nvCxnSpPr>
            <p:spPr>
              <a:xfrm>
                <a:off x="7726360" y="3971957"/>
                <a:ext cx="4360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to 18">
                <a:extLst>
                  <a:ext uri="{FF2B5EF4-FFF2-40B4-BE49-F238E27FC236}">
                    <a16:creationId xmlns:a16="http://schemas.microsoft.com/office/drawing/2014/main" id="{8FB34683-E8CB-9CC0-35A7-89FEA7CFAE21}"/>
                  </a:ext>
                </a:extLst>
              </p:cNvPr>
              <p:cNvCxnSpPr/>
              <p:nvPr/>
            </p:nvCxnSpPr>
            <p:spPr>
              <a:xfrm>
                <a:off x="7666250" y="4041227"/>
                <a:ext cx="4360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 name="Fluxograma: Conector 15">
              <a:extLst>
                <a:ext uri="{FF2B5EF4-FFF2-40B4-BE49-F238E27FC236}">
                  <a16:creationId xmlns:a16="http://schemas.microsoft.com/office/drawing/2014/main" id="{A5E192AE-317B-7FCC-AD63-54E0DAE98BEE}"/>
                </a:ext>
              </a:extLst>
            </p:cNvPr>
            <p:cNvSpPr/>
            <p:nvPr/>
          </p:nvSpPr>
          <p:spPr>
            <a:xfrm>
              <a:off x="616634" y="4993154"/>
              <a:ext cx="457200" cy="457200"/>
            </a:xfrm>
            <a:prstGeom prst="flowChartConnector">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path path="circle">
                <a:fillToRect l="50000" t="50000" r="50000" b="50000"/>
              </a:path>
              <a:tileRect/>
            </a:gra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20" name="CaixaDeTexto 19">
            <a:extLst>
              <a:ext uri="{FF2B5EF4-FFF2-40B4-BE49-F238E27FC236}">
                <a16:creationId xmlns:a16="http://schemas.microsoft.com/office/drawing/2014/main" id="{D253F1F6-584C-0739-64B6-0C8CC34D6F62}"/>
              </a:ext>
            </a:extLst>
          </p:cNvPr>
          <p:cNvSpPr txBox="1"/>
          <p:nvPr/>
        </p:nvSpPr>
        <p:spPr>
          <a:xfrm>
            <a:off x="661858" y="5716908"/>
            <a:ext cx="385042"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0</a:t>
            </a:r>
          </a:p>
        </p:txBody>
      </p:sp>
      <p:sp>
        <p:nvSpPr>
          <p:cNvPr id="21" name="CaixaDeTexto 20">
            <a:extLst>
              <a:ext uri="{FF2B5EF4-FFF2-40B4-BE49-F238E27FC236}">
                <a16:creationId xmlns:a16="http://schemas.microsoft.com/office/drawing/2014/main" id="{FDE15436-F486-0E82-EC76-01B2337FC145}"/>
              </a:ext>
            </a:extLst>
          </p:cNvPr>
          <p:cNvSpPr txBox="1"/>
          <p:nvPr/>
        </p:nvSpPr>
        <p:spPr>
          <a:xfrm>
            <a:off x="3531265" y="5703956"/>
            <a:ext cx="785793"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180</a:t>
            </a:r>
          </a:p>
        </p:txBody>
      </p:sp>
      <p:sp>
        <p:nvSpPr>
          <p:cNvPr id="22" name="Retângulo 21">
            <a:extLst>
              <a:ext uri="{FF2B5EF4-FFF2-40B4-BE49-F238E27FC236}">
                <a16:creationId xmlns:a16="http://schemas.microsoft.com/office/drawing/2014/main" id="{526C7789-7861-F2AA-4B85-26B9BAADC5E5}"/>
              </a:ext>
            </a:extLst>
          </p:cNvPr>
          <p:cNvSpPr/>
          <p:nvPr/>
        </p:nvSpPr>
        <p:spPr>
          <a:xfrm>
            <a:off x="6112632" y="4585870"/>
            <a:ext cx="1563248" cy="523220"/>
          </a:xfrm>
          <a:prstGeom prst="rect">
            <a:avLst/>
          </a:prstGeom>
        </p:spPr>
        <p:txBody>
          <a:bodyPr wrap="none">
            <a:spAutoFit/>
          </a:bodyPr>
          <a:lstStyle/>
          <a:p>
            <a:pPr algn="just"/>
            <a:r>
              <a:rPr lang="pt-BR" sz="2800" b="1" dirty="0">
                <a:solidFill>
                  <a:srgbClr val="FF0000"/>
                </a:solidFill>
                <a:latin typeface="Arial" panose="020B0604020202020204" pitchFamily="34" charset="0"/>
                <a:cs typeface="Arial" panose="020B0604020202020204" pitchFamily="34" charset="0"/>
              </a:rPr>
              <a:t>Modelo:</a:t>
            </a:r>
          </a:p>
        </p:txBody>
      </p:sp>
      <mc:AlternateContent xmlns:mc="http://schemas.openxmlformats.org/markup-compatibility/2006" xmlns:a14="http://schemas.microsoft.com/office/drawing/2010/main">
        <mc:Choice Requires="a14">
          <p:sp>
            <p:nvSpPr>
              <p:cNvPr id="23" name="Retângulo 22">
                <a:extLst>
                  <a:ext uri="{FF2B5EF4-FFF2-40B4-BE49-F238E27FC236}">
                    <a16:creationId xmlns:a16="http://schemas.microsoft.com/office/drawing/2014/main" id="{5C12886C-D137-78DA-CA86-3D4313E59358}"/>
                  </a:ext>
                </a:extLst>
              </p:cNvPr>
              <p:cNvSpPr/>
              <p:nvPr/>
            </p:nvSpPr>
            <p:spPr>
              <a:xfrm>
                <a:off x="5885308" y="4989861"/>
                <a:ext cx="2123145" cy="523220"/>
              </a:xfrm>
              <a:prstGeom prst="rect">
                <a:avLst/>
              </a:prstGeom>
            </p:spPr>
            <p:txBody>
              <a:bodyPr wrap="none">
                <a:spAutoFit/>
              </a:bodyPr>
              <a:lstStyle/>
              <a:p>
                <a:pPr algn="just"/>
                <a14:m>
                  <m:oMath xmlns:m="http://schemas.openxmlformats.org/officeDocument/2006/math">
                    <m:r>
                      <a:rPr lang="pt-BR" sz="2800" b="1" i="1" smtClean="0">
                        <a:solidFill>
                          <a:srgbClr val="002060"/>
                        </a:solidFill>
                        <a:latin typeface="Cambria Math" panose="02040503050406030204" pitchFamily="18" charset="0"/>
                        <a:cs typeface="Arial" panose="020B0604020202020204" pitchFamily="34" charset="0"/>
                      </a:rPr>
                      <m:t>𝑺</m:t>
                    </m:r>
                    <m:r>
                      <a:rPr lang="pt-BR" sz="2800" b="1" i="1" smtClean="0">
                        <a:solidFill>
                          <a:srgbClr val="002060"/>
                        </a:solidFill>
                        <a:latin typeface="Cambria Math" panose="02040503050406030204" pitchFamily="18" charset="0"/>
                        <a:cs typeface="Arial" panose="020B0604020202020204" pitchFamily="34" charset="0"/>
                      </a:rPr>
                      <m:t>=</m:t>
                    </m:r>
                    <m:sSub>
                      <m:sSubPr>
                        <m:ctrlPr>
                          <a:rPr lang="pt-BR" sz="2800" b="1" i="1" smtClean="0">
                            <a:solidFill>
                              <a:srgbClr val="002060"/>
                            </a:solidFill>
                            <a:latin typeface="Cambria Math" panose="02040503050406030204" pitchFamily="18" charset="0"/>
                            <a:cs typeface="Arial" panose="020B0604020202020204" pitchFamily="34" charset="0"/>
                          </a:rPr>
                        </m:ctrlPr>
                      </m:sSubPr>
                      <m:e>
                        <m:r>
                          <a:rPr lang="pt-BR" sz="2800" b="1" i="1" smtClean="0">
                            <a:solidFill>
                              <a:srgbClr val="002060"/>
                            </a:solidFill>
                            <a:latin typeface="Cambria Math" panose="02040503050406030204" pitchFamily="18" charset="0"/>
                            <a:cs typeface="Arial" panose="020B0604020202020204" pitchFamily="34" charset="0"/>
                          </a:rPr>
                          <m:t>𝑺</m:t>
                        </m:r>
                      </m:e>
                      <m:sub>
                        <m:r>
                          <a:rPr lang="pt-BR" sz="2800" b="1" i="1" smtClean="0">
                            <a:solidFill>
                              <a:srgbClr val="002060"/>
                            </a:solidFill>
                            <a:latin typeface="Cambria Math" panose="02040503050406030204" pitchFamily="18" charset="0"/>
                            <a:cs typeface="Arial" panose="020B0604020202020204" pitchFamily="34" charset="0"/>
                          </a:rPr>
                          <m:t>𝟎</m:t>
                        </m:r>
                      </m:sub>
                    </m:sSub>
                    <m:r>
                      <a:rPr lang="pt-BR" sz="2800" b="1" i="1" smtClean="0">
                        <a:solidFill>
                          <a:srgbClr val="002060"/>
                        </a:solidFill>
                        <a:latin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cs typeface="Arial" panose="020B0604020202020204" pitchFamily="34" charset="0"/>
                      </a:rPr>
                      <m:t>𝒗𝒕</m:t>
                    </m:r>
                  </m:oMath>
                </a14:m>
                <a:r>
                  <a:rPr lang="pt-BR" sz="2800" b="1" dirty="0">
                    <a:solidFill>
                      <a:srgbClr val="002060"/>
                    </a:solidFill>
                    <a:latin typeface="Arial" panose="020B0604020202020204" pitchFamily="34" charset="0"/>
                    <a:cs typeface="Arial" panose="020B0604020202020204" pitchFamily="34" charset="0"/>
                  </a:rPr>
                  <a:t> </a:t>
                </a:r>
              </a:p>
            </p:txBody>
          </p:sp>
        </mc:Choice>
        <mc:Fallback xmlns="">
          <p:sp>
            <p:nvSpPr>
              <p:cNvPr id="23" name="Retângulo 22">
                <a:extLst>
                  <a:ext uri="{FF2B5EF4-FFF2-40B4-BE49-F238E27FC236}">
                    <a16:creationId xmlns:a16="http://schemas.microsoft.com/office/drawing/2014/main" id="{5C12886C-D137-78DA-CA86-3D4313E59358}"/>
                  </a:ext>
                </a:extLst>
              </p:cNvPr>
              <p:cNvSpPr>
                <a:spLocks noRot="1" noChangeAspect="1" noMove="1" noResize="1" noEditPoints="1" noAdjustHandles="1" noChangeArrowheads="1" noChangeShapeType="1" noTextEdit="1"/>
              </p:cNvSpPr>
              <p:nvPr/>
            </p:nvSpPr>
            <p:spPr>
              <a:xfrm>
                <a:off x="5885308" y="4989861"/>
                <a:ext cx="2123145" cy="523220"/>
              </a:xfrm>
              <a:prstGeom prst="rect">
                <a:avLst/>
              </a:prstGeom>
              <a:blipFill>
                <a:blip r:embed="rId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36E78BD4-447B-FA3E-1D94-782B89B7C873}"/>
                  </a:ext>
                </a:extLst>
              </p:cNvPr>
              <p:cNvSpPr txBox="1"/>
              <p:nvPr/>
            </p:nvSpPr>
            <p:spPr>
              <a:xfrm>
                <a:off x="5055347" y="5716908"/>
                <a:ext cx="617477"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𝒎</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24" name="CaixaDeTexto 23">
                <a:extLst>
                  <a:ext uri="{FF2B5EF4-FFF2-40B4-BE49-F238E27FC236}">
                    <a16:creationId xmlns:a16="http://schemas.microsoft.com/office/drawing/2014/main" id="{36E78BD4-447B-FA3E-1D94-782B89B7C873}"/>
                  </a:ext>
                </a:extLst>
              </p:cNvPr>
              <p:cNvSpPr txBox="1">
                <a:spLocks noRot="1" noChangeAspect="1" noMove="1" noResize="1" noEditPoints="1" noAdjustHandles="1" noChangeArrowheads="1" noChangeShapeType="1" noTextEdit="1"/>
              </p:cNvSpPr>
              <p:nvPr/>
            </p:nvSpPr>
            <p:spPr>
              <a:xfrm>
                <a:off x="5055347" y="5716908"/>
                <a:ext cx="617477" cy="523220"/>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5" name="CaixaDeTexto 24">
                <a:extLst>
                  <a:ext uri="{FF2B5EF4-FFF2-40B4-BE49-F238E27FC236}">
                    <a16:creationId xmlns:a16="http://schemas.microsoft.com/office/drawing/2014/main" id="{126E037F-0A4C-0A82-0E0F-3CB5A2F38531}"/>
                  </a:ext>
                </a:extLst>
              </p:cNvPr>
              <p:cNvSpPr txBox="1"/>
              <p:nvPr/>
            </p:nvSpPr>
            <p:spPr>
              <a:xfrm>
                <a:off x="8024461" y="4585870"/>
                <a:ext cx="2489912"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𝒓</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𝟓</m:t>
                      </m:r>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𝑺</m:t>
                      </m:r>
                      <m:r>
                        <a:rPr lang="pt-BR" sz="2800" b="1" i="1" smtClean="0">
                          <a:latin typeface="Cambria Math" panose="02040503050406030204" pitchFamily="18" charset="0"/>
                          <a:cs typeface="Arial" panose="020B0604020202020204" pitchFamily="34" charset="0"/>
                        </a:rPr>
                        <m:t>)</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25" name="CaixaDeTexto 24">
                <a:extLst>
                  <a:ext uri="{FF2B5EF4-FFF2-40B4-BE49-F238E27FC236}">
                    <a16:creationId xmlns:a16="http://schemas.microsoft.com/office/drawing/2014/main" id="{126E037F-0A4C-0A82-0E0F-3CB5A2F38531}"/>
                  </a:ext>
                </a:extLst>
              </p:cNvPr>
              <p:cNvSpPr txBox="1">
                <a:spLocks noRot="1" noChangeAspect="1" noMove="1" noResize="1" noEditPoints="1" noAdjustHandles="1" noChangeArrowheads="1" noChangeShapeType="1" noTextEdit="1"/>
              </p:cNvSpPr>
              <p:nvPr/>
            </p:nvSpPr>
            <p:spPr>
              <a:xfrm>
                <a:off x="8024461" y="4585870"/>
                <a:ext cx="2489912" cy="523220"/>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414FA06C-3FA9-E3CB-67E5-157B7F483CED}"/>
                  </a:ext>
                </a:extLst>
              </p:cNvPr>
              <p:cNvSpPr txBox="1"/>
              <p:nvPr/>
            </p:nvSpPr>
            <p:spPr>
              <a:xfrm>
                <a:off x="8008453" y="5071923"/>
                <a:ext cx="389068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𝒏</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𝟏𝟖𝟎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𝟓</m:t>
                      </m:r>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𝒔</m:t>
                      </m:r>
                      <m:r>
                        <a:rPr lang="pt-BR" sz="2800" b="1" i="1" smtClean="0">
                          <a:latin typeface="Cambria Math" panose="02040503050406030204" pitchFamily="18" charset="0"/>
                          <a:cs typeface="Arial" panose="020B0604020202020204" pitchFamily="34" charset="0"/>
                        </a:rPr>
                        <m:t>)</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26" name="CaixaDeTexto 25">
                <a:extLst>
                  <a:ext uri="{FF2B5EF4-FFF2-40B4-BE49-F238E27FC236}">
                    <a16:creationId xmlns:a16="http://schemas.microsoft.com/office/drawing/2014/main" id="{414FA06C-3FA9-E3CB-67E5-157B7F483CED}"/>
                  </a:ext>
                </a:extLst>
              </p:cNvPr>
              <p:cNvSpPr txBox="1">
                <a:spLocks noRot="1" noChangeAspect="1" noMove="1" noResize="1" noEditPoints="1" noAdjustHandles="1" noChangeArrowheads="1" noChangeShapeType="1" noTextEdit="1"/>
              </p:cNvSpPr>
              <p:nvPr/>
            </p:nvSpPr>
            <p:spPr>
              <a:xfrm>
                <a:off x="8008453" y="5071923"/>
                <a:ext cx="3890680" cy="523220"/>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7" name="CaixaDeTexto 26">
                <a:extLst>
                  <a:ext uri="{FF2B5EF4-FFF2-40B4-BE49-F238E27FC236}">
                    <a16:creationId xmlns:a16="http://schemas.microsoft.com/office/drawing/2014/main" id="{70D6D4C3-39BA-BDB8-6881-430D2CE6969D}"/>
                  </a:ext>
                </a:extLst>
              </p:cNvPr>
              <p:cNvSpPr txBox="1"/>
              <p:nvPr/>
            </p:nvSpPr>
            <p:spPr>
              <a:xfrm>
                <a:off x="8812235" y="5396847"/>
                <a:ext cx="150239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𝒓</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𝒏</m:t>
                          </m:r>
                        </m:sub>
                      </m:sSub>
                    </m:oMath>
                  </m:oMathPara>
                </a14:m>
                <a:endParaRPr lang="pt-BR" sz="2800" b="1" dirty="0">
                  <a:latin typeface="Arial" panose="020B0604020202020204" pitchFamily="34" charset="0"/>
                  <a:cs typeface="Arial" panose="020B0604020202020204" pitchFamily="34" charset="0"/>
                </a:endParaRPr>
              </a:p>
            </p:txBody>
          </p:sp>
        </mc:Choice>
        <mc:Fallback xmlns="">
          <p:sp>
            <p:nvSpPr>
              <p:cNvPr id="27" name="CaixaDeTexto 26">
                <a:extLst>
                  <a:ext uri="{FF2B5EF4-FFF2-40B4-BE49-F238E27FC236}">
                    <a16:creationId xmlns:a16="http://schemas.microsoft.com/office/drawing/2014/main" id="{70D6D4C3-39BA-BDB8-6881-430D2CE6969D}"/>
                  </a:ext>
                </a:extLst>
              </p:cNvPr>
              <p:cNvSpPr txBox="1">
                <a:spLocks noRot="1" noChangeAspect="1" noMove="1" noResize="1" noEditPoints="1" noAdjustHandles="1" noChangeArrowheads="1" noChangeShapeType="1" noTextEdit="1"/>
              </p:cNvSpPr>
              <p:nvPr/>
            </p:nvSpPr>
            <p:spPr>
              <a:xfrm>
                <a:off x="8812235" y="5396847"/>
                <a:ext cx="1502399" cy="523220"/>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9A7C5C9B-907D-CAD9-DC0D-8E7D372D2251}"/>
                  </a:ext>
                </a:extLst>
              </p:cNvPr>
              <p:cNvSpPr txBox="1"/>
              <p:nvPr/>
            </p:nvSpPr>
            <p:spPr>
              <a:xfrm>
                <a:off x="8262462" y="5762627"/>
                <a:ext cx="290226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𝟓</m:t>
                      </m:r>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𝟏𝟖𝟎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𝟓</m:t>
                      </m:r>
                      <m:r>
                        <a:rPr lang="pt-BR" sz="2800" b="1" i="1" smtClean="0">
                          <a:latin typeface="Cambria Math" panose="02040503050406030204" pitchFamily="18" charset="0"/>
                          <a:cs typeface="Arial" panose="020B0604020202020204" pitchFamily="34" charset="0"/>
                        </a:rPr>
                        <m:t>𝒕</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28" name="CaixaDeTexto 27">
                <a:extLst>
                  <a:ext uri="{FF2B5EF4-FFF2-40B4-BE49-F238E27FC236}">
                    <a16:creationId xmlns:a16="http://schemas.microsoft.com/office/drawing/2014/main" id="{9A7C5C9B-907D-CAD9-DC0D-8E7D372D2251}"/>
                  </a:ext>
                </a:extLst>
              </p:cNvPr>
              <p:cNvSpPr txBox="1">
                <a:spLocks noRot="1" noChangeAspect="1" noMove="1" noResize="1" noEditPoints="1" noAdjustHandles="1" noChangeArrowheads="1" noChangeShapeType="1" noTextEdit="1"/>
              </p:cNvSpPr>
              <p:nvPr/>
            </p:nvSpPr>
            <p:spPr>
              <a:xfrm>
                <a:off x="8262462" y="5762627"/>
                <a:ext cx="2902268" cy="523220"/>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9" name="CaixaDeTexto 28">
                <a:extLst>
                  <a:ext uri="{FF2B5EF4-FFF2-40B4-BE49-F238E27FC236}">
                    <a16:creationId xmlns:a16="http://schemas.microsoft.com/office/drawing/2014/main" id="{5DF54787-D46A-DAAD-B4A4-CE03E98263BE}"/>
                  </a:ext>
                </a:extLst>
              </p:cNvPr>
              <p:cNvSpPr txBox="1"/>
              <p:nvPr/>
            </p:nvSpPr>
            <p:spPr>
              <a:xfrm>
                <a:off x="8886438" y="6191721"/>
                <a:ext cx="1589666" cy="523220"/>
              </a:xfrm>
              <a:prstGeom prst="rect">
                <a:avLst/>
              </a:prstGeom>
              <a:solidFill>
                <a:srgbClr val="FFFF00"/>
              </a:solidFill>
              <a:ln>
                <a:solidFill>
                  <a:srgbClr val="FF0000"/>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𝟒𝟎</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𝒔</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29" name="CaixaDeTexto 28">
                <a:extLst>
                  <a:ext uri="{FF2B5EF4-FFF2-40B4-BE49-F238E27FC236}">
                    <a16:creationId xmlns:a16="http://schemas.microsoft.com/office/drawing/2014/main" id="{5DF54787-D46A-DAAD-B4A4-CE03E98263BE}"/>
                  </a:ext>
                </a:extLst>
              </p:cNvPr>
              <p:cNvSpPr txBox="1">
                <a:spLocks noRot="1" noChangeAspect="1" noMove="1" noResize="1" noEditPoints="1" noAdjustHandles="1" noChangeArrowheads="1" noChangeShapeType="1" noTextEdit="1"/>
              </p:cNvSpPr>
              <p:nvPr/>
            </p:nvSpPr>
            <p:spPr>
              <a:xfrm>
                <a:off x="8886438" y="6191721"/>
                <a:ext cx="1589666" cy="523220"/>
              </a:xfrm>
              <a:prstGeom prst="rect">
                <a:avLst/>
              </a:prstGeom>
              <a:blipFill>
                <a:blip r:embed="rId8"/>
                <a:stretch>
                  <a:fillRect/>
                </a:stretch>
              </a:blipFill>
              <a:ln>
                <a:solidFill>
                  <a:srgbClr val="FF0000"/>
                </a:solidFill>
              </a:ln>
            </p:spPr>
            <p:txBody>
              <a:bodyPr/>
              <a:lstStyle/>
              <a:p>
                <a:r>
                  <a:rPr lang="pt-BR">
                    <a:noFill/>
                  </a:rPr>
                  <a:t> </a:t>
                </a:r>
              </a:p>
            </p:txBody>
          </p:sp>
        </mc:Fallback>
      </mc:AlternateContent>
      <p:pic>
        <p:nvPicPr>
          <p:cNvPr id="31" name="Imagem 30">
            <a:extLst>
              <a:ext uri="{FF2B5EF4-FFF2-40B4-BE49-F238E27FC236}">
                <a16:creationId xmlns:a16="http://schemas.microsoft.com/office/drawing/2014/main" id="{4B113813-304E-FA33-A91E-CF75176B2269}"/>
              </a:ext>
            </a:extLst>
          </p:cNvPr>
          <p:cNvPicPr>
            <a:picLocks noChangeAspect="1"/>
          </p:cNvPicPr>
          <p:nvPr/>
        </p:nvPicPr>
        <p:blipFill>
          <a:blip r:embed="rId9"/>
          <a:stretch>
            <a:fillRect/>
          </a:stretch>
        </p:blipFill>
        <p:spPr>
          <a:xfrm>
            <a:off x="6345952" y="5688841"/>
            <a:ext cx="1612305" cy="1096604"/>
          </a:xfrm>
          <a:prstGeom prst="rect">
            <a:avLst/>
          </a:prstGeom>
        </p:spPr>
      </p:pic>
    </p:spTree>
    <p:extLst>
      <p:ext uri="{BB962C8B-B14F-4D97-AF65-F5344CB8AC3E}">
        <p14:creationId xmlns:p14="http://schemas.microsoft.com/office/powerpoint/2010/main" val="2260467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barn(inVertical)">
                                      <p:cBhvr>
                                        <p:cTn id="20" dur="500"/>
                                        <p:tgtEl>
                                          <p:spTgt spid="2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down)">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down)">
                                      <p:cBhvr>
                                        <p:cTn id="35" dur="500"/>
                                        <p:tgtEl>
                                          <p:spTgt spid="24"/>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grpId="0" nodeType="click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barn(inVertical)">
                                      <p:cBhvr>
                                        <p:cTn id="40" dur="500"/>
                                        <p:tgtEl>
                                          <p:spTgt spid="22"/>
                                        </p:tgtEl>
                                      </p:cBhvr>
                                    </p:animEffect>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1000"/>
                                        <p:tgtEl>
                                          <p:spTgt spid="23"/>
                                        </p:tgtEl>
                                      </p:cBhvr>
                                    </p:animEffect>
                                    <p:anim calcmode="lin" valueType="num">
                                      <p:cBhvr>
                                        <p:cTn id="46" dur="1000" fill="hold"/>
                                        <p:tgtEl>
                                          <p:spTgt spid="23"/>
                                        </p:tgtEl>
                                        <p:attrNameLst>
                                          <p:attrName>ppt_x</p:attrName>
                                        </p:attrNameLst>
                                      </p:cBhvr>
                                      <p:tavLst>
                                        <p:tav tm="0">
                                          <p:val>
                                            <p:strVal val="#ppt_x"/>
                                          </p:val>
                                        </p:tav>
                                        <p:tav tm="100000">
                                          <p:val>
                                            <p:strVal val="#ppt_x"/>
                                          </p:val>
                                        </p:tav>
                                      </p:tavLst>
                                    </p:anim>
                                    <p:anim calcmode="lin" valueType="num">
                                      <p:cBhvr>
                                        <p:cTn id="47"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wipe(down)">
                                      <p:cBhvr>
                                        <p:cTn id="52" dur="50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14" presetClass="entr" presetSubtype="10" fill="hold" grpId="0"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randombar(horizontal)">
                                      <p:cBhvr>
                                        <p:cTn id="57" dur="500"/>
                                        <p:tgtEl>
                                          <p:spTgt spid="26"/>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21" fill="hold" grpId="0" nodeType="click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barn(inVertical)">
                                      <p:cBhvr>
                                        <p:cTn id="62" dur="500"/>
                                        <p:tgtEl>
                                          <p:spTgt spid="27"/>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500"/>
                                        <p:tgtEl>
                                          <p:spTgt spid="28"/>
                                        </p:tgtEl>
                                      </p:cBhvr>
                                    </p:animEffect>
                                  </p:childTnLst>
                                </p:cTn>
                              </p:par>
                            </p:childTnLst>
                          </p:cTn>
                        </p:par>
                      </p:childTnLst>
                    </p:cTn>
                  </p:par>
                  <p:par>
                    <p:cTn id="68" fill="hold">
                      <p:stCondLst>
                        <p:cond delay="indefinite"/>
                      </p:stCondLst>
                      <p:childTnLst>
                        <p:par>
                          <p:cTn id="69" fill="hold">
                            <p:stCondLst>
                              <p:cond delay="0"/>
                            </p:stCondLst>
                            <p:childTnLst>
                              <p:par>
                                <p:cTn id="70" presetID="14" presetClass="entr" presetSubtype="10" fill="hold" grpId="0" nodeType="click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randombar(horizontal)">
                                      <p:cBhvr>
                                        <p:cTn id="72" dur="500"/>
                                        <p:tgtEl>
                                          <p:spTgt spid="29"/>
                                        </p:tgtEl>
                                      </p:cBhvr>
                                    </p:animEffect>
                                  </p:childTnLst>
                                </p:cTn>
                              </p:par>
                            </p:childTnLst>
                          </p:cTn>
                        </p:par>
                      </p:childTnLst>
                    </p:cTn>
                  </p:par>
                  <p:par>
                    <p:cTn id="73" fill="hold">
                      <p:stCondLst>
                        <p:cond delay="indefinite"/>
                      </p:stCondLst>
                      <p:childTnLst>
                        <p:par>
                          <p:cTn id="74" fill="hold">
                            <p:stCondLst>
                              <p:cond delay="0"/>
                            </p:stCondLst>
                            <p:childTnLst>
                              <p:par>
                                <p:cTn id="75" presetID="21" presetClass="entr" presetSubtype="1" fill="hold" grpId="0" nodeType="click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wheel(1)">
                                      <p:cBhvr>
                                        <p:cTn id="77" dur="2000"/>
                                        <p:tgtEl>
                                          <p:spTgt spid="30"/>
                                        </p:tgtEl>
                                      </p:cBhvr>
                                    </p:animEffect>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nodeType="click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1000"/>
                                        <p:tgtEl>
                                          <p:spTgt spid="31"/>
                                        </p:tgtEl>
                                      </p:cBhvr>
                                    </p:animEffect>
                                    <p:anim calcmode="lin" valueType="num">
                                      <p:cBhvr>
                                        <p:cTn id="83" dur="1000" fill="hold"/>
                                        <p:tgtEl>
                                          <p:spTgt spid="31"/>
                                        </p:tgtEl>
                                        <p:attrNameLst>
                                          <p:attrName>ppt_x</p:attrName>
                                        </p:attrNameLst>
                                      </p:cBhvr>
                                      <p:tavLst>
                                        <p:tav tm="0">
                                          <p:val>
                                            <p:strVal val="#ppt_x"/>
                                          </p:val>
                                        </p:tav>
                                        <p:tav tm="100000">
                                          <p:val>
                                            <p:strVal val="#ppt_x"/>
                                          </p:val>
                                        </p:tav>
                                      </p:tavLst>
                                    </p:anim>
                                    <p:anim calcmode="lin" valueType="num">
                                      <p:cBhvr>
                                        <p:cTn id="84"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6" grpId="0"/>
      <p:bldP spid="7" grpId="0" animBg="1"/>
      <p:bldP spid="20" grpId="0"/>
      <p:bldP spid="21" grpId="0"/>
      <p:bldP spid="22" grpId="0"/>
      <p:bldP spid="23" grpId="0"/>
      <p:bldP spid="24" grpId="0"/>
      <p:bldP spid="25" grpId="0"/>
      <p:bldP spid="26" grpId="0"/>
      <p:bldP spid="27" grpId="0"/>
      <p:bldP spid="28" grpId="0"/>
      <p:bldP spid="2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F2CD4-FC59-24DF-A5C7-C7EED50241B6}"/>
            </a:ext>
          </a:extLst>
        </p:cNvPr>
        <p:cNvGrpSpPr/>
        <p:nvPr/>
      </p:nvGrpSpPr>
      <p:grpSpPr>
        <a:xfrm>
          <a:off x="0" y="0"/>
          <a:ext cx="0" cy="0"/>
          <a:chOff x="0" y="0"/>
          <a:chExt cx="0" cy="0"/>
        </a:xfrm>
      </p:grpSpPr>
      <p:sp>
        <p:nvSpPr>
          <p:cNvPr id="67" name="Retângulo: Cantos Arredondados 66">
            <a:extLst>
              <a:ext uri="{FF2B5EF4-FFF2-40B4-BE49-F238E27FC236}">
                <a16:creationId xmlns:a16="http://schemas.microsoft.com/office/drawing/2014/main" id="{B0BA14BA-04B0-7EAF-9BC6-A179BF738993}"/>
              </a:ext>
            </a:extLst>
          </p:cNvPr>
          <p:cNvSpPr/>
          <p:nvPr/>
        </p:nvSpPr>
        <p:spPr>
          <a:xfrm>
            <a:off x="2568945" y="1941705"/>
            <a:ext cx="1725964" cy="523220"/>
          </a:xfrm>
          <a:prstGeom prst="round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path path="circle">
              <a:fillToRect l="50000" t="50000" r="50000" b="50000"/>
            </a:path>
            <a:tileRect/>
          </a:gradFill>
          <a:ln>
            <a:solidFill>
              <a:schemeClr val="tx1"/>
            </a:solidFill>
          </a:ln>
          <a:scene3d>
            <a:camera prst="orthographicFront"/>
            <a:lightRig rig="threePt" dir="t"/>
          </a:scene3d>
          <a:sp3d>
            <a:bevelT w="139700" h="139700" prst="divo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 name="CaixaDeTexto 1">
            <a:extLst>
              <a:ext uri="{FF2B5EF4-FFF2-40B4-BE49-F238E27FC236}">
                <a16:creationId xmlns:a16="http://schemas.microsoft.com/office/drawing/2014/main" id="{1A9C63B2-B173-F68C-8C22-7CC75402AA9C}"/>
              </a:ext>
            </a:extLst>
          </p:cNvPr>
          <p:cNvSpPr txBox="1"/>
          <p:nvPr/>
        </p:nvSpPr>
        <p:spPr>
          <a:xfrm>
            <a:off x="292867" y="107583"/>
            <a:ext cx="11606266" cy="1815882"/>
          </a:xfrm>
          <a:prstGeom prst="rect">
            <a:avLst/>
          </a:prstGeom>
          <a:noFill/>
        </p:spPr>
        <p:txBody>
          <a:bodyPr wrap="square">
            <a:spAutoFit/>
          </a:bodyPr>
          <a:lstStyle/>
          <a:p>
            <a:pPr algn="just"/>
            <a:r>
              <a:rPr lang="pt-BR" sz="2800" b="1" dirty="0">
                <a:solidFill>
                  <a:srgbClr val="FF0000"/>
                </a:solidFill>
                <a:latin typeface="Arial" panose="020B0604020202020204" pitchFamily="34" charset="0"/>
                <a:cs typeface="Arial" panose="020B0604020202020204" pitchFamily="34" charset="0"/>
              </a:rPr>
              <a:t>2-) (ESPCEX – SP – 2016) pag.: 67 </a:t>
            </a:r>
            <a:r>
              <a:rPr lang="pt-BR" sz="2800" b="1" dirty="0">
                <a:latin typeface="Arial" panose="020B0604020202020204" pitchFamily="34" charset="0"/>
                <a:cs typeface="Arial" panose="020B0604020202020204" pitchFamily="34" charset="0"/>
              </a:rPr>
              <a:t> Um trem de 150 m de comprimento se desloca com velocidade escalar constante de 16 m/s. Esse trem atravessa um túnel e leva 50 s desde a entrada até a saída completa de dentro dele. O comprimento do túnel é de:</a:t>
            </a:r>
          </a:p>
        </p:txBody>
      </p:sp>
      <p:sp>
        <p:nvSpPr>
          <p:cNvPr id="3" name="CaixaDeTexto 2">
            <a:extLst>
              <a:ext uri="{FF2B5EF4-FFF2-40B4-BE49-F238E27FC236}">
                <a16:creationId xmlns:a16="http://schemas.microsoft.com/office/drawing/2014/main" id="{8FBB80EC-FD45-9513-DFE4-2256B747D4EE}"/>
              </a:ext>
            </a:extLst>
          </p:cNvPr>
          <p:cNvSpPr txBox="1"/>
          <p:nvPr/>
        </p:nvSpPr>
        <p:spPr>
          <a:xfrm>
            <a:off x="292867" y="1923465"/>
            <a:ext cx="11081715" cy="523220"/>
          </a:xfrm>
          <a:prstGeom prst="rect">
            <a:avLst/>
          </a:prstGeom>
          <a:noFill/>
        </p:spPr>
        <p:txBody>
          <a:bodyPr wrap="square">
            <a:spAutoFit/>
          </a:bodyPr>
          <a:lstStyle/>
          <a:p>
            <a:r>
              <a:rPr lang="pt-BR" sz="2800" b="1" dirty="0">
                <a:latin typeface="Arial" panose="020B0604020202020204" pitchFamily="34" charset="0"/>
                <a:cs typeface="Arial" panose="020B0604020202020204" pitchFamily="34" charset="0"/>
              </a:rPr>
              <a:t>a) 500 m. 		b) 650 m. 		c) 800 m.		d) 950 m. 		e) 1100 m.</a:t>
            </a:r>
          </a:p>
        </p:txBody>
      </p:sp>
      <p:sp>
        <p:nvSpPr>
          <p:cNvPr id="4" name="Retângulo 3">
            <a:extLst>
              <a:ext uri="{FF2B5EF4-FFF2-40B4-BE49-F238E27FC236}">
                <a16:creationId xmlns:a16="http://schemas.microsoft.com/office/drawing/2014/main" id="{45B6A844-7034-CB97-C4DE-0DA0D91D7181}"/>
              </a:ext>
            </a:extLst>
          </p:cNvPr>
          <p:cNvSpPr/>
          <p:nvPr/>
        </p:nvSpPr>
        <p:spPr>
          <a:xfrm>
            <a:off x="274209" y="2235972"/>
            <a:ext cx="2004075" cy="523220"/>
          </a:xfrm>
          <a:prstGeom prst="rect">
            <a:avLst/>
          </a:prstGeom>
        </p:spPr>
        <p:txBody>
          <a:bodyPr wrap="none">
            <a:spAutoFit/>
          </a:bodyPr>
          <a:lstStyle/>
          <a:p>
            <a:pPr algn="just"/>
            <a:r>
              <a:rPr lang="pt-BR" sz="2800" b="1" dirty="0">
                <a:solidFill>
                  <a:srgbClr val="FF0000"/>
                </a:solidFill>
                <a:latin typeface="Arial" panose="020B0604020202020204" pitchFamily="34" charset="0"/>
                <a:cs typeface="Arial" panose="020B0604020202020204" pitchFamily="34" charset="0"/>
              </a:rPr>
              <a:t>Resolução</a:t>
            </a:r>
          </a:p>
        </p:txBody>
      </p:sp>
      <p:sp>
        <p:nvSpPr>
          <p:cNvPr id="5" name="Retângulo 4">
            <a:extLst>
              <a:ext uri="{FF2B5EF4-FFF2-40B4-BE49-F238E27FC236}">
                <a16:creationId xmlns:a16="http://schemas.microsoft.com/office/drawing/2014/main" id="{4E39A1BE-4A9B-451B-4FBF-90BD83899D70}"/>
              </a:ext>
            </a:extLst>
          </p:cNvPr>
          <p:cNvSpPr/>
          <p:nvPr/>
        </p:nvSpPr>
        <p:spPr>
          <a:xfrm>
            <a:off x="274209" y="2712155"/>
            <a:ext cx="9673355" cy="523220"/>
          </a:xfrm>
          <a:prstGeom prst="rect">
            <a:avLst/>
          </a:prstGeom>
        </p:spPr>
        <p:txBody>
          <a:bodyPr wrap="square">
            <a:spAutoFit/>
          </a:bodyPr>
          <a:lstStyle/>
          <a:p>
            <a:pPr algn="just"/>
            <a:r>
              <a:rPr lang="pt-BR" sz="2800" b="1" dirty="0">
                <a:solidFill>
                  <a:srgbClr val="002060"/>
                </a:solidFill>
                <a:latin typeface="Arial" panose="020B0604020202020204" pitchFamily="34" charset="0"/>
                <a:cs typeface="Arial" panose="020B0604020202020204" pitchFamily="34" charset="0"/>
              </a:rPr>
              <a:t>Fazer uma figura ilustrativa no início da ultrapassagem:</a:t>
            </a:r>
          </a:p>
        </p:txBody>
      </p:sp>
      <p:sp>
        <p:nvSpPr>
          <p:cNvPr id="6" name="Retângulo 5">
            <a:extLst>
              <a:ext uri="{FF2B5EF4-FFF2-40B4-BE49-F238E27FC236}">
                <a16:creationId xmlns:a16="http://schemas.microsoft.com/office/drawing/2014/main" id="{9E2E3B68-B732-EBE9-2694-3649BCC12C7C}"/>
              </a:ext>
            </a:extLst>
          </p:cNvPr>
          <p:cNvSpPr/>
          <p:nvPr/>
        </p:nvSpPr>
        <p:spPr>
          <a:xfrm>
            <a:off x="443345" y="3778135"/>
            <a:ext cx="5874328"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7" name="Agrupar 6">
            <a:extLst>
              <a:ext uri="{FF2B5EF4-FFF2-40B4-BE49-F238E27FC236}">
                <a16:creationId xmlns:a16="http://schemas.microsoft.com/office/drawing/2014/main" id="{AE364A7C-AE1F-4D52-E51D-17747258F58A}"/>
              </a:ext>
            </a:extLst>
          </p:cNvPr>
          <p:cNvGrpSpPr/>
          <p:nvPr/>
        </p:nvGrpSpPr>
        <p:grpSpPr>
          <a:xfrm>
            <a:off x="443345" y="3183760"/>
            <a:ext cx="2216726" cy="580967"/>
            <a:chOff x="2278284" y="4366614"/>
            <a:chExt cx="2216726" cy="580967"/>
          </a:xfrm>
        </p:grpSpPr>
        <p:grpSp>
          <p:nvGrpSpPr>
            <p:cNvPr id="8" name="Agrupar 7">
              <a:extLst>
                <a:ext uri="{FF2B5EF4-FFF2-40B4-BE49-F238E27FC236}">
                  <a16:creationId xmlns:a16="http://schemas.microsoft.com/office/drawing/2014/main" id="{E1122E32-DE3F-F8FD-F6F3-4CD4E1AA4254}"/>
                </a:ext>
              </a:extLst>
            </p:cNvPr>
            <p:cNvGrpSpPr/>
            <p:nvPr/>
          </p:nvGrpSpPr>
          <p:grpSpPr>
            <a:xfrm>
              <a:off x="2278284" y="4366614"/>
              <a:ext cx="2216726" cy="453046"/>
              <a:chOff x="617181" y="3169581"/>
              <a:chExt cx="2216726" cy="453046"/>
            </a:xfrm>
          </p:grpSpPr>
          <p:sp>
            <p:nvSpPr>
              <p:cNvPr id="15" name="Retângulo 14">
                <a:extLst>
                  <a:ext uri="{FF2B5EF4-FFF2-40B4-BE49-F238E27FC236}">
                    <a16:creationId xmlns:a16="http://schemas.microsoft.com/office/drawing/2014/main" id="{63AC57F3-9A2F-C1EB-3F4D-5A9B2FA37DF3}"/>
                  </a:ext>
                </a:extLst>
              </p:cNvPr>
              <p:cNvSpPr/>
              <p:nvPr/>
            </p:nvSpPr>
            <p:spPr>
              <a:xfrm>
                <a:off x="617181" y="3169582"/>
                <a:ext cx="678872" cy="453045"/>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Retângulo 15">
                <a:extLst>
                  <a:ext uri="{FF2B5EF4-FFF2-40B4-BE49-F238E27FC236}">
                    <a16:creationId xmlns:a16="http://schemas.microsoft.com/office/drawing/2014/main" id="{C2E570F0-D570-A283-11CF-B0B07FC7B546}"/>
                  </a:ext>
                </a:extLst>
              </p:cNvPr>
              <p:cNvSpPr/>
              <p:nvPr/>
            </p:nvSpPr>
            <p:spPr>
              <a:xfrm>
                <a:off x="1599412" y="3169581"/>
                <a:ext cx="678872" cy="453045"/>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7" name="Conector reto 16">
                <a:extLst>
                  <a:ext uri="{FF2B5EF4-FFF2-40B4-BE49-F238E27FC236}">
                    <a16:creationId xmlns:a16="http://schemas.microsoft.com/office/drawing/2014/main" id="{A06B240E-CF05-3C3C-5EED-FD8DEC840CF9}"/>
                  </a:ext>
                </a:extLst>
              </p:cNvPr>
              <p:cNvCxnSpPr>
                <a:stCxn id="15" idx="3"/>
                <a:endCxn id="16" idx="1"/>
              </p:cNvCxnSpPr>
              <p:nvPr/>
            </p:nvCxnSpPr>
            <p:spPr>
              <a:xfrm flipV="1">
                <a:off x="1296053" y="3396104"/>
                <a:ext cx="303359"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riângulo Retângulo 17">
                <a:extLst>
                  <a:ext uri="{FF2B5EF4-FFF2-40B4-BE49-F238E27FC236}">
                    <a16:creationId xmlns:a16="http://schemas.microsoft.com/office/drawing/2014/main" id="{4AC6451D-79E8-D274-0735-04DD967FD3FF}"/>
                  </a:ext>
                </a:extLst>
              </p:cNvPr>
              <p:cNvSpPr/>
              <p:nvPr/>
            </p:nvSpPr>
            <p:spPr>
              <a:xfrm>
                <a:off x="2278284" y="3169581"/>
                <a:ext cx="555623" cy="453045"/>
              </a:xfrm>
              <a:prstGeom prst="r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9" name="Fluxograma: Conector 8">
              <a:extLst>
                <a:ext uri="{FF2B5EF4-FFF2-40B4-BE49-F238E27FC236}">
                  <a16:creationId xmlns:a16="http://schemas.microsoft.com/office/drawing/2014/main" id="{7396396F-C1E5-4E89-364A-EC71416DF9CC}"/>
                </a:ext>
              </a:extLst>
            </p:cNvPr>
            <p:cNvSpPr/>
            <p:nvPr/>
          </p:nvSpPr>
          <p:spPr>
            <a:xfrm>
              <a:off x="2321207" y="4829726"/>
              <a:ext cx="113555" cy="117855"/>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Fluxograma: Conector 9">
              <a:extLst>
                <a:ext uri="{FF2B5EF4-FFF2-40B4-BE49-F238E27FC236}">
                  <a16:creationId xmlns:a16="http://schemas.microsoft.com/office/drawing/2014/main" id="{F03F4555-7096-6A57-4E4C-452A34B7A743}"/>
                </a:ext>
              </a:extLst>
            </p:cNvPr>
            <p:cNvSpPr/>
            <p:nvPr/>
          </p:nvSpPr>
          <p:spPr>
            <a:xfrm>
              <a:off x="2677306" y="4816029"/>
              <a:ext cx="113555" cy="117855"/>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Fluxograma: Conector 10">
              <a:extLst>
                <a:ext uri="{FF2B5EF4-FFF2-40B4-BE49-F238E27FC236}">
                  <a16:creationId xmlns:a16="http://schemas.microsoft.com/office/drawing/2014/main" id="{CAD732E6-B8FE-F231-C3CE-E29B1BB2858C}"/>
                </a:ext>
              </a:extLst>
            </p:cNvPr>
            <p:cNvSpPr/>
            <p:nvPr/>
          </p:nvSpPr>
          <p:spPr>
            <a:xfrm>
              <a:off x="3315926" y="4829664"/>
              <a:ext cx="113555" cy="117855"/>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Fluxograma: Conector 11">
              <a:extLst>
                <a:ext uri="{FF2B5EF4-FFF2-40B4-BE49-F238E27FC236}">
                  <a16:creationId xmlns:a16="http://schemas.microsoft.com/office/drawing/2014/main" id="{2D0F5FB0-A19D-47FD-52F6-4B7D049269E0}"/>
                </a:ext>
              </a:extLst>
            </p:cNvPr>
            <p:cNvSpPr/>
            <p:nvPr/>
          </p:nvSpPr>
          <p:spPr>
            <a:xfrm>
              <a:off x="3640727" y="4829664"/>
              <a:ext cx="113555" cy="117855"/>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Fluxograma: Conector 12">
              <a:extLst>
                <a:ext uri="{FF2B5EF4-FFF2-40B4-BE49-F238E27FC236}">
                  <a16:creationId xmlns:a16="http://schemas.microsoft.com/office/drawing/2014/main" id="{5CD9568A-C1A3-C4FD-FB38-164119520E14}"/>
                </a:ext>
              </a:extLst>
            </p:cNvPr>
            <p:cNvSpPr/>
            <p:nvPr/>
          </p:nvSpPr>
          <p:spPr>
            <a:xfrm>
              <a:off x="3965528" y="4829664"/>
              <a:ext cx="113555" cy="117855"/>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Fluxograma: Conector 13">
              <a:extLst>
                <a:ext uri="{FF2B5EF4-FFF2-40B4-BE49-F238E27FC236}">
                  <a16:creationId xmlns:a16="http://schemas.microsoft.com/office/drawing/2014/main" id="{E9636B24-4702-DA85-E64D-620694CD74ED}"/>
                </a:ext>
              </a:extLst>
            </p:cNvPr>
            <p:cNvSpPr/>
            <p:nvPr/>
          </p:nvSpPr>
          <p:spPr>
            <a:xfrm>
              <a:off x="4290329" y="4829664"/>
              <a:ext cx="113555" cy="117855"/>
            </a:xfrm>
            <a:prstGeom prst="flowChart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35" name="Agrupar 34">
            <a:extLst>
              <a:ext uri="{FF2B5EF4-FFF2-40B4-BE49-F238E27FC236}">
                <a16:creationId xmlns:a16="http://schemas.microsoft.com/office/drawing/2014/main" id="{66D0998A-25C2-981D-A900-F6494A57566C}"/>
              </a:ext>
            </a:extLst>
          </p:cNvPr>
          <p:cNvGrpSpPr/>
          <p:nvPr/>
        </p:nvGrpSpPr>
        <p:grpSpPr>
          <a:xfrm>
            <a:off x="443345" y="3643967"/>
            <a:ext cx="5447287" cy="729840"/>
            <a:chOff x="443345" y="3643967"/>
            <a:chExt cx="5447287" cy="729840"/>
          </a:xfrm>
        </p:grpSpPr>
        <p:cxnSp>
          <p:nvCxnSpPr>
            <p:cNvPr id="36" name="Conector reto 35">
              <a:extLst>
                <a:ext uri="{FF2B5EF4-FFF2-40B4-BE49-F238E27FC236}">
                  <a16:creationId xmlns:a16="http://schemas.microsoft.com/office/drawing/2014/main" id="{6189FE80-7B16-3ACD-B45E-3E77F147D325}"/>
                </a:ext>
              </a:extLst>
            </p:cNvPr>
            <p:cNvCxnSpPr/>
            <p:nvPr/>
          </p:nvCxnSpPr>
          <p:spPr>
            <a:xfrm>
              <a:off x="443345" y="3668394"/>
              <a:ext cx="0" cy="705413"/>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7" name="Conector reto 36">
              <a:extLst>
                <a:ext uri="{FF2B5EF4-FFF2-40B4-BE49-F238E27FC236}">
                  <a16:creationId xmlns:a16="http://schemas.microsoft.com/office/drawing/2014/main" id="{7DB94CA3-AA38-4AE9-CDD9-77DAAE3C308D}"/>
                </a:ext>
              </a:extLst>
            </p:cNvPr>
            <p:cNvCxnSpPr/>
            <p:nvPr/>
          </p:nvCxnSpPr>
          <p:spPr>
            <a:xfrm>
              <a:off x="2687780" y="3643967"/>
              <a:ext cx="0" cy="705413"/>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8" name="Conector reto 37">
              <a:extLst>
                <a:ext uri="{FF2B5EF4-FFF2-40B4-BE49-F238E27FC236}">
                  <a16:creationId xmlns:a16="http://schemas.microsoft.com/office/drawing/2014/main" id="{A66F05AE-0CE0-DBC4-6022-BE9E53FCB127}"/>
                </a:ext>
              </a:extLst>
            </p:cNvPr>
            <p:cNvCxnSpPr/>
            <p:nvPr/>
          </p:nvCxnSpPr>
          <p:spPr>
            <a:xfrm>
              <a:off x="5890632" y="3655259"/>
              <a:ext cx="0" cy="705413"/>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39" name="Agrupar 38">
            <a:extLst>
              <a:ext uri="{FF2B5EF4-FFF2-40B4-BE49-F238E27FC236}">
                <a16:creationId xmlns:a16="http://schemas.microsoft.com/office/drawing/2014/main" id="{137337EB-B870-A295-E389-BED979C42671}"/>
              </a:ext>
            </a:extLst>
          </p:cNvPr>
          <p:cNvGrpSpPr/>
          <p:nvPr/>
        </p:nvGrpSpPr>
        <p:grpSpPr>
          <a:xfrm>
            <a:off x="443345" y="4099062"/>
            <a:ext cx="2244435" cy="523220"/>
            <a:chOff x="443345" y="4099062"/>
            <a:chExt cx="2244435" cy="523220"/>
          </a:xfrm>
        </p:grpSpPr>
        <p:cxnSp>
          <p:nvCxnSpPr>
            <p:cNvPr id="40" name="Conector de Seta Reta 39">
              <a:extLst>
                <a:ext uri="{FF2B5EF4-FFF2-40B4-BE49-F238E27FC236}">
                  <a16:creationId xmlns:a16="http://schemas.microsoft.com/office/drawing/2014/main" id="{F5F94F95-30EA-36E6-09FE-27832800C0A3}"/>
                </a:ext>
              </a:extLst>
            </p:cNvPr>
            <p:cNvCxnSpPr/>
            <p:nvPr/>
          </p:nvCxnSpPr>
          <p:spPr>
            <a:xfrm>
              <a:off x="443345" y="4128655"/>
              <a:ext cx="2244435" cy="0"/>
            </a:xfrm>
            <a:prstGeom prst="straightConnector1">
              <a:avLst/>
            </a:prstGeom>
            <a:ln w="381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41" name="CaixaDeTexto 40">
              <a:extLst>
                <a:ext uri="{FF2B5EF4-FFF2-40B4-BE49-F238E27FC236}">
                  <a16:creationId xmlns:a16="http://schemas.microsoft.com/office/drawing/2014/main" id="{FD291E5D-560E-FAE3-5405-EE873814393C}"/>
                </a:ext>
              </a:extLst>
            </p:cNvPr>
            <p:cNvSpPr txBox="1"/>
            <p:nvPr/>
          </p:nvSpPr>
          <p:spPr>
            <a:xfrm>
              <a:off x="1021883" y="4099062"/>
              <a:ext cx="1204176"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150 m</a:t>
              </a:r>
            </a:p>
          </p:txBody>
        </p:sp>
      </p:grpSp>
      <p:grpSp>
        <p:nvGrpSpPr>
          <p:cNvPr id="42" name="Agrupar 41">
            <a:extLst>
              <a:ext uri="{FF2B5EF4-FFF2-40B4-BE49-F238E27FC236}">
                <a16:creationId xmlns:a16="http://schemas.microsoft.com/office/drawing/2014/main" id="{8F0C356E-1841-85F8-F28A-BC688B7EE24D}"/>
              </a:ext>
            </a:extLst>
          </p:cNvPr>
          <p:cNvGrpSpPr/>
          <p:nvPr/>
        </p:nvGrpSpPr>
        <p:grpSpPr>
          <a:xfrm>
            <a:off x="2697975" y="4039377"/>
            <a:ext cx="3182464" cy="523220"/>
            <a:chOff x="2708168" y="4021100"/>
            <a:chExt cx="3182464" cy="523220"/>
          </a:xfrm>
        </p:grpSpPr>
        <p:cxnSp>
          <p:nvCxnSpPr>
            <p:cNvPr id="43" name="Conector de Seta Reta 42">
              <a:extLst>
                <a:ext uri="{FF2B5EF4-FFF2-40B4-BE49-F238E27FC236}">
                  <a16:creationId xmlns:a16="http://schemas.microsoft.com/office/drawing/2014/main" id="{DCA0C9A5-6B04-AE47-B1F1-D014805394FA}"/>
                </a:ext>
              </a:extLst>
            </p:cNvPr>
            <p:cNvCxnSpPr>
              <a:cxnSpLocks/>
            </p:cNvCxnSpPr>
            <p:nvPr/>
          </p:nvCxnSpPr>
          <p:spPr>
            <a:xfrm>
              <a:off x="2708168" y="4021100"/>
              <a:ext cx="3182464" cy="0"/>
            </a:xfrm>
            <a:prstGeom prst="straightConnector1">
              <a:avLst/>
            </a:prstGeom>
            <a:ln w="381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9193E926-139E-1D2D-7813-DAC5488B22A6}"/>
                    </a:ext>
                  </a:extLst>
                </p:cNvPr>
                <p:cNvSpPr txBox="1"/>
                <p:nvPr/>
              </p:nvSpPr>
              <p:spPr>
                <a:xfrm>
                  <a:off x="3928374" y="4021100"/>
                  <a:ext cx="700833"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dirty="0" smtClean="0">
                            <a:latin typeface="Cambria Math" panose="02040503050406030204" pitchFamily="18" charset="0"/>
                            <a:ea typeface="Cambria Math" panose="02040503050406030204" pitchFamily="18" charset="0"/>
                            <a:cs typeface="Arial" panose="020B0604020202020204" pitchFamily="34" charset="0"/>
                          </a:rPr>
                          <m:t>∆</m:t>
                        </m:r>
                        <m:r>
                          <a:rPr lang="pt-BR" sz="2800" b="1" i="1" dirty="0" smtClean="0">
                            <a:latin typeface="Cambria Math" panose="02040503050406030204" pitchFamily="18" charset="0"/>
                            <a:ea typeface="Cambria Math" panose="02040503050406030204" pitchFamily="18" charset="0"/>
                            <a:cs typeface="Arial" panose="020B0604020202020204" pitchFamily="34" charset="0"/>
                          </a:rPr>
                          <m:t>𝑺</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44" name="CaixaDeTexto 43">
                  <a:extLst>
                    <a:ext uri="{FF2B5EF4-FFF2-40B4-BE49-F238E27FC236}">
                      <a16:creationId xmlns:a16="http://schemas.microsoft.com/office/drawing/2014/main" id="{9193E926-139E-1D2D-7813-DAC5488B22A6}"/>
                    </a:ext>
                  </a:extLst>
                </p:cNvPr>
                <p:cNvSpPr txBox="1">
                  <a:spLocks noRot="1" noChangeAspect="1" noMove="1" noResize="1" noEditPoints="1" noAdjustHandles="1" noChangeArrowheads="1" noChangeShapeType="1" noTextEdit="1"/>
                </p:cNvSpPr>
                <p:nvPr/>
              </p:nvSpPr>
              <p:spPr>
                <a:xfrm>
                  <a:off x="3928374" y="4021100"/>
                  <a:ext cx="700833" cy="523220"/>
                </a:xfrm>
                <a:prstGeom prst="rect">
                  <a:avLst/>
                </a:prstGeom>
                <a:blipFill>
                  <a:blip r:embed="rId2"/>
                  <a:stretch>
                    <a:fillRect/>
                  </a:stretch>
                </a:blipFill>
              </p:spPr>
              <p:txBody>
                <a:bodyPr/>
                <a:lstStyle/>
                <a:p>
                  <a:r>
                    <a:rPr lang="pt-BR">
                      <a:noFill/>
                    </a:rPr>
                    <a:t> </a:t>
                  </a:r>
                </a:p>
              </p:txBody>
            </p:sp>
          </mc:Fallback>
        </mc:AlternateContent>
      </p:grpSp>
      <p:sp>
        <p:nvSpPr>
          <p:cNvPr id="45" name="CaixaDeTexto 44">
            <a:extLst>
              <a:ext uri="{FF2B5EF4-FFF2-40B4-BE49-F238E27FC236}">
                <a16:creationId xmlns:a16="http://schemas.microsoft.com/office/drawing/2014/main" id="{FB0AC5AF-B933-15D3-0846-C8D9DB0D7D9E}"/>
              </a:ext>
            </a:extLst>
          </p:cNvPr>
          <p:cNvSpPr txBox="1"/>
          <p:nvPr/>
        </p:nvSpPr>
        <p:spPr>
          <a:xfrm>
            <a:off x="221169" y="4345649"/>
            <a:ext cx="444352"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A</a:t>
            </a:r>
          </a:p>
        </p:txBody>
      </p:sp>
      <p:sp>
        <p:nvSpPr>
          <p:cNvPr id="46" name="CaixaDeTexto 45">
            <a:extLst>
              <a:ext uri="{FF2B5EF4-FFF2-40B4-BE49-F238E27FC236}">
                <a16:creationId xmlns:a16="http://schemas.microsoft.com/office/drawing/2014/main" id="{406ABD23-0F61-1411-5F93-E776F292D548}"/>
              </a:ext>
            </a:extLst>
          </p:cNvPr>
          <p:cNvSpPr txBox="1"/>
          <p:nvPr/>
        </p:nvSpPr>
        <p:spPr>
          <a:xfrm>
            <a:off x="5678079" y="4360672"/>
            <a:ext cx="444352"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B</a:t>
            </a:r>
          </a:p>
        </p:txBody>
      </p:sp>
      <p:grpSp>
        <p:nvGrpSpPr>
          <p:cNvPr id="49" name="Agrupar 48">
            <a:extLst>
              <a:ext uri="{FF2B5EF4-FFF2-40B4-BE49-F238E27FC236}">
                <a16:creationId xmlns:a16="http://schemas.microsoft.com/office/drawing/2014/main" id="{1C940854-6C80-0CEB-B2C1-FBD93D7A936A}"/>
              </a:ext>
            </a:extLst>
          </p:cNvPr>
          <p:cNvGrpSpPr/>
          <p:nvPr/>
        </p:nvGrpSpPr>
        <p:grpSpPr>
          <a:xfrm>
            <a:off x="2660071" y="3141210"/>
            <a:ext cx="3376594" cy="629503"/>
            <a:chOff x="6236782" y="4360671"/>
            <a:chExt cx="3376594" cy="629503"/>
          </a:xfrm>
        </p:grpSpPr>
        <p:sp>
          <p:nvSpPr>
            <p:cNvPr id="29" name="Retângulo 28">
              <a:extLst>
                <a:ext uri="{FF2B5EF4-FFF2-40B4-BE49-F238E27FC236}">
                  <a16:creationId xmlns:a16="http://schemas.microsoft.com/office/drawing/2014/main" id="{D492B3D1-B76A-73DF-2455-CFB648FFCB91}"/>
                </a:ext>
              </a:extLst>
            </p:cNvPr>
            <p:cNvSpPr/>
            <p:nvPr/>
          </p:nvSpPr>
          <p:spPr>
            <a:xfrm>
              <a:off x="6346551" y="4360672"/>
              <a:ext cx="3157056" cy="593076"/>
            </a:xfrm>
            <a:prstGeom prst="rect">
              <a:avLst/>
            </a:prstGeom>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7" name="Elipse 46">
              <a:extLst>
                <a:ext uri="{FF2B5EF4-FFF2-40B4-BE49-F238E27FC236}">
                  <a16:creationId xmlns:a16="http://schemas.microsoft.com/office/drawing/2014/main" id="{2494B4A2-9F46-C469-9AA8-4DEEF4F4B5FC}"/>
                </a:ext>
              </a:extLst>
            </p:cNvPr>
            <p:cNvSpPr/>
            <p:nvPr/>
          </p:nvSpPr>
          <p:spPr>
            <a:xfrm>
              <a:off x="6236782" y="4360671"/>
              <a:ext cx="302563" cy="629503"/>
            </a:xfrm>
            <a:prstGeom prst="ellipse">
              <a:avLst/>
            </a:prstGeom>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8" name="Elipse 47">
              <a:extLst>
                <a:ext uri="{FF2B5EF4-FFF2-40B4-BE49-F238E27FC236}">
                  <a16:creationId xmlns:a16="http://schemas.microsoft.com/office/drawing/2014/main" id="{236BCBF7-A668-09BC-CF70-23ADD72EC1B7}"/>
                </a:ext>
              </a:extLst>
            </p:cNvPr>
            <p:cNvSpPr/>
            <p:nvPr/>
          </p:nvSpPr>
          <p:spPr>
            <a:xfrm>
              <a:off x="9310813" y="4360671"/>
              <a:ext cx="302563" cy="629503"/>
            </a:xfrm>
            <a:prstGeom prst="ellipse">
              <a:avLst/>
            </a:prstGeom>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50" name="Retângulo 49">
            <a:extLst>
              <a:ext uri="{FF2B5EF4-FFF2-40B4-BE49-F238E27FC236}">
                <a16:creationId xmlns:a16="http://schemas.microsoft.com/office/drawing/2014/main" id="{68D40BFC-1C8F-B6D6-098C-F310966096F3}"/>
              </a:ext>
            </a:extLst>
          </p:cNvPr>
          <p:cNvSpPr/>
          <p:nvPr/>
        </p:nvSpPr>
        <p:spPr>
          <a:xfrm>
            <a:off x="334343" y="4761605"/>
            <a:ext cx="1563248" cy="523220"/>
          </a:xfrm>
          <a:prstGeom prst="rect">
            <a:avLst/>
          </a:prstGeom>
        </p:spPr>
        <p:txBody>
          <a:bodyPr wrap="none">
            <a:spAutoFit/>
          </a:bodyPr>
          <a:lstStyle/>
          <a:p>
            <a:pPr algn="just"/>
            <a:r>
              <a:rPr lang="pt-BR" sz="2800" b="1" dirty="0">
                <a:solidFill>
                  <a:srgbClr val="FF0000"/>
                </a:solidFill>
                <a:latin typeface="Arial" panose="020B0604020202020204" pitchFamily="34" charset="0"/>
                <a:cs typeface="Arial" panose="020B0604020202020204" pitchFamily="34" charset="0"/>
              </a:rPr>
              <a:t>Modelo:</a:t>
            </a:r>
          </a:p>
        </p:txBody>
      </p:sp>
      <mc:AlternateContent xmlns:mc="http://schemas.openxmlformats.org/markup-compatibility/2006" xmlns:a14="http://schemas.microsoft.com/office/drawing/2010/main">
        <mc:Choice Requires="a14">
          <p:sp>
            <p:nvSpPr>
              <p:cNvPr id="51" name="Retângulo 50">
                <a:extLst>
                  <a:ext uri="{FF2B5EF4-FFF2-40B4-BE49-F238E27FC236}">
                    <a16:creationId xmlns:a16="http://schemas.microsoft.com/office/drawing/2014/main" id="{E107517F-0FF2-2116-0011-EEF1E4F0AB8E}"/>
                  </a:ext>
                </a:extLst>
              </p:cNvPr>
              <p:cNvSpPr/>
              <p:nvPr/>
            </p:nvSpPr>
            <p:spPr>
              <a:xfrm>
                <a:off x="1903920" y="4783096"/>
                <a:ext cx="2123145" cy="523220"/>
              </a:xfrm>
              <a:prstGeom prst="rect">
                <a:avLst/>
              </a:prstGeom>
            </p:spPr>
            <p:txBody>
              <a:bodyPr wrap="none">
                <a:spAutoFit/>
              </a:bodyPr>
              <a:lstStyle/>
              <a:p>
                <a:pPr algn="just"/>
                <a14:m>
                  <m:oMath xmlns:m="http://schemas.openxmlformats.org/officeDocument/2006/math">
                    <m:r>
                      <a:rPr lang="pt-BR" sz="2800" b="1" i="1" smtClean="0">
                        <a:solidFill>
                          <a:srgbClr val="002060"/>
                        </a:solidFill>
                        <a:latin typeface="Cambria Math" panose="02040503050406030204" pitchFamily="18" charset="0"/>
                        <a:cs typeface="Arial" panose="020B0604020202020204" pitchFamily="34" charset="0"/>
                      </a:rPr>
                      <m:t>𝑺</m:t>
                    </m:r>
                    <m:r>
                      <a:rPr lang="pt-BR" sz="2800" b="1" i="1" smtClean="0">
                        <a:solidFill>
                          <a:srgbClr val="002060"/>
                        </a:solidFill>
                        <a:latin typeface="Cambria Math" panose="02040503050406030204" pitchFamily="18" charset="0"/>
                        <a:cs typeface="Arial" panose="020B0604020202020204" pitchFamily="34" charset="0"/>
                      </a:rPr>
                      <m:t>=</m:t>
                    </m:r>
                    <m:sSub>
                      <m:sSubPr>
                        <m:ctrlPr>
                          <a:rPr lang="pt-BR" sz="2800" b="1" i="1" smtClean="0">
                            <a:solidFill>
                              <a:srgbClr val="002060"/>
                            </a:solidFill>
                            <a:latin typeface="Cambria Math" panose="02040503050406030204" pitchFamily="18" charset="0"/>
                            <a:cs typeface="Arial" panose="020B0604020202020204" pitchFamily="34" charset="0"/>
                          </a:rPr>
                        </m:ctrlPr>
                      </m:sSubPr>
                      <m:e>
                        <m:r>
                          <a:rPr lang="pt-BR" sz="2800" b="1" i="1" smtClean="0">
                            <a:solidFill>
                              <a:srgbClr val="002060"/>
                            </a:solidFill>
                            <a:latin typeface="Cambria Math" panose="02040503050406030204" pitchFamily="18" charset="0"/>
                            <a:cs typeface="Arial" panose="020B0604020202020204" pitchFamily="34" charset="0"/>
                          </a:rPr>
                          <m:t>𝑺</m:t>
                        </m:r>
                      </m:e>
                      <m:sub>
                        <m:r>
                          <a:rPr lang="pt-BR" sz="2800" b="1" i="1" smtClean="0">
                            <a:solidFill>
                              <a:srgbClr val="002060"/>
                            </a:solidFill>
                            <a:latin typeface="Cambria Math" panose="02040503050406030204" pitchFamily="18" charset="0"/>
                            <a:cs typeface="Arial" panose="020B0604020202020204" pitchFamily="34" charset="0"/>
                          </a:rPr>
                          <m:t>𝟎</m:t>
                        </m:r>
                      </m:sub>
                    </m:sSub>
                    <m:r>
                      <a:rPr lang="pt-BR" sz="2800" b="1" i="1" smtClean="0">
                        <a:solidFill>
                          <a:srgbClr val="002060"/>
                        </a:solidFill>
                        <a:latin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cs typeface="Arial" panose="020B0604020202020204" pitchFamily="34" charset="0"/>
                      </a:rPr>
                      <m:t>𝒗𝒕</m:t>
                    </m:r>
                  </m:oMath>
                </a14:m>
                <a:r>
                  <a:rPr lang="pt-BR" sz="2800" b="1" dirty="0">
                    <a:solidFill>
                      <a:srgbClr val="002060"/>
                    </a:solidFill>
                    <a:latin typeface="Arial" panose="020B0604020202020204" pitchFamily="34" charset="0"/>
                    <a:cs typeface="Arial" panose="020B0604020202020204" pitchFamily="34" charset="0"/>
                  </a:rPr>
                  <a:t> </a:t>
                </a:r>
              </a:p>
            </p:txBody>
          </p:sp>
        </mc:Choice>
        <mc:Fallback xmlns="">
          <p:sp>
            <p:nvSpPr>
              <p:cNvPr id="51" name="Retângulo 50">
                <a:extLst>
                  <a:ext uri="{FF2B5EF4-FFF2-40B4-BE49-F238E27FC236}">
                    <a16:creationId xmlns:a16="http://schemas.microsoft.com/office/drawing/2014/main" id="{E107517F-0FF2-2116-0011-EEF1E4F0AB8E}"/>
                  </a:ext>
                </a:extLst>
              </p:cNvPr>
              <p:cNvSpPr>
                <a:spLocks noRot="1" noChangeAspect="1" noMove="1" noResize="1" noEditPoints="1" noAdjustHandles="1" noChangeArrowheads="1" noChangeShapeType="1" noTextEdit="1"/>
              </p:cNvSpPr>
              <p:nvPr/>
            </p:nvSpPr>
            <p:spPr>
              <a:xfrm>
                <a:off x="1903920" y="4783096"/>
                <a:ext cx="2123145" cy="523220"/>
              </a:xfrm>
              <a:prstGeom prst="rect">
                <a:avLst/>
              </a:prstGeom>
              <a:blipFill>
                <a:blip r:embed="rId3"/>
                <a:stretch>
                  <a:fillRect/>
                </a:stretch>
              </a:blipFill>
            </p:spPr>
            <p:txBody>
              <a:bodyPr/>
              <a:lstStyle/>
              <a:p>
                <a:r>
                  <a:rPr lang="pt-BR">
                    <a:noFill/>
                  </a:rPr>
                  <a:t> </a:t>
                </a:r>
              </a:p>
            </p:txBody>
          </p:sp>
        </mc:Fallback>
      </mc:AlternateContent>
      <p:sp>
        <p:nvSpPr>
          <p:cNvPr id="52" name="Retângulo 51">
            <a:extLst>
              <a:ext uri="{FF2B5EF4-FFF2-40B4-BE49-F238E27FC236}">
                <a16:creationId xmlns:a16="http://schemas.microsoft.com/office/drawing/2014/main" id="{BA8433B0-C31C-13E6-0270-8628891FC0E5}"/>
              </a:ext>
            </a:extLst>
          </p:cNvPr>
          <p:cNvSpPr/>
          <p:nvPr/>
        </p:nvSpPr>
        <p:spPr>
          <a:xfrm>
            <a:off x="292867" y="5238930"/>
            <a:ext cx="7789429" cy="523220"/>
          </a:xfrm>
          <a:prstGeom prst="rect">
            <a:avLst/>
          </a:prstGeom>
        </p:spPr>
        <p:txBody>
          <a:bodyPr wrap="square">
            <a:spAutoFit/>
          </a:bodyPr>
          <a:lstStyle/>
          <a:p>
            <a:pPr algn="just"/>
            <a:r>
              <a:rPr lang="pt-BR" sz="2800" b="1" dirty="0">
                <a:latin typeface="Arial" panose="020B0604020202020204" pitchFamily="34" charset="0"/>
                <a:cs typeface="Arial" panose="020B0604020202020204" pitchFamily="34" charset="0"/>
              </a:rPr>
              <a:t>Escrever a função horária do ponto A:</a:t>
            </a:r>
          </a:p>
        </p:txBody>
      </p:sp>
      <mc:AlternateContent xmlns:mc="http://schemas.openxmlformats.org/markup-compatibility/2006" xmlns:a14="http://schemas.microsoft.com/office/drawing/2010/main">
        <mc:Choice Requires="a14">
          <p:sp>
            <p:nvSpPr>
              <p:cNvPr id="53" name="CaixaDeTexto 52">
                <a:extLst>
                  <a:ext uri="{FF2B5EF4-FFF2-40B4-BE49-F238E27FC236}">
                    <a16:creationId xmlns:a16="http://schemas.microsoft.com/office/drawing/2014/main" id="{8E9EF642-E87D-BD5C-171B-C216FF8B34A0}"/>
                  </a:ext>
                </a:extLst>
              </p:cNvPr>
              <p:cNvSpPr txBox="1"/>
              <p:nvPr/>
            </p:nvSpPr>
            <p:spPr>
              <a:xfrm>
                <a:off x="575000" y="5648867"/>
                <a:ext cx="268868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cs typeface="Arial" panose="020B0604020202020204" pitchFamily="34" charset="0"/>
                            </a:rPr>
                            <m:t>𝑨</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𝟏𝟔</m:t>
                      </m:r>
                      <m:r>
                        <a:rPr lang="pt-BR" sz="2800" b="1" i="1" smtClean="0">
                          <a:latin typeface="Cambria Math" panose="02040503050406030204" pitchFamily="18" charset="0"/>
                          <a:cs typeface="Arial" panose="020B0604020202020204" pitchFamily="34" charset="0"/>
                        </a:rPr>
                        <m:t>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𝒔</m:t>
                      </m:r>
                      <m:r>
                        <a:rPr lang="pt-BR" sz="2800" b="1" i="1" smtClean="0">
                          <a:latin typeface="Cambria Math" panose="02040503050406030204" pitchFamily="18" charset="0"/>
                          <a:cs typeface="Arial" panose="020B0604020202020204" pitchFamily="34" charset="0"/>
                        </a:rPr>
                        <m:t>)</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53" name="CaixaDeTexto 52">
                <a:extLst>
                  <a:ext uri="{FF2B5EF4-FFF2-40B4-BE49-F238E27FC236}">
                    <a16:creationId xmlns:a16="http://schemas.microsoft.com/office/drawing/2014/main" id="{8E9EF642-E87D-BD5C-171B-C216FF8B34A0}"/>
                  </a:ext>
                </a:extLst>
              </p:cNvPr>
              <p:cNvSpPr txBox="1">
                <a:spLocks noRot="1" noChangeAspect="1" noMove="1" noResize="1" noEditPoints="1" noAdjustHandles="1" noChangeArrowheads="1" noChangeShapeType="1" noTextEdit="1"/>
              </p:cNvSpPr>
              <p:nvPr/>
            </p:nvSpPr>
            <p:spPr>
              <a:xfrm>
                <a:off x="575000" y="5648867"/>
                <a:ext cx="2688685" cy="523220"/>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5" name="Retângulo 54">
                <a:extLst>
                  <a:ext uri="{FF2B5EF4-FFF2-40B4-BE49-F238E27FC236}">
                    <a16:creationId xmlns:a16="http://schemas.microsoft.com/office/drawing/2014/main" id="{6243F0CE-33A7-406B-8417-2ED61FAF858F}"/>
                  </a:ext>
                </a:extLst>
              </p:cNvPr>
              <p:cNvSpPr/>
              <p:nvPr/>
            </p:nvSpPr>
            <p:spPr>
              <a:xfrm>
                <a:off x="191780" y="6172087"/>
                <a:ext cx="6954633" cy="523220"/>
              </a:xfrm>
              <a:prstGeom prst="rect">
                <a:avLst/>
              </a:prstGeom>
            </p:spPr>
            <p:txBody>
              <a:bodyPr wrap="square">
                <a:spAutoFit/>
              </a:bodyPr>
              <a:lstStyle/>
              <a:p>
                <a:pPr algn="just"/>
                <a:r>
                  <a:rPr lang="pt-BR" sz="2800" b="1" dirty="0">
                    <a:solidFill>
                      <a:srgbClr val="FF0000"/>
                    </a:solidFill>
                    <a:latin typeface="Arial" panose="020B0604020202020204" pitchFamily="34" charset="0"/>
                    <a:cs typeface="Arial" panose="020B0604020202020204" pitchFamily="34" charset="0"/>
                  </a:rPr>
                  <a:t>O ponto A deve se deslocar 150 m + </a:t>
                </a:r>
                <a14:m>
                  <m:oMath xmlns:m="http://schemas.openxmlformats.org/officeDocument/2006/math">
                    <m:r>
                      <a:rPr lang="pt-BR" sz="2800" b="1" i="1" dirty="0">
                        <a:latin typeface="Cambria Math" panose="02040503050406030204" pitchFamily="18" charset="0"/>
                        <a:ea typeface="Cambria Math" panose="02040503050406030204" pitchFamily="18" charset="0"/>
                        <a:cs typeface="Arial" panose="020B0604020202020204" pitchFamily="34" charset="0"/>
                      </a:rPr>
                      <m:t>∆</m:t>
                    </m:r>
                    <m:r>
                      <a:rPr lang="pt-BR" sz="2800" b="1" i="1" dirty="0">
                        <a:latin typeface="Cambria Math" panose="02040503050406030204" pitchFamily="18" charset="0"/>
                        <a:ea typeface="Cambria Math" panose="02040503050406030204" pitchFamily="18" charset="0"/>
                        <a:cs typeface="Arial" panose="020B0604020202020204" pitchFamily="34" charset="0"/>
                      </a:rPr>
                      <m:t>𝑺</m:t>
                    </m:r>
                  </m:oMath>
                </a14:m>
                <a:r>
                  <a:rPr lang="pt-BR" sz="2800" b="1" dirty="0">
                    <a:solidFill>
                      <a:srgbClr val="FF0000"/>
                    </a:solidFill>
                    <a:latin typeface="Arial" panose="020B0604020202020204" pitchFamily="34" charset="0"/>
                    <a:cs typeface="Arial" panose="020B0604020202020204" pitchFamily="34" charset="0"/>
                  </a:rPr>
                  <a:t>:</a:t>
                </a:r>
              </a:p>
            </p:txBody>
          </p:sp>
        </mc:Choice>
        <mc:Fallback xmlns="">
          <p:sp>
            <p:nvSpPr>
              <p:cNvPr id="55" name="Retângulo 54">
                <a:extLst>
                  <a:ext uri="{FF2B5EF4-FFF2-40B4-BE49-F238E27FC236}">
                    <a16:creationId xmlns:a16="http://schemas.microsoft.com/office/drawing/2014/main" id="{6243F0CE-33A7-406B-8417-2ED61FAF858F}"/>
                  </a:ext>
                </a:extLst>
              </p:cNvPr>
              <p:cNvSpPr>
                <a:spLocks noRot="1" noChangeAspect="1" noMove="1" noResize="1" noEditPoints="1" noAdjustHandles="1" noChangeArrowheads="1" noChangeShapeType="1" noTextEdit="1"/>
              </p:cNvSpPr>
              <p:nvPr/>
            </p:nvSpPr>
            <p:spPr>
              <a:xfrm>
                <a:off x="191780" y="6172087"/>
                <a:ext cx="6954633" cy="523220"/>
              </a:xfrm>
              <a:prstGeom prst="rect">
                <a:avLst/>
              </a:prstGeom>
              <a:blipFill>
                <a:blip r:embed="rId5"/>
                <a:stretch>
                  <a:fillRect l="-1753" t="-11628" r="-964" b="-31395"/>
                </a:stretch>
              </a:blipFill>
            </p:spPr>
            <p:txBody>
              <a:bodyPr/>
              <a:lstStyle/>
              <a:p>
                <a:r>
                  <a:rPr lang="pt-BR">
                    <a:noFill/>
                  </a:rPr>
                  <a:t> </a:t>
                </a:r>
              </a:p>
            </p:txBody>
          </p:sp>
        </mc:Fallback>
      </mc:AlternateContent>
      <p:sp>
        <p:nvSpPr>
          <p:cNvPr id="58" name="Retângulo 57">
            <a:extLst>
              <a:ext uri="{FF2B5EF4-FFF2-40B4-BE49-F238E27FC236}">
                <a16:creationId xmlns:a16="http://schemas.microsoft.com/office/drawing/2014/main" id="{F4544028-645E-CC0D-CA84-2F7939294591}"/>
              </a:ext>
            </a:extLst>
          </p:cNvPr>
          <p:cNvSpPr/>
          <p:nvPr/>
        </p:nvSpPr>
        <p:spPr>
          <a:xfrm flipH="1">
            <a:off x="7255115" y="3248829"/>
            <a:ext cx="45719" cy="3446478"/>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9" name="Retângulo 58">
            <a:extLst>
              <a:ext uri="{FF2B5EF4-FFF2-40B4-BE49-F238E27FC236}">
                <a16:creationId xmlns:a16="http://schemas.microsoft.com/office/drawing/2014/main" id="{478369BC-5E6B-745E-EA77-A3C70B5C1C5F}"/>
              </a:ext>
            </a:extLst>
          </p:cNvPr>
          <p:cNvSpPr/>
          <p:nvPr/>
        </p:nvSpPr>
        <p:spPr>
          <a:xfrm>
            <a:off x="7409536" y="3248829"/>
            <a:ext cx="2667518" cy="523220"/>
          </a:xfrm>
          <a:prstGeom prst="rect">
            <a:avLst/>
          </a:prstGeom>
        </p:spPr>
        <p:txBody>
          <a:bodyPr wrap="square">
            <a:spAutoFit/>
          </a:bodyPr>
          <a:lstStyle/>
          <a:p>
            <a:pPr algn="just"/>
            <a:r>
              <a:rPr lang="pt-BR" sz="2800" b="1" dirty="0">
                <a:latin typeface="Arial" panose="020B0604020202020204" pitchFamily="34" charset="0"/>
                <a:ea typeface="Calibri" panose="020F0502020204030204" pitchFamily="34" charset="0"/>
              </a:rPr>
              <a:t>Sabemos que:</a:t>
            </a:r>
            <a:endParaRPr lang="pt-BR" sz="2800" b="1" dirty="0"/>
          </a:p>
        </p:txBody>
      </p:sp>
      <mc:AlternateContent xmlns:mc="http://schemas.openxmlformats.org/markup-compatibility/2006" xmlns:a14="http://schemas.microsoft.com/office/drawing/2010/main">
        <mc:Choice Requires="a14">
          <p:sp>
            <p:nvSpPr>
              <p:cNvPr id="60" name="Retângulo 59">
                <a:extLst>
                  <a:ext uri="{FF2B5EF4-FFF2-40B4-BE49-F238E27FC236}">
                    <a16:creationId xmlns:a16="http://schemas.microsoft.com/office/drawing/2014/main" id="{3B4586E4-BC66-B01E-989C-FD46B6AA439E}"/>
                  </a:ext>
                </a:extLst>
              </p:cNvPr>
              <p:cNvSpPr/>
              <p:nvPr/>
            </p:nvSpPr>
            <p:spPr>
              <a:xfrm>
                <a:off x="10077054" y="3019809"/>
                <a:ext cx="1469441"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2800" b="1" i="1">
                          <a:latin typeface="Cambria Math" panose="02040503050406030204" pitchFamily="18" charset="0"/>
                        </a:rPr>
                        <m:t>𝒗</m:t>
                      </m:r>
                      <m:r>
                        <a:rPr lang="pt-BR" sz="2800" b="1" i="1">
                          <a:latin typeface="Cambria Math" panose="02040503050406030204" pitchFamily="18" charset="0"/>
                        </a:rPr>
                        <m:t>= </m:t>
                      </m:r>
                      <m:f>
                        <m:fPr>
                          <m:ctrlPr>
                            <a:rPr lang="pt-BR" sz="2800" b="1" i="1">
                              <a:latin typeface="Cambria Math" panose="02040503050406030204" pitchFamily="18" charset="0"/>
                            </a:rPr>
                          </m:ctrlPr>
                        </m:fPr>
                        <m:num>
                          <m:r>
                            <a:rPr lang="pt-BR" sz="2800" b="1" i="1">
                              <a:latin typeface="Cambria Math" panose="02040503050406030204" pitchFamily="18" charset="0"/>
                            </a:rPr>
                            <m:t>∆</m:t>
                          </m:r>
                          <m:r>
                            <a:rPr lang="pt-BR" sz="2800" b="1" i="1">
                              <a:latin typeface="Cambria Math" panose="02040503050406030204" pitchFamily="18" charset="0"/>
                            </a:rPr>
                            <m:t>𝑺</m:t>
                          </m:r>
                        </m:num>
                        <m:den>
                          <m:r>
                            <a:rPr lang="pt-BR" sz="2800" b="1" i="1">
                              <a:latin typeface="Cambria Math" panose="02040503050406030204" pitchFamily="18" charset="0"/>
                            </a:rPr>
                            <m:t>∆</m:t>
                          </m:r>
                          <m:r>
                            <a:rPr lang="pt-BR" sz="2800" b="1" i="1">
                              <a:latin typeface="Cambria Math" panose="02040503050406030204" pitchFamily="18" charset="0"/>
                            </a:rPr>
                            <m:t>𝒕</m:t>
                          </m:r>
                        </m:den>
                      </m:f>
                    </m:oMath>
                  </m:oMathPara>
                </a14:m>
                <a:endParaRPr lang="pt-BR" sz="2800" b="1" i="1" dirty="0"/>
              </a:p>
            </p:txBody>
          </p:sp>
        </mc:Choice>
        <mc:Fallback xmlns="">
          <p:sp>
            <p:nvSpPr>
              <p:cNvPr id="60" name="Retângulo 59">
                <a:extLst>
                  <a:ext uri="{FF2B5EF4-FFF2-40B4-BE49-F238E27FC236}">
                    <a16:creationId xmlns:a16="http://schemas.microsoft.com/office/drawing/2014/main" id="{3B4586E4-BC66-B01E-989C-FD46B6AA439E}"/>
                  </a:ext>
                </a:extLst>
              </p:cNvPr>
              <p:cNvSpPr>
                <a:spLocks noRot="1" noChangeAspect="1" noMove="1" noResize="1" noEditPoints="1" noAdjustHandles="1" noChangeArrowheads="1" noChangeShapeType="1" noTextEdit="1"/>
              </p:cNvSpPr>
              <p:nvPr/>
            </p:nvSpPr>
            <p:spPr>
              <a:xfrm>
                <a:off x="10077054" y="3019809"/>
                <a:ext cx="1469441" cy="901785"/>
              </a:xfrm>
              <a:prstGeom prst="rect">
                <a:avLst/>
              </a:prstGeom>
              <a:blipFill>
                <a:blip r:embed="rId6"/>
                <a:stretch>
                  <a:fillRect/>
                </a:stretch>
              </a:blipFill>
            </p:spPr>
            <p:txBody>
              <a:bodyPr/>
              <a:lstStyle/>
              <a:p>
                <a:r>
                  <a:rPr lang="pt-BR">
                    <a:noFill/>
                  </a:rPr>
                  <a:t> </a:t>
                </a:r>
              </a:p>
            </p:txBody>
          </p:sp>
        </mc:Fallback>
      </mc:AlternateContent>
      <p:sp>
        <p:nvSpPr>
          <p:cNvPr id="61" name="Retângulo 60">
            <a:extLst>
              <a:ext uri="{FF2B5EF4-FFF2-40B4-BE49-F238E27FC236}">
                <a16:creationId xmlns:a16="http://schemas.microsoft.com/office/drawing/2014/main" id="{F6A04B14-FA86-4990-14AA-3F6B38AD27CE}"/>
              </a:ext>
            </a:extLst>
          </p:cNvPr>
          <p:cNvSpPr/>
          <p:nvPr/>
        </p:nvSpPr>
        <p:spPr>
          <a:xfrm>
            <a:off x="7438071" y="3865180"/>
            <a:ext cx="3577354" cy="523220"/>
          </a:xfrm>
          <a:prstGeom prst="rect">
            <a:avLst/>
          </a:prstGeom>
        </p:spPr>
        <p:txBody>
          <a:bodyPr wrap="square">
            <a:spAutoFit/>
          </a:bodyPr>
          <a:lstStyle/>
          <a:p>
            <a:pPr algn="just"/>
            <a:r>
              <a:rPr lang="pt-BR" sz="2800" b="1" dirty="0">
                <a:solidFill>
                  <a:srgbClr val="FF0000"/>
                </a:solidFill>
                <a:latin typeface="Arial" panose="020B0604020202020204" pitchFamily="34" charset="0"/>
                <a:cs typeface="Arial" panose="020B0604020202020204" pitchFamily="34" charset="0"/>
              </a:rPr>
              <a:t>Para t = 50 s, vem:</a:t>
            </a:r>
          </a:p>
        </p:txBody>
      </p:sp>
      <mc:AlternateContent xmlns:mc="http://schemas.openxmlformats.org/markup-compatibility/2006" xmlns:a14="http://schemas.microsoft.com/office/drawing/2010/main">
        <mc:Choice Requires="a14">
          <p:sp>
            <p:nvSpPr>
              <p:cNvPr id="62" name="Retângulo 61">
                <a:extLst>
                  <a:ext uri="{FF2B5EF4-FFF2-40B4-BE49-F238E27FC236}">
                    <a16:creationId xmlns:a16="http://schemas.microsoft.com/office/drawing/2014/main" id="{F4FF1033-D8A9-2354-000D-BF2FA1F76908}"/>
                  </a:ext>
                </a:extLst>
              </p:cNvPr>
              <p:cNvSpPr/>
              <p:nvPr/>
            </p:nvSpPr>
            <p:spPr>
              <a:xfrm>
                <a:off x="7448911" y="4332988"/>
                <a:ext cx="2755883" cy="9105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rPr>
                        <m:t>𝟏𝟔</m:t>
                      </m:r>
                      <m:r>
                        <a:rPr lang="pt-BR" sz="2800" b="1" i="1">
                          <a:latin typeface="Cambria Math" panose="02040503050406030204" pitchFamily="18" charset="0"/>
                        </a:rPr>
                        <m:t>= </m:t>
                      </m:r>
                      <m:f>
                        <m:fPr>
                          <m:ctrlPr>
                            <a:rPr lang="pt-BR" sz="2800" b="1" i="1">
                              <a:latin typeface="Cambria Math" panose="02040503050406030204" pitchFamily="18" charset="0"/>
                            </a:rPr>
                          </m:ctrlPr>
                        </m:fPr>
                        <m:num>
                          <m:r>
                            <a:rPr lang="pt-BR" sz="2800" b="1" i="1" smtClean="0">
                              <a:latin typeface="Cambria Math" panose="02040503050406030204" pitchFamily="18" charset="0"/>
                            </a:rPr>
                            <m:t>𝟏𝟓𝟎</m:t>
                          </m:r>
                          <m:r>
                            <a:rPr lang="pt-BR" sz="2800" b="1" i="1" smtClean="0">
                              <a:latin typeface="Cambria Math" panose="02040503050406030204" pitchFamily="18" charset="0"/>
                            </a:rPr>
                            <m:t>+∆</m:t>
                          </m:r>
                          <m:r>
                            <a:rPr lang="pt-BR" sz="2800" b="1" i="1">
                              <a:latin typeface="Cambria Math" panose="02040503050406030204" pitchFamily="18" charset="0"/>
                            </a:rPr>
                            <m:t>𝑺</m:t>
                          </m:r>
                        </m:num>
                        <m:den>
                          <m:r>
                            <a:rPr lang="pt-BR" sz="2800" b="1" i="1" smtClean="0">
                              <a:latin typeface="Cambria Math" panose="02040503050406030204" pitchFamily="18" charset="0"/>
                            </a:rPr>
                            <m:t>𝟓𝟎</m:t>
                          </m:r>
                        </m:den>
                      </m:f>
                    </m:oMath>
                  </m:oMathPara>
                </a14:m>
                <a:endParaRPr lang="pt-BR" sz="2800" b="1" i="1" dirty="0"/>
              </a:p>
            </p:txBody>
          </p:sp>
        </mc:Choice>
        <mc:Fallback xmlns="">
          <p:sp>
            <p:nvSpPr>
              <p:cNvPr id="62" name="Retângulo 61">
                <a:extLst>
                  <a:ext uri="{FF2B5EF4-FFF2-40B4-BE49-F238E27FC236}">
                    <a16:creationId xmlns:a16="http://schemas.microsoft.com/office/drawing/2014/main" id="{F4FF1033-D8A9-2354-000D-BF2FA1F76908}"/>
                  </a:ext>
                </a:extLst>
              </p:cNvPr>
              <p:cNvSpPr>
                <a:spLocks noRot="1" noChangeAspect="1" noMove="1" noResize="1" noEditPoints="1" noAdjustHandles="1" noChangeArrowheads="1" noChangeShapeType="1" noTextEdit="1"/>
              </p:cNvSpPr>
              <p:nvPr/>
            </p:nvSpPr>
            <p:spPr>
              <a:xfrm>
                <a:off x="7448911" y="4332988"/>
                <a:ext cx="2755883" cy="910570"/>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4" name="CaixaDeTexto 63">
                <a:extLst>
                  <a:ext uri="{FF2B5EF4-FFF2-40B4-BE49-F238E27FC236}">
                    <a16:creationId xmlns:a16="http://schemas.microsoft.com/office/drawing/2014/main" id="{5F771A32-0E9F-1D9D-B578-4D1DB6429CFC}"/>
                  </a:ext>
                </a:extLst>
              </p:cNvPr>
              <p:cNvSpPr txBox="1"/>
              <p:nvPr/>
            </p:nvSpPr>
            <p:spPr>
              <a:xfrm>
                <a:off x="7311674" y="5229472"/>
                <a:ext cx="3305713"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rPr>
                        <m:t>∆</m:t>
                      </m:r>
                      <m:r>
                        <a:rPr lang="pt-BR" sz="2800" b="1" i="1" smtClean="0">
                          <a:latin typeface="Cambria Math" panose="02040503050406030204" pitchFamily="18" charset="0"/>
                        </a:rPr>
                        <m:t>𝑺</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𝟏𝟔</m:t>
                      </m:r>
                      <m:r>
                        <a:rPr lang="pt-BR" sz="2800" b="1" i="1" smtClean="0">
                          <a:latin typeface="Cambria Math" panose="02040503050406030204" pitchFamily="18" charset="0"/>
                          <a:cs typeface="Arial" panose="020B0604020202020204" pitchFamily="34" charset="0"/>
                        </a:rPr>
                        <m:t>𝒙</m:t>
                      </m:r>
                      <m:r>
                        <a:rPr lang="pt-BR" sz="2800" b="1" i="1" smtClean="0">
                          <a:latin typeface="Cambria Math" panose="02040503050406030204" pitchFamily="18" charset="0"/>
                          <a:cs typeface="Arial" panose="020B0604020202020204" pitchFamily="34" charset="0"/>
                        </a:rPr>
                        <m:t>𝟓𝟎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𝟏𝟓𝟎</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64" name="CaixaDeTexto 63">
                <a:extLst>
                  <a:ext uri="{FF2B5EF4-FFF2-40B4-BE49-F238E27FC236}">
                    <a16:creationId xmlns:a16="http://schemas.microsoft.com/office/drawing/2014/main" id="{5F771A32-0E9F-1D9D-B578-4D1DB6429CFC}"/>
                  </a:ext>
                </a:extLst>
              </p:cNvPr>
              <p:cNvSpPr txBox="1">
                <a:spLocks noRot="1" noChangeAspect="1" noMove="1" noResize="1" noEditPoints="1" noAdjustHandles="1" noChangeArrowheads="1" noChangeShapeType="1" noTextEdit="1"/>
              </p:cNvSpPr>
              <p:nvPr/>
            </p:nvSpPr>
            <p:spPr>
              <a:xfrm>
                <a:off x="7311674" y="5229472"/>
                <a:ext cx="3305713" cy="523220"/>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5" name="CaixaDeTexto 64">
                <a:extLst>
                  <a:ext uri="{FF2B5EF4-FFF2-40B4-BE49-F238E27FC236}">
                    <a16:creationId xmlns:a16="http://schemas.microsoft.com/office/drawing/2014/main" id="{6A4EDBB1-ED35-F257-FAF5-B63F64AE9147}"/>
                  </a:ext>
                </a:extLst>
              </p:cNvPr>
              <p:cNvSpPr txBox="1"/>
              <p:nvPr/>
            </p:nvSpPr>
            <p:spPr>
              <a:xfrm>
                <a:off x="8031318" y="5550347"/>
                <a:ext cx="222445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rPr>
                        <m:t>∆</m:t>
                      </m:r>
                      <m:r>
                        <a:rPr lang="pt-BR" sz="2800" b="1" i="1" smtClean="0">
                          <a:latin typeface="Cambria Math" panose="02040503050406030204" pitchFamily="18" charset="0"/>
                        </a:rPr>
                        <m:t>𝑺</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𝟔𝟓𝟎</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𝒎</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65" name="CaixaDeTexto 64">
                <a:extLst>
                  <a:ext uri="{FF2B5EF4-FFF2-40B4-BE49-F238E27FC236}">
                    <a16:creationId xmlns:a16="http://schemas.microsoft.com/office/drawing/2014/main" id="{6A4EDBB1-ED35-F257-FAF5-B63F64AE9147}"/>
                  </a:ext>
                </a:extLst>
              </p:cNvPr>
              <p:cNvSpPr txBox="1">
                <a:spLocks noRot="1" noChangeAspect="1" noMove="1" noResize="1" noEditPoints="1" noAdjustHandles="1" noChangeArrowheads="1" noChangeShapeType="1" noTextEdit="1"/>
              </p:cNvSpPr>
              <p:nvPr/>
            </p:nvSpPr>
            <p:spPr>
              <a:xfrm>
                <a:off x="8031318" y="5550347"/>
                <a:ext cx="2224455" cy="523220"/>
              </a:xfrm>
              <a:prstGeom prst="rect">
                <a:avLst/>
              </a:prstGeom>
              <a:blipFill>
                <a:blip r:embed="rId9"/>
                <a:stretch>
                  <a:fillRect/>
                </a:stretch>
              </a:blipFill>
            </p:spPr>
            <p:txBody>
              <a:bodyPr/>
              <a:lstStyle/>
              <a:p>
                <a:r>
                  <a:rPr lang="pt-BR">
                    <a:noFill/>
                  </a:rPr>
                  <a:t> </a:t>
                </a:r>
              </a:p>
            </p:txBody>
          </p:sp>
        </mc:Fallback>
      </mc:AlternateContent>
      <p:sp>
        <p:nvSpPr>
          <p:cNvPr id="66" name="Retângulo 65">
            <a:extLst>
              <a:ext uri="{FF2B5EF4-FFF2-40B4-BE49-F238E27FC236}">
                <a16:creationId xmlns:a16="http://schemas.microsoft.com/office/drawing/2014/main" id="{376A6D5F-7661-2034-DFD9-5FFC0CAB8949}"/>
              </a:ext>
            </a:extLst>
          </p:cNvPr>
          <p:cNvSpPr/>
          <p:nvPr/>
        </p:nvSpPr>
        <p:spPr>
          <a:xfrm>
            <a:off x="7422858" y="5910477"/>
            <a:ext cx="3329838" cy="954107"/>
          </a:xfrm>
          <a:prstGeom prst="rect">
            <a:avLst/>
          </a:prstGeom>
        </p:spPr>
        <p:txBody>
          <a:bodyPr wrap="square">
            <a:spAutoFit/>
          </a:bodyPr>
          <a:lstStyle/>
          <a:p>
            <a:pPr algn="just"/>
            <a:r>
              <a:rPr lang="pt-BR" sz="2800" b="1" dirty="0">
                <a:solidFill>
                  <a:srgbClr val="002060"/>
                </a:solidFill>
                <a:latin typeface="Arial" panose="020B0604020202020204" pitchFamily="34" charset="0"/>
                <a:cs typeface="Arial" panose="020B0604020202020204" pitchFamily="34" charset="0"/>
              </a:rPr>
              <a:t>comprimento do túnel = 650m.</a:t>
            </a:r>
          </a:p>
        </p:txBody>
      </p:sp>
      <p:pic>
        <p:nvPicPr>
          <p:cNvPr id="69" name="Imagem 68" descr="Forma&#10;&#10;Descrição gerada automaticamente com confiança média">
            <a:extLst>
              <a:ext uri="{FF2B5EF4-FFF2-40B4-BE49-F238E27FC236}">
                <a16:creationId xmlns:a16="http://schemas.microsoft.com/office/drawing/2014/main" id="{BB886599-ED50-4ECE-A47A-807726A35197}"/>
              </a:ext>
            </a:extLst>
          </p:cNvPr>
          <p:cNvPicPr>
            <a:picLocks noChangeAspect="1"/>
          </p:cNvPicPr>
          <p:nvPr/>
        </p:nvPicPr>
        <p:blipFill>
          <a:blip r:embed="rId10"/>
          <a:stretch>
            <a:fillRect/>
          </a:stretch>
        </p:blipFill>
        <p:spPr>
          <a:xfrm>
            <a:off x="10628227" y="4654310"/>
            <a:ext cx="1169239" cy="1169239"/>
          </a:xfrm>
          <a:prstGeom prst="rect">
            <a:avLst/>
          </a:prstGeom>
        </p:spPr>
      </p:pic>
    </p:spTree>
    <p:extLst>
      <p:ext uri="{BB962C8B-B14F-4D97-AF65-F5344CB8AC3E}">
        <p14:creationId xmlns:p14="http://schemas.microsoft.com/office/powerpoint/2010/main" val="2741548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nodeType="clickEffect">
                                  <p:stCondLst>
                                    <p:cond delay="0"/>
                                  </p:stCondLst>
                                  <p:childTnLst>
                                    <p:set>
                                      <p:cBhvr>
                                        <p:cTn id="24" dur="1" fill="hold">
                                          <p:stCondLst>
                                            <p:cond delay="0"/>
                                          </p:stCondLst>
                                        </p:cTn>
                                        <p:tgtEl>
                                          <p:spTgt spid="49"/>
                                        </p:tgtEl>
                                        <p:attrNameLst>
                                          <p:attrName>style.visibility</p:attrName>
                                        </p:attrNameLst>
                                      </p:cBhvr>
                                      <p:to>
                                        <p:strVal val="visible"/>
                                      </p:to>
                                    </p:set>
                                    <p:animEffect transition="in" filter="wheel(1)">
                                      <p:cBhvr>
                                        <p:cTn id="25" dur="2000"/>
                                        <p:tgtEl>
                                          <p:spTgt spid="4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fade">
                                      <p:cBhvr>
                                        <p:cTn id="30" dur="500"/>
                                        <p:tgtEl>
                                          <p:spTgt spid="3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fade">
                                      <p:cBhvr>
                                        <p:cTn id="35" dur="500"/>
                                        <p:tgtEl>
                                          <p:spTgt spid="39"/>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nodeType="clickEffect">
                                  <p:stCondLst>
                                    <p:cond delay="0"/>
                                  </p:stCondLst>
                                  <p:childTnLst>
                                    <p:set>
                                      <p:cBhvr>
                                        <p:cTn id="39" dur="1" fill="hold">
                                          <p:stCondLst>
                                            <p:cond delay="0"/>
                                          </p:stCondLst>
                                        </p:cTn>
                                        <p:tgtEl>
                                          <p:spTgt spid="42"/>
                                        </p:tgtEl>
                                        <p:attrNameLst>
                                          <p:attrName>style.visibility</p:attrName>
                                        </p:attrNameLst>
                                      </p:cBhvr>
                                      <p:to>
                                        <p:strVal val="visible"/>
                                      </p:to>
                                    </p:set>
                                    <p:animEffect transition="in" filter="barn(inVertical)">
                                      <p:cBhvr>
                                        <p:cTn id="40" dur="500"/>
                                        <p:tgtEl>
                                          <p:spTgt spid="42"/>
                                        </p:tgtEl>
                                      </p:cBhvr>
                                    </p:animEffect>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45"/>
                                        </p:tgtEl>
                                        <p:attrNameLst>
                                          <p:attrName>style.visibility</p:attrName>
                                        </p:attrNameLst>
                                      </p:cBhvr>
                                      <p:to>
                                        <p:strVal val="visible"/>
                                      </p:to>
                                    </p:set>
                                    <p:animEffect transition="in" filter="fade">
                                      <p:cBhvr>
                                        <p:cTn id="45" dur="1000"/>
                                        <p:tgtEl>
                                          <p:spTgt spid="45"/>
                                        </p:tgtEl>
                                      </p:cBhvr>
                                    </p:animEffect>
                                    <p:anim calcmode="lin" valueType="num">
                                      <p:cBhvr>
                                        <p:cTn id="46" dur="1000" fill="hold"/>
                                        <p:tgtEl>
                                          <p:spTgt spid="45"/>
                                        </p:tgtEl>
                                        <p:attrNameLst>
                                          <p:attrName>ppt_x</p:attrName>
                                        </p:attrNameLst>
                                      </p:cBhvr>
                                      <p:tavLst>
                                        <p:tav tm="0">
                                          <p:val>
                                            <p:strVal val="#ppt_x"/>
                                          </p:val>
                                        </p:tav>
                                        <p:tav tm="100000">
                                          <p:val>
                                            <p:strVal val="#ppt_x"/>
                                          </p:val>
                                        </p:tav>
                                      </p:tavLst>
                                    </p:anim>
                                    <p:anim calcmode="lin" valueType="num">
                                      <p:cBhvr>
                                        <p:cTn id="47"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46"/>
                                        </p:tgtEl>
                                        <p:attrNameLst>
                                          <p:attrName>style.visibility</p:attrName>
                                        </p:attrNameLst>
                                      </p:cBhvr>
                                      <p:to>
                                        <p:strVal val="visible"/>
                                      </p:to>
                                    </p:set>
                                    <p:animEffect transition="in" filter="fade">
                                      <p:cBhvr>
                                        <p:cTn id="52" dur="1000"/>
                                        <p:tgtEl>
                                          <p:spTgt spid="46"/>
                                        </p:tgtEl>
                                      </p:cBhvr>
                                    </p:animEffect>
                                    <p:anim calcmode="lin" valueType="num">
                                      <p:cBhvr>
                                        <p:cTn id="53" dur="1000" fill="hold"/>
                                        <p:tgtEl>
                                          <p:spTgt spid="46"/>
                                        </p:tgtEl>
                                        <p:attrNameLst>
                                          <p:attrName>ppt_x</p:attrName>
                                        </p:attrNameLst>
                                      </p:cBhvr>
                                      <p:tavLst>
                                        <p:tav tm="0">
                                          <p:val>
                                            <p:strVal val="#ppt_x"/>
                                          </p:val>
                                        </p:tav>
                                        <p:tav tm="100000">
                                          <p:val>
                                            <p:strVal val="#ppt_x"/>
                                          </p:val>
                                        </p:tav>
                                      </p:tavLst>
                                    </p:anim>
                                    <p:anim calcmode="lin" valueType="num">
                                      <p:cBhvr>
                                        <p:cTn id="54"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6" presetClass="entr" presetSubtype="21" fill="hold" grpId="0" nodeType="clickEffect">
                                  <p:stCondLst>
                                    <p:cond delay="0"/>
                                  </p:stCondLst>
                                  <p:childTnLst>
                                    <p:set>
                                      <p:cBhvr>
                                        <p:cTn id="58" dur="1" fill="hold">
                                          <p:stCondLst>
                                            <p:cond delay="0"/>
                                          </p:stCondLst>
                                        </p:cTn>
                                        <p:tgtEl>
                                          <p:spTgt spid="50"/>
                                        </p:tgtEl>
                                        <p:attrNameLst>
                                          <p:attrName>style.visibility</p:attrName>
                                        </p:attrNameLst>
                                      </p:cBhvr>
                                      <p:to>
                                        <p:strVal val="visible"/>
                                      </p:to>
                                    </p:set>
                                    <p:animEffect transition="in" filter="barn(inVertical)">
                                      <p:cBhvr>
                                        <p:cTn id="59" dur="500"/>
                                        <p:tgtEl>
                                          <p:spTgt spid="50"/>
                                        </p:tgtEl>
                                      </p:cBhvr>
                                    </p:animEffect>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51"/>
                                        </p:tgtEl>
                                        <p:attrNameLst>
                                          <p:attrName>style.visibility</p:attrName>
                                        </p:attrNameLst>
                                      </p:cBhvr>
                                      <p:to>
                                        <p:strVal val="visible"/>
                                      </p:to>
                                    </p:set>
                                    <p:animEffect transition="in" filter="fade">
                                      <p:cBhvr>
                                        <p:cTn id="64" dur="1000"/>
                                        <p:tgtEl>
                                          <p:spTgt spid="51"/>
                                        </p:tgtEl>
                                      </p:cBhvr>
                                    </p:animEffect>
                                    <p:anim calcmode="lin" valueType="num">
                                      <p:cBhvr>
                                        <p:cTn id="65" dur="1000" fill="hold"/>
                                        <p:tgtEl>
                                          <p:spTgt spid="51"/>
                                        </p:tgtEl>
                                        <p:attrNameLst>
                                          <p:attrName>ppt_x</p:attrName>
                                        </p:attrNameLst>
                                      </p:cBhvr>
                                      <p:tavLst>
                                        <p:tav tm="0">
                                          <p:val>
                                            <p:strVal val="#ppt_x"/>
                                          </p:val>
                                        </p:tav>
                                        <p:tav tm="100000">
                                          <p:val>
                                            <p:strVal val="#ppt_x"/>
                                          </p:val>
                                        </p:tav>
                                      </p:tavLst>
                                    </p:anim>
                                    <p:anim calcmode="lin" valueType="num">
                                      <p:cBhvr>
                                        <p:cTn id="66"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grpId="0" nodeType="clickEffect">
                                  <p:stCondLst>
                                    <p:cond delay="0"/>
                                  </p:stCondLst>
                                  <p:childTnLst>
                                    <p:set>
                                      <p:cBhvr>
                                        <p:cTn id="74" dur="1" fill="hold">
                                          <p:stCondLst>
                                            <p:cond delay="0"/>
                                          </p:stCondLst>
                                        </p:cTn>
                                        <p:tgtEl>
                                          <p:spTgt spid="53"/>
                                        </p:tgtEl>
                                        <p:attrNameLst>
                                          <p:attrName>style.visibility</p:attrName>
                                        </p:attrNameLst>
                                      </p:cBhvr>
                                      <p:to>
                                        <p:strVal val="visible"/>
                                      </p:to>
                                    </p:set>
                                    <p:animEffect transition="in" filter="wipe(down)">
                                      <p:cBhvr>
                                        <p:cTn id="75" dur="500"/>
                                        <p:tgtEl>
                                          <p:spTgt spid="53"/>
                                        </p:tgtEl>
                                      </p:cBhvr>
                                    </p:animEffect>
                                  </p:childTnLst>
                                </p:cTn>
                              </p:par>
                            </p:childTnLst>
                          </p:cTn>
                        </p:par>
                      </p:childTnLst>
                    </p:cTn>
                  </p:par>
                  <p:par>
                    <p:cTn id="76" fill="hold">
                      <p:stCondLst>
                        <p:cond delay="indefinite"/>
                      </p:stCondLst>
                      <p:childTnLst>
                        <p:par>
                          <p:cTn id="77" fill="hold">
                            <p:stCondLst>
                              <p:cond delay="0"/>
                            </p:stCondLst>
                            <p:childTnLst>
                              <p:par>
                                <p:cTn id="78" presetID="16" presetClass="entr" presetSubtype="21" fill="hold" grpId="0" nodeType="clickEffect">
                                  <p:stCondLst>
                                    <p:cond delay="0"/>
                                  </p:stCondLst>
                                  <p:childTnLst>
                                    <p:set>
                                      <p:cBhvr>
                                        <p:cTn id="79" dur="1" fill="hold">
                                          <p:stCondLst>
                                            <p:cond delay="0"/>
                                          </p:stCondLst>
                                        </p:cTn>
                                        <p:tgtEl>
                                          <p:spTgt spid="55"/>
                                        </p:tgtEl>
                                        <p:attrNameLst>
                                          <p:attrName>style.visibility</p:attrName>
                                        </p:attrNameLst>
                                      </p:cBhvr>
                                      <p:to>
                                        <p:strVal val="visible"/>
                                      </p:to>
                                    </p:set>
                                    <p:animEffect transition="in" filter="barn(inVertical)">
                                      <p:cBhvr>
                                        <p:cTn id="80" dur="500"/>
                                        <p:tgtEl>
                                          <p:spTgt spid="55"/>
                                        </p:tgtEl>
                                      </p:cBhvr>
                                    </p:animEffect>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grpId="0" nodeType="clickEffect">
                                  <p:stCondLst>
                                    <p:cond delay="0"/>
                                  </p:stCondLst>
                                  <p:childTnLst>
                                    <p:set>
                                      <p:cBhvr>
                                        <p:cTn id="84" dur="1" fill="hold">
                                          <p:stCondLst>
                                            <p:cond delay="0"/>
                                          </p:stCondLst>
                                        </p:cTn>
                                        <p:tgtEl>
                                          <p:spTgt spid="58"/>
                                        </p:tgtEl>
                                        <p:attrNameLst>
                                          <p:attrName>style.visibility</p:attrName>
                                        </p:attrNameLst>
                                      </p:cBhvr>
                                      <p:to>
                                        <p:strVal val="visible"/>
                                      </p:to>
                                    </p:set>
                                    <p:animEffect transition="in" filter="fade">
                                      <p:cBhvr>
                                        <p:cTn id="85" dur="1000"/>
                                        <p:tgtEl>
                                          <p:spTgt spid="58"/>
                                        </p:tgtEl>
                                      </p:cBhvr>
                                    </p:animEffect>
                                    <p:anim calcmode="lin" valueType="num">
                                      <p:cBhvr>
                                        <p:cTn id="86" dur="1000" fill="hold"/>
                                        <p:tgtEl>
                                          <p:spTgt spid="58"/>
                                        </p:tgtEl>
                                        <p:attrNameLst>
                                          <p:attrName>ppt_x</p:attrName>
                                        </p:attrNameLst>
                                      </p:cBhvr>
                                      <p:tavLst>
                                        <p:tav tm="0">
                                          <p:val>
                                            <p:strVal val="#ppt_x"/>
                                          </p:val>
                                        </p:tav>
                                        <p:tav tm="100000">
                                          <p:val>
                                            <p:strVal val="#ppt_x"/>
                                          </p:val>
                                        </p:tav>
                                      </p:tavLst>
                                    </p:anim>
                                    <p:anim calcmode="lin" valueType="num">
                                      <p:cBhvr>
                                        <p:cTn id="87"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59"/>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60"/>
                                        </p:tgtEl>
                                        <p:attrNameLst>
                                          <p:attrName>style.visibility</p:attrName>
                                        </p:attrNameLst>
                                      </p:cBhvr>
                                      <p:to>
                                        <p:strVal val="visible"/>
                                      </p:to>
                                    </p:set>
                                    <p:animEffect transition="in" filter="fade">
                                      <p:cBhvr>
                                        <p:cTn id="96" dur="500"/>
                                        <p:tgtEl>
                                          <p:spTgt spid="60"/>
                                        </p:tgtEl>
                                      </p:cBhvr>
                                    </p:animEffec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61"/>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62"/>
                                        </p:tgtEl>
                                        <p:attrNameLst>
                                          <p:attrName>style.visibility</p:attrName>
                                        </p:attrNameLst>
                                      </p:cBhvr>
                                      <p:to>
                                        <p:strVal val="visible"/>
                                      </p:to>
                                    </p:set>
                                    <p:animEffect transition="in" filter="fade">
                                      <p:cBhvr>
                                        <p:cTn id="105" dur="500"/>
                                        <p:tgtEl>
                                          <p:spTgt spid="62"/>
                                        </p:tgtEl>
                                      </p:cBhvr>
                                    </p:animEffect>
                                  </p:childTnLst>
                                </p:cTn>
                              </p:par>
                            </p:childTnLst>
                          </p:cTn>
                        </p:par>
                      </p:childTnLst>
                    </p:cTn>
                  </p:par>
                  <p:par>
                    <p:cTn id="106" fill="hold">
                      <p:stCondLst>
                        <p:cond delay="indefinite"/>
                      </p:stCondLst>
                      <p:childTnLst>
                        <p:par>
                          <p:cTn id="107" fill="hold">
                            <p:stCondLst>
                              <p:cond delay="0"/>
                            </p:stCondLst>
                            <p:childTnLst>
                              <p:par>
                                <p:cTn id="108" presetID="14" presetClass="entr" presetSubtype="10" fill="hold" grpId="0" nodeType="clickEffect">
                                  <p:stCondLst>
                                    <p:cond delay="0"/>
                                  </p:stCondLst>
                                  <p:childTnLst>
                                    <p:set>
                                      <p:cBhvr>
                                        <p:cTn id="109" dur="1" fill="hold">
                                          <p:stCondLst>
                                            <p:cond delay="0"/>
                                          </p:stCondLst>
                                        </p:cTn>
                                        <p:tgtEl>
                                          <p:spTgt spid="64"/>
                                        </p:tgtEl>
                                        <p:attrNameLst>
                                          <p:attrName>style.visibility</p:attrName>
                                        </p:attrNameLst>
                                      </p:cBhvr>
                                      <p:to>
                                        <p:strVal val="visible"/>
                                      </p:to>
                                    </p:set>
                                    <p:animEffect transition="in" filter="randombar(horizontal)">
                                      <p:cBhvr>
                                        <p:cTn id="110" dur="500"/>
                                        <p:tgtEl>
                                          <p:spTgt spid="64"/>
                                        </p:tgtEl>
                                      </p:cBhvr>
                                    </p:animEffect>
                                  </p:childTnLst>
                                </p:cTn>
                              </p:par>
                            </p:childTnLst>
                          </p:cTn>
                        </p:par>
                      </p:childTnLst>
                    </p:cTn>
                  </p:par>
                  <p:par>
                    <p:cTn id="111" fill="hold">
                      <p:stCondLst>
                        <p:cond delay="indefinite"/>
                      </p:stCondLst>
                      <p:childTnLst>
                        <p:par>
                          <p:cTn id="112" fill="hold">
                            <p:stCondLst>
                              <p:cond delay="0"/>
                            </p:stCondLst>
                            <p:childTnLst>
                              <p:par>
                                <p:cTn id="113" presetID="14" presetClass="entr" presetSubtype="10" fill="hold" grpId="0" nodeType="clickEffect">
                                  <p:stCondLst>
                                    <p:cond delay="0"/>
                                  </p:stCondLst>
                                  <p:childTnLst>
                                    <p:set>
                                      <p:cBhvr>
                                        <p:cTn id="114" dur="1" fill="hold">
                                          <p:stCondLst>
                                            <p:cond delay="0"/>
                                          </p:stCondLst>
                                        </p:cTn>
                                        <p:tgtEl>
                                          <p:spTgt spid="65"/>
                                        </p:tgtEl>
                                        <p:attrNameLst>
                                          <p:attrName>style.visibility</p:attrName>
                                        </p:attrNameLst>
                                      </p:cBhvr>
                                      <p:to>
                                        <p:strVal val="visible"/>
                                      </p:to>
                                    </p:set>
                                    <p:animEffect transition="in" filter="randombar(horizontal)">
                                      <p:cBhvr>
                                        <p:cTn id="115" dur="500"/>
                                        <p:tgtEl>
                                          <p:spTgt spid="65"/>
                                        </p:tgtEl>
                                      </p:cBhvr>
                                    </p:animEffect>
                                  </p:childTnLst>
                                </p:cTn>
                              </p:par>
                            </p:childTnLst>
                          </p:cTn>
                        </p:par>
                      </p:childTnLst>
                    </p:cTn>
                  </p:par>
                  <p:par>
                    <p:cTn id="116" fill="hold">
                      <p:stCondLst>
                        <p:cond delay="indefinite"/>
                      </p:stCondLst>
                      <p:childTnLst>
                        <p:par>
                          <p:cTn id="117" fill="hold">
                            <p:stCondLst>
                              <p:cond delay="0"/>
                            </p:stCondLst>
                            <p:childTnLst>
                              <p:par>
                                <p:cTn id="118" presetID="16" presetClass="entr" presetSubtype="21" fill="hold" grpId="0" nodeType="clickEffect">
                                  <p:stCondLst>
                                    <p:cond delay="0"/>
                                  </p:stCondLst>
                                  <p:childTnLst>
                                    <p:set>
                                      <p:cBhvr>
                                        <p:cTn id="119" dur="1" fill="hold">
                                          <p:stCondLst>
                                            <p:cond delay="0"/>
                                          </p:stCondLst>
                                        </p:cTn>
                                        <p:tgtEl>
                                          <p:spTgt spid="66"/>
                                        </p:tgtEl>
                                        <p:attrNameLst>
                                          <p:attrName>style.visibility</p:attrName>
                                        </p:attrNameLst>
                                      </p:cBhvr>
                                      <p:to>
                                        <p:strVal val="visible"/>
                                      </p:to>
                                    </p:set>
                                    <p:animEffect transition="in" filter="barn(inVertical)">
                                      <p:cBhvr>
                                        <p:cTn id="120" dur="500"/>
                                        <p:tgtEl>
                                          <p:spTgt spid="66"/>
                                        </p:tgtEl>
                                      </p:cBhvr>
                                    </p:animEffect>
                                  </p:childTnLst>
                                </p:cTn>
                              </p:par>
                            </p:childTnLst>
                          </p:cTn>
                        </p:par>
                      </p:childTnLst>
                    </p:cTn>
                  </p:par>
                  <p:par>
                    <p:cTn id="121" fill="hold">
                      <p:stCondLst>
                        <p:cond delay="indefinite"/>
                      </p:stCondLst>
                      <p:childTnLst>
                        <p:par>
                          <p:cTn id="122" fill="hold">
                            <p:stCondLst>
                              <p:cond delay="0"/>
                            </p:stCondLst>
                            <p:childTnLst>
                              <p:par>
                                <p:cTn id="123" presetID="21" presetClass="entr" presetSubtype="1" fill="hold" grpId="0" nodeType="clickEffect">
                                  <p:stCondLst>
                                    <p:cond delay="0"/>
                                  </p:stCondLst>
                                  <p:childTnLst>
                                    <p:set>
                                      <p:cBhvr>
                                        <p:cTn id="124" dur="1" fill="hold">
                                          <p:stCondLst>
                                            <p:cond delay="0"/>
                                          </p:stCondLst>
                                        </p:cTn>
                                        <p:tgtEl>
                                          <p:spTgt spid="67"/>
                                        </p:tgtEl>
                                        <p:attrNameLst>
                                          <p:attrName>style.visibility</p:attrName>
                                        </p:attrNameLst>
                                      </p:cBhvr>
                                      <p:to>
                                        <p:strVal val="visible"/>
                                      </p:to>
                                    </p:set>
                                    <p:animEffect transition="in" filter="wheel(1)">
                                      <p:cBhvr>
                                        <p:cTn id="125" dur="2000"/>
                                        <p:tgtEl>
                                          <p:spTgt spid="67"/>
                                        </p:tgtEl>
                                      </p:cBhvr>
                                    </p:animEffect>
                                  </p:childTnLst>
                                </p:cTn>
                              </p:par>
                            </p:childTnLst>
                          </p:cTn>
                        </p:par>
                      </p:childTnLst>
                    </p:cTn>
                  </p:par>
                  <p:par>
                    <p:cTn id="126" fill="hold">
                      <p:stCondLst>
                        <p:cond delay="indefinite"/>
                      </p:stCondLst>
                      <p:childTnLst>
                        <p:par>
                          <p:cTn id="127" fill="hold">
                            <p:stCondLst>
                              <p:cond delay="0"/>
                            </p:stCondLst>
                            <p:childTnLst>
                              <p:par>
                                <p:cTn id="128" presetID="42" presetClass="entr" presetSubtype="0" fill="hold" nodeType="clickEffect">
                                  <p:stCondLst>
                                    <p:cond delay="0"/>
                                  </p:stCondLst>
                                  <p:childTnLst>
                                    <p:set>
                                      <p:cBhvr>
                                        <p:cTn id="129" dur="1" fill="hold">
                                          <p:stCondLst>
                                            <p:cond delay="0"/>
                                          </p:stCondLst>
                                        </p:cTn>
                                        <p:tgtEl>
                                          <p:spTgt spid="69"/>
                                        </p:tgtEl>
                                        <p:attrNameLst>
                                          <p:attrName>style.visibility</p:attrName>
                                        </p:attrNameLst>
                                      </p:cBhvr>
                                      <p:to>
                                        <p:strVal val="visible"/>
                                      </p:to>
                                    </p:set>
                                    <p:animEffect transition="in" filter="fade">
                                      <p:cBhvr>
                                        <p:cTn id="130" dur="1000"/>
                                        <p:tgtEl>
                                          <p:spTgt spid="69"/>
                                        </p:tgtEl>
                                      </p:cBhvr>
                                    </p:animEffect>
                                    <p:anim calcmode="lin" valueType="num">
                                      <p:cBhvr>
                                        <p:cTn id="131" dur="1000" fill="hold"/>
                                        <p:tgtEl>
                                          <p:spTgt spid="69"/>
                                        </p:tgtEl>
                                        <p:attrNameLst>
                                          <p:attrName>ppt_x</p:attrName>
                                        </p:attrNameLst>
                                      </p:cBhvr>
                                      <p:tavLst>
                                        <p:tav tm="0">
                                          <p:val>
                                            <p:strVal val="#ppt_x"/>
                                          </p:val>
                                        </p:tav>
                                        <p:tav tm="100000">
                                          <p:val>
                                            <p:strVal val="#ppt_x"/>
                                          </p:val>
                                        </p:tav>
                                      </p:tavLst>
                                    </p:anim>
                                    <p:anim calcmode="lin" valueType="num">
                                      <p:cBhvr>
                                        <p:cTn id="132" dur="1000" fill="hold"/>
                                        <p:tgtEl>
                                          <p:spTgt spid="6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4" grpId="0"/>
      <p:bldP spid="5" grpId="0"/>
      <p:bldP spid="6" grpId="0" animBg="1"/>
      <p:bldP spid="45" grpId="0"/>
      <p:bldP spid="46" grpId="0"/>
      <p:bldP spid="50" grpId="0"/>
      <p:bldP spid="51" grpId="0"/>
      <p:bldP spid="52" grpId="0"/>
      <p:bldP spid="53" grpId="0"/>
      <p:bldP spid="55" grpId="0"/>
      <p:bldP spid="58" grpId="0" animBg="1"/>
      <p:bldP spid="59" grpId="0"/>
      <p:bldP spid="60" grpId="0"/>
      <p:bldP spid="61" grpId="0"/>
      <p:bldP spid="62" grpId="0"/>
      <p:bldP spid="64" grpId="0"/>
      <p:bldP spid="65" grpId="0"/>
      <p:bldP spid="6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8427B-725C-3071-CDB6-98F87197EB79}"/>
            </a:ext>
          </a:extLst>
        </p:cNvPr>
        <p:cNvGrpSpPr/>
        <p:nvPr/>
      </p:nvGrpSpPr>
      <p:grpSpPr>
        <a:xfrm>
          <a:off x="0" y="0"/>
          <a:ext cx="0" cy="0"/>
          <a:chOff x="0" y="0"/>
          <a:chExt cx="0" cy="0"/>
        </a:xfrm>
      </p:grpSpPr>
      <p:sp>
        <p:nvSpPr>
          <p:cNvPr id="2" name="CaixaDeTexto 1">
            <a:extLst>
              <a:ext uri="{FF2B5EF4-FFF2-40B4-BE49-F238E27FC236}">
                <a16:creationId xmlns:a16="http://schemas.microsoft.com/office/drawing/2014/main" id="{53233C6E-4EAA-ED81-881F-7B741C74D06A}"/>
              </a:ext>
            </a:extLst>
          </p:cNvPr>
          <p:cNvSpPr txBox="1"/>
          <p:nvPr/>
        </p:nvSpPr>
        <p:spPr>
          <a:xfrm>
            <a:off x="292867" y="107583"/>
            <a:ext cx="11606266" cy="4832092"/>
          </a:xfrm>
          <a:prstGeom prst="rect">
            <a:avLst/>
          </a:prstGeom>
          <a:noFill/>
        </p:spPr>
        <p:txBody>
          <a:bodyPr wrap="square">
            <a:spAutoFit/>
          </a:bodyPr>
          <a:lstStyle/>
          <a:p>
            <a:pPr algn="just"/>
            <a:r>
              <a:rPr lang="pt-BR" sz="2800" b="1" dirty="0">
                <a:solidFill>
                  <a:srgbClr val="FF0000"/>
                </a:solidFill>
                <a:latin typeface="Arial" panose="020B0604020202020204" pitchFamily="34" charset="0"/>
                <a:cs typeface="Arial" panose="020B0604020202020204" pitchFamily="34" charset="0"/>
              </a:rPr>
              <a:t>3-) (FUVEST – SP – 2020) pag.: 67 </a:t>
            </a:r>
            <a:r>
              <a:rPr lang="pt-BR" sz="2800" b="1" dirty="0">
                <a:latin typeface="Arial" panose="020B0604020202020204" pitchFamily="34" charset="0"/>
                <a:cs typeface="Arial" panose="020B0604020202020204" pitchFamily="34" charset="0"/>
              </a:rPr>
              <a:t> Um estímulo nervoso em um dos dedos do pé de um indivíduo demora cerca de 30 </a:t>
            </a:r>
            <a:r>
              <a:rPr lang="pt-BR" sz="2800" b="1" dirty="0" err="1">
                <a:latin typeface="Arial" panose="020B0604020202020204" pitchFamily="34" charset="0"/>
                <a:cs typeface="Arial" panose="020B0604020202020204" pitchFamily="34" charset="0"/>
              </a:rPr>
              <a:t>ms</a:t>
            </a:r>
            <a:r>
              <a:rPr lang="pt-BR" sz="2800" b="1" dirty="0">
                <a:latin typeface="Arial" panose="020B0604020202020204" pitchFamily="34" charset="0"/>
                <a:cs typeface="Arial" panose="020B0604020202020204" pitchFamily="34" charset="0"/>
              </a:rPr>
              <a:t> para chegar ao cérebro. Nos membros inferiores, o pulso elétrico, que conduz a informação do estímulo, é transmitido pelo nervo ciático,</a:t>
            </a:r>
          </a:p>
          <a:p>
            <a:pPr algn="just"/>
            <a:r>
              <a:rPr lang="pt-BR" sz="2800" b="1" dirty="0">
                <a:latin typeface="Arial" panose="020B0604020202020204" pitchFamily="34" charset="0"/>
                <a:cs typeface="Arial" panose="020B0604020202020204" pitchFamily="34" charset="0"/>
              </a:rPr>
              <a:t>chegando à base do tronco em 20 ms. Da base do tronco ao cérebro, o pulso é conduzido na medula espinhal. Considerando que a altura média do brasileiro é de 1,70m e supondo uma razão média de 0,6 entre o comprimento dos membros inferiores e a altura de uma pessoa, pode-se concluir que as velocidades médias de propagação do pulso nervoso desde os dedos do pé até o cérebro e da base do tronco até o cérebro são, respectivamente:</a:t>
            </a:r>
          </a:p>
        </p:txBody>
      </p:sp>
      <p:sp>
        <p:nvSpPr>
          <p:cNvPr id="4" name="CaixaDeTexto 3">
            <a:extLst>
              <a:ext uri="{FF2B5EF4-FFF2-40B4-BE49-F238E27FC236}">
                <a16:creationId xmlns:a16="http://schemas.microsoft.com/office/drawing/2014/main" id="{89B3DDE1-52E5-A360-3F78-2422A94FB6AD}"/>
              </a:ext>
            </a:extLst>
          </p:cNvPr>
          <p:cNvSpPr txBox="1"/>
          <p:nvPr/>
        </p:nvSpPr>
        <p:spPr>
          <a:xfrm>
            <a:off x="292868" y="4798921"/>
            <a:ext cx="7562660" cy="1951496"/>
          </a:xfrm>
          <a:prstGeom prst="rect">
            <a:avLst/>
          </a:prstGeom>
          <a:noFill/>
        </p:spPr>
        <p:txBody>
          <a:bodyPr wrap="square">
            <a:spAutoFit/>
          </a:bodyPr>
          <a:lstStyle/>
          <a:p>
            <a:pPr>
              <a:lnSpc>
                <a:spcPct val="150000"/>
              </a:lnSpc>
            </a:pPr>
            <a:r>
              <a:rPr lang="pt-BR" sz="2800" b="1" dirty="0">
                <a:latin typeface="Arial" panose="020B0604020202020204" pitchFamily="34" charset="0"/>
                <a:cs typeface="Arial" panose="020B0604020202020204" pitchFamily="34" charset="0"/>
              </a:rPr>
              <a:t>a) 51 m/s e 51 m/s 			b) 51 m/s e 57 m/s</a:t>
            </a:r>
          </a:p>
          <a:p>
            <a:pPr>
              <a:lnSpc>
                <a:spcPct val="150000"/>
              </a:lnSpc>
            </a:pPr>
            <a:r>
              <a:rPr lang="pt-BR" sz="2800" b="1" dirty="0">
                <a:latin typeface="Arial" panose="020B0604020202020204" pitchFamily="34" charset="0"/>
                <a:cs typeface="Arial" panose="020B0604020202020204" pitchFamily="34" charset="0"/>
              </a:rPr>
              <a:t>c) 57 m/s e 57 m/s 			d) 57 m/s e 68 m/s</a:t>
            </a:r>
          </a:p>
          <a:p>
            <a:pPr>
              <a:lnSpc>
                <a:spcPct val="150000"/>
              </a:lnSpc>
            </a:pPr>
            <a:r>
              <a:rPr lang="pt-BR" sz="2800" b="1" dirty="0">
                <a:latin typeface="Arial" panose="020B0604020202020204" pitchFamily="34" charset="0"/>
                <a:cs typeface="Arial" panose="020B0604020202020204" pitchFamily="34" charset="0"/>
              </a:rPr>
              <a:t>e) 68 m/s e 68 m/s</a:t>
            </a:r>
          </a:p>
        </p:txBody>
      </p:sp>
    </p:spTree>
    <p:extLst>
      <p:ext uri="{BB962C8B-B14F-4D97-AF65-F5344CB8AC3E}">
        <p14:creationId xmlns:p14="http://schemas.microsoft.com/office/powerpoint/2010/main" val="25371142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09049-246E-820B-B4D5-D2AEAA84FCAF}"/>
            </a:ext>
          </a:extLst>
        </p:cNvPr>
        <p:cNvGrpSpPr/>
        <p:nvPr/>
      </p:nvGrpSpPr>
      <p:grpSpPr>
        <a:xfrm>
          <a:off x="0" y="0"/>
          <a:ext cx="0" cy="0"/>
          <a:chOff x="0" y="0"/>
          <a:chExt cx="0" cy="0"/>
        </a:xfrm>
      </p:grpSpPr>
      <p:sp>
        <p:nvSpPr>
          <p:cNvPr id="2" name="Retângulo 1">
            <a:extLst>
              <a:ext uri="{FF2B5EF4-FFF2-40B4-BE49-F238E27FC236}">
                <a16:creationId xmlns:a16="http://schemas.microsoft.com/office/drawing/2014/main" id="{D9077AA8-0555-216E-AB44-22120426FB74}"/>
              </a:ext>
            </a:extLst>
          </p:cNvPr>
          <p:cNvSpPr/>
          <p:nvPr/>
        </p:nvSpPr>
        <p:spPr>
          <a:xfrm>
            <a:off x="343482" y="124691"/>
            <a:ext cx="2004075" cy="523220"/>
          </a:xfrm>
          <a:prstGeom prst="rect">
            <a:avLst/>
          </a:prstGeom>
        </p:spPr>
        <p:txBody>
          <a:bodyPr wrap="none">
            <a:spAutoFit/>
          </a:bodyPr>
          <a:lstStyle/>
          <a:p>
            <a:pPr algn="just"/>
            <a:r>
              <a:rPr lang="pt-BR" sz="2800" b="1" dirty="0">
                <a:solidFill>
                  <a:srgbClr val="FF0000"/>
                </a:solidFill>
                <a:latin typeface="Arial" panose="020B0604020202020204" pitchFamily="34" charset="0"/>
                <a:cs typeface="Arial" panose="020B0604020202020204" pitchFamily="34" charset="0"/>
              </a:rPr>
              <a:t>Resolução</a:t>
            </a:r>
          </a:p>
        </p:txBody>
      </p:sp>
      <mc:AlternateContent xmlns:mc="http://schemas.openxmlformats.org/markup-compatibility/2006" xmlns:a14="http://schemas.microsoft.com/office/drawing/2010/main">
        <mc:Choice Requires="a14">
          <p:sp>
            <p:nvSpPr>
              <p:cNvPr id="3" name="Retângulo 2">
                <a:extLst>
                  <a:ext uri="{FF2B5EF4-FFF2-40B4-BE49-F238E27FC236}">
                    <a16:creationId xmlns:a16="http://schemas.microsoft.com/office/drawing/2014/main" id="{960B9EB8-654F-A833-77A4-A0D29826CFD1}"/>
                  </a:ext>
                </a:extLst>
              </p:cNvPr>
              <p:cNvSpPr/>
              <p:nvPr/>
            </p:nvSpPr>
            <p:spPr>
              <a:xfrm>
                <a:off x="343482" y="589994"/>
                <a:ext cx="7428918" cy="532966"/>
              </a:xfrm>
              <a:prstGeom prst="rect">
                <a:avLst/>
              </a:prstGeom>
            </p:spPr>
            <p:txBody>
              <a:bodyPr wrap="square">
                <a:spAutoFit/>
              </a:bodyPr>
              <a:lstStyle/>
              <a:p>
                <a:pPr algn="just"/>
                <a:r>
                  <a:rPr lang="pt-BR" sz="2800" b="1" dirty="0">
                    <a:solidFill>
                      <a:srgbClr val="002060"/>
                    </a:solidFill>
                    <a:latin typeface="Arial" panose="020B0604020202020204" pitchFamily="34" charset="0"/>
                    <a:cs typeface="Arial" panose="020B0604020202020204" pitchFamily="34" charset="0"/>
                  </a:rPr>
                  <a:t>Lembrar que: o prefixo </a:t>
                </a:r>
                <a:r>
                  <a:rPr lang="pt-BR" sz="2800" b="1" dirty="0" err="1">
                    <a:solidFill>
                      <a:srgbClr val="FF0000"/>
                    </a:solidFill>
                    <a:latin typeface="Arial" panose="020B0604020202020204" pitchFamily="34" charset="0"/>
                    <a:cs typeface="Arial" panose="020B0604020202020204" pitchFamily="34" charset="0"/>
                  </a:rPr>
                  <a:t>m</a:t>
                </a:r>
                <a:r>
                  <a:rPr lang="pt-BR" sz="2800" b="1" dirty="0" err="1">
                    <a:solidFill>
                      <a:srgbClr val="002060"/>
                    </a:solidFill>
                    <a:latin typeface="Arial" panose="020B0604020202020204" pitchFamily="34" charset="0"/>
                    <a:cs typeface="Arial" panose="020B0604020202020204" pitchFamily="34" charset="0"/>
                  </a:rPr>
                  <a:t>s</a:t>
                </a:r>
                <a:r>
                  <a:rPr lang="pt-BR" sz="2800" b="1" dirty="0">
                    <a:solidFill>
                      <a:srgbClr val="002060"/>
                    </a:solidFill>
                    <a:latin typeface="Arial" panose="020B0604020202020204" pitchFamily="34" charset="0"/>
                    <a:cs typeface="Arial" panose="020B0604020202020204" pitchFamily="34" charset="0"/>
                  </a:rPr>
                  <a:t> significa </a:t>
                </a:r>
                <a14:m>
                  <m:oMath xmlns:m="http://schemas.openxmlformats.org/officeDocument/2006/math">
                    <m:sSup>
                      <m:sSupPr>
                        <m:ctrlPr>
                          <a:rPr lang="pt-BR" sz="2800" b="1" i="1" smtClean="0">
                            <a:solidFill>
                              <a:srgbClr val="002060"/>
                            </a:solidFill>
                            <a:latin typeface="Cambria Math" panose="02040503050406030204" pitchFamily="18" charset="0"/>
                            <a:cs typeface="Arial" panose="020B0604020202020204" pitchFamily="34" charset="0"/>
                          </a:rPr>
                        </m:ctrlPr>
                      </m:sSupPr>
                      <m:e>
                        <m:r>
                          <a:rPr lang="pt-BR" sz="2800" b="1" i="1" smtClean="0">
                            <a:solidFill>
                              <a:srgbClr val="002060"/>
                            </a:solidFill>
                            <a:latin typeface="Cambria Math" panose="02040503050406030204" pitchFamily="18" charset="0"/>
                            <a:cs typeface="Arial" panose="020B0604020202020204" pitchFamily="34" charset="0"/>
                          </a:rPr>
                          <m:t>𝟏𝟎</m:t>
                        </m:r>
                      </m:e>
                      <m:sup>
                        <m:r>
                          <a:rPr lang="pt-BR" sz="2800" b="1" i="1" smtClean="0">
                            <a:solidFill>
                              <a:srgbClr val="002060"/>
                            </a:solidFill>
                            <a:latin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cs typeface="Arial" panose="020B0604020202020204" pitchFamily="34" charset="0"/>
                          </a:rPr>
                          <m:t>𝟑</m:t>
                        </m:r>
                      </m:sup>
                    </m:sSup>
                    <m:r>
                      <a:rPr lang="pt-BR" sz="2800" b="1" i="1" smtClean="0">
                        <a:solidFill>
                          <a:srgbClr val="002060"/>
                        </a:solidFill>
                        <a:latin typeface="Cambria Math" panose="02040503050406030204" pitchFamily="18" charset="0"/>
                        <a:cs typeface="Arial" panose="020B0604020202020204" pitchFamily="34" charset="0"/>
                      </a:rPr>
                      <m:t>𝒔</m:t>
                    </m:r>
                    <m:r>
                      <a:rPr lang="pt-BR" sz="2800" b="1" i="1" smtClean="0">
                        <a:solidFill>
                          <a:srgbClr val="002060"/>
                        </a:solidFill>
                        <a:latin typeface="Cambria Math" panose="02040503050406030204" pitchFamily="18" charset="0"/>
                        <a:cs typeface="Arial" panose="020B0604020202020204" pitchFamily="34" charset="0"/>
                      </a:rPr>
                      <m:t>.</m:t>
                    </m:r>
                  </m:oMath>
                </a14:m>
                <a:endParaRPr lang="pt-BR" sz="2800" b="1" dirty="0">
                  <a:solidFill>
                    <a:srgbClr val="002060"/>
                  </a:solidFill>
                  <a:latin typeface="Arial" panose="020B0604020202020204" pitchFamily="34" charset="0"/>
                  <a:cs typeface="Arial" panose="020B0604020202020204" pitchFamily="34" charset="0"/>
                </a:endParaRPr>
              </a:p>
            </p:txBody>
          </p:sp>
        </mc:Choice>
        <mc:Fallback xmlns="">
          <p:sp>
            <p:nvSpPr>
              <p:cNvPr id="3" name="Retângulo 2">
                <a:extLst>
                  <a:ext uri="{FF2B5EF4-FFF2-40B4-BE49-F238E27FC236}">
                    <a16:creationId xmlns:a16="http://schemas.microsoft.com/office/drawing/2014/main" id="{960B9EB8-654F-A833-77A4-A0D29826CFD1}"/>
                  </a:ext>
                </a:extLst>
              </p:cNvPr>
              <p:cNvSpPr>
                <a:spLocks noRot="1" noChangeAspect="1" noMove="1" noResize="1" noEditPoints="1" noAdjustHandles="1" noChangeArrowheads="1" noChangeShapeType="1" noTextEdit="1"/>
              </p:cNvSpPr>
              <p:nvPr/>
            </p:nvSpPr>
            <p:spPr>
              <a:xfrm>
                <a:off x="343482" y="589994"/>
                <a:ext cx="7428918" cy="532966"/>
              </a:xfrm>
              <a:prstGeom prst="rect">
                <a:avLst/>
              </a:prstGeom>
              <a:blipFill>
                <a:blip r:embed="rId2"/>
                <a:stretch>
                  <a:fillRect l="-1641" t="-11494" b="-31034"/>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D3ECDDE2-6419-ADD1-1623-0E547F44B927}"/>
                  </a:ext>
                </a:extLst>
              </p:cNvPr>
              <p:cNvSpPr txBox="1"/>
              <p:nvPr/>
            </p:nvSpPr>
            <p:spPr>
              <a:xfrm>
                <a:off x="343482" y="1588263"/>
                <a:ext cx="11225063" cy="523220"/>
              </a:xfrm>
              <a:prstGeom prst="rect">
                <a:avLst/>
              </a:prstGeom>
              <a:noFill/>
            </p:spPr>
            <p:txBody>
              <a:bodyPr wrap="square">
                <a:spAutoFit/>
              </a:bodyPr>
              <a:lstStyle/>
              <a:p>
                <a14:m>
                  <m:oMath xmlns:m="http://schemas.openxmlformats.org/officeDocument/2006/math">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ea typeface="Cambria Math" panose="02040503050406030204" pitchFamily="18" charset="0"/>
                        <a:cs typeface="Arial" panose="020B0604020202020204" pitchFamily="34" charset="0"/>
                      </a:rPr>
                      <m:t>𝒕</m:t>
                    </m:r>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ea typeface="Cambria Math" panose="02040503050406030204" pitchFamily="18" charset="0"/>
                        <a:cs typeface="Arial" panose="020B0604020202020204" pitchFamily="34" charset="0"/>
                      </a:rPr>
                      <m:t>𝟑𝟎</m:t>
                    </m:r>
                    <m:r>
                      <a:rPr lang="pt-BR" sz="2800" b="1" i="1" smtClean="0">
                        <a:latin typeface="Cambria Math" panose="02040503050406030204" pitchFamily="18" charset="0"/>
                        <a:ea typeface="Cambria Math" panose="02040503050406030204" pitchFamily="18" charset="0"/>
                        <a:cs typeface="Arial" panose="020B0604020202020204" pitchFamily="34" charset="0"/>
                      </a:rPr>
                      <m:t> </m:t>
                    </m:r>
                    <m:r>
                      <a:rPr lang="pt-BR" sz="2800" b="1" i="1" smtClean="0">
                        <a:latin typeface="Cambria Math" panose="02040503050406030204" pitchFamily="18" charset="0"/>
                        <a:ea typeface="Cambria Math" panose="02040503050406030204" pitchFamily="18" charset="0"/>
                        <a:cs typeface="Arial" panose="020B0604020202020204" pitchFamily="34" charset="0"/>
                      </a:rPr>
                      <m:t>𝒎𝒔</m:t>
                    </m:r>
                  </m:oMath>
                </a14:m>
                <a:r>
                  <a:rPr lang="pt-BR" sz="2800" b="1" dirty="0">
                    <a:latin typeface="Arial" panose="020B0604020202020204" pitchFamily="34" charset="0"/>
                    <a:cs typeface="Arial" panose="020B0604020202020204" pitchFamily="34" charset="0"/>
                  </a:rPr>
                  <a:t>: tempo para o impulso ir do pé ao cérebro </a:t>
                </a:r>
              </a:p>
            </p:txBody>
          </p:sp>
        </mc:Choice>
        <mc:Fallback xmlns="">
          <p:sp>
            <p:nvSpPr>
              <p:cNvPr id="5" name="CaixaDeTexto 4">
                <a:extLst>
                  <a:ext uri="{FF2B5EF4-FFF2-40B4-BE49-F238E27FC236}">
                    <a16:creationId xmlns:a16="http://schemas.microsoft.com/office/drawing/2014/main" id="{D3ECDDE2-6419-ADD1-1623-0E547F44B927}"/>
                  </a:ext>
                </a:extLst>
              </p:cNvPr>
              <p:cNvSpPr txBox="1">
                <a:spLocks noRot="1" noChangeAspect="1" noMove="1" noResize="1" noEditPoints="1" noAdjustHandles="1" noChangeArrowheads="1" noChangeShapeType="1" noTextEdit="1"/>
              </p:cNvSpPr>
              <p:nvPr/>
            </p:nvSpPr>
            <p:spPr>
              <a:xfrm>
                <a:off x="343482" y="1588263"/>
                <a:ext cx="11225063" cy="523220"/>
              </a:xfrm>
              <a:prstGeom prst="rect">
                <a:avLst/>
              </a:prstGeom>
              <a:blipFill>
                <a:blip r:embed="rId3"/>
                <a:stretch>
                  <a:fillRect t="-12941" b="-3294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6425D664-079A-53E1-3C08-12F46C375D9B}"/>
                  </a:ext>
                </a:extLst>
              </p:cNvPr>
              <p:cNvSpPr txBox="1"/>
              <p:nvPr/>
            </p:nvSpPr>
            <p:spPr>
              <a:xfrm>
                <a:off x="271325" y="2050301"/>
                <a:ext cx="11225063" cy="523220"/>
              </a:xfrm>
              <a:prstGeom prst="rect">
                <a:avLst/>
              </a:prstGeom>
              <a:noFill/>
            </p:spPr>
            <p:txBody>
              <a:bodyPr wrap="square">
                <a:spAutoFit/>
              </a:bodyPr>
              <a:lstStyle/>
              <a:p>
                <a14:m>
                  <m:oMath xmlns:m="http://schemas.openxmlformats.org/officeDocument/2006/math">
                    <m:r>
                      <a:rPr lang="pt-BR" sz="2800" b="1" i="1" smtClean="0">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smtClean="0">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ea typeface="Cambria Math" panose="02040503050406030204" pitchFamily="18" charset="0"/>
                            <a:cs typeface="Arial" panose="020B0604020202020204" pitchFamily="34" charset="0"/>
                          </a:rPr>
                          <m:t>𝒕</m:t>
                        </m:r>
                      </m:e>
                      <m:sub>
                        <m:r>
                          <a:rPr lang="pt-BR" sz="2800" b="1" i="1" smtClean="0">
                            <a:latin typeface="Cambria Math" panose="02040503050406030204" pitchFamily="18" charset="0"/>
                            <a:ea typeface="Cambria Math" panose="02040503050406030204" pitchFamily="18" charset="0"/>
                            <a:cs typeface="Arial" panose="020B0604020202020204" pitchFamily="34" charset="0"/>
                          </a:rPr>
                          <m:t>𝟏</m:t>
                        </m:r>
                      </m:sub>
                    </m:sSub>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ea typeface="Cambria Math" panose="02040503050406030204" pitchFamily="18" charset="0"/>
                        <a:cs typeface="Arial" panose="020B0604020202020204" pitchFamily="34" charset="0"/>
                      </a:rPr>
                      <m:t>𝟐𝟎</m:t>
                    </m:r>
                    <m:r>
                      <a:rPr lang="pt-BR" sz="2800" b="1" i="1" smtClean="0">
                        <a:latin typeface="Cambria Math" panose="02040503050406030204" pitchFamily="18" charset="0"/>
                        <a:ea typeface="Cambria Math" panose="02040503050406030204" pitchFamily="18" charset="0"/>
                        <a:cs typeface="Arial" panose="020B0604020202020204" pitchFamily="34" charset="0"/>
                      </a:rPr>
                      <m:t> </m:t>
                    </m:r>
                    <m:r>
                      <a:rPr lang="pt-BR" sz="2800" b="1" i="1" smtClean="0">
                        <a:latin typeface="Cambria Math" panose="02040503050406030204" pitchFamily="18" charset="0"/>
                        <a:ea typeface="Cambria Math" panose="02040503050406030204" pitchFamily="18" charset="0"/>
                        <a:cs typeface="Arial" panose="020B0604020202020204" pitchFamily="34" charset="0"/>
                      </a:rPr>
                      <m:t>𝒎𝒔</m:t>
                    </m:r>
                  </m:oMath>
                </a14:m>
                <a:r>
                  <a:rPr lang="pt-BR" sz="2800" b="1" dirty="0">
                    <a:latin typeface="Arial" panose="020B0604020202020204" pitchFamily="34" charset="0"/>
                    <a:cs typeface="Arial" panose="020B0604020202020204" pitchFamily="34" charset="0"/>
                  </a:rPr>
                  <a:t>: tempo para o impulso ir do pé até a base do tronco</a:t>
                </a:r>
              </a:p>
            </p:txBody>
          </p:sp>
        </mc:Choice>
        <mc:Fallback xmlns="">
          <p:sp>
            <p:nvSpPr>
              <p:cNvPr id="6" name="CaixaDeTexto 5">
                <a:extLst>
                  <a:ext uri="{FF2B5EF4-FFF2-40B4-BE49-F238E27FC236}">
                    <a16:creationId xmlns:a16="http://schemas.microsoft.com/office/drawing/2014/main" id="{6425D664-079A-53E1-3C08-12F46C375D9B}"/>
                  </a:ext>
                </a:extLst>
              </p:cNvPr>
              <p:cNvSpPr txBox="1">
                <a:spLocks noRot="1" noChangeAspect="1" noMove="1" noResize="1" noEditPoints="1" noAdjustHandles="1" noChangeArrowheads="1" noChangeShapeType="1" noTextEdit="1"/>
              </p:cNvSpPr>
              <p:nvPr/>
            </p:nvSpPr>
            <p:spPr>
              <a:xfrm>
                <a:off x="271325" y="2050301"/>
                <a:ext cx="11225063" cy="523220"/>
              </a:xfrm>
              <a:prstGeom prst="rect">
                <a:avLst/>
              </a:prstGeom>
              <a:blipFill>
                <a:blip r:embed="rId4"/>
                <a:stretch>
                  <a:fillRect t="-11628" b="-3139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6A1C18E5-E6B9-EBDA-497E-B579729D8A8E}"/>
                  </a:ext>
                </a:extLst>
              </p:cNvPr>
              <p:cNvSpPr txBox="1"/>
              <p:nvPr/>
            </p:nvSpPr>
            <p:spPr>
              <a:xfrm>
                <a:off x="271324" y="2525350"/>
                <a:ext cx="11225063" cy="523220"/>
              </a:xfrm>
              <a:prstGeom prst="rect">
                <a:avLst/>
              </a:prstGeom>
              <a:noFill/>
            </p:spPr>
            <p:txBody>
              <a:bodyPr wrap="square">
                <a:spAutoFit/>
              </a:bodyPr>
              <a:lstStyle/>
              <a:p>
                <a14:m>
                  <m:oMath xmlns:m="http://schemas.openxmlformats.org/officeDocument/2006/math">
                    <m:r>
                      <a:rPr lang="pt-BR" sz="2800" b="1" i="1" smtClean="0">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smtClean="0">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ea typeface="Cambria Math" panose="02040503050406030204" pitchFamily="18" charset="0"/>
                            <a:cs typeface="Arial" panose="020B0604020202020204" pitchFamily="34" charset="0"/>
                          </a:rPr>
                          <m:t>𝒕</m:t>
                        </m:r>
                      </m:e>
                      <m:sub>
                        <m:r>
                          <a:rPr lang="pt-BR" sz="2800" b="1" i="1" smtClean="0">
                            <a:latin typeface="Cambria Math" panose="02040503050406030204" pitchFamily="18" charset="0"/>
                            <a:ea typeface="Cambria Math" panose="02040503050406030204" pitchFamily="18" charset="0"/>
                            <a:cs typeface="Arial" panose="020B0604020202020204" pitchFamily="34" charset="0"/>
                          </a:rPr>
                          <m:t>𝟐</m:t>
                        </m:r>
                      </m:sub>
                    </m:sSub>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a:latin typeface="Cambria Math" panose="02040503050406030204" pitchFamily="18" charset="0"/>
                        <a:ea typeface="Cambria Math" panose="02040503050406030204" pitchFamily="18" charset="0"/>
                        <a:cs typeface="Arial" panose="020B0604020202020204" pitchFamily="34" charset="0"/>
                      </a:rPr>
                      <m:t>∆</m:t>
                    </m:r>
                    <m:r>
                      <a:rPr lang="pt-BR" sz="2800" b="1" i="1">
                        <a:latin typeface="Cambria Math" panose="02040503050406030204" pitchFamily="18" charset="0"/>
                        <a:ea typeface="Cambria Math" panose="02040503050406030204" pitchFamily="18" charset="0"/>
                        <a:cs typeface="Arial" panose="020B0604020202020204" pitchFamily="34" charset="0"/>
                      </a:rPr>
                      <m:t>𝒕</m:t>
                    </m:r>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a:latin typeface="Cambria Math" panose="02040503050406030204" pitchFamily="18" charset="0"/>
                            <a:ea typeface="Cambria Math" panose="02040503050406030204" pitchFamily="18" charset="0"/>
                            <a:cs typeface="Arial" panose="020B0604020202020204" pitchFamily="34" charset="0"/>
                          </a:rPr>
                        </m:ctrlPr>
                      </m:sSubPr>
                      <m:e>
                        <m:r>
                          <a:rPr lang="pt-BR" sz="2800" b="1" i="1">
                            <a:latin typeface="Cambria Math" panose="02040503050406030204" pitchFamily="18" charset="0"/>
                            <a:ea typeface="Cambria Math" panose="02040503050406030204" pitchFamily="18" charset="0"/>
                            <a:cs typeface="Arial" panose="020B0604020202020204" pitchFamily="34" charset="0"/>
                          </a:rPr>
                          <m:t>𝒕</m:t>
                        </m:r>
                      </m:e>
                      <m:sub>
                        <m:r>
                          <a:rPr lang="pt-BR" sz="2800" b="1" i="1">
                            <a:latin typeface="Cambria Math" panose="02040503050406030204" pitchFamily="18" charset="0"/>
                            <a:ea typeface="Cambria Math" panose="02040503050406030204" pitchFamily="18" charset="0"/>
                            <a:cs typeface="Arial" panose="020B0604020202020204" pitchFamily="34" charset="0"/>
                          </a:rPr>
                          <m:t>𝟏</m:t>
                        </m:r>
                      </m:sub>
                    </m:sSub>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ea typeface="Cambria Math" panose="02040503050406030204" pitchFamily="18" charset="0"/>
                        <a:cs typeface="Arial" panose="020B0604020202020204" pitchFamily="34" charset="0"/>
                      </a:rPr>
                      <m:t>𝟏𝟎</m:t>
                    </m:r>
                    <m:r>
                      <a:rPr lang="pt-BR" sz="2800" b="1" i="1" smtClean="0">
                        <a:latin typeface="Cambria Math" panose="02040503050406030204" pitchFamily="18" charset="0"/>
                        <a:ea typeface="Cambria Math" panose="02040503050406030204" pitchFamily="18" charset="0"/>
                        <a:cs typeface="Arial" panose="020B0604020202020204" pitchFamily="34" charset="0"/>
                      </a:rPr>
                      <m:t> </m:t>
                    </m:r>
                    <m:r>
                      <a:rPr lang="pt-BR" sz="2800" b="1" i="1" smtClean="0">
                        <a:latin typeface="Cambria Math" panose="02040503050406030204" pitchFamily="18" charset="0"/>
                        <a:ea typeface="Cambria Math" panose="02040503050406030204" pitchFamily="18" charset="0"/>
                        <a:cs typeface="Arial" panose="020B0604020202020204" pitchFamily="34" charset="0"/>
                      </a:rPr>
                      <m:t>𝒎𝒔</m:t>
                    </m:r>
                    <m:r>
                      <a:rPr lang="pt-BR" sz="2800" b="1" i="1" smtClean="0">
                        <a:latin typeface="Cambria Math" panose="02040503050406030204" pitchFamily="18" charset="0"/>
                        <a:ea typeface="Cambria Math" panose="02040503050406030204" pitchFamily="18" charset="0"/>
                        <a:cs typeface="Arial" panose="020B0604020202020204" pitchFamily="34" charset="0"/>
                      </a:rPr>
                      <m:t> </m:t>
                    </m:r>
                  </m:oMath>
                </a14:m>
                <a:r>
                  <a:rPr lang="pt-BR" sz="2800" b="1" dirty="0">
                    <a:latin typeface="Arial" panose="020B0604020202020204" pitchFamily="34" charset="0"/>
                    <a:cs typeface="Arial" panose="020B0604020202020204" pitchFamily="34" charset="0"/>
                  </a:rPr>
                  <a:t>: tempo da base do tronco até o cérebro</a:t>
                </a:r>
              </a:p>
            </p:txBody>
          </p:sp>
        </mc:Choice>
        <mc:Fallback xmlns="">
          <p:sp>
            <p:nvSpPr>
              <p:cNvPr id="7" name="CaixaDeTexto 6">
                <a:extLst>
                  <a:ext uri="{FF2B5EF4-FFF2-40B4-BE49-F238E27FC236}">
                    <a16:creationId xmlns:a16="http://schemas.microsoft.com/office/drawing/2014/main" id="{6A1C18E5-E6B9-EBDA-497E-B579729D8A8E}"/>
                  </a:ext>
                </a:extLst>
              </p:cNvPr>
              <p:cNvSpPr txBox="1">
                <a:spLocks noRot="1" noChangeAspect="1" noMove="1" noResize="1" noEditPoints="1" noAdjustHandles="1" noChangeArrowheads="1" noChangeShapeType="1" noTextEdit="1"/>
              </p:cNvSpPr>
              <p:nvPr/>
            </p:nvSpPr>
            <p:spPr>
              <a:xfrm>
                <a:off x="271324" y="2525350"/>
                <a:ext cx="11225063" cy="523220"/>
              </a:xfrm>
              <a:prstGeom prst="rect">
                <a:avLst/>
              </a:prstGeom>
              <a:blipFill>
                <a:blip r:embed="rId5"/>
                <a:stretch>
                  <a:fillRect t="-11628" b="-31395"/>
                </a:stretch>
              </a:blipFill>
            </p:spPr>
            <p:txBody>
              <a:bodyPr/>
              <a:lstStyle/>
              <a:p>
                <a:r>
                  <a:rPr lang="pt-BR">
                    <a:noFill/>
                  </a:rPr>
                  <a:t> </a:t>
                </a:r>
              </a:p>
            </p:txBody>
          </p:sp>
        </mc:Fallback>
      </mc:AlternateContent>
      <p:sp>
        <p:nvSpPr>
          <p:cNvPr id="9" name="CaixaDeTexto 8">
            <a:extLst>
              <a:ext uri="{FF2B5EF4-FFF2-40B4-BE49-F238E27FC236}">
                <a16:creationId xmlns:a16="http://schemas.microsoft.com/office/drawing/2014/main" id="{8790D5D4-606C-188B-60B9-594C60552F7E}"/>
              </a:ext>
            </a:extLst>
          </p:cNvPr>
          <p:cNvSpPr txBox="1"/>
          <p:nvPr/>
        </p:nvSpPr>
        <p:spPr>
          <a:xfrm>
            <a:off x="321912" y="3026886"/>
            <a:ext cx="4907391" cy="523220"/>
          </a:xfrm>
          <a:prstGeom prst="rect">
            <a:avLst/>
          </a:prstGeom>
          <a:noFill/>
        </p:spPr>
        <p:txBody>
          <a:bodyPr wrap="square">
            <a:spAutoFit/>
          </a:bodyPr>
          <a:lstStyle/>
          <a:p>
            <a:r>
              <a:rPr lang="pt-BR" sz="2800" b="1" dirty="0">
                <a:latin typeface="Arial" panose="020B0604020202020204" pitchFamily="34" charset="0"/>
                <a:cs typeface="Arial" panose="020B0604020202020204" pitchFamily="34" charset="0"/>
              </a:rPr>
              <a:t>H = 1,70m: altura da pessoa</a:t>
            </a:r>
          </a:p>
        </p:txBody>
      </p:sp>
      <p:sp>
        <p:nvSpPr>
          <p:cNvPr id="10" name="Retângulo 9">
            <a:extLst>
              <a:ext uri="{FF2B5EF4-FFF2-40B4-BE49-F238E27FC236}">
                <a16:creationId xmlns:a16="http://schemas.microsoft.com/office/drawing/2014/main" id="{ABF0FE2C-969F-DF5E-F53D-1446D2EB15A1}"/>
              </a:ext>
            </a:extLst>
          </p:cNvPr>
          <p:cNvSpPr/>
          <p:nvPr/>
        </p:nvSpPr>
        <p:spPr>
          <a:xfrm>
            <a:off x="343482" y="1128565"/>
            <a:ext cx="1404552" cy="523220"/>
          </a:xfrm>
          <a:prstGeom prst="rect">
            <a:avLst/>
          </a:prstGeom>
        </p:spPr>
        <p:txBody>
          <a:bodyPr wrap="none">
            <a:spAutoFit/>
          </a:bodyPr>
          <a:lstStyle/>
          <a:p>
            <a:pPr algn="just"/>
            <a:r>
              <a:rPr lang="pt-BR" sz="2800" b="1" dirty="0">
                <a:solidFill>
                  <a:srgbClr val="FF0000"/>
                </a:solidFill>
                <a:latin typeface="Arial" panose="020B0604020202020204" pitchFamily="34" charset="0"/>
                <a:cs typeface="Arial" panose="020B0604020202020204" pitchFamily="34" charset="0"/>
              </a:rPr>
              <a:t>Dados:</a:t>
            </a:r>
          </a:p>
        </p:txBody>
      </p:sp>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86DA3661-2BDB-69BF-D5F3-D455BF0299EF}"/>
                  </a:ext>
                </a:extLst>
              </p:cNvPr>
              <p:cNvSpPr txBox="1"/>
              <p:nvPr/>
            </p:nvSpPr>
            <p:spPr>
              <a:xfrm>
                <a:off x="271324" y="3496000"/>
                <a:ext cx="11848519" cy="523220"/>
              </a:xfrm>
              <a:prstGeom prst="rect">
                <a:avLst/>
              </a:prstGeom>
              <a:noFill/>
            </p:spPr>
            <p:txBody>
              <a:bodyPr wrap="square">
                <a:spAutoFit/>
              </a:bodyPr>
              <a:lstStyle/>
              <a:p>
                <a:pPr algn="just"/>
                <a14:m>
                  <m:oMath xmlns:m="http://schemas.openxmlformats.org/officeDocument/2006/math">
                    <m:r>
                      <a:rPr lang="pt-BR" sz="2800" b="1" i="1" dirty="0" smtClean="0">
                        <a:latin typeface="Cambria Math" panose="02040503050406030204" pitchFamily="18" charset="0"/>
                        <a:cs typeface="Arial" panose="020B0604020202020204" pitchFamily="34" charset="0"/>
                      </a:rPr>
                      <m:t>𝒉</m:t>
                    </m:r>
                    <m:r>
                      <a:rPr lang="pt-BR" sz="2800" b="1" i="1" dirty="0" smtClean="0">
                        <a:latin typeface="Cambria Math" panose="02040503050406030204" pitchFamily="18" charset="0"/>
                        <a:cs typeface="Arial" panose="020B0604020202020204" pitchFamily="34" charset="0"/>
                      </a:rPr>
                      <m:t>=</m:t>
                    </m:r>
                    <m:r>
                      <a:rPr lang="pt-BR" sz="2800" b="1" i="1" dirty="0" smtClean="0">
                        <a:latin typeface="Cambria Math" panose="02040503050406030204" pitchFamily="18" charset="0"/>
                        <a:cs typeface="Arial" panose="020B0604020202020204" pitchFamily="34" charset="0"/>
                      </a:rPr>
                      <m:t>𝟎</m:t>
                    </m:r>
                    <m:r>
                      <a:rPr lang="pt-BR" sz="2800" b="1" i="1" dirty="0" smtClean="0">
                        <a:latin typeface="Cambria Math" panose="02040503050406030204" pitchFamily="18" charset="0"/>
                        <a:cs typeface="Arial" panose="020B0604020202020204" pitchFamily="34" charset="0"/>
                      </a:rPr>
                      <m:t>,</m:t>
                    </m:r>
                    <m:r>
                      <a:rPr lang="pt-BR" sz="2800" b="1" i="1" dirty="0" smtClean="0">
                        <a:latin typeface="Cambria Math" panose="02040503050406030204" pitchFamily="18" charset="0"/>
                        <a:cs typeface="Arial" panose="020B0604020202020204" pitchFamily="34" charset="0"/>
                      </a:rPr>
                      <m:t>𝟔</m:t>
                    </m:r>
                    <m:r>
                      <a:rPr lang="pt-BR" sz="2800" b="1" i="1" dirty="0" smtClean="0">
                        <a:latin typeface="Cambria Math" panose="02040503050406030204" pitchFamily="18" charset="0"/>
                        <a:cs typeface="Arial" panose="020B0604020202020204" pitchFamily="34" charset="0"/>
                      </a:rPr>
                      <m:t>𝑯</m:t>
                    </m:r>
                    <m:r>
                      <a:rPr lang="pt-BR" sz="2800" b="1" i="1" dirty="0" smtClean="0">
                        <a:latin typeface="Cambria Math" panose="02040503050406030204" pitchFamily="18" charset="0"/>
                        <a:cs typeface="Arial" panose="020B0604020202020204" pitchFamily="34" charset="0"/>
                      </a:rPr>
                      <m:t>=</m:t>
                    </m:r>
                    <m:r>
                      <a:rPr lang="pt-BR" sz="2800" b="1" i="1" dirty="0" smtClean="0">
                        <a:latin typeface="Cambria Math" panose="02040503050406030204" pitchFamily="18" charset="0"/>
                        <a:cs typeface="Arial" panose="020B0604020202020204" pitchFamily="34" charset="0"/>
                      </a:rPr>
                      <m:t>𝟎</m:t>
                    </m:r>
                    <m:r>
                      <a:rPr lang="pt-BR" sz="2800" b="1" i="1" dirty="0" smtClean="0">
                        <a:latin typeface="Cambria Math" panose="02040503050406030204" pitchFamily="18" charset="0"/>
                        <a:cs typeface="Arial" panose="020B0604020202020204" pitchFamily="34" charset="0"/>
                      </a:rPr>
                      <m:t>,</m:t>
                    </m:r>
                    <m:r>
                      <a:rPr lang="pt-BR" sz="2800" b="1" i="1" dirty="0" smtClean="0">
                        <a:latin typeface="Cambria Math" panose="02040503050406030204" pitchFamily="18" charset="0"/>
                        <a:cs typeface="Arial" panose="020B0604020202020204" pitchFamily="34" charset="0"/>
                      </a:rPr>
                      <m:t>𝟔</m:t>
                    </m:r>
                    <m:r>
                      <a:rPr lang="pt-BR" sz="2800" b="1" i="1" dirty="0" smtClean="0">
                        <a:latin typeface="Cambria Math" panose="02040503050406030204" pitchFamily="18" charset="0"/>
                        <a:cs typeface="Arial" panose="020B0604020202020204" pitchFamily="34" charset="0"/>
                      </a:rPr>
                      <m:t>𝒙</m:t>
                    </m:r>
                    <m:r>
                      <a:rPr lang="pt-BR" sz="2800" b="1" i="1" dirty="0" smtClean="0">
                        <a:latin typeface="Cambria Math" panose="02040503050406030204" pitchFamily="18" charset="0"/>
                        <a:cs typeface="Arial" panose="020B0604020202020204" pitchFamily="34" charset="0"/>
                      </a:rPr>
                      <m:t>𝟏</m:t>
                    </m:r>
                    <m:r>
                      <a:rPr lang="pt-BR" sz="2800" b="1" i="1" dirty="0" smtClean="0">
                        <a:latin typeface="Cambria Math" panose="02040503050406030204" pitchFamily="18" charset="0"/>
                        <a:cs typeface="Arial" panose="020B0604020202020204" pitchFamily="34" charset="0"/>
                      </a:rPr>
                      <m:t>,</m:t>
                    </m:r>
                    <m:r>
                      <a:rPr lang="pt-BR" sz="2800" b="1" i="1" dirty="0" smtClean="0">
                        <a:latin typeface="Cambria Math" panose="02040503050406030204" pitchFamily="18" charset="0"/>
                        <a:cs typeface="Arial" panose="020B0604020202020204" pitchFamily="34" charset="0"/>
                      </a:rPr>
                      <m:t>𝟕𝟎</m:t>
                    </m:r>
                    <m:r>
                      <a:rPr lang="pt-BR" sz="2800" b="1" i="1" dirty="0">
                        <a:latin typeface="Cambria Math" panose="02040503050406030204" pitchFamily="18" charset="0"/>
                        <a:cs typeface="Arial" panose="020B0604020202020204" pitchFamily="34" charset="0"/>
                      </a:rPr>
                      <m:t>=</m:t>
                    </m:r>
                    <m:r>
                      <a:rPr lang="pt-BR" sz="2800" b="1" i="1" dirty="0">
                        <a:latin typeface="Cambria Math" panose="02040503050406030204" pitchFamily="18" charset="0"/>
                        <a:cs typeface="Arial" panose="020B0604020202020204" pitchFamily="34" charset="0"/>
                      </a:rPr>
                      <m:t>𝟏</m:t>
                    </m:r>
                    <m:r>
                      <a:rPr lang="pt-BR" sz="2800" b="1" i="1" dirty="0">
                        <a:latin typeface="Cambria Math" panose="02040503050406030204" pitchFamily="18" charset="0"/>
                        <a:cs typeface="Arial" panose="020B0604020202020204" pitchFamily="34" charset="0"/>
                      </a:rPr>
                      <m:t>,</m:t>
                    </m:r>
                    <m:r>
                      <a:rPr lang="pt-BR" sz="2800" b="1" i="1" dirty="0">
                        <a:latin typeface="Cambria Math" panose="02040503050406030204" pitchFamily="18" charset="0"/>
                        <a:cs typeface="Arial" panose="020B0604020202020204" pitchFamily="34" charset="0"/>
                      </a:rPr>
                      <m:t>𝟎𝟐</m:t>
                    </m:r>
                    <m:r>
                      <a:rPr lang="pt-BR" sz="2800" b="1" i="1" dirty="0">
                        <a:latin typeface="Cambria Math" panose="02040503050406030204" pitchFamily="18" charset="0"/>
                        <a:cs typeface="Arial" panose="020B0604020202020204" pitchFamily="34" charset="0"/>
                      </a:rPr>
                      <m:t>𝒎</m:t>
                    </m:r>
                  </m:oMath>
                </a14:m>
                <a:r>
                  <a:rPr lang="pt-BR" sz="2800" b="1" dirty="0">
                    <a:latin typeface="Arial" panose="020B0604020202020204" pitchFamily="34" charset="0"/>
                    <a:cs typeface="Arial" panose="020B0604020202020204" pitchFamily="34" charset="0"/>
                  </a:rPr>
                  <a:t>: distância do pé até a base do tronco</a:t>
                </a:r>
              </a:p>
            </p:txBody>
          </p:sp>
        </mc:Choice>
        <mc:Fallback xmlns="">
          <p:sp>
            <p:nvSpPr>
              <p:cNvPr id="12" name="CaixaDeTexto 11">
                <a:extLst>
                  <a:ext uri="{FF2B5EF4-FFF2-40B4-BE49-F238E27FC236}">
                    <a16:creationId xmlns:a16="http://schemas.microsoft.com/office/drawing/2014/main" id="{86DA3661-2BDB-69BF-D5F3-D455BF0299EF}"/>
                  </a:ext>
                </a:extLst>
              </p:cNvPr>
              <p:cNvSpPr txBox="1">
                <a:spLocks noRot="1" noChangeAspect="1" noMove="1" noResize="1" noEditPoints="1" noAdjustHandles="1" noChangeArrowheads="1" noChangeShapeType="1" noTextEdit="1"/>
              </p:cNvSpPr>
              <p:nvPr/>
            </p:nvSpPr>
            <p:spPr>
              <a:xfrm>
                <a:off x="271324" y="3496000"/>
                <a:ext cx="11848519" cy="523220"/>
              </a:xfrm>
              <a:prstGeom prst="rect">
                <a:avLst/>
              </a:prstGeom>
              <a:blipFill>
                <a:blip r:embed="rId6"/>
                <a:stretch>
                  <a:fillRect t="-11628" b="-3139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id="{5685344A-AB46-6E49-62A9-F314674027C5}"/>
                  </a:ext>
                </a:extLst>
              </p:cNvPr>
              <p:cNvSpPr txBox="1"/>
              <p:nvPr/>
            </p:nvSpPr>
            <p:spPr>
              <a:xfrm>
                <a:off x="271324" y="4019220"/>
                <a:ext cx="10022604" cy="523220"/>
              </a:xfrm>
              <a:prstGeom prst="rect">
                <a:avLst/>
              </a:prstGeom>
              <a:noFill/>
            </p:spPr>
            <p:txBody>
              <a:bodyPr wrap="square">
                <a:spAutoFit/>
              </a:bodyPr>
              <a:lstStyle/>
              <a:p>
                <a:pPr algn="just"/>
                <a14:m>
                  <m:oMath xmlns:m="http://schemas.openxmlformats.org/officeDocument/2006/math">
                    <m:r>
                      <a:rPr lang="pt-BR" sz="2800" b="1" i="1" dirty="0" smtClean="0">
                        <a:latin typeface="Cambria Math" panose="02040503050406030204" pitchFamily="18" charset="0"/>
                        <a:cs typeface="Arial" panose="020B0604020202020204" pitchFamily="34" charset="0"/>
                      </a:rPr>
                      <m:t>𝑯</m:t>
                    </m:r>
                    <m:r>
                      <a:rPr lang="pt-BR" sz="2800" b="1" i="1" dirty="0" smtClean="0">
                        <a:latin typeface="Cambria Math" panose="02040503050406030204" pitchFamily="18" charset="0"/>
                        <a:cs typeface="Arial" panose="020B0604020202020204" pitchFamily="34" charset="0"/>
                      </a:rPr>
                      <m:t>−</m:t>
                    </m:r>
                    <m:r>
                      <a:rPr lang="pt-BR" sz="2800" b="1" i="1" dirty="0" smtClean="0">
                        <a:latin typeface="Cambria Math" panose="02040503050406030204" pitchFamily="18" charset="0"/>
                        <a:cs typeface="Arial" panose="020B0604020202020204" pitchFamily="34" charset="0"/>
                      </a:rPr>
                      <m:t>𝒉</m:t>
                    </m:r>
                    <m:r>
                      <a:rPr lang="pt-BR" sz="2800" b="1" i="1" dirty="0" smtClean="0">
                        <a:latin typeface="Cambria Math" panose="02040503050406030204" pitchFamily="18" charset="0"/>
                        <a:cs typeface="Arial" panose="020B0604020202020204" pitchFamily="34" charset="0"/>
                      </a:rPr>
                      <m:t>=</m:t>
                    </m:r>
                    <m:r>
                      <a:rPr lang="pt-BR" sz="2800" b="1" i="1" dirty="0" smtClean="0">
                        <a:latin typeface="Cambria Math" panose="02040503050406030204" pitchFamily="18" charset="0"/>
                        <a:cs typeface="Arial" panose="020B0604020202020204" pitchFamily="34" charset="0"/>
                      </a:rPr>
                      <m:t>𝟎</m:t>
                    </m:r>
                    <m:r>
                      <a:rPr lang="pt-BR" sz="2800" b="1" i="1" dirty="0" smtClean="0">
                        <a:latin typeface="Cambria Math" panose="02040503050406030204" pitchFamily="18" charset="0"/>
                        <a:cs typeface="Arial" panose="020B0604020202020204" pitchFamily="34" charset="0"/>
                      </a:rPr>
                      <m:t>,</m:t>
                    </m:r>
                    <m:r>
                      <a:rPr lang="pt-BR" sz="2800" b="1" i="1" dirty="0" smtClean="0">
                        <a:latin typeface="Cambria Math" panose="02040503050406030204" pitchFamily="18" charset="0"/>
                        <a:cs typeface="Arial" panose="020B0604020202020204" pitchFamily="34" charset="0"/>
                      </a:rPr>
                      <m:t>𝟔𝟖</m:t>
                    </m:r>
                    <m:r>
                      <a:rPr lang="pt-BR" sz="2800" b="1" i="1" dirty="0">
                        <a:latin typeface="Cambria Math" panose="02040503050406030204" pitchFamily="18" charset="0"/>
                        <a:cs typeface="Arial" panose="020B0604020202020204" pitchFamily="34" charset="0"/>
                      </a:rPr>
                      <m:t>𝒎</m:t>
                    </m:r>
                    <m:r>
                      <a:rPr lang="pt-BR" sz="2800" b="1" i="1" dirty="0">
                        <a:latin typeface="Cambria Math" panose="02040503050406030204" pitchFamily="18" charset="0"/>
                        <a:cs typeface="Arial" panose="020B0604020202020204" pitchFamily="34" charset="0"/>
                      </a:rPr>
                      <m:t> </m:t>
                    </m:r>
                  </m:oMath>
                </a14:m>
                <a:r>
                  <a:rPr lang="pt-BR" sz="2800" b="1" dirty="0">
                    <a:latin typeface="Arial" panose="020B0604020202020204" pitchFamily="34" charset="0"/>
                    <a:cs typeface="Arial" panose="020B0604020202020204" pitchFamily="34" charset="0"/>
                  </a:rPr>
                  <a:t>: distância da base do tronco até o cérebro</a:t>
                </a:r>
              </a:p>
            </p:txBody>
          </p:sp>
        </mc:Choice>
        <mc:Fallback xmlns="">
          <p:sp>
            <p:nvSpPr>
              <p:cNvPr id="14" name="CaixaDeTexto 13">
                <a:extLst>
                  <a:ext uri="{FF2B5EF4-FFF2-40B4-BE49-F238E27FC236}">
                    <a16:creationId xmlns:a16="http://schemas.microsoft.com/office/drawing/2014/main" id="{5685344A-AB46-6E49-62A9-F314674027C5}"/>
                  </a:ext>
                </a:extLst>
              </p:cNvPr>
              <p:cNvSpPr txBox="1">
                <a:spLocks noRot="1" noChangeAspect="1" noMove="1" noResize="1" noEditPoints="1" noAdjustHandles="1" noChangeArrowheads="1" noChangeShapeType="1" noTextEdit="1"/>
              </p:cNvSpPr>
              <p:nvPr/>
            </p:nvSpPr>
            <p:spPr>
              <a:xfrm>
                <a:off x="271324" y="4019220"/>
                <a:ext cx="10022604" cy="523220"/>
              </a:xfrm>
              <a:prstGeom prst="rect">
                <a:avLst/>
              </a:prstGeom>
              <a:blipFill>
                <a:blip r:embed="rId7"/>
                <a:stretch>
                  <a:fillRect t="-11628" r="-1034" b="-31395"/>
                </a:stretch>
              </a:blipFill>
            </p:spPr>
            <p:txBody>
              <a:bodyPr/>
              <a:lstStyle/>
              <a:p>
                <a:r>
                  <a:rPr lang="pt-BR">
                    <a:noFill/>
                  </a:rPr>
                  <a:t> </a:t>
                </a:r>
              </a:p>
            </p:txBody>
          </p:sp>
        </mc:Fallback>
      </mc:AlternateContent>
      <p:sp>
        <p:nvSpPr>
          <p:cNvPr id="4" name="Retângulo 3">
            <a:extLst>
              <a:ext uri="{FF2B5EF4-FFF2-40B4-BE49-F238E27FC236}">
                <a16:creationId xmlns:a16="http://schemas.microsoft.com/office/drawing/2014/main" id="{10335FE8-590E-C53F-8D59-0352AA6154D0}"/>
              </a:ext>
            </a:extLst>
          </p:cNvPr>
          <p:cNvSpPr/>
          <p:nvPr/>
        </p:nvSpPr>
        <p:spPr>
          <a:xfrm>
            <a:off x="271324" y="4622370"/>
            <a:ext cx="2667518" cy="523220"/>
          </a:xfrm>
          <a:prstGeom prst="rect">
            <a:avLst/>
          </a:prstGeom>
        </p:spPr>
        <p:txBody>
          <a:bodyPr wrap="square">
            <a:spAutoFit/>
          </a:bodyPr>
          <a:lstStyle/>
          <a:p>
            <a:pPr algn="just"/>
            <a:r>
              <a:rPr lang="pt-BR" sz="2800" b="1" dirty="0">
                <a:latin typeface="Arial" panose="020B0604020202020204" pitchFamily="34" charset="0"/>
                <a:ea typeface="Calibri" panose="020F0502020204030204" pitchFamily="34" charset="0"/>
              </a:rPr>
              <a:t>Sabemos que:</a:t>
            </a:r>
            <a:endParaRPr lang="pt-BR" sz="2800" b="1" dirty="0"/>
          </a:p>
        </p:txBody>
      </p:sp>
      <mc:AlternateContent xmlns:mc="http://schemas.openxmlformats.org/markup-compatibility/2006" xmlns:a14="http://schemas.microsoft.com/office/drawing/2010/main">
        <mc:Choice Requires="a14">
          <p:sp>
            <p:nvSpPr>
              <p:cNvPr id="8" name="Retângulo 7">
                <a:extLst>
                  <a:ext uri="{FF2B5EF4-FFF2-40B4-BE49-F238E27FC236}">
                    <a16:creationId xmlns:a16="http://schemas.microsoft.com/office/drawing/2014/main" id="{EEFD1C61-0538-C4D3-EBBE-316651AFF3C7}"/>
                  </a:ext>
                </a:extLst>
              </p:cNvPr>
              <p:cNvSpPr/>
              <p:nvPr/>
            </p:nvSpPr>
            <p:spPr>
              <a:xfrm>
                <a:off x="2828006" y="4433087"/>
                <a:ext cx="1723164"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𝑴</m:t>
                          </m:r>
                        </m:sub>
                      </m:sSub>
                      <m:r>
                        <a:rPr lang="pt-BR" sz="2800" b="1" i="1">
                          <a:latin typeface="Cambria Math" panose="02040503050406030204" pitchFamily="18" charset="0"/>
                        </a:rPr>
                        <m:t>= </m:t>
                      </m:r>
                      <m:f>
                        <m:fPr>
                          <m:ctrlPr>
                            <a:rPr lang="pt-BR" sz="2800" b="1" i="1">
                              <a:latin typeface="Cambria Math" panose="02040503050406030204" pitchFamily="18" charset="0"/>
                            </a:rPr>
                          </m:ctrlPr>
                        </m:fPr>
                        <m:num>
                          <m:r>
                            <a:rPr lang="pt-BR" sz="2800" b="1" i="1">
                              <a:latin typeface="Cambria Math" panose="02040503050406030204" pitchFamily="18" charset="0"/>
                            </a:rPr>
                            <m:t>∆</m:t>
                          </m:r>
                          <m:r>
                            <a:rPr lang="pt-BR" sz="2800" b="1" i="1">
                              <a:latin typeface="Cambria Math" panose="02040503050406030204" pitchFamily="18" charset="0"/>
                            </a:rPr>
                            <m:t>𝑺</m:t>
                          </m:r>
                        </m:num>
                        <m:den>
                          <m:r>
                            <a:rPr lang="pt-BR" sz="2800" b="1" i="1">
                              <a:latin typeface="Cambria Math" panose="02040503050406030204" pitchFamily="18" charset="0"/>
                            </a:rPr>
                            <m:t>∆</m:t>
                          </m:r>
                          <m:r>
                            <a:rPr lang="pt-BR" sz="2800" b="1" i="1">
                              <a:latin typeface="Cambria Math" panose="02040503050406030204" pitchFamily="18" charset="0"/>
                            </a:rPr>
                            <m:t>𝒕</m:t>
                          </m:r>
                        </m:den>
                      </m:f>
                    </m:oMath>
                  </m:oMathPara>
                </a14:m>
                <a:endParaRPr lang="pt-BR" sz="2800" b="1" i="1" dirty="0"/>
              </a:p>
            </p:txBody>
          </p:sp>
        </mc:Choice>
        <mc:Fallback xmlns="">
          <p:sp>
            <p:nvSpPr>
              <p:cNvPr id="8" name="Retângulo 7">
                <a:extLst>
                  <a:ext uri="{FF2B5EF4-FFF2-40B4-BE49-F238E27FC236}">
                    <a16:creationId xmlns:a16="http://schemas.microsoft.com/office/drawing/2014/main" id="{EEFD1C61-0538-C4D3-EBBE-316651AFF3C7}"/>
                  </a:ext>
                </a:extLst>
              </p:cNvPr>
              <p:cNvSpPr>
                <a:spLocks noRot="1" noChangeAspect="1" noMove="1" noResize="1" noEditPoints="1" noAdjustHandles="1" noChangeArrowheads="1" noChangeShapeType="1" noTextEdit="1"/>
              </p:cNvSpPr>
              <p:nvPr/>
            </p:nvSpPr>
            <p:spPr>
              <a:xfrm>
                <a:off x="2828006" y="4433087"/>
                <a:ext cx="1723164" cy="901785"/>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Retângulo 10">
                <a:extLst>
                  <a:ext uri="{FF2B5EF4-FFF2-40B4-BE49-F238E27FC236}">
                    <a16:creationId xmlns:a16="http://schemas.microsoft.com/office/drawing/2014/main" id="{8E793C75-E397-8C00-600F-19CC7D64FFD6}"/>
                  </a:ext>
                </a:extLst>
              </p:cNvPr>
              <p:cNvSpPr/>
              <p:nvPr/>
            </p:nvSpPr>
            <p:spPr>
              <a:xfrm>
                <a:off x="276959" y="5297846"/>
                <a:ext cx="2661883"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a:latin typeface="Cambria Math" panose="02040503050406030204" pitchFamily="18" charset="0"/>
                              <a:cs typeface="Arial" panose="020B0604020202020204" pitchFamily="34" charset="0"/>
                            </a:rPr>
                            <m:t>𝒗</m:t>
                          </m:r>
                        </m:e>
                        <m:sub>
                          <m:r>
                            <a:rPr lang="pt-BR" sz="2800" b="1" i="1">
                              <a:latin typeface="Cambria Math" panose="02040503050406030204" pitchFamily="18" charset="0"/>
                              <a:cs typeface="Arial" panose="020B0604020202020204" pitchFamily="34" charset="0"/>
                            </a:rPr>
                            <m:t>𝑴</m:t>
                          </m:r>
                        </m:sub>
                      </m:sSub>
                      <m:r>
                        <a:rPr lang="pt-BR" sz="2800" b="1" i="1">
                          <a:latin typeface="Cambria Math" panose="02040503050406030204" pitchFamily="18" charset="0"/>
                        </a:rPr>
                        <m:t>= </m:t>
                      </m:r>
                      <m:f>
                        <m:fPr>
                          <m:ctrlPr>
                            <a:rPr lang="pt-BR" sz="2800" b="1" i="1">
                              <a:latin typeface="Cambria Math" panose="02040503050406030204" pitchFamily="18" charset="0"/>
                            </a:rPr>
                          </m:ctrlPr>
                        </m:fPr>
                        <m:num>
                          <m:r>
                            <a:rPr lang="pt-BR" sz="2800" b="1" i="1" smtClean="0">
                              <a:latin typeface="Cambria Math" panose="02040503050406030204" pitchFamily="18" charset="0"/>
                            </a:rPr>
                            <m:t>𝟏</m:t>
                          </m:r>
                          <m:r>
                            <a:rPr lang="pt-BR" sz="2800" b="1" i="1" smtClean="0">
                              <a:latin typeface="Cambria Math" panose="02040503050406030204" pitchFamily="18" charset="0"/>
                            </a:rPr>
                            <m:t>,</m:t>
                          </m:r>
                          <m:r>
                            <a:rPr lang="pt-BR" sz="2800" b="1" i="1" smtClean="0">
                              <a:latin typeface="Cambria Math" panose="02040503050406030204" pitchFamily="18" charset="0"/>
                            </a:rPr>
                            <m:t>𝟕𝟎</m:t>
                          </m:r>
                        </m:num>
                        <m:den>
                          <m:sSup>
                            <m:sSupPr>
                              <m:ctrlPr>
                                <a:rPr lang="pt-BR" sz="2800" b="1" i="1">
                                  <a:solidFill>
                                    <a:srgbClr val="002060"/>
                                  </a:solidFill>
                                  <a:latin typeface="Cambria Math" panose="02040503050406030204" pitchFamily="18" charset="0"/>
                                  <a:cs typeface="Arial" panose="020B0604020202020204" pitchFamily="34" charset="0"/>
                                </a:rPr>
                              </m:ctrlPr>
                            </m:sSupPr>
                            <m:e>
                              <m:r>
                                <a:rPr lang="pt-BR" sz="2800" b="1" i="1" smtClean="0">
                                  <a:solidFill>
                                    <a:srgbClr val="002060"/>
                                  </a:solidFill>
                                  <a:latin typeface="Cambria Math" panose="02040503050406030204" pitchFamily="18" charset="0"/>
                                  <a:cs typeface="Arial" panose="020B0604020202020204" pitchFamily="34" charset="0"/>
                                </a:rPr>
                                <m:t>𝟑𝟎</m:t>
                              </m:r>
                              <m:r>
                                <a:rPr lang="pt-BR" sz="2800" b="1" i="1" smtClean="0">
                                  <a:solidFill>
                                    <a:srgbClr val="002060"/>
                                  </a:solidFill>
                                  <a:latin typeface="Cambria Math" panose="02040503050406030204" pitchFamily="18" charset="0"/>
                                  <a:cs typeface="Arial" panose="020B0604020202020204" pitchFamily="34" charset="0"/>
                                </a:rPr>
                                <m:t>.</m:t>
                              </m:r>
                              <m:r>
                                <a:rPr lang="pt-BR" sz="2800" b="1" i="1">
                                  <a:solidFill>
                                    <a:srgbClr val="002060"/>
                                  </a:solidFill>
                                  <a:latin typeface="Cambria Math" panose="02040503050406030204" pitchFamily="18" charset="0"/>
                                  <a:cs typeface="Arial" panose="020B0604020202020204" pitchFamily="34" charset="0"/>
                                </a:rPr>
                                <m:t>𝟏𝟎</m:t>
                              </m:r>
                            </m:e>
                            <m:sup>
                              <m:r>
                                <a:rPr lang="pt-BR" sz="2800" b="1" i="1">
                                  <a:solidFill>
                                    <a:srgbClr val="002060"/>
                                  </a:solidFill>
                                  <a:latin typeface="Cambria Math" panose="02040503050406030204" pitchFamily="18" charset="0"/>
                                  <a:cs typeface="Arial" panose="020B0604020202020204" pitchFamily="34" charset="0"/>
                                </a:rPr>
                                <m:t>−</m:t>
                              </m:r>
                              <m:r>
                                <a:rPr lang="pt-BR" sz="2800" b="1" i="1">
                                  <a:solidFill>
                                    <a:srgbClr val="002060"/>
                                  </a:solidFill>
                                  <a:latin typeface="Cambria Math" panose="02040503050406030204" pitchFamily="18" charset="0"/>
                                  <a:cs typeface="Arial" panose="020B0604020202020204" pitchFamily="34" charset="0"/>
                                </a:rPr>
                                <m:t>𝟑</m:t>
                              </m:r>
                            </m:sup>
                          </m:sSup>
                        </m:den>
                      </m:f>
                    </m:oMath>
                  </m:oMathPara>
                </a14:m>
                <a:endParaRPr lang="pt-BR" sz="2800" b="1" i="1" dirty="0"/>
              </a:p>
            </p:txBody>
          </p:sp>
        </mc:Choice>
        <mc:Fallback xmlns="">
          <p:sp>
            <p:nvSpPr>
              <p:cNvPr id="11" name="Retângulo 10">
                <a:extLst>
                  <a:ext uri="{FF2B5EF4-FFF2-40B4-BE49-F238E27FC236}">
                    <a16:creationId xmlns:a16="http://schemas.microsoft.com/office/drawing/2014/main" id="{8E793C75-E397-8C00-600F-19CC7D64FFD6}"/>
                  </a:ext>
                </a:extLst>
              </p:cNvPr>
              <p:cNvSpPr>
                <a:spLocks noRot="1" noChangeAspect="1" noMove="1" noResize="1" noEditPoints="1" noAdjustHandles="1" noChangeArrowheads="1" noChangeShapeType="1" noTextEdit="1"/>
              </p:cNvSpPr>
              <p:nvPr/>
            </p:nvSpPr>
            <p:spPr>
              <a:xfrm>
                <a:off x="276959" y="5297846"/>
                <a:ext cx="2661883" cy="901785"/>
              </a:xfrm>
              <a:prstGeom prst="rect">
                <a:avLst/>
              </a:prstGeom>
              <a:blipFill>
                <a:blip r:embed="rId9"/>
                <a:stretch>
                  <a:fillRect/>
                </a:stretch>
              </a:blipFill>
            </p:spPr>
            <p:txBody>
              <a:bodyPr/>
              <a:lstStyle/>
              <a:p>
                <a:r>
                  <a:rPr lang="pt-BR">
                    <a:noFill/>
                  </a:rPr>
                  <a:t> </a:t>
                </a:r>
              </a:p>
            </p:txBody>
          </p:sp>
        </mc:Fallback>
      </mc:AlternateContent>
      <p:sp>
        <p:nvSpPr>
          <p:cNvPr id="13" name="Seta: para a Direita 12">
            <a:extLst>
              <a:ext uri="{FF2B5EF4-FFF2-40B4-BE49-F238E27FC236}">
                <a16:creationId xmlns:a16="http://schemas.microsoft.com/office/drawing/2014/main" id="{863B56D0-9F49-C842-7E39-09CFF377DDC7}"/>
              </a:ext>
            </a:extLst>
          </p:cNvPr>
          <p:cNvSpPr/>
          <p:nvPr/>
        </p:nvSpPr>
        <p:spPr>
          <a:xfrm>
            <a:off x="2938842" y="5573288"/>
            <a:ext cx="456545" cy="387927"/>
          </a:xfrm>
          <a:prstGeom prst="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id="{3A4CA659-849B-36DA-CA90-C3F158286A9A}"/>
                  </a:ext>
                </a:extLst>
              </p:cNvPr>
              <p:cNvSpPr txBox="1"/>
              <p:nvPr/>
            </p:nvSpPr>
            <p:spPr>
              <a:xfrm>
                <a:off x="3538748" y="5573288"/>
                <a:ext cx="2417265" cy="523220"/>
              </a:xfrm>
              <a:prstGeom prst="rect">
                <a:avLst/>
              </a:prstGeom>
              <a:solidFill>
                <a:srgbClr val="FFFF00"/>
              </a:solidFill>
              <a:ln>
                <a:solidFill>
                  <a:schemeClr val="tx1"/>
                </a:solidFill>
              </a:ln>
              <a:scene3d>
                <a:camera prst="orthographicFront"/>
                <a:lightRig rig="threePt" dir="t"/>
              </a:scene3d>
              <a:sp3d>
                <a:bevelT w="139700" h="139700" prst="divot"/>
              </a:sp3d>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a:latin typeface="Cambria Math" panose="02040503050406030204" pitchFamily="18" charset="0"/>
                              <a:cs typeface="Arial" panose="020B0604020202020204" pitchFamily="34" charset="0"/>
                            </a:rPr>
                            <m:t>𝒗</m:t>
                          </m:r>
                        </m:e>
                        <m:sub>
                          <m:r>
                            <a:rPr lang="pt-BR" sz="2800" b="1" i="1">
                              <a:latin typeface="Cambria Math" panose="02040503050406030204" pitchFamily="18" charset="0"/>
                              <a:cs typeface="Arial" panose="020B0604020202020204" pitchFamily="34" charset="0"/>
                            </a:rPr>
                            <m:t>𝑴</m:t>
                          </m:r>
                        </m:sub>
                      </m:sSub>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𝟓𝟕</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𝒔</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15" name="CaixaDeTexto 14">
                <a:extLst>
                  <a:ext uri="{FF2B5EF4-FFF2-40B4-BE49-F238E27FC236}">
                    <a16:creationId xmlns:a16="http://schemas.microsoft.com/office/drawing/2014/main" id="{3A4CA659-849B-36DA-CA90-C3F158286A9A}"/>
                  </a:ext>
                </a:extLst>
              </p:cNvPr>
              <p:cNvSpPr txBox="1">
                <a:spLocks noRot="1" noChangeAspect="1" noMove="1" noResize="1" noEditPoints="1" noAdjustHandles="1" noChangeArrowheads="1" noChangeShapeType="1" noTextEdit="1"/>
              </p:cNvSpPr>
              <p:nvPr/>
            </p:nvSpPr>
            <p:spPr>
              <a:xfrm>
                <a:off x="3538748" y="5573288"/>
                <a:ext cx="2417265" cy="523220"/>
              </a:xfrm>
              <a:prstGeom prst="rect">
                <a:avLst/>
              </a:prstGeom>
              <a:blipFill>
                <a:blip r:embed="rId10"/>
                <a:stretch>
                  <a:fillRect/>
                </a:stretch>
              </a:blipFill>
              <a:ln>
                <a:solidFill>
                  <a:schemeClr val="tx1"/>
                </a:solidFill>
              </a:ln>
            </p:spPr>
            <p:txBody>
              <a:bodyPr/>
              <a:lstStyle/>
              <a:p>
                <a:r>
                  <a:rPr lang="pt-BR">
                    <a:noFill/>
                  </a:rPr>
                  <a:t> </a:t>
                </a:r>
              </a:p>
            </p:txBody>
          </p:sp>
        </mc:Fallback>
      </mc:AlternateContent>
      <p:sp>
        <p:nvSpPr>
          <p:cNvPr id="16" name="Retângulo 15">
            <a:extLst>
              <a:ext uri="{FF2B5EF4-FFF2-40B4-BE49-F238E27FC236}">
                <a16:creationId xmlns:a16="http://schemas.microsoft.com/office/drawing/2014/main" id="{FCD6E9DE-2A7A-A882-359B-D022212193E3}"/>
              </a:ext>
            </a:extLst>
          </p:cNvPr>
          <p:cNvSpPr/>
          <p:nvPr/>
        </p:nvSpPr>
        <p:spPr>
          <a:xfrm>
            <a:off x="6235989" y="4613525"/>
            <a:ext cx="45719" cy="220697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7" name="Retângulo 16">
                <a:extLst>
                  <a:ext uri="{FF2B5EF4-FFF2-40B4-BE49-F238E27FC236}">
                    <a16:creationId xmlns:a16="http://schemas.microsoft.com/office/drawing/2014/main" id="{90C72EA6-52ED-2945-E2BC-B50D9B3DA08B}"/>
                  </a:ext>
                </a:extLst>
              </p:cNvPr>
              <p:cNvSpPr/>
              <p:nvPr/>
            </p:nvSpPr>
            <p:spPr>
              <a:xfrm>
                <a:off x="6243814" y="4433087"/>
                <a:ext cx="2661883"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a:latin typeface="Cambria Math" panose="02040503050406030204" pitchFamily="18" charset="0"/>
                              <a:cs typeface="Arial" panose="020B0604020202020204" pitchFamily="34" charset="0"/>
                            </a:rPr>
                            <m:t>𝒗</m:t>
                          </m:r>
                        </m:e>
                        <m:sub>
                          <m:r>
                            <a:rPr lang="pt-BR" sz="2800" b="1" i="1">
                              <a:latin typeface="Cambria Math" panose="02040503050406030204" pitchFamily="18" charset="0"/>
                              <a:cs typeface="Arial" panose="020B0604020202020204" pitchFamily="34" charset="0"/>
                            </a:rPr>
                            <m:t>𝑴</m:t>
                          </m:r>
                        </m:sub>
                      </m:sSub>
                      <m:r>
                        <a:rPr lang="pt-BR" sz="2800" b="1" i="1">
                          <a:latin typeface="Cambria Math" panose="02040503050406030204" pitchFamily="18" charset="0"/>
                        </a:rPr>
                        <m:t>= </m:t>
                      </m:r>
                      <m:f>
                        <m:fPr>
                          <m:ctrlPr>
                            <a:rPr lang="pt-BR" sz="2800" b="1" i="1">
                              <a:latin typeface="Cambria Math" panose="02040503050406030204" pitchFamily="18" charset="0"/>
                            </a:rPr>
                          </m:ctrlPr>
                        </m:fPr>
                        <m:num>
                          <m:r>
                            <a:rPr lang="pt-BR" sz="2800" b="1" i="1" smtClean="0">
                              <a:latin typeface="Cambria Math" panose="02040503050406030204" pitchFamily="18" charset="0"/>
                            </a:rPr>
                            <m:t>𝟎</m:t>
                          </m:r>
                          <m:r>
                            <a:rPr lang="pt-BR" sz="2800" b="1" i="1" smtClean="0">
                              <a:latin typeface="Cambria Math" panose="02040503050406030204" pitchFamily="18" charset="0"/>
                            </a:rPr>
                            <m:t>,</m:t>
                          </m:r>
                          <m:r>
                            <a:rPr lang="pt-BR" sz="2800" b="1" i="1" smtClean="0">
                              <a:latin typeface="Cambria Math" panose="02040503050406030204" pitchFamily="18" charset="0"/>
                            </a:rPr>
                            <m:t>𝟔𝟖</m:t>
                          </m:r>
                        </m:num>
                        <m:den>
                          <m:sSup>
                            <m:sSupPr>
                              <m:ctrlPr>
                                <a:rPr lang="pt-BR" sz="2800" b="1" i="1">
                                  <a:solidFill>
                                    <a:srgbClr val="002060"/>
                                  </a:solidFill>
                                  <a:latin typeface="Cambria Math" panose="02040503050406030204" pitchFamily="18" charset="0"/>
                                  <a:cs typeface="Arial" panose="020B0604020202020204" pitchFamily="34" charset="0"/>
                                </a:rPr>
                              </m:ctrlPr>
                            </m:sSupPr>
                            <m:e>
                              <m:r>
                                <a:rPr lang="pt-BR" sz="2800" b="1" i="1" smtClean="0">
                                  <a:solidFill>
                                    <a:srgbClr val="002060"/>
                                  </a:solidFill>
                                  <a:latin typeface="Cambria Math" panose="02040503050406030204" pitchFamily="18" charset="0"/>
                                  <a:cs typeface="Arial" panose="020B0604020202020204" pitchFamily="34" charset="0"/>
                                </a:rPr>
                                <m:t>𝟏𝟎</m:t>
                              </m:r>
                              <m:r>
                                <a:rPr lang="pt-BR" sz="2800" b="1" i="1" smtClean="0">
                                  <a:solidFill>
                                    <a:srgbClr val="002060"/>
                                  </a:solidFill>
                                  <a:latin typeface="Cambria Math" panose="02040503050406030204" pitchFamily="18" charset="0"/>
                                  <a:cs typeface="Arial" panose="020B0604020202020204" pitchFamily="34" charset="0"/>
                                </a:rPr>
                                <m:t>.</m:t>
                              </m:r>
                              <m:r>
                                <a:rPr lang="pt-BR" sz="2800" b="1" i="1">
                                  <a:solidFill>
                                    <a:srgbClr val="002060"/>
                                  </a:solidFill>
                                  <a:latin typeface="Cambria Math" panose="02040503050406030204" pitchFamily="18" charset="0"/>
                                  <a:cs typeface="Arial" panose="020B0604020202020204" pitchFamily="34" charset="0"/>
                                </a:rPr>
                                <m:t>𝟏𝟎</m:t>
                              </m:r>
                            </m:e>
                            <m:sup>
                              <m:r>
                                <a:rPr lang="pt-BR" sz="2800" b="1" i="1">
                                  <a:solidFill>
                                    <a:srgbClr val="002060"/>
                                  </a:solidFill>
                                  <a:latin typeface="Cambria Math" panose="02040503050406030204" pitchFamily="18" charset="0"/>
                                  <a:cs typeface="Arial" panose="020B0604020202020204" pitchFamily="34" charset="0"/>
                                </a:rPr>
                                <m:t>−</m:t>
                              </m:r>
                              <m:r>
                                <a:rPr lang="pt-BR" sz="2800" b="1" i="1">
                                  <a:solidFill>
                                    <a:srgbClr val="002060"/>
                                  </a:solidFill>
                                  <a:latin typeface="Cambria Math" panose="02040503050406030204" pitchFamily="18" charset="0"/>
                                  <a:cs typeface="Arial" panose="020B0604020202020204" pitchFamily="34" charset="0"/>
                                </a:rPr>
                                <m:t>𝟑</m:t>
                              </m:r>
                            </m:sup>
                          </m:sSup>
                        </m:den>
                      </m:f>
                    </m:oMath>
                  </m:oMathPara>
                </a14:m>
                <a:endParaRPr lang="pt-BR" sz="2800" b="1" i="1" dirty="0"/>
              </a:p>
            </p:txBody>
          </p:sp>
        </mc:Choice>
        <mc:Fallback xmlns="">
          <p:sp>
            <p:nvSpPr>
              <p:cNvPr id="17" name="Retângulo 16">
                <a:extLst>
                  <a:ext uri="{FF2B5EF4-FFF2-40B4-BE49-F238E27FC236}">
                    <a16:creationId xmlns:a16="http://schemas.microsoft.com/office/drawing/2014/main" id="{90C72EA6-52ED-2945-E2BC-B50D9B3DA08B}"/>
                  </a:ext>
                </a:extLst>
              </p:cNvPr>
              <p:cNvSpPr>
                <a:spLocks noRot="1" noChangeAspect="1" noMove="1" noResize="1" noEditPoints="1" noAdjustHandles="1" noChangeArrowheads="1" noChangeShapeType="1" noTextEdit="1"/>
              </p:cNvSpPr>
              <p:nvPr/>
            </p:nvSpPr>
            <p:spPr>
              <a:xfrm>
                <a:off x="6243814" y="4433087"/>
                <a:ext cx="2661883" cy="901785"/>
              </a:xfrm>
              <a:prstGeom prst="rect">
                <a:avLst/>
              </a:prstGeom>
              <a:blipFill>
                <a:blip r:embed="rId11"/>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F2B13AAE-5495-E247-B4D8-B3D1894E204F}"/>
                  </a:ext>
                </a:extLst>
              </p:cNvPr>
              <p:cNvSpPr txBox="1"/>
              <p:nvPr/>
            </p:nvSpPr>
            <p:spPr>
              <a:xfrm>
                <a:off x="6432199" y="5403737"/>
                <a:ext cx="2417265" cy="523220"/>
              </a:xfrm>
              <a:prstGeom prst="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path path="circle">
                  <a:fillToRect l="50000" t="50000" r="50000" b="50000"/>
                </a:path>
                <a:tileRect/>
              </a:gradFill>
              <a:ln>
                <a:solidFill>
                  <a:schemeClr val="tx1"/>
                </a:solidFill>
              </a:ln>
              <a:scene3d>
                <a:camera prst="orthographicFront"/>
                <a:lightRig rig="threePt" dir="t"/>
              </a:scene3d>
              <a:sp3d>
                <a:bevelT w="139700" h="139700" prst="divot"/>
              </a:sp3d>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a:latin typeface="Cambria Math" panose="02040503050406030204" pitchFamily="18" charset="0"/>
                              <a:cs typeface="Arial" panose="020B0604020202020204" pitchFamily="34" charset="0"/>
                            </a:rPr>
                            <m:t>𝒗</m:t>
                          </m:r>
                        </m:e>
                        <m:sub>
                          <m:r>
                            <a:rPr lang="pt-BR" sz="2800" b="1" i="1">
                              <a:latin typeface="Cambria Math" panose="02040503050406030204" pitchFamily="18" charset="0"/>
                              <a:cs typeface="Arial" panose="020B0604020202020204" pitchFamily="34" charset="0"/>
                            </a:rPr>
                            <m:t>𝑴</m:t>
                          </m:r>
                        </m:sub>
                      </m:sSub>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𝟔𝟖</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𝒔</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18" name="CaixaDeTexto 17">
                <a:extLst>
                  <a:ext uri="{FF2B5EF4-FFF2-40B4-BE49-F238E27FC236}">
                    <a16:creationId xmlns:a16="http://schemas.microsoft.com/office/drawing/2014/main" id="{F2B13AAE-5495-E247-B4D8-B3D1894E204F}"/>
                  </a:ext>
                </a:extLst>
              </p:cNvPr>
              <p:cNvSpPr txBox="1">
                <a:spLocks noRot="1" noChangeAspect="1" noMove="1" noResize="1" noEditPoints="1" noAdjustHandles="1" noChangeArrowheads="1" noChangeShapeType="1" noTextEdit="1"/>
              </p:cNvSpPr>
              <p:nvPr/>
            </p:nvSpPr>
            <p:spPr>
              <a:xfrm>
                <a:off x="6432199" y="5403737"/>
                <a:ext cx="2417265" cy="523220"/>
              </a:xfrm>
              <a:prstGeom prst="rect">
                <a:avLst/>
              </a:prstGeom>
              <a:blipFill>
                <a:blip r:embed="rId12"/>
                <a:stretch>
                  <a:fillRect/>
                </a:stretch>
              </a:blipFill>
              <a:ln>
                <a:solidFill>
                  <a:schemeClr val="tx1"/>
                </a:solidFill>
              </a:ln>
            </p:spPr>
            <p:txBody>
              <a:bodyPr/>
              <a:lstStyle/>
              <a:p>
                <a:r>
                  <a:rPr lang="pt-BR">
                    <a:noFill/>
                  </a:rPr>
                  <a:t> </a:t>
                </a:r>
              </a:p>
            </p:txBody>
          </p:sp>
        </mc:Fallback>
      </mc:AlternateContent>
      <p:sp>
        <p:nvSpPr>
          <p:cNvPr id="19" name="Retângulo 18">
            <a:extLst>
              <a:ext uri="{FF2B5EF4-FFF2-40B4-BE49-F238E27FC236}">
                <a16:creationId xmlns:a16="http://schemas.microsoft.com/office/drawing/2014/main" id="{7E3CC1F3-7CCB-CA58-E290-0638E94755A2}"/>
              </a:ext>
            </a:extLst>
          </p:cNvPr>
          <p:cNvSpPr/>
          <p:nvPr/>
        </p:nvSpPr>
        <p:spPr>
          <a:xfrm>
            <a:off x="6339032" y="6199631"/>
            <a:ext cx="2603598" cy="523220"/>
          </a:xfrm>
          <a:prstGeom prst="rect">
            <a:avLst/>
          </a:prstGeom>
        </p:spPr>
        <p:txBody>
          <a:bodyPr wrap="none">
            <a:spAutoFit/>
          </a:bodyPr>
          <a:lstStyle/>
          <a:p>
            <a:pPr algn="just"/>
            <a:r>
              <a:rPr lang="pt-BR" sz="2800" b="1" dirty="0">
                <a:solidFill>
                  <a:srgbClr val="FF0000"/>
                </a:solidFill>
                <a:latin typeface="Arial" panose="020B0604020202020204" pitchFamily="34" charset="0"/>
                <a:cs typeface="Arial" panose="020B0604020202020204" pitchFamily="34" charset="0"/>
              </a:rPr>
              <a:t>Alternativa (d)</a:t>
            </a:r>
          </a:p>
        </p:txBody>
      </p:sp>
      <p:pic>
        <p:nvPicPr>
          <p:cNvPr id="21" name="Imagem 20" descr="Desenho de um urso de pelúcia&#10;&#10;Descrição gerada automaticamente">
            <a:extLst>
              <a:ext uri="{FF2B5EF4-FFF2-40B4-BE49-F238E27FC236}">
                <a16:creationId xmlns:a16="http://schemas.microsoft.com/office/drawing/2014/main" id="{C6A0A7BA-CD35-9C2F-F5AE-B9912440794D}"/>
              </a:ext>
            </a:extLst>
          </p:cNvPr>
          <p:cNvPicPr>
            <a:picLocks noChangeAspect="1"/>
          </p:cNvPicPr>
          <p:nvPr/>
        </p:nvPicPr>
        <p:blipFill>
          <a:blip r:embed="rId13"/>
          <a:stretch>
            <a:fillRect/>
          </a:stretch>
        </p:blipFill>
        <p:spPr>
          <a:xfrm>
            <a:off x="9317703" y="4570110"/>
            <a:ext cx="2009775" cy="1914525"/>
          </a:xfrm>
          <a:prstGeom prst="rect">
            <a:avLst/>
          </a:prstGeom>
        </p:spPr>
      </p:pic>
    </p:spTree>
    <p:extLst>
      <p:ext uri="{BB962C8B-B14F-4D97-AF65-F5344CB8AC3E}">
        <p14:creationId xmlns:p14="http://schemas.microsoft.com/office/powerpoint/2010/main" val="846632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arn(inVertical)">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down)">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1000"/>
                                        <p:tgtEl>
                                          <p:spTgt spid="9"/>
                                        </p:tgtEl>
                                      </p:cBhvr>
                                    </p:animEffect>
                                    <p:anim calcmode="lin" valueType="num">
                                      <p:cBhvr>
                                        <p:cTn id="32" dur="1000" fill="hold"/>
                                        <p:tgtEl>
                                          <p:spTgt spid="9"/>
                                        </p:tgtEl>
                                        <p:attrNameLst>
                                          <p:attrName>ppt_x</p:attrName>
                                        </p:attrNameLst>
                                      </p:cBhvr>
                                      <p:tavLst>
                                        <p:tav tm="0">
                                          <p:val>
                                            <p:strVal val="#ppt_x"/>
                                          </p:val>
                                        </p:tav>
                                        <p:tav tm="100000">
                                          <p:val>
                                            <p:strVal val="#ppt_x"/>
                                          </p:val>
                                        </p:tav>
                                      </p:tavLst>
                                    </p:anim>
                                    <p:anim calcmode="lin" valueType="num">
                                      <p:cBhvr>
                                        <p:cTn id="3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barn(inVertical)">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14" presetClass="entr" presetSubtype="1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randombar(horizontal)">
                                      <p:cBhvr>
                                        <p:cTn id="43" dur="500"/>
                                        <p:tgtEl>
                                          <p:spTgt spid="14"/>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fade">
                                      <p:cBhvr>
                                        <p:cTn id="52" dur="500"/>
                                        <p:tgtEl>
                                          <p:spTgt spid="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fade">
                                      <p:cBhvr>
                                        <p:cTn id="57" dur="500"/>
                                        <p:tgtEl>
                                          <p:spTgt spid="1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wipe(down)">
                                      <p:cBhvr>
                                        <p:cTn id="62" dur="50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26" presetClass="entr" presetSubtype="0"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wipe(down)">
                                      <p:cBhvr>
                                        <p:cTn id="67" dur="580">
                                          <p:stCondLst>
                                            <p:cond delay="0"/>
                                          </p:stCondLst>
                                        </p:cTn>
                                        <p:tgtEl>
                                          <p:spTgt spid="15"/>
                                        </p:tgtEl>
                                      </p:cBhvr>
                                    </p:animEffect>
                                    <p:anim calcmode="lin" valueType="num">
                                      <p:cBhvr>
                                        <p:cTn id="68"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69"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70"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71"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72"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73" dur="26">
                                          <p:stCondLst>
                                            <p:cond delay="650"/>
                                          </p:stCondLst>
                                        </p:cTn>
                                        <p:tgtEl>
                                          <p:spTgt spid="15"/>
                                        </p:tgtEl>
                                      </p:cBhvr>
                                      <p:to x="100000" y="60000"/>
                                    </p:animScale>
                                    <p:animScale>
                                      <p:cBhvr>
                                        <p:cTn id="74" dur="166" decel="50000">
                                          <p:stCondLst>
                                            <p:cond delay="676"/>
                                          </p:stCondLst>
                                        </p:cTn>
                                        <p:tgtEl>
                                          <p:spTgt spid="15"/>
                                        </p:tgtEl>
                                      </p:cBhvr>
                                      <p:to x="100000" y="100000"/>
                                    </p:animScale>
                                    <p:animScale>
                                      <p:cBhvr>
                                        <p:cTn id="75" dur="26">
                                          <p:stCondLst>
                                            <p:cond delay="1312"/>
                                          </p:stCondLst>
                                        </p:cTn>
                                        <p:tgtEl>
                                          <p:spTgt spid="15"/>
                                        </p:tgtEl>
                                      </p:cBhvr>
                                      <p:to x="100000" y="80000"/>
                                    </p:animScale>
                                    <p:animScale>
                                      <p:cBhvr>
                                        <p:cTn id="76" dur="166" decel="50000">
                                          <p:stCondLst>
                                            <p:cond delay="1338"/>
                                          </p:stCondLst>
                                        </p:cTn>
                                        <p:tgtEl>
                                          <p:spTgt spid="15"/>
                                        </p:tgtEl>
                                      </p:cBhvr>
                                      <p:to x="100000" y="100000"/>
                                    </p:animScale>
                                    <p:animScale>
                                      <p:cBhvr>
                                        <p:cTn id="77" dur="26">
                                          <p:stCondLst>
                                            <p:cond delay="1642"/>
                                          </p:stCondLst>
                                        </p:cTn>
                                        <p:tgtEl>
                                          <p:spTgt spid="15"/>
                                        </p:tgtEl>
                                      </p:cBhvr>
                                      <p:to x="100000" y="90000"/>
                                    </p:animScale>
                                    <p:animScale>
                                      <p:cBhvr>
                                        <p:cTn id="78" dur="166" decel="50000">
                                          <p:stCondLst>
                                            <p:cond delay="1668"/>
                                          </p:stCondLst>
                                        </p:cTn>
                                        <p:tgtEl>
                                          <p:spTgt spid="15"/>
                                        </p:tgtEl>
                                      </p:cBhvr>
                                      <p:to x="100000" y="100000"/>
                                    </p:animScale>
                                    <p:animScale>
                                      <p:cBhvr>
                                        <p:cTn id="79" dur="26">
                                          <p:stCondLst>
                                            <p:cond delay="1808"/>
                                          </p:stCondLst>
                                        </p:cTn>
                                        <p:tgtEl>
                                          <p:spTgt spid="15"/>
                                        </p:tgtEl>
                                      </p:cBhvr>
                                      <p:to x="100000" y="95000"/>
                                    </p:animScale>
                                    <p:animScale>
                                      <p:cBhvr>
                                        <p:cTn id="80" dur="166" decel="50000">
                                          <p:stCondLst>
                                            <p:cond delay="1834"/>
                                          </p:stCondLst>
                                        </p:cTn>
                                        <p:tgtEl>
                                          <p:spTgt spid="15"/>
                                        </p:tgtEl>
                                      </p:cBhvr>
                                      <p:to x="100000" y="100000"/>
                                    </p:animScale>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grpId="0" nodeType="clickEffect">
                                  <p:stCondLst>
                                    <p:cond delay="0"/>
                                  </p:stCondLst>
                                  <p:childTnLst>
                                    <p:set>
                                      <p:cBhvr>
                                        <p:cTn id="84" dur="1" fill="hold">
                                          <p:stCondLst>
                                            <p:cond delay="0"/>
                                          </p:stCondLst>
                                        </p:cTn>
                                        <p:tgtEl>
                                          <p:spTgt spid="16"/>
                                        </p:tgtEl>
                                        <p:attrNameLst>
                                          <p:attrName>style.visibility</p:attrName>
                                        </p:attrNameLst>
                                      </p:cBhvr>
                                      <p:to>
                                        <p:strVal val="visible"/>
                                      </p:to>
                                    </p:set>
                                    <p:animEffect transition="in" filter="fade">
                                      <p:cBhvr>
                                        <p:cTn id="85" dur="1000"/>
                                        <p:tgtEl>
                                          <p:spTgt spid="16"/>
                                        </p:tgtEl>
                                      </p:cBhvr>
                                    </p:animEffect>
                                    <p:anim calcmode="lin" valueType="num">
                                      <p:cBhvr>
                                        <p:cTn id="86" dur="1000" fill="hold"/>
                                        <p:tgtEl>
                                          <p:spTgt spid="16"/>
                                        </p:tgtEl>
                                        <p:attrNameLst>
                                          <p:attrName>ppt_x</p:attrName>
                                        </p:attrNameLst>
                                      </p:cBhvr>
                                      <p:tavLst>
                                        <p:tav tm="0">
                                          <p:val>
                                            <p:strVal val="#ppt_x"/>
                                          </p:val>
                                        </p:tav>
                                        <p:tav tm="100000">
                                          <p:val>
                                            <p:strVal val="#ppt_x"/>
                                          </p:val>
                                        </p:tav>
                                      </p:tavLst>
                                    </p:anim>
                                    <p:anim calcmode="lin" valueType="num">
                                      <p:cBhvr>
                                        <p:cTn id="8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17"/>
                                        </p:tgtEl>
                                        <p:attrNameLst>
                                          <p:attrName>style.visibility</p:attrName>
                                        </p:attrNameLst>
                                      </p:cBhvr>
                                      <p:to>
                                        <p:strVal val="visible"/>
                                      </p:to>
                                    </p:set>
                                    <p:animEffect transition="in" filter="fade">
                                      <p:cBhvr>
                                        <p:cTn id="92" dur="500"/>
                                        <p:tgtEl>
                                          <p:spTgt spid="17"/>
                                        </p:tgtEl>
                                      </p:cBhvr>
                                    </p:animEffect>
                                  </p:childTnLst>
                                </p:cTn>
                              </p:par>
                            </p:childTnLst>
                          </p:cTn>
                        </p:par>
                      </p:childTnLst>
                    </p:cTn>
                  </p:par>
                  <p:par>
                    <p:cTn id="93" fill="hold">
                      <p:stCondLst>
                        <p:cond delay="indefinite"/>
                      </p:stCondLst>
                      <p:childTnLst>
                        <p:par>
                          <p:cTn id="94" fill="hold">
                            <p:stCondLst>
                              <p:cond delay="0"/>
                            </p:stCondLst>
                            <p:childTnLst>
                              <p:par>
                                <p:cTn id="95" presetID="21" presetClass="entr" presetSubtype="1" fill="hold" grpId="0" nodeType="clickEffect">
                                  <p:stCondLst>
                                    <p:cond delay="0"/>
                                  </p:stCondLst>
                                  <p:childTnLst>
                                    <p:set>
                                      <p:cBhvr>
                                        <p:cTn id="96" dur="1" fill="hold">
                                          <p:stCondLst>
                                            <p:cond delay="0"/>
                                          </p:stCondLst>
                                        </p:cTn>
                                        <p:tgtEl>
                                          <p:spTgt spid="18"/>
                                        </p:tgtEl>
                                        <p:attrNameLst>
                                          <p:attrName>style.visibility</p:attrName>
                                        </p:attrNameLst>
                                      </p:cBhvr>
                                      <p:to>
                                        <p:strVal val="visible"/>
                                      </p:to>
                                    </p:set>
                                    <p:animEffect transition="in" filter="wheel(1)">
                                      <p:cBhvr>
                                        <p:cTn id="97" dur="2000"/>
                                        <p:tgtEl>
                                          <p:spTgt spid="18"/>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19"/>
                                        </p:tgtEl>
                                        <p:attrNameLst>
                                          <p:attrName>style.visibility</p:attrName>
                                        </p:attrNameLst>
                                      </p:cBhvr>
                                      <p:to>
                                        <p:strVal val="visible"/>
                                      </p:to>
                                    </p:set>
                                    <p:animEffect transition="in" filter="fade">
                                      <p:cBhvr>
                                        <p:cTn id="102" dur="500"/>
                                        <p:tgtEl>
                                          <p:spTgt spid="19"/>
                                        </p:tgtEl>
                                      </p:cBhvr>
                                    </p:animEffect>
                                  </p:childTnLst>
                                </p:cTn>
                              </p:par>
                            </p:childTnLst>
                          </p:cTn>
                        </p:par>
                      </p:childTnLst>
                    </p:cTn>
                  </p:par>
                  <p:par>
                    <p:cTn id="103" fill="hold">
                      <p:stCondLst>
                        <p:cond delay="indefinite"/>
                      </p:stCondLst>
                      <p:childTnLst>
                        <p:par>
                          <p:cTn id="104" fill="hold">
                            <p:stCondLst>
                              <p:cond delay="0"/>
                            </p:stCondLst>
                            <p:childTnLst>
                              <p:par>
                                <p:cTn id="105" presetID="42" presetClass="entr" presetSubtype="0" fill="hold" nodeType="clickEffect">
                                  <p:stCondLst>
                                    <p:cond delay="0"/>
                                  </p:stCondLst>
                                  <p:childTnLst>
                                    <p:set>
                                      <p:cBhvr>
                                        <p:cTn id="106" dur="1" fill="hold">
                                          <p:stCondLst>
                                            <p:cond delay="0"/>
                                          </p:stCondLst>
                                        </p:cTn>
                                        <p:tgtEl>
                                          <p:spTgt spid="21"/>
                                        </p:tgtEl>
                                        <p:attrNameLst>
                                          <p:attrName>style.visibility</p:attrName>
                                        </p:attrNameLst>
                                      </p:cBhvr>
                                      <p:to>
                                        <p:strVal val="visible"/>
                                      </p:to>
                                    </p:set>
                                    <p:animEffect transition="in" filter="fade">
                                      <p:cBhvr>
                                        <p:cTn id="107" dur="1000"/>
                                        <p:tgtEl>
                                          <p:spTgt spid="21"/>
                                        </p:tgtEl>
                                      </p:cBhvr>
                                    </p:animEffect>
                                    <p:anim calcmode="lin" valueType="num">
                                      <p:cBhvr>
                                        <p:cTn id="108" dur="1000" fill="hold"/>
                                        <p:tgtEl>
                                          <p:spTgt spid="21"/>
                                        </p:tgtEl>
                                        <p:attrNameLst>
                                          <p:attrName>ppt_x</p:attrName>
                                        </p:attrNameLst>
                                      </p:cBhvr>
                                      <p:tavLst>
                                        <p:tav tm="0">
                                          <p:val>
                                            <p:strVal val="#ppt_x"/>
                                          </p:val>
                                        </p:tav>
                                        <p:tav tm="100000">
                                          <p:val>
                                            <p:strVal val="#ppt_x"/>
                                          </p:val>
                                        </p:tav>
                                      </p:tavLst>
                                    </p:anim>
                                    <p:anim calcmode="lin" valueType="num">
                                      <p:cBhvr>
                                        <p:cTn id="109"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9" grpId="0"/>
      <p:bldP spid="10" grpId="0"/>
      <p:bldP spid="12" grpId="0"/>
      <p:bldP spid="14" grpId="0"/>
      <p:bldP spid="4" grpId="0"/>
      <p:bldP spid="8" grpId="0"/>
      <p:bldP spid="11" grpId="0"/>
      <p:bldP spid="13" grpId="0" animBg="1"/>
      <p:bldP spid="15" grpId="0" animBg="1"/>
      <p:bldP spid="16" grpId="0" animBg="1"/>
      <p:bldP spid="17" grpId="0"/>
      <p:bldP spid="18" grpId="0" animBg="1"/>
      <p:bldP spid="1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A1758-A743-AB20-20CC-78E2EF8A2D69}"/>
            </a:ext>
          </a:extLst>
        </p:cNvPr>
        <p:cNvGrpSpPr/>
        <p:nvPr/>
      </p:nvGrpSpPr>
      <p:grpSpPr>
        <a:xfrm>
          <a:off x="0" y="0"/>
          <a:ext cx="0" cy="0"/>
          <a:chOff x="0" y="0"/>
          <a:chExt cx="0" cy="0"/>
        </a:xfrm>
      </p:grpSpPr>
      <p:sp>
        <p:nvSpPr>
          <p:cNvPr id="2" name="CaixaDeTexto 1">
            <a:extLst>
              <a:ext uri="{FF2B5EF4-FFF2-40B4-BE49-F238E27FC236}">
                <a16:creationId xmlns:a16="http://schemas.microsoft.com/office/drawing/2014/main" id="{85FD5BB0-BD08-708F-1E54-B4DED2F0DB5E}"/>
              </a:ext>
            </a:extLst>
          </p:cNvPr>
          <p:cNvSpPr txBox="1"/>
          <p:nvPr/>
        </p:nvSpPr>
        <p:spPr>
          <a:xfrm>
            <a:off x="182031" y="135292"/>
            <a:ext cx="11606266" cy="5693866"/>
          </a:xfrm>
          <a:prstGeom prst="rect">
            <a:avLst/>
          </a:prstGeom>
          <a:noFill/>
        </p:spPr>
        <p:txBody>
          <a:bodyPr wrap="square">
            <a:spAutoFit/>
          </a:bodyPr>
          <a:lstStyle/>
          <a:p>
            <a:pPr algn="just"/>
            <a:r>
              <a:rPr lang="pt-BR" sz="2800" b="1" dirty="0">
                <a:solidFill>
                  <a:srgbClr val="FF0000"/>
                </a:solidFill>
                <a:latin typeface="Arial" panose="020B0604020202020204" pitchFamily="34" charset="0"/>
                <a:cs typeface="Arial" panose="020B0604020202020204" pitchFamily="34" charset="0"/>
              </a:rPr>
              <a:t>6-) (EFOMM – RJ – 2020) pag.: 68 </a:t>
            </a:r>
            <a:r>
              <a:rPr lang="pt-BR" sz="2800" b="1" dirty="0">
                <a:latin typeface="Arial" panose="020B0604020202020204" pitchFamily="34" charset="0"/>
                <a:cs typeface="Arial" panose="020B0604020202020204" pitchFamily="34" charset="0"/>
              </a:rPr>
              <a:t> Um circuito muito veloz da Fórmula 1 é o GP de Monza, onde grande parte do circuito é percorrida com velocidade acima dos 300 km/h. O campeão em 2018 dessa corrida foi Lewis Hamilton com sua Mercedes V6 Turbo Híbrido, levando um tempo total de </a:t>
            </a:r>
            <a:r>
              <a:rPr lang="pt-BR" sz="2800" b="1" dirty="0">
                <a:solidFill>
                  <a:srgbClr val="FF0000"/>
                </a:solidFill>
                <a:latin typeface="Arial" panose="020B0604020202020204" pitchFamily="34" charset="0"/>
                <a:cs typeface="Arial" panose="020B0604020202020204" pitchFamily="34" charset="0"/>
              </a:rPr>
              <a:t>1h16min54s</a:t>
            </a:r>
            <a:r>
              <a:rPr lang="pt-BR" sz="2800" b="1" dirty="0">
                <a:latin typeface="Arial" panose="020B0604020202020204" pitchFamily="34" charset="0"/>
                <a:cs typeface="Arial" panose="020B0604020202020204" pitchFamily="34" charset="0"/>
              </a:rPr>
              <a:t>, para percorrer as 53 voltas do circuito que tem 5,79 km de extensão. A corrida é finalizada quando uma das duas situações ocorre antes: ou o número estipulado de voltas é alcançado, ou a duração da corrida chega a 2 horas. Suponha que o regulamento seja alterado, e agora a corrida é finalizada apenas pelo tempo de prova. Considere ainda que Hamilton tenha mantido a velocidade escalar média. Quantas voltas a mais o piloto completará até que a prova seja finalizada pelo tempo?</a:t>
            </a:r>
          </a:p>
        </p:txBody>
      </p:sp>
      <p:sp>
        <p:nvSpPr>
          <p:cNvPr id="3" name="CaixaDeTexto 2">
            <a:extLst>
              <a:ext uri="{FF2B5EF4-FFF2-40B4-BE49-F238E27FC236}">
                <a16:creationId xmlns:a16="http://schemas.microsoft.com/office/drawing/2014/main" id="{B04C705D-7A93-3B7F-BEC9-C3F2FAE3142B}"/>
              </a:ext>
            </a:extLst>
          </p:cNvPr>
          <p:cNvSpPr txBox="1"/>
          <p:nvPr/>
        </p:nvSpPr>
        <p:spPr>
          <a:xfrm>
            <a:off x="403704" y="5829158"/>
            <a:ext cx="8795714" cy="658835"/>
          </a:xfrm>
          <a:prstGeom prst="rect">
            <a:avLst/>
          </a:prstGeom>
          <a:noFill/>
        </p:spPr>
        <p:txBody>
          <a:bodyPr wrap="square">
            <a:spAutoFit/>
          </a:bodyPr>
          <a:lstStyle/>
          <a:p>
            <a:pPr>
              <a:lnSpc>
                <a:spcPct val="150000"/>
              </a:lnSpc>
            </a:pPr>
            <a:r>
              <a:rPr lang="pt-BR" sz="2800" b="1" dirty="0">
                <a:latin typeface="Arial" panose="020B0604020202020204" pitchFamily="34" charset="0"/>
                <a:cs typeface="Arial" panose="020B0604020202020204" pitchFamily="34" charset="0"/>
              </a:rPr>
              <a:t>a) 29			b) 46			c) 55			d) 61			e) 70</a:t>
            </a:r>
          </a:p>
        </p:txBody>
      </p:sp>
    </p:spTree>
    <p:extLst>
      <p:ext uri="{BB962C8B-B14F-4D97-AF65-F5344CB8AC3E}">
        <p14:creationId xmlns:p14="http://schemas.microsoft.com/office/powerpoint/2010/main" val="5909489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BFA28-CC6E-CB59-8055-2A96088BD641}"/>
            </a:ext>
          </a:extLst>
        </p:cNvPr>
        <p:cNvGrpSpPr/>
        <p:nvPr/>
      </p:nvGrpSpPr>
      <p:grpSpPr>
        <a:xfrm>
          <a:off x="0" y="0"/>
          <a:ext cx="0" cy="0"/>
          <a:chOff x="0" y="0"/>
          <a:chExt cx="0" cy="0"/>
        </a:xfrm>
      </p:grpSpPr>
      <p:sp>
        <p:nvSpPr>
          <p:cNvPr id="2" name="Retângulo 1">
            <a:extLst>
              <a:ext uri="{FF2B5EF4-FFF2-40B4-BE49-F238E27FC236}">
                <a16:creationId xmlns:a16="http://schemas.microsoft.com/office/drawing/2014/main" id="{7BD1FA7C-B5BF-1A5C-F1B9-55695F0E5A68}"/>
              </a:ext>
            </a:extLst>
          </p:cNvPr>
          <p:cNvSpPr/>
          <p:nvPr/>
        </p:nvSpPr>
        <p:spPr>
          <a:xfrm>
            <a:off x="343482" y="124691"/>
            <a:ext cx="2004075" cy="523220"/>
          </a:xfrm>
          <a:prstGeom prst="rect">
            <a:avLst/>
          </a:prstGeom>
        </p:spPr>
        <p:txBody>
          <a:bodyPr wrap="none">
            <a:spAutoFit/>
          </a:bodyPr>
          <a:lstStyle/>
          <a:p>
            <a:pPr algn="just"/>
            <a:r>
              <a:rPr lang="pt-BR" sz="2800" b="1" dirty="0">
                <a:solidFill>
                  <a:srgbClr val="FF0000"/>
                </a:solidFill>
                <a:latin typeface="Arial" panose="020B0604020202020204" pitchFamily="34" charset="0"/>
                <a:cs typeface="Arial" panose="020B0604020202020204" pitchFamily="34" charset="0"/>
              </a:rPr>
              <a:t>Resolução</a:t>
            </a:r>
          </a:p>
        </p:txBody>
      </p:sp>
      <p:sp>
        <p:nvSpPr>
          <p:cNvPr id="3" name="CaixaDeTexto 2">
            <a:extLst>
              <a:ext uri="{FF2B5EF4-FFF2-40B4-BE49-F238E27FC236}">
                <a16:creationId xmlns:a16="http://schemas.microsoft.com/office/drawing/2014/main" id="{B2A131A0-C329-D3D0-C2DD-D299BEB8EE6B}"/>
              </a:ext>
            </a:extLst>
          </p:cNvPr>
          <p:cNvSpPr txBox="1"/>
          <p:nvPr/>
        </p:nvSpPr>
        <p:spPr>
          <a:xfrm>
            <a:off x="343482" y="647911"/>
            <a:ext cx="8335936"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Passar o tempo total da corrida para segundos:</a:t>
            </a:r>
          </a:p>
        </p:txBody>
      </p:sp>
      <p:sp>
        <p:nvSpPr>
          <p:cNvPr id="4" name="CaixaDeTexto 3">
            <a:extLst>
              <a:ext uri="{FF2B5EF4-FFF2-40B4-BE49-F238E27FC236}">
                <a16:creationId xmlns:a16="http://schemas.microsoft.com/office/drawing/2014/main" id="{20649871-FD4F-8E49-A25C-1E9CEC47E677}"/>
              </a:ext>
            </a:extLst>
          </p:cNvPr>
          <p:cNvSpPr txBox="1"/>
          <p:nvPr/>
        </p:nvSpPr>
        <p:spPr>
          <a:xfrm>
            <a:off x="343482" y="1162806"/>
            <a:ext cx="7383753"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1h16min54s = 1.3600 + 16.60 + 54 = 4614 s</a:t>
            </a:r>
          </a:p>
        </p:txBody>
      </p:sp>
      <p:sp>
        <p:nvSpPr>
          <p:cNvPr id="5" name="CaixaDeTexto 4">
            <a:extLst>
              <a:ext uri="{FF2B5EF4-FFF2-40B4-BE49-F238E27FC236}">
                <a16:creationId xmlns:a16="http://schemas.microsoft.com/office/drawing/2014/main" id="{773BB55A-8825-AD63-623F-C3D931D9CD0C}"/>
              </a:ext>
            </a:extLst>
          </p:cNvPr>
          <p:cNvSpPr txBox="1"/>
          <p:nvPr/>
        </p:nvSpPr>
        <p:spPr>
          <a:xfrm>
            <a:off x="343482" y="1671450"/>
            <a:ext cx="7996100"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Passar o tempo total em segundos para hora:</a:t>
            </a:r>
          </a:p>
        </p:txBody>
      </p:sp>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DDCBD9B3-1E56-D76F-DC9C-8FEF40D00185}"/>
                  </a:ext>
                </a:extLst>
              </p:cNvPr>
              <p:cNvSpPr txBox="1"/>
              <p:nvPr/>
            </p:nvSpPr>
            <p:spPr>
              <a:xfrm>
                <a:off x="484386" y="2194670"/>
                <a:ext cx="2918171" cy="81695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pt-BR" sz="2800" b="1" i="1" smtClean="0">
                              <a:latin typeface="Cambria Math" panose="02040503050406030204" pitchFamily="18" charset="0"/>
                              <a:cs typeface="Arial" panose="020B0604020202020204" pitchFamily="34" charset="0"/>
                            </a:rPr>
                          </m:ctrlPr>
                        </m:mPr>
                        <m:mr>
                          <m:e>
                            <m:r>
                              <m:rPr>
                                <m:brk m:alnAt="7"/>
                              </m:rPr>
                              <a:rPr lang="pt-BR" sz="2800" b="1" i="1" smtClean="0">
                                <a:latin typeface="Cambria Math" panose="02040503050406030204" pitchFamily="18" charset="0"/>
                                <a:cs typeface="Arial" panose="020B0604020202020204" pitchFamily="34" charset="0"/>
                              </a:rPr>
                              <m:t>𝟏</m:t>
                            </m:r>
                            <m:r>
                              <a:rPr lang="pt-BR" sz="2800" b="1" i="1" smtClean="0">
                                <a:latin typeface="Cambria Math" panose="02040503050406030204" pitchFamily="18" charset="0"/>
                                <a:cs typeface="Arial" panose="020B0604020202020204" pitchFamily="34" charset="0"/>
                              </a:rPr>
                              <m:t>𝒉</m:t>
                            </m:r>
                            <m:r>
                              <a:rPr lang="pt-BR" sz="2800" b="1" i="1" smtClean="0">
                                <a:latin typeface="Cambria Math" panose="02040503050406030204" pitchFamily="18" charset="0"/>
                                <a:cs typeface="Arial" panose="020B0604020202020204" pitchFamily="34" charset="0"/>
                              </a:rPr>
                              <m:t>    →</m:t>
                            </m:r>
                          </m:e>
                          <m:e>
                            <m:r>
                              <a:rPr lang="pt-BR" sz="2800" b="1" i="1" smtClean="0">
                                <a:latin typeface="Cambria Math" panose="02040503050406030204" pitchFamily="18" charset="0"/>
                                <a:cs typeface="Arial" panose="020B0604020202020204" pitchFamily="34" charset="0"/>
                              </a:rPr>
                              <m:t>𝟑𝟔𝟎𝟎</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𝒔</m:t>
                            </m:r>
                          </m:e>
                        </m:mr>
                        <m:mr>
                          <m:e>
                            <m:r>
                              <a:rPr lang="pt-BR" sz="2800" b="1" i="1" smtClean="0">
                                <a:latin typeface="Cambria Math" panose="02040503050406030204" pitchFamily="18" charset="0"/>
                                <a:cs typeface="Arial" panose="020B0604020202020204" pitchFamily="34" charset="0"/>
                              </a:rPr>
                              <m:t>𝒙</m:t>
                            </m:r>
                            <m:r>
                              <a:rPr lang="pt-BR" sz="2800" b="1" i="1" smtClean="0">
                                <a:latin typeface="Cambria Math" panose="02040503050406030204" pitchFamily="18" charset="0"/>
                                <a:cs typeface="Arial" panose="020B0604020202020204" pitchFamily="34" charset="0"/>
                              </a:rPr>
                              <m:t>      →</m:t>
                            </m:r>
                          </m:e>
                          <m:e>
                            <m:r>
                              <a:rPr lang="pt-BR" sz="2800" b="1" i="1" smtClean="0">
                                <a:latin typeface="Cambria Math" panose="02040503050406030204" pitchFamily="18" charset="0"/>
                                <a:cs typeface="Arial" panose="020B0604020202020204" pitchFamily="34" charset="0"/>
                              </a:rPr>
                              <m:t>𝟒𝟔𝟏𝟒</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𝒔</m:t>
                            </m:r>
                          </m:e>
                        </m:mr>
                      </m:m>
                    </m:oMath>
                  </m:oMathPara>
                </a14:m>
                <a:endParaRPr lang="pt-BR" sz="2800" b="1" dirty="0">
                  <a:latin typeface="Arial" panose="020B0604020202020204" pitchFamily="34" charset="0"/>
                  <a:cs typeface="Arial" panose="020B0604020202020204" pitchFamily="34" charset="0"/>
                </a:endParaRPr>
              </a:p>
            </p:txBody>
          </p:sp>
        </mc:Choice>
        <mc:Fallback xmlns="">
          <p:sp>
            <p:nvSpPr>
              <p:cNvPr id="6" name="CaixaDeTexto 5">
                <a:extLst>
                  <a:ext uri="{FF2B5EF4-FFF2-40B4-BE49-F238E27FC236}">
                    <a16:creationId xmlns:a16="http://schemas.microsoft.com/office/drawing/2014/main" id="{DDCBD9B3-1E56-D76F-DC9C-8FEF40D00185}"/>
                  </a:ext>
                </a:extLst>
              </p:cNvPr>
              <p:cNvSpPr txBox="1">
                <a:spLocks noRot="1" noChangeAspect="1" noMove="1" noResize="1" noEditPoints="1" noAdjustHandles="1" noChangeArrowheads="1" noChangeShapeType="1" noTextEdit="1"/>
              </p:cNvSpPr>
              <p:nvPr/>
            </p:nvSpPr>
            <p:spPr>
              <a:xfrm>
                <a:off x="484386" y="2194670"/>
                <a:ext cx="2918171" cy="816955"/>
              </a:xfrm>
              <a:prstGeom prst="rect">
                <a:avLst/>
              </a:prstGeom>
              <a:blipFill>
                <a:blip r:embed="rId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7AAFC88D-6994-CB81-208F-E6926429CDD5}"/>
                  </a:ext>
                </a:extLst>
              </p:cNvPr>
              <p:cNvSpPr txBox="1"/>
              <p:nvPr/>
            </p:nvSpPr>
            <p:spPr>
              <a:xfrm>
                <a:off x="3758359" y="2194670"/>
                <a:ext cx="1895840" cy="89896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𝒙</m:t>
                      </m:r>
                      <m:r>
                        <a:rPr lang="pt-BR" sz="2800" b="1" i="1" smtClean="0">
                          <a:latin typeface="Cambria Math" panose="02040503050406030204" pitchFamily="18" charset="0"/>
                          <a:cs typeface="Arial" panose="020B0604020202020204" pitchFamily="34" charset="0"/>
                        </a:rPr>
                        <m:t>=</m:t>
                      </m:r>
                      <m:f>
                        <m:fPr>
                          <m:ctrlPr>
                            <a:rPr lang="pt-BR" sz="2800" b="1" i="1" smtClean="0">
                              <a:latin typeface="Cambria Math" panose="02040503050406030204" pitchFamily="18" charset="0"/>
                              <a:cs typeface="Arial" panose="020B0604020202020204" pitchFamily="34" charset="0"/>
                            </a:rPr>
                          </m:ctrlPr>
                        </m:fPr>
                        <m:num>
                          <m:r>
                            <a:rPr lang="pt-BR" sz="2800" b="1" i="1" smtClean="0">
                              <a:latin typeface="Cambria Math" panose="02040503050406030204" pitchFamily="18" charset="0"/>
                              <a:cs typeface="Arial" panose="020B0604020202020204" pitchFamily="34" charset="0"/>
                            </a:rPr>
                            <m:t>𝟒𝟔𝟏𝟒</m:t>
                          </m:r>
                        </m:num>
                        <m:den>
                          <m:r>
                            <a:rPr lang="pt-BR" sz="2800" b="1" i="1" smtClean="0">
                              <a:latin typeface="Cambria Math" panose="02040503050406030204" pitchFamily="18" charset="0"/>
                              <a:cs typeface="Arial" panose="020B0604020202020204" pitchFamily="34" charset="0"/>
                            </a:rPr>
                            <m:t>𝟑𝟔𝟎𝟎</m:t>
                          </m:r>
                        </m:den>
                      </m:f>
                    </m:oMath>
                  </m:oMathPara>
                </a14:m>
                <a:endParaRPr lang="pt-BR" sz="2800" b="1" dirty="0">
                  <a:latin typeface="Arial" panose="020B0604020202020204" pitchFamily="34" charset="0"/>
                  <a:cs typeface="Arial" panose="020B0604020202020204" pitchFamily="34" charset="0"/>
                </a:endParaRPr>
              </a:p>
            </p:txBody>
          </p:sp>
        </mc:Choice>
        <mc:Fallback xmlns="">
          <p:sp>
            <p:nvSpPr>
              <p:cNvPr id="7" name="CaixaDeTexto 6">
                <a:extLst>
                  <a:ext uri="{FF2B5EF4-FFF2-40B4-BE49-F238E27FC236}">
                    <a16:creationId xmlns:a16="http://schemas.microsoft.com/office/drawing/2014/main" id="{7AAFC88D-6994-CB81-208F-E6926429CDD5}"/>
                  </a:ext>
                </a:extLst>
              </p:cNvPr>
              <p:cNvSpPr txBox="1">
                <a:spLocks noRot="1" noChangeAspect="1" noMove="1" noResize="1" noEditPoints="1" noAdjustHandles="1" noChangeArrowheads="1" noChangeShapeType="1" noTextEdit="1"/>
              </p:cNvSpPr>
              <p:nvPr/>
            </p:nvSpPr>
            <p:spPr>
              <a:xfrm>
                <a:off x="3758359" y="2194670"/>
                <a:ext cx="1895840" cy="898964"/>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 name="CaixaDeTexto 7">
                <a:extLst>
                  <a:ext uri="{FF2B5EF4-FFF2-40B4-BE49-F238E27FC236}">
                    <a16:creationId xmlns:a16="http://schemas.microsoft.com/office/drawing/2014/main" id="{A6C5DFD6-61BC-1CB4-24EC-E852E34FE573}"/>
                  </a:ext>
                </a:extLst>
              </p:cNvPr>
              <p:cNvSpPr txBox="1"/>
              <p:nvPr/>
            </p:nvSpPr>
            <p:spPr>
              <a:xfrm>
                <a:off x="6059667" y="2122571"/>
                <a:ext cx="1895840" cy="89896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𝒙</m:t>
                      </m:r>
                      <m:r>
                        <a:rPr lang="pt-BR" sz="2800" b="1" i="1" smtClean="0">
                          <a:latin typeface="Cambria Math" panose="02040503050406030204" pitchFamily="18" charset="0"/>
                          <a:cs typeface="Arial" panose="020B0604020202020204" pitchFamily="34" charset="0"/>
                        </a:rPr>
                        <m:t>=</m:t>
                      </m:r>
                      <m:f>
                        <m:fPr>
                          <m:ctrlPr>
                            <a:rPr lang="pt-BR" sz="2800" b="1" i="1" smtClean="0">
                              <a:latin typeface="Cambria Math" panose="02040503050406030204" pitchFamily="18" charset="0"/>
                              <a:cs typeface="Arial" panose="020B0604020202020204" pitchFamily="34" charset="0"/>
                            </a:rPr>
                          </m:ctrlPr>
                        </m:fPr>
                        <m:num>
                          <m:r>
                            <a:rPr lang="pt-BR" sz="2800" b="1" i="1" smtClean="0">
                              <a:latin typeface="Cambria Math" panose="02040503050406030204" pitchFamily="18" charset="0"/>
                              <a:cs typeface="Arial" panose="020B0604020202020204" pitchFamily="34" charset="0"/>
                            </a:rPr>
                            <m:t>𝟐𝟑𝟎𝟕</m:t>
                          </m:r>
                        </m:num>
                        <m:den>
                          <m:r>
                            <a:rPr lang="pt-BR" sz="2800" b="1" i="1" smtClean="0">
                              <a:latin typeface="Cambria Math" panose="02040503050406030204" pitchFamily="18" charset="0"/>
                              <a:cs typeface="Arial" panose="020B0604020202020204" pitchFamily="34" charset="0"/>
                            </a:rPr>
                            <m:t>𝟏𝟖𝟎𝟎</m:t>
                          </m:r>
                        </m:den>
                      </m:f>
                    </m:oMath>
                  </m:oMathPara>
                </a14:m>
                <a:endParaRPr lang="pt-BR" sz="2800" b="1" dirty="0">
                  <a:latin typeface="Arial" panose="020B0604020202020204" pitchFamily="34" charset="0"/>
                  <a:cs typeface="Arial" panose="020B0604020202020204" pitchFamily="34" charset="0"/>
                </a:endParaRPr>
              </a:p>
            </p:txBody>
          </p:sp>
        </mc:Choice>
        <mc:Fallback xmlns="">
          <p:sp>
            <p:nvSpPr>
              <p:cNvPr id="8" name="CaixaDeTexto 7">
                <a:extLst>
                  <a:ext uri="{FF2B5EF4-FFF2-40B4-BE49-F238E27FC236}">
                    <a16:creationId xmlns:a16="http://schemas.microsoft.com/office/drawing/2014/main" id="{A6C5DFD6-61BC-1CB4-24EC-E852E34FE573}"/>
                  </a:ext>
                </a:extLst>
              </p:cNvPr>
              <p:cNvSpPr txBox="1">
                <a:spLocks noRot="1" noChangeAspect="1" noMove="1" noResize="1" noEditPoints="1" noAdjustHandles="1" noChangeArrowheads="1" noChangeShapeType="1" noTextEdit="1"/>
              </p:cNvSpPr>
              <p:nvPr/>
            </p:nvSpPr>
            <p:spPr>
              <a:xfrm>
                <a:off x="6059667" y="2122571"/>
                <a:ext cx="1895840" cy="898964"/>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 name="CaixaDeTexto 8">
                <a:extLst>
                  <a:ext uri="{FF2B5EF4-FFF2-40B4-BE49-F238E27FC236}">
                    <a16:creationId xmlns:a16="http://schemas.microsoft.com/office/drawing/2014/main" id="{7E680256-87EA-1B6E-5778-209A70BD2174}"/>
                  </a:ext>
                </a:extLst>
              </p:cNvPr>
              <p:cNvSpPr txBox="1"/>
              <p:nvPr/>
            </p:nvSpPr>
            <p:spPr>
              <a:xfrm>
                <a:off x="8360975" y="2133333"/>
                <a:ext cx="2039020" cy="90178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𝒙</m:t>
                      </m:r>
                      <m:r>
                        <a:rPr lang="pt-BR" sz="2800" b="1" i="1" smtClean="0">
                          <a:latin typeface="Cambria Math" panose="02040503050406030204" pitchFamily="18" charset="0"/>
                          <a:cs typeface="Arial" panose="020B0604020202020204" pitchFamily="34" charset="0"/>
                        </a:rPr>
                        <m:t>=</m:t>
                      </m:r>
                      <m:f>
                        <m:fPr>
                          <m:ctrlPr>
                            <a:rPr lang="pt-BR" sz="2800" b="1" i="1" smtClean="0">
                              <a:latin typeface="Cambria Math" panose="02040503050406030204" pitchFamily="18" charset="0"/>
                              <a:cs typeface="Arial" panose="020B0604020202020204" pitchFamily="34" charset="0"/>
                            </a:rPr>
                          </m:ctrlPr>
                        </m:fPr>
                        <m:num>
                          <m:r>
                            <a:rPr lang="pt-BR" sz="2800" b="1" i="1" smtClean="0">
                              <a:latin typeface="Cambria Math" panose="02040503050406030204" pitchFamily="18" charset="0"/>
                              <a:cs typeface="Arial" panose="020B0604020202020204" pitchFamily="34" charset="0"/>
                            </a:rPr>
                            <m:t>𝟕𝟔𝟗</m:t>
                          </m:r>
                        </m:num>
                        <m:den>
                          <m:r>
                            <a:rPr lang="pt-BR" sz="2800" b="1" i="1" smtClean="0">
                              <a:latin typeface="Cambria Math" panose="02040503050406030204" pitchFamily="18" charset="0"/>
                              <a:cs typeface="Arial" panose="020B0604020202020204" pitchFamily="34" charset="0"/>
                            </a:rPr>
                            <m:t>𝟔𝟎𝟎</m:t>
                          </m:r>
                        </m:den>
                      </m:f>
                      <m:r>
                        <a:rPr lang="pt-BR" sz="2800" b="1" i="0" smtClean="0">
                          <a:latin typeface="Cambria Math" panose="02040503050406030204" pitchFamily="18" charset="0"/>
                          <a:cs typeface="Arial" panose="020B0604020202020204" pitchFamily="34" charset="0"/>
                        </a:rPr>
                        <m:t> </m:t>
                      </m:r>
                      <m:r>
                        <a:rPr lang="pt-BR" sz="2800" b="1" i="0" smtClean="0">
                          <a:latin typeface="Cambria Math" panose="02040503050406030204" pitchFamily="18" charset="0"/>
                          <a:cs typeface="Arial" panose="020B0604020202020204" pitchFamily="34" charset="0"/>
                        </a:rPr>
                        <m:t>𝐡</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9" name="CaixaDeTexto 8">
                <a:extLst>
                  <a:ext uri="{FF2B5EF4-FFF2-40B4-BE49-F238E27FC236}">
                    <a16:creationId xmlns:a16="http://schemas.microsoft.com/office/drawing/2014/main" id="{7E680256-87EA-1B6E-5778-209A70BD2174}"/>
                  </a:ext>
                </a:extLst>
              </p:cNvPr>
              <p:cNvSpPr txBox="1">
                <a:spLocks noRot="1" noChangeAspect="1" noMove="1" noResize="1" noEditPoints="1" noAdjustHandles="1" noChangeArrowheads="1" noChangeShapeType="1" noTextEdit="1"/>
              </p:cNvSpPr>
              <p:nvPr/>
            </p:nvSpPr>
            <p:spPr>
              <a:xfrm>
                <a:off x="8360975" y="2133333"/>
                <a:ext cx="2039020" cy="901785"/>
              </a:xfrm>
              <a:prstGeom prst="rect">
                <a:avLst/>
              </a:prstGeom>
              <a:blipFill>
                <a:blip r:embed="rId5"/>
                <a:stretch>
                  <a:fillRect/>
                </a:stretch>
              </a:blipFill>
            </p:spPr>
            <p:txBody>
              <a:bodyPr/>
              <a:lstStyle/>
              <a:p>
                <a:r>
                  <a:rPr lang="pt-BR">
                    <a:noFill/>
                  </a:rPr>
                  <a:t> </a:t>
                </a:r>
              </a:p>
            </p:txBody>
          </p:sp>
        </mc:Fallback>
      </mc:AlternateContent>
      <p:sp>
        <p:nvSpPr>
          <p:cNvPr id="10" name="CaixaDeTexto 9">
            <a:extLst>
              <a:ext uri="{FF2B5EF4-FFF2-40B4-BE49-F238E27FC236}">
                <a16:creationId xmlns:a16="http://schemas.microsoft.com/office/drawing/2014/main" id="{68320647-AD99-E057-0EE0-BE2961458658}"/>
              </a:ext>
            </a:extLst>
          </p:cNvPr>
          <p:cNvSpPr txBox="1"/>
          <p:nvPr/>
        </p:nvSpPr>
        <p:spPr>
          <a:xfrm>
            <a:off x="343482" y="3038053"/>
            <a:ext cx="7638630"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Calcular o espaço percorrido nas 53 voltas:</a:t>
            </a:r>
          </a:p>
        </p:txBody>
      </p:sp>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85347C8E-78C5-91C1-5F8B-0BC770C5D944}"/>
                  </a:ext>
                </a:extLst>
              </p:cNvPr>
              <p:cNvSpPr txBox="1"/>
              <p:nvPr/>
            </p:nvSpPr>
            <p:spPr>
              <a:xfrm>
                <a:off x="343482" y="3718928"/>
                <a:ext cx="2707921" cy="523220"/>
              </a:xfrm>
              <a:prstGeom prst="rect">
                <a:avLst/>
              </a:prstGeom>
              <a:noFill/>
            </p:spPr>
            <p:txBody>
              <a:bodyPr wrap="none" rtlCol="0">
                <a:spAutoFit/>
              </a:bodyPr>
              <a:lstStyle/>
              <a:p>
                <a14:m>
                  <m:oMath xmlns:m="http://schemas.openxmlformats.org/officeDocument/2006/math">
                    <m:r>
                      <a:rPr lang="pt-BR" sz="2800" b="1" i="1" smtClean="0">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smtClean="0">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ea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ea typeface="Cambria Math" panose="02040503050406030204" pitchFamily="18" charset="0"/>
                            <a:cs typeface="Arial" panose="020B0604020202020204" pitchFamily="34" charset="0"/>
                          </a:rPr>
                          <m:t>𝒕</m:t>
                        </m:r>
                      </m:sub>
                    </m:sSub>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ea typeface="Cambria Math" panose="02040503050406030204" pitchFamily="18" charset="0"/>
                        <a:cs typeface="Arial" panose="020B0604020202020204" pitchFamily="34" charset="0"/>
                      </a:rPr>
                      <m:t>𝟓𝟑</m:t>
                    </m:r>
                    <m:r>
                      <a:rPr lang="pt-BR" sz="2800" b="1" i="1" smtClean="0">
                        <a:latin typeface="Cambria Math" panose="02040503050406030204" pitchFamily="18" charset="0"/>
                        <a:ea typeface="Cambria Math" panose="02040503050406030204" pitchFamily="18" charset="0"/>
                        <a:cs typeface="Arial" panose="020B0604020202020204" pitchFamily="34" charset="0"/>
                      </a:rPr>
                      <m:t>𝒙</m:t>
                    </m:r>
                    <m:r>
                      <a:rPr lang="pt-BR" sz="2800" b="1" i="0" smtClean="0">
                        <a:latin typeface="Cambria Math" panose="02040503050406030204" pitchFamily="18" charset="0"/>
                        <a:ea typeface="Cambria Math" panose="02040503050406030204" pitchFamily="18" charset="0"/>
                        <a:cs typeface="Arial" panose="020B0604020202020204" pitchFamily="34" charset="0"/>
                      </a:rPr>
                      <m:t>𝟓</m:t>
                    </m:r>
                    <m:r>
                      <a:rPr lang="pt-BR" sz="2800" b="1" i="0" smtClean="0">
                        <a:latin typeface="Cambria Math" panose="02040503050406030204" pitchFamily="18" charset="0"/>
                        <a:ea typeface="Cambria Math" panose="02040503050406030204" pitchFamily="18" charset="0"/>
                        <a:cs typeface="Arial" panose="020B0604020202020204" pitchFamily="34" charset="0"/>
                      </a:rPr>
                      <m:t>,</m:t>
                    </m:r>
                    <m:r>
                      <a:rPr lang="pt-BR" sz="2800" b="1" i="0" smtClean="0">
                        <a:latin typeface="Cambria Math" panose="02040503050406030204" pitchFamily="18" charset="0"/>
                        <a:ea typeface="Cambria Math" panose="02040503050406030204" pitchFamily="18" charset="0"/>
                        <a:cs typeface="Arial" panose="020B0604020202020204" pitchFamily="34" charset="0"/>
                      </a:rPr>
                      <m:t>𝟕𝟗</m:t>
                    </m:r>
                  </m:oMath>
                </a14:m>
                <a:r>
                  <a:rPr lang="pt-BR" sz="2800" b="1" dirty="0">
                    <a:latin typeface="Arial" panose="020B0604020202020204" pitchFamily="34" charset="0"/>
                    <a:cs typeface="Arial" panose="020B0604020202020204" pitchFamily="34" charset="0"/>
                  </a:rPr>
                  <a:t> </a:t>
                </a:r>
              </a:p>
            </p:txBody>
          </p:sp>
        </mc:Choice>
        <mc:Fallback xmlns="">
          <p:sp>
            <p:nvSpPr>
              <p:cNvPr id="11" name="CaixaDeTexto 10">
                <a:extLst>
                  <a:ext uri="{FF2B5EF4-FFF2-40B4-BE49-F238E27FC236}">
                    <a16:creationId xmlns:a16="http://schemas.microsoft.com/office/drawing/2014/main" id="{85347C8E-78C5-91C1-5F8B-0BC770C5D944}"/>
                  </a:ext>
                </a:extLst>
              </p:cNvPr>
              <p:cNvSpPr txBox="1">
                <a:spLocks noRot="1" noChangeAspect="1" noMove="1" noResize="1" noEditPoints="1" noAdjustHandles="1" noChangeArrowheads="1" noChangeShapeType="1" noTextEdit="1"/>
              </p:cNvSpPr>
              <p:nvPr/>
            </p:nvSpPr>
            <p:spPr>
              <a:xfrm>
                <a:off x="343482" y="3718928"/>
                <a:ext cx="2707921" cy="523220"/>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831658BE-B863-6A8F-915F-7993F5D0EFEF}"/>
                  </a:ext>
                </a:extLst>
              </p:cNvPr>
              <p:cNvSpPr txBox="1"/>
              <p:nvPr/>
            </p:nvSpPr>
            <p:spPr>
              <a:xfrm>
                <a:off x="3432242" y="3718928"/>
                <a:ext cx="3132717"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smtClean="0">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ea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ea typeface="Cambria Math" panose="02040503050406030204" pitchFamily="18" charset="0"/>
                              <a:cs typeface="Arial" panose="020B0604020202020204" pitchFamily="34" charset="0"/>
                            </a:rPr>
                            <m:t>𝒕</m:t>
                          </m:r>
                        </m:sub>
                      </m:sSub>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ea typeface="Cambria Math" panose="02040503050406030204" pitchFamily="18" charset="0"/>
                          <a:cs typeface="Arial" panose="020B0604020202020204" pitchFamily="34" charset="0"/>
                        </a:rPr>
                        <m:t>𝟑𝟎𝟔</m:t>
                      </m:r>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ea typeface="Cambria Math" panose="02040503050406030204" pitchFamily="18" charset="0"/>
                          <a:cs typeface="Arial" panose="020B0604020202020204" pitchFamily="34" charset="0"/>
                        </a:rPr>
                        <m:t>𝟖𝟕</m:t>
                      </m:r>
                      <m:r>
                        <a:rPr lang="pt-BR" sz="2800" b="1" i="1" smtClean="0">
                          <a:latin typeface="Cambria Math" panose="02040503050406030204" pitchFamily="18" charset="0"/>
                          <a:ea typeface="Cambria Math" panose="02040503050406030204" pitchFamily="18" charset="0"/>
                          <a:cs typeface="Arial" panose="020B0604020202020204" pitchFamily="34" charset="0"/>
                        </a:rPr>
                        <m:t> </m:t>
                      </m:r>
                      <m:r>
                        <a:rPr lang="pt-BR" sz="2800" b="1" i="1" smtClean="0">
                          <a:latin typeface="Cambria Math" panose="02040503050406030204" pitchFamily="18" charset="0"/>
                          <a:ea typeface="Cambria Math" panose="02040503050406030204" pitchFamily="18" charset="0"/>
                          <a:cs typeface="Arial" panose="020B0604020202020204" pitchFamily="34" charset="0"/>
                        </a:rPr>
                        <m:t>𝒌𝒎</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12" name="CaixaDeTexto 11">
                <a:extLst>
                  <a:ext uri="{FF2B5EF4-FFF2-40B4-BE49-F238E27FC236}">
                    <a16:creationId xmlns:a16="http://schemas.microsoft.com/office/drawing/2014/main" id="{831658BE-B863-6A8F-915F-7993F5D0EFEF}"/>
                  </a:ext>
                </a:extLst>
              </p:cNvPr>
              <p:cNvSpPr txBox="1">
                <a:spLocks noRot="1" noChangeAspect="1" noMove="1" noResize="1" noEditPoints="1" noAdjustHandles="1" noChangeArrowheads="1" noChangeShapeType="1" noTextEdit="1"/>
              </p:cNvSpPr>
              <p:nvPr/>
            </p:nvSpPr>
            <p:spPr>
              <a:xfrm>
                <a:off x="3432242" y="3718928"/>
                <a:ext cx="3132717" cy="523220"/>
              </a:xfrm>
              <a:prstGeom prst="rect">
                <a:avLst/>
              </a:prstGeom>
              <a:blipFill>
                <a:blip r:embed="rId7"/>
                <a:stretch>
                  <a:fillRect/>
                </a:stretch>
              </a:blipFill>
            </p:spPr>
            <p:txBody>
              <a:bodyPr/>
              <a:lstStyle/>
              <a:p>
                <a:r>
                  <a:rPr lang="pt-BR">
                    <a:noFill/>
                  </a:rPr>
                  <a:t> </a:t>
                </a:r>
              </a:p>
            </p:txBody>
          </p:sp>
        </mc:Fallback>
      </mc:AlternateContent>
      <p:sp>
        <p:nvSpPr>
          <p:cNvPr id="13" name="CaixaDeTexto 12">
            <a:extLst>
              <a:ext uri="{FF2B5EF4-FFF2-40B4-BE49-F238E27FC236}">
                <a16:creationId xmlns:a16="http://schemas.microsoft.com/office/drawing/2014/main" id="{707E72C8-6991-93A0-04BD-9AA9AFBA8BA2}"/>
              </a:ext>
            </a:extLst>
          </p:cNvPr>
          <p:cNvSpPr txBox="1"/>
          <p:nvPr/>
        </p:nvSpPr>
        <p:spPr>
          <a:xfrm>
            <a:off x="343482" y="4401721"/>
            <a:ext cx="8297464"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Calcular a velocidade escalar média na corrida:</a:t>
            </a:r>
          </a:p>
        </p:txBody>
      </p:sp>
      <p:sp>
        <p:nvSpPr>
          <p:cNvPr id="14" name="Seta: para a Direita 13">
            <a:extLst>
              <a:ext uri="{FF2B5EF4-FFF2-40B4-BE49-F238E27FC236}">
                <a16:creationId xmlns:a16="http://schemas.microsoft.com/office/drawing/2014/main" id="{094E261C-A5BB-A03A-2AF3-323864A0E81F}"/>
              </a:ext>
            </a:extLst>
          </p:cNvPr>
          <p:cNvSpPr/>
          <p:nvPr/>
        </p:nvSpPr>
        <p:spPr>
          <a:xfrm>
            <a:off x="3368729" y="2450188"/>
            <a:ext cx="456545" cy="387927"/>
          </a:xfrm>
          <a:prstGeom prst="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Seta: para a Direita 14">
            <a:extLst>
              <a:ext uri="{FF2B5EF4-FFF2-40B4-BE49-F238E27FC236}">
                <a16:creationId xmlns:a16="http://schemas.microsoft.com/office/drawing/2014/main" id="{03F5163E-BC34-6AF0-8E6C-7CC9FBE4B7FA}"/>
              </a:ext>
            </a:extLst>
          </p:cNvPr>
          <p:cNvSpPr/>
          <p:nvPr/>
        </p:nvSpPr>
        <p:spPr>
          <a:xfrm>
            <a:off x="5603122" y="2480125"/>
            <a:ext cx="456545" cy="387927"/>
          </a:xfrm>
          <a:prstGeom prst="right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Seta: para a Direita 15">
            <a:extLst>
              <a:ext uri="{FF2B5EF4-FFF2-40B4-BE49-F238E27FC236}">
                <a16:creationId xmlns:a16="http://schemas.microsoft.com/office/drawing/2014/main" id="{9501C412-7E24-6341-D29D-F901184713B4}"/>
              </a:ext>
            </a:extLst>
          </p:cNvPr>
          <p:cNvSpPr/>
          <p:nvPr/>
        </p:nvSpPr>
        <p:spPr>
          <a:xfrm>
            <a:off x="7929969" y="2414320"/>
            <a:ext cx="456545" cy="387927"/>
          </a:xfrm>
          <a:prstGeom prst="rightArrow">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Seta: para a Direita 16">
            <a:extLst>
              <a:ext uri="{FF2B5EF4-FFF2-40B4-BE49-F238E27FC236}">
                <a16:creationId xmlns:a16="http://schemas.microsoft.com/office/drawing/2014/main" id="{72CA38AB-3B9C-32EE-BA51-E8B235E03AF0}"/>
              </a:ext>
            </a:extLst>
          </p:cNvPr>
          <p:cNvSpPr/>
          <p:nvPr/>
        </p:nvSpPr>
        <p:spPr>
          <a:xfrm>
            <a:off x="3013550" y="3786574"/>
            <a:ext cx="456545" cy="387927"/>
          </a:xfrm>
          <a:prstGeom prst="rightArrow">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path path="circle">
              <a:fillToRect l="50000" t="50000" r="50000" b="50000"/>
            </a:path>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8" name="Retângulo 17">
                <a:extLst>
                  <a:ext uri="{FF2B5EF4-FFF2-40B4-BE49-F238E27FC236}">
                    <a16:creationId xmlns:a16="http://schemas.microsoft.com/office/drawing/2014/main" id="{260D5C16-8AD6-91E5-7D65-5885480646D8}"/>
                  </a:ext>
                </a:extLst>
              </p:cNvPr>
              <p:cNvSpPr/>
              <p:nvPr/>
            </p:nvSpPr>
            <p:spPr>
              <a:xfrm>
                <a:off x="220307" y="4842515"/>
                <a:ext cx="1723164"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𝑴</m:t>
                          </m:r>
                        </m:sub>
                      </m:sSub>
                      <m:r>
                        <a:rPr lang="pt-BR" sz="2800" b="1" i="1">
                          <a:latin typeface="Cambria Math" panose="02040503050406030204" pitchFamily="18" charset="0"/>
                        </a:rPr>
                        <m:t>= </m:t>
                      </m:r>
                      <m:f>
                        <m:fPr>
                          <m:ctrlPr>
                            <a:rPr lang="pt-BR" sz="2800" b="1" i="1">
                              <a:latin typeface="Cambria Math" panose="02040503050406030204" pitchFamily="18" charset="0"/>
                            </a:rPr>
                          </m:ctrlPr>
                        </m:fPr>
                        <m:num>
                          <m:r>
                            <a:rPr lang="pt-BR" sz="2800" b="1" i="1">
                              <a:latin typeface="Cambria Math" panose="02040503050406030204" pitchFamily="18" charset="0"/>
                            </a:rPr>
                            <m:t>∆</m:t>
                          </m:r>
                          <m:r>
                            <a:rPr lang="pt-BR" sz="2800" b="1" i="1">
                              <a:latin typeface="Cambria Math" panose="02040503050406030204" pitchFamily="18" charset="0"/>
                            </a:rPr>
                            <m:t>𝑺</m:t>
                          </m:r>
                        </m:num>
                        <m:den>
                          <m:r>
                            <a:rPr lang="pt-BR" sz="2800" b="1" i="1">
                              <a:latin typeface="Cambria Math" panose="02040503050406030204" pitchFamily="18" charset="0"/>
                            </a:rPr>
                            <m:t>∆</m:t>
                          </m:r>
                          <m:r>
                            <a:rPr lang="pt-BR" sz="2800" b="1" i="1">
                              <a:latin typeface="Cambria Math" panose="02040503050406030204" pitchFamily="18" charset="0"/>
                            </a:rPr>
                            <m:t>𝒕</m:t>
                          </m:r>
                        </m:den>
                      </m:f>
                    </m:oMath>
                  </m:oMathPara>
                </a14:m>
                <a:endParaRPr lang="pt-BR" sz="2800" b="1" i="1" dirty="0"/>
              </a:p>
            </p:txBody>
          </p:sp>
        </mc:Choice>
        <mc:Fallback xmlns="">
          <p:sp>
            <p:nvSpPr>
              <p:cNvPr id="18" name="Retângulo 17">
                <a:extLst>
                  <a:ext uri="{FF2B5EF4-FFF2-40B4-BE49-F238E27FC236}">
                    <a16:creationId xmlns:a16="http://schemas.microsoft.com/office/drawing/2014/main" id="{260D5C16-8AD6-91E5-7D65-5885480646D8}"/>
                  </a:ext>
                </a:extLst>
              </p:cNvPr>
              <p:cNvSpPr>
                <a:spLocks noRot="1" noChangeAspect="1" noMove="1" noResize="1" noEditPoints="1" noAdjustHandles="1" noChangeArrowheads="1" noChangeShapeType="1" noTextEdit="1"/>
              </p:cNvSpPr>
              <p:nvPr/>
            </p:nvSpPr>
            <p:spPr>
              <a:xfrm>
                <a:off x="220307" y="4842515"/>
                <a:ext cx="1723164" cy="901785"/>
              </a:xfrm>
              <a:prstGeom prst="rect">
                <a:avLst/>
              </a:prstGeom>
              <a:blipFill>
                <a:blip r:embed="rId8"/>
                <a:stretch>
                  <a:fillRect/>
                </a:stretch>
              </a:blipFill>
            </p:spPr>
            <p:txBody>
              <a:bodyPr/>
              <a:lstStyle/>
              <a:p>
                <a:r>
                  <a:rPr lang="pt-BR">
                    <a:noFill/>
                  </a:rPr>
                  <a:t> </a:t>
                </a:r>
              </a:p>
            </p:txBody>
          </p:sp>
        </mc:Fallback>
      </mc:AlternateContent>
      <p:sp>
        <p:nvSpPr>
          <p:cNvPr id="20" name="Seta: para a Direita 19">
            <a:extLst>
              <a:ext uri="{FF2B5EF4-FFF2-40B4-BE49-F238E27FC236}">
                <a16:creationId xmlns:a16="http://schemas.microsoft.com/office/drawing/2014/main" id="{F312F76F-3AEA-11FF-2368-F6C766CBB95F}"/>
              </a:ext>
            </a:extLst>
          </p:cNvPr>
          <p:cNvSpPr/>
          <p:nvPr/>
        </p:nvSpPr>
        <p:spPr>
          <a:xfrm>
            <a:off x="1983116" y="5131185"/>
            <a:ext cx="456545" cy="387927"/>
          </a:xfrm>
          <a:prstGeom prst="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22" name="Retângulo 21">
                <a:extLst>
                  <a:ext uri="{FF2B5EF4-FFF2-40B4-BE49-F238E27FC236}">
                    <a16:creationId xmlns:a16="http://schemas.microsoft.com/office/drawing/2014/main" id="{19D61320-6280-4524-05BE-862B592D5874}"/>
                  </a:ext>
                </a:extLst>
              </p:cNvPr>
              <p:cNvSpPr/>
              <p:nvPr/>
            </p:nvSpPr>
            <p:spPr>
              <a:xfrm>
                <a:off x="2461592" y="4885305"/>
                <a:ext cx="2299155" cy="12493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a:latin typeface="Cambria Math" panose="02040503050406030204" pitchFamily="18" charset="0"/>
                              <a:cs typeface="Arial" panose="020B0604020202020204" pitchFamily="34" charset="0"/>
                            </a:rPr>
                            <m:t>𝒗</m:t>
                          </m:r>
                        </m:e>
                        <m:sub>
                          <m:r>
                            <a:rPr lang="pt-BR" sz="2800" b="1" i="1">
                              <a:latin typeface="Cambria Math" panose="02040503050406030204" pitchFamily="18" charset="0"/>
                              <a:cs typeface="Arial" panose="020B0604020202020204" pitchFamily="34" charset="0"/>
                            </a:rPr>
                            <m:t>𝑴</m:t>
                          </m:r>
                        </m:sub>
                      </m:sSub>
                      <m:r>
                        <a:rPr lang="pt-BR" sz="2800" b="1" i="1">
                          <a:latin typeface="Cambria Math" panose="02040503050406030204" pitchFamily="18" charset="0"/>
                        </a:rPr>
                        <m:t>= </m:t>
                      </m:r>
                      <m:f>
                        <m:fPr>
                          <m:ctrlPr>
                            <a:rPr lang="pt-BR" sz="2800" b="1" i="1">
                              <a:latin typeface="Cambria Math" panose="02040503050406030204" pitchFamily="18" charset="0"/>
                            </a:rPr>
                          </m:ctrlPr>
                        </m:fPr>
                        <m:num>
                          <m:r>
                            <a:rPr lang="pt-BR" sz="2800" b="1" i="1" smtClean="0">
                              <a:latin typeface="Cambria Math" panose="02040503050406030204" pitchFamily="18" charset="0"/>
                            </a:rPr>
                            <m:t>𝟑𝟎𝟔</m:t>
                          </m:r>
                          <m:r>
                            <a:rPr lang="pt-BR" sz="2800" b="1" i="1" smtClean="0">
                              <a:latin typeface="Cambria Math" panose="02040503050406030204" pitchFamily="18" charset="0"/>
                            </a:rPr>
                            <m:t>,</m:t>
                          </m:r>
                          <m:r>
                            <a:rPr lang="pt-BR" sz="2800" b="1" i="1" smtClean="0">
                              <a:latin typeface="Cambria Math" panose="02040503050406030204" pitchFamily="18" charset="0"/>
                            </a:rPr>
                            <m:t>𝟕</m:t>
                          </m:r>
                        </m:num>
                        <m:den>
                          <m:f>
                            <m:fPr>
                              <m:ctrlPr>
                                <a:rPr lang="pt-BR" sz="2800" b="1" i="1">
                                  <a:latin typeface="Cambria Math" panose="02040503050406030204" pitchFamily="18" charset="0"/>
                                  <a:cs typeface="Arial" panose="020B0604020202020204" pitchFamily="34" charset="0"/>
                                </a:rPr>
                              </m:ctrlPr>
                            </m:fPr>
                            <m:num>
                              <m:r>
                                <a:rPr lang="pt-BR" sz="2800" b="1" i="1">
                                  <a:latin typeface="Cambria Math" panose="02040503050406030204" pitchFamily="18" charset="0"/>
                                  <a:cs typeface="Arial" panose="020B0604020202020204" pitchFamily="34" charset="0"/>
                                </a:rPr>
                                <m:t>𝟕𝟔𝟗</m:t>
                              </m:r>
                            </m:num>
                            <m:den>
                              <m:r>
                                <a:rPr lang="pt-BR" sz="2800" b="1" i="1">
                                  <a:latin typeface="Cambria Math" panose="02040503050406030204" pitchFamily="18" charset="0"/>
                                  <a:cs typeface="Arial" panose="020B0604020202020204" pitchFamily="34" charset="0"/>
                                </a:rPr>
                                <m:t>𝟔𝟎𝟎</m:t>
                              </m:r>
                            </m:den>
                          </m:f>
                        </m:den>
                      </m:f>
                    </m:oMath>
                  </m:oMathPara>
                </a14:m>
                <a:endParaRPr lang="pt-BR" sz="2800" b="1" i="1" dirty="0"/>
              </a:p>
            </p:txBody>
          </p:sp>
        </mc:Choice>
        <mc:Fallback xmlns="">
          <p:sp>
            <p:nvSpPr>
              <p:cNvPr id="22" name="Retângulo 21">
                <a:extLst>
                  <a:ext uri="{FF2B5EF4-FFF2-40B4-BE49-F238E27FC236}">
                    <a16:creationId xmlns:a16="http://schemas.microsoft.com/office/drawing/2014/main" id="{19D61320-6280-4524-05BE-862B592D5874}"/>
                  </a:ext>
                </a:extLst>
              </p:cNvPr>
              <p:cNvSpPr>
                <a:spLocks noRot="1" noChangeAspect="1" noMove="1" noResize="1" noEditPoints="1" noAdjustHandles="1" noChangeArrowheads="1" noChangeShapeType="1" noTextEdit="1"/>
              </p:cNvSpPr>
              <p:nvPr/>
            </p:nvSpPr>
            <p:spPr>
              <a:xfrm>
                <a:off x="2461592" y="4885305"/>
                <a:ext cx="2299155" cy="1249316"/>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DAF4CC83-2153-8117-6DAD-41A22D082CCC}"/>
                  </a:ext>
                </a:extLst>
              </p:cNvPr>
              <p:cNvSpPr txBox="1"/>
              <p:nvPr/>
            </p:nvSpPr>
            <p:spPr>
              <a:xfrm>
                <a:off x="343482" y="6194542"/>
                <a:ext cx="3462935" cy="523220"/>
              </a:xfrm>
              <a:prstGeom prst="rect">
                <a:avLst/>
              </a:prstGeom>
              <a:solidFill>
                <a:srgbClr val="FFFF00"/>
              </a:solidFill>
              <a:ln>
                <a:solidFill>
                  <a:schemeClr val="tx1"/>
                </a:solidFill>
              </a:ln>
              <a:scene3d>
                <a:camera prst="orthographicFront"/>
                <a:lightRig rig="threePt" dir="t"/>
              </a:scene3d>
              <a:sp3d>
                <a:bevelT w="139700" h="139700" prst="divot"/>
              </a:sp3d>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a:latin typeface="Cambria Math" panose="02040503050406030204" pitchFamily="18" charset="0"/>
                              <a:cs typeface="Arial" panose="020B0604020202020204" pitchFamily="34" charset="0"/>
                            </a:rPr>
                            <m:t>𝒗</m:t>
                          </m:r>
                        </m:e>
                        <m:sub>
                          <m:r>
                            <a:rPr lang="pt-BR" sz="2800" b="1" i="1">
                              <a:latin typeface="Cambria Math" panose="02040503050406030204" pitchFamily="18" charset="0"/>
                              <a:cs typeface="Arial" panose="020B0604020202020204" pitchFamily="34" charset="0"/>
                            </a:rPr>
                            <m:t>𝑴</m:t>
                          </m:r>
                        </m:sub>
                      </m:sSub>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𝟐𝟑𝟗</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𝟒𝟑</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𝒌𝒎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𝒉</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23" name="CaixaDeTexto 22">
                <a:extLst>
                  <a:ext uri="{FF2B5EF4-FFF2-40B4-BE49-F238E27FC236}">
                    <a16:creationId xmlns:a16="http://schemas.microsoft.com/office/drawing/2014/main" id="{DAF4CC83-2153-8117-6DAD-41A22D082CCC}"/>
                  </a:ext>
                </a:extLst>
              </p:cNvPr>
              <p:cNvSpPr txBox="1">
                <a:spLocks noRot="1" noChangeAspect="1" noMove="1" noResize="1" noEditPoints="1" noAdjustHandles="1" noChangeArrowheads="1" noChangeShapeType="1" noTextEdit="1"/>
              </p:cNvSpPr>
              <p:nvPr/>
            </p:nvSpPr>
            <p:spPr>
              <a:xfrm>
                <a:off x="343482" y="6194542"/>
                <a:ext cx="3462935" cy="523220"/>
              </a:xfrm>
              <a:prstGeom prst="rect">
                <a:avLst/>
              </a:prstGeom>
              <a:blipFill>
                <a:blip r:embed="rId10"/>
                <a:stretch>
                  <a:fillRect/>
                </a:stretch>
              </a:blipFill>
              <a:ln>
                <a:solidFill>
                  <a:schemeClr val="tx1"/>
                </a:solidFill>
              </a:ln>
            </p:spPr>
            <p:txBody>
              <a:bodyPr/>
              <a:lstStyle/>
              <a:p>
                <a:r>
                  <a:rPr lang="pt-BR">
                    <a:noFill/>
                  </a:rPr>
                  <a:t> </a:t>
                </a:r>
              </a:p>
            </p:txBody>
          </p:sp>
        </mc:Fallback>
      </mc:AlternateContent>
      <p:pic>
        <p:nvPicPr>
          <p:cNvPr id="25" name="Imagem 24" descr="Desenho de um bicho amarelo&#10;&#10;Descrição gerada automaticamente com confiança média">
            <a:extLst>
              <a:ext uri="{FF2B5EF4-FFF2-40B4-BE49-F238E27FC236}">
                <a16:creationId xmlns:a16="http://schemas.microsoft.com/office/drawing/2014/main" id="{3F563298-D99C-93FB-67B1-1F984E9B87EB}"/>
              </a:ext>
            </a:extLst>
          </p:cNvPr>
          <p:cNvPicPr>
            <a:picLocks noChangeAspect="1"/>
          </p:cNvPicPr>
          <p:nvPr/>
        </p:nvPicPr>
        <p:blipFill>
          <a:blip r:embed="rId11"/>
          <a:stretch>
            <a:fillRect/>
          </a:stretch>
        </p:blipFill>
        <p:spPr>
          <a:xfrm>
            <a:off x="8854923" y="3786574"/>
            <a:ext cx="2707921" cy="2707921"/>
          </a:xfrm>
          <a:prstGeom prst="rect">
            <a:avLst/>
          </a:prstGeom>
        </p:spPr>
      </p:pic>
      <p:sp>
        <p:nvSpPr>
          <p:cNvPr id="26" name="Retângulo 25">
            <a:extLst>
              <a:ext uri="{FF2B5EF4-FFF2-40B4-BE49-F238E27FC236}">
                <a16:creationId xmlns:a16="http://schemas.microsoft.com/office/drawing/2014/main" id="{BA8D8BAA-BCDE-E661-D6D4-6E0F5FD6B911}"/>
              </a:ext>
            </a:extLst>
          </p:cNvPr>
          <p:cNvSpPr/>
          <p:nvPr/>
        </p:nvSpPr>
        <p:spPr>
          <a:xfrm>
            <a:off x="5296301" y="6029934"/>
            <a:ext cx="2223686" cy="523220"/>
          </a:xfrm>
          <a:prstGeom prst="rect">
            <a:avLst/>
          </a:prstGeom>
        </p:spPr>
        <p:txBody>
          <a:bodyPr wrap="none">
            <a:spAutoFit/>
          </a:bodyPr>
          <a:lstStyle/>
          <a:p>
            <a:pPr algn="just"/>
            <a:r>
              <a:rPr lang="pt-BR" sz="2800" b="1" dirty="0">
                <a:solidFill>
                  <a:srgbClr val="FF0000"/>
                </a:solidFill>
                <a:latin typeface="Arial" panose="020B0604020202020204" pitchFamily="34" charset="0"/>
                <a:cs typeface="Arial" panose="020B0604020202020204" pitchFamily="34" charset="0"/>
              </a:rPr>
              <a:t>Continua!!!!</a:t>
            </a:r>
          </a:p>
        </p:txBody>
      </p:sp>
    </p:spTree>
    <p:extLst>
      <p:ext uri="{BB962C8B-B14F-4D97-AF65-F5344CB8AC3E}">
        <p14:creationId xmlns:p14="http://schemas.microsoft.com/office/powerpoint/2010/main" val="3458213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inVertic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down)">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arn(inVertical)">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down)">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21" presetClass="entr" presetSubtype="1"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heel(1)">
                                      <p:cBhvr>
                                        <p:cTn id="42" dur="2000"/>
                                        <p:tgtEl>
                                          <p:spTgt spid="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down)">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1000"/>
                                        <p:tgtEl>
                                          <p:spTgt spid="9"/>
                                        </p:tgtEl>
                                      </p:cBhvr>
                                    </p:animEffect>
                                    <p:anim calcmode="lin" valueType="num">
                                      <p:cBhvr>
                                        <p:cTn id="53" dur="1000" fill="hold"/>
                                        <p:tgtEl>
                                          <p:spTgt spid="9"/>
                                        </p:tgtEl>
                                        <p:attrNameLst>
                                          <p:attrName>ppt_x</p:attrName>
                                        </p:attrNameLst>
                                      </p:cBhvr>
                                      <p:tavLst>
                                        <p:tav tm="0">
                                          <p:val>
                                            <p:strVal val="#ppt_x"/>
                                          </p:val>
                                        </p:tav>
                                        <p:tav tm="100000">
                                          <p:val>
                                            <p:strVal val="#ppt_x"/>
                                          </p:val>
                                        </p:tav>
                                      </p:tavLst>
                                    </p:anim>
                                    <p:anim calcmode="lin" valueType="num">
                                      <p:cBhvr>
                                        <p:cTn id="5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6" presetClass="entr" presetSubtype="21" fill="hold" grpId="0" nodeType="click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barn(inVertical)">
                                      <p:cBhvr>
                                        <p:cTn id="59" dur="500"/>
                                        <p:tgtEl>
                                          <p:spTgt spid="10"/>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11"/>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wipe(down)">
                                      <p:cBhvr>
                                        <p:cTn id="68" dur="500"/>
                                        <p:tgtEl>
                                          <p:spTgt spid="17"/>
                                        </p:tgtEl>
                                      </p:cBhvr>
                                    </p:animEffect>
                                  </p:childTnLst>
                                </p:cTn>
                              </p:par>
                            </p:childTnLst>
                          </p:cTn>
                        </p:par>
                      </p:childTnLst>
                    </p:cTn>
                  </p:par>
                  <p:par>
                    <p:cTn id="69" fill="hold">
                      <p:stCondLst>
                        <p:cond delay="indefinite"/>
                      </p:stCondLst>
                      <p:childTnLst>
                        <p:par>
                          <p:cTn id="70" fill="hold">
                            <p:stCondLst>
                              <p:cond delay="0"/>
                            </p:stCondLst>
                            <p:childTnLst>
                              <p:par>
                                <p:cTn id="71" presetID="14" presetClass="entr" presetSubtype="10" fill="hold" grpId="0" nodeType="clickEffect">
                                  <p:stCondLst>
                                    <p:cond delay="0"/>
                                  </p:stCondLst>
                                  <p:childTnLst>
                                    <p:set>
                                      <p:cBhvr>
                                        <p:cTn id="72" dur="1" fill="hold">
                                          <p:stCondLst>
                                            <p:cond delay="0"/>
                                          </p:stCondLst>
                                        </p:cTn>
                                        <p:tgtEl>
                                          <p:spTgt spid="12"/>
                                        </p:tgtEl>
                                        <p:attrNameLst>
                                          <p:attrName>style.visibility</p:attrName>
                                        </p:attrNameLst>
                                      </p:cBhvr>
                                      <p:to>
                                        <p:strVal val="visible"/>
                                      </p:to>
                                    </p:set>
                                    <p:animEffect transition="in" filter="randombar(horizontal)">
                                      <p:cBhvr>
                                        <p:cTn id="73" dur="500"/>
                                        <p:tgtEl>
                                          <p:spTgt spid="12"/>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13"/>
                                        </p:tgtEl>
                                        <p:attrNameLst>
                                          <p:attrName>style.visibility</p:attrName>
                                        </p:attrNameLst>
                                      </p:cBhvr>
                                      <p:to>
                                        <p:strVal val="visible"/>
                                      </p:to>
                                    </p:set>
                                    <p:animEffect transition="in" filter="fade">
                                      <p:cBhvr>
                                        <p:cTn id="78" dur="500"/>
                                        <p:tgtEl>
                                          <p:spTgt spid="13"/>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500"/>
                                        <p:tgtEl>
                                          <p:spTgt spid="18"/>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4" fill="hold" grpId="0" nodeType="clickEffect">
                                  <p:stCondLst>
                                    <p:cond delay="0"/>
                                  </p:stCondLst>
                                  <p:childTnLst>
                                    <p:set>
                                      <p:cBhvr>
                                        <p:cTn id="87" dur="1" fill="hold">
                                          <p:stCondLst>
                                            <p:cond delay="0"/>
                                          </p:stCondLst>
                                        </p:cTn>
                                        <p:tgtEl>
                                          <p:spTgt spid="20"/>
                                        </p:tgtEl>
                                        <p:attrNameLst>
                                          <p:attrName>style.visibility</p:attrName>
                                        </p:attrNameLst>
                                      </p:cBhvr>
                                      <p:to>
                                        <p:strVal val="visible"/>
                                      </p:to>
                                    </p:set>
                                    <p:animEffect transition="in" filter="wipe(down)">
                                      <p:cBhvr>
                                        <p:cTn id="88" dur="500"/>
                                        <p:tgtEl>
                                          <p:spTgt spid="20"/>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22"/>
                                        </p:tgtEl>
                                        <p:attrNameLst>
                                          <p:attrName>style.visibility</p:attrName>
                                        </p:attrNameLst>
                                      </p:cBhvr>
                                      <p:to>
                                        <p:strVal val="visible"/>
                                      </p:to>
                                    </p:set>
                                    <p:animEffect transition="in" filter="fade">
                                      <p:cBhvr>
                                        <p:cTn id="93" dur="500"/>
                                        <p:tgtEl>
                                          <p:spTgt spid="22"/>
                                        </p:tgtEl>
                                      </p:cBhvr>
                                    </p:animEffect>
                                  </p:childTnLst>
                                </p:cTn>
                              </p:par>
                            </p:childTnLst>
                          </p:cTn>
                        </p:par>
                      </p:childTnLst>
                    </p:cTn>
                  </p:par>
                  <p:par>
                    <p:cTn id="94" fill="hold">
                      <p:stCondLst>
                        <p:cond delay="indefinite"/>
                      </p:stCondLst>
                      <p:childTnLst>
                        <p:par>
                          <p:cTn id="95" fill="hold">
                            <p:stCondLst>
                              <p:cond delay="0"/>
                            </p:stCondLst>
                            <p:childTnLst>
                              <p:par>
                                <p:cTn id="96" presetID="26" presetClass="entr" presetSubtype="0" fill="hold" grpId="0" nodeType="clickEffect">
                                  <p:stCondLst>
                                    <p:cond delay="0"/>
                                  </p:stCondLst>
                                  <p:childTnLst>
                                    <p:set>
                                      <p:cBhvr>
                                        <p:cTn id="97" dur="1" fill="hold">
                                          <p:stCondLst>
                                            <p:cond delay="0"/>
                                          </p:stCondLst>
                                        </p:cTn>
                                        <p:tgtEl>
                                          <p:spTgt spid="23"/>
                                        </p:tgtEl>
                                        <p:attrNameLst>
                                          <p:attrName>style.visibility</p:attrName>
                                        </p:attrNameLst>
                                      </p:cBhvr>
                                      <p:to>
                                        <p:strVal val="visible"/>
                                      </p:to>
                                    </p:set>
                                    <p:animEffect transition="in" filter="wipe(down)">
                                      <p:cBhvr>
                                        <p:cTn id="98" dur="580">
                                          <p:stCondLst>
                                            <p:cond delay="0"/>
                                          </p:stCondLst>
                                        </p:cTn>
                                        <p:tgtEl>
                                          <p:spTgt spid="23"/>
                                        </p:tgtEl>
                                      </p:cBhvr>
                                    </p:animEffect>
                                    <p:anim calcmode="lin" valueType="num">
                                      <p:cBhvr>
                                        <p:cTn id="99" dur="1822" tmFilter="0,0; 0.14,0.36; 0.43,0.73; 0.71,0.91; 1.0,1.0">
                                          <p:stCondLst>
                                            <p:cond delay="0"/>
                                          </p:stCondLst>
                                        </p:cTn>
                                        <p:tgtEl>
                                          <p:spTgt spid="23"/>
                                        </p:tgtEl>
                                        <p:attrNameLst>
                                          <p:attrName>ppt_x</p:attrName>
                                        </p:attrNameLst>
                                      </p:cBhvr>
                                      <p:tavLst>
                                        <p:tav tm="0">
                                          <p:val>
                                            <p:strVal val="#ppt_x-0.25"/>
                                          </p:val>
                                        </p:tav>
                                        <p:tav tm="100000">
                                          <p:val>
                                            <p:strVal val="#ppt_x"/>
                                          </p:val>
                                        </p:tav>
                                      </p:tavLst>
                                    </p:anim>
                                    <p:anim calcmode="lin" valueType="num">
                                      <p:cBhvr>
                                        <p:cTn id="100" dur="664" tmFilter="0.0,0.0; 0.25,0.07; 0.50,0.2; 0.75,0.467; 1.0,1.0">
                                          <p:stCondLst>
                                            <p:cond delay="0"/>
                                          </p:stCondLst>
                                        </p:cTn>
                                        <p:tgtEl>
                                          <p:spTgt spid="23"/>
                                        </p:tgtEl>
                                        <p:attrNameLst>
                                          <p:attrName>ppt_y</p:attrName>
                                        </p:attrNameLst>
                                      </p:cBhvr>
                                      <p:tavLst>
                                        <p:tav tm="0" fmla="#ppt_y-sin(pi*$)/3">
                                          <p:val>
                                            <p:fltVal val="0.5"/>
                                          </p:val>
                                        </p:tav>
                                        <p:tav tm="100000">
                                          <p:val>
                                            <p:fltVal val="1"/>
                                          </p:val>
                                        </p:tav>
                                      </p:tavLst>
                                    </p:anim>
                                    <p:anim calcmode="lin" valueType="num">
                                      <p:cBhvr>
                                        <p:cTn id="101" dur="664" tmFilter="0, 0; 0.125,0.2665; 0.25,0.4; 0.375,0.465; 0.5,0.5;  0.625,0.535; 0.75,0.6; 0.875,0.7335; 1,1">
                                          <p:stCondLst>
                                            <p:cond delay="664"/>
                                          </p:stCondLst>
                                        </p:cTn>
                                        <p:tgtEl>
                                          <p:spTgt spid="23"/>
                                        </p:tgtEl>
                                        <p:attrNameLst>
                                          <p:attrName>ppt_y</p:attrName>
                                        </p:attrNameLst>
                                      </p:cBhvr>
                                      <p:tavLst>
                                        <p:tav tm="0" fmla="#ppt_y-sin(pi*$)/9">
                                          <p:val>
                                            <p:fltVal val="0"/>
                                          </p:val>
                                        </p:tav>
                                        <p:tav tm="100000">
                                          <p:val>
                                            <p:fltVal val="1"/>
                                          </p:val>
                                        </p:tav>
                                      </p:tavLst>
                                    </p:anim>
                                    <p:anim calcmode="lin" valueType="num">
                                      <p:cBhvr>
                                        <p:cTn id="102" dur="332" tmFilter="0, 0; 0.125,0.2665; 0.25,0.4; 0.375,0.465; 0.5,0.5;  0.625,0.535; 0.75,0.6; 0.875,0.7335; 1,1">
                                          <p:stCondLst>
                                            <p:cond delay="1324"/>
                                          </p:stCondLst>
                                        </p:cTn>
                                        <p:tgtEl>
                                          <p:spTgt spid="23"/>
                                        </p:tgtEl>
                                        <p:attrNameLst>
                                          <p:attrName>ppt_y</p:attrName>
                                        </p:attrNameLst>
                                      </p:cBhvr>
                                      <p:tavLst>
                                        <p:tav tm="0" fmla="#ppt_y-sin(pi*$)/27">
                                          <p:val>
                                            <p:fltVal val="0"/>
                                          </p:val>
                                        </p:tav>
                                        <p:tav tm="100000">
                                          <p:val>
                                            <p:fltVal val="1"/>
                                          </p:val>
                                        </p:tav>
                                      </p:tavLst>
                                    </p:anim>
                                    <p:anim calcmode="lin" valueType="num">
                                      <p:cBhvr>
                                        <p:cTn id="103" dur="164" tmFilter="0, 0; 0.125,0.2665; 0.25,0.4; 0.375,0.465; 0.5,0.5;  0.625,0.535; 0.75,0.6; 0.875,0.7335; 1,1">
                                          <p:stCondLst>
                                            <p:cond delay="1656"/>
                                          </p:stCondLst>
                                        </p:cTn>
                                        <p:tgtEl>
                                          <p:spTgt spid="23"/>
                                        </p:tgtEl>
                                        <p:attrNameLst>
                                          <p:attrName>ppt_y</p:attrName>
                                        </p:attrNameLst>
                                      </p:cBhvr>
                                      <p:tavLst>
                                        <p:tav tm="0" fmla="#ppt_y-sin(pi*$)/81">
                                          <p:val>
                                            <p:fltVal val="0"/>
                                          </p:val>
                                        </p:tav>
                                        <p:tav tm="100000">
                                          <p:val>
                                            <p:fltVal val="1"/>
                                          </p:val>
                                        </p:tav>
                                      </p:tavLst>
                                    </p:anim>
                                    <p:animScale>
                                      <p:cBhvr>
                                        <p:cTn id="104" dur="26">
                                          <p:stCondLst>
                                            <p:cond delay="650"/>
                                          </p:stCondLst>
                                        </p:cTn>
                                        <p:tgtEl>
                                          <p:spTgt spid="23"/>
                                        </p:tgtEl>
                                      </p:cBhvr>
                                      <p:to x="100000" y="60000"/>
                                    </p:animScale>
                                    <p:animScale>
                                      <p:cBhvr>
                                        <p:cTn id="105" dur="166" decel="50000">
                                          <p:stCondLst>
                                            <p:cond delay="676"/>
                                          </p:stCondLst>
                                        </p:cTn>
                                        <p:tgtEl>
                                          <p:spTgt spid="23"/>
                                        </p:tgtEl>
                                      </p:cBhvr>
                                      <p:to x="100000" y="100000"/>
                                    </p:animScale>
                                    <p:animScale>
                                      <p:cBhvr>
                                        <p:cTn id="106" dur="26">
                                          <p:stCondLst>
                                            <p:cond delay="1312"/>
                                          </p:stCondLst>
                                        </p:cTn>
                                        <p:tgtEl>
                                          <p:spTgt spid="23"/>
                                        </p:tgtEl>
                                      </p:cBhvr>
                                      <p:to x="100000" y="80000"/>
                                    </p:animScale>
                                    <p:animScale>
                                      <p:cBhvr>
                                        <p:cTn id="107" dur="166" decel="50000">
                                          <p:stCondLst>
                                            <p:cond delay="1338"/>
                                          </p:stCondLst>
                                        </p:cTn>
                                        <p:tgtEl>
                                          <p:spTgt spid="23"/>
                                        </p:tgtEl>
                                      </p:cBhvr>
                                      <p:to x="100000" y="100000"/>
                                    </p:animScale>
                                    <p:animScale>
                                      <p:cBhvr>
                                        <p:cTn id="108" dur="26">
                                          <p:stCondLst>
                                            <p:cond delay="1642"/>
                                          </p:stCondLst>
                                        </p:cTn>
                                        <p:tgtEl>
                                          <p:spTgt spid="23"/>
                                        </p:tgtEl>
                                      </p:cBhvr>
                                      <p:to x="100000" y="90000"/>
                                    </p:animScale>
                                    <p:animScale>
                                      <p:cBhvr>
                                        <p:cTn id="109" dur="166" decel="50000">
                                          <p:stCondLst>
                                            <p:cond delay="1668"/>
                                          </p:stCondLst>
                                        </p:cTn>
                                        <p:tgtEl>
                                          <p:spTgt spid="23"/>
                                        </p:tgtEl>
                                      </p:cBhvr>
                                      <p:to x="100000" y="100000"/>
                                    </p:animScale>
                                    <p:animScale>
                                      <p:cBhvr>
                                        <p:cTn id="110" dur="26">
                                          <p:stCondLst>
                                            <p:cond delay="1808"/>
                                          </p:stCondLst>
                                        </p:cTn>
                                        <p:tgtEl>
                                          <p:spTgt spid="23"/>
                                        </p:tgtEl>
                                      </p:cBhvr>
                                      <p:to x="100000" y="95000"/>
                                    </p:animScale>
                                    <p:animScale>
                                      <p:cBhvr>
                                        <p:cTn id="111" dur="166" decel="50000">
                                          <p:stCondLst>
                                            <p:cond delay="1834"/>
                                          </p:stCondLst>
                                        </p:cTn>
                                        <p:tgtEl>
                                          <p:spTgt spid="23"/>
                                        </p:tgtEl>
                                      </p:cBhvr>
                                      <p:to x="100000" y="100000"/>
                                    </p:animScale>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26"/>
                                        </p:tgtEl>
                                        <p:attrNameLst>
                                          <p:attrName>style.visibility</p:attrName>
                                        </p:attrNameLst>
                                      </p:cBhvr>
                                      <p:to>
                                        <p:strVal val="visible"/>
                                      </p:to>
                                    </p:set>
                                    <p:animEffect transition="in" filter="fade">
                                      <p:cBhvr>
                                        <p:cTn id="116" dur="500"/>
                                        <p:tgtEl>
                                          <p:spTgt spid="26"/>
                                        </p:tgtEl>
                                      </p:cBhvr>
                                    </p:animEffect>
                                  </p:childTnLst>
                                </p:cTn>
                              </p:par>
                            </p:childTnLst>
                          </p:cTn>
                        </p:par>
                      </p:childTnLst>
                    </p:cTn>
                  </p:par>
                  <p:par>
                    <p:cTn id="117" fill="hold">
                      <p:stCondLst>
                        <p:cond delay="indefinite"/>
                      </p:stCondLst>
                      <p:childTnLst>
                        <p:par>
                          <p:cTn id="118" fill="hold">
                            <p:stCondLst>
                              <p:cond delay="0"/>
                            </p:stCondLst>
                            <p:childTnLst>
                              <p:par>
                                <p:cTn id="119" presetID="42" presetClass="entr" presetSubtype="0" fill="hold" nodeType="clickEffect">
                                  <p:stCondLst>
                                    <p:cond delay="0"/>
                                  </p:stCondLst>
                                  <p:childTnLst>
                                    <p:set>
                                      <p:cBhvr>
                                        <p:cTn id="120" dur="1" fill="hold">
                                          <p:stCondLst>
                                            <p:cond delay="0"/>
                                          </p:stCondLst>
                                        </p:cTn>
                                        <p:tgtEl>
                                          <p:spTgt spid="25"/>
                                        </p:tgtEl>
                                        <p:attrNameLst>
                                          <p:attrName>style.visibility</p:attrName>
                                        </p:attrNameLst>
                                      </p:cBhvr>
                                      <p:to>
                                        <p:strVal val="visible"/>
                                      </p:to>
                                    </p:set>
                                    <p:animEffect transition="in" filter="fade">
                                      <p:cBhvr>
                                        <p:cTn id="121" dur="1000"/>
                                        <p:tgtEl>
                                          <p:spTgt spid="25"/>
                                        </p:tgtEl>
                                      </p:cBhvr>
                                    </p:animEffect>
                                    <p:anim calcmode="lin" valueType="num">
                                      <p:cBhvr>
                                        <p:cTn id="122" dur="1000" fill="hold"/>
                                        <p:tgtEl>
                                          <p:spTgt spid="25"/>
                                        </p:tgtEl>
                                        <p:attrNameLst>
                                          <p:attrName>ppt_x</p:attrName>
                                        </p:attrNameLst>
                                      </p:cBhvr>
                                      <p:tavLst>
                                        <p:tav tm="0">
                                          <p:val>
                                            <p:strVal val="#ppt_x"/>
                                          </p:val>
                                        </p:tav>
                                        <p:tav tm="100000">
                                          <p:val>
                                            <p:strVal val="#ppt_x"/>
                                          </p:val>
                                        </p:tav>
                                      </p:tavLst>
                                    </p:anim>
                                    <p:anim calcmode="lin" valueType="num">
                                      <p:cBhvr>
                                        <p:cTn id="123"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P spid="11" grpId="0"/>
      <p:bldP spid="12" grpId="0"/>
      <p:bldP spid="13" grpId="0"/>
      <p:bldP spid="14" grpId="0" animBg="1"/>
      <p:bldP spid="15" grpId="0" animBg="1"/>
      <p:bldP spid="16" grpId="0" animBg="1"/>
      <p:bldP spid="17" grpId="0" animBg="1"/>
      <p:bldP spid="18" grpId="0"/>
      <p:bldP spid="20" grpId="0" animBg="1"/>
      <p:bldP spid="22" grpId="0"/>
      <p:bldP spid="23" grpId="0" animBg="1"/>
      <p:bldP spid="2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CBF30-B71A-66EB-5C4F-F637153723C8}"/>
            </a:ext>
          </a:extLst>
        </p:cNvPr>
        <p:cNvGrpSpPr/>
        <p:nvPr/>
      </p:nvGrpSpPr>
      <p:grpSpPr>
        <a:xfrm>
          <a:off x="0" y="0"/>
          <a:ext cx="0" cy="0"/>
          <a:chOff x="0" y="0"/>
          <a:chExt cx="0" cy="0"/>
        </a:xfrm>
      </p:grpSpPr>
      <p:sp>
        <p:nvSpPr>
          <p:cNvPr id="2" name="Retângulo 1">
            <a:extLst>
              <a:ext uri="{FF2B5EF4-FFF2-40B4-BE49-F238E27FC236}">
                <a16:creationId xmlns:a16="http://schemas.microsoft.com/office/drawing/2014/main" id="{7829FEC5-4EA2-489C-7D56-4E74275BCDD1}"/>
              </a:ext>
            </a:extLst>
          </p:cNvPr>
          <p:cNvSpPr/>
          <p:nvPr/>
        </p:nvSpPr>
        <p:spPr>
          <a:xfrm>
            <a:off x="368900" y="171988"/>
            <a:ext cx="2363147" cy="523220"/>
          </a:xfrm>
          <a:prstGeom prst="rect">
            <a:avLst/>
          </a:prstGeom>
        </p:spPr>
        <p:txBody>
          <a:bodyPr wrap="none">
            <a:spAutoFit/>
          </a:bodyPr>
          <a:lstStyle/>
          <a:p>
            <a:pPr algn="just"/>
            <a:r>
              <a:rPr lang="pt-BR" sz="2800" b="1" dirty="0">
                <a:solidFill>
                  <a:srgbClr val="FF0000"/>
                </a:solidFill>
                <a:latin typeface="Arial" panose="020B0604020202020204" pitchFamily="34" charset="0"/>
                <a:cs typeface="Arial" panose="020B0604020202020204" pitchFamily="34" charset="0"/>
              </a:rPr>
              <a:t>Continuação</a:t>
            </a:r>
          </a:p>
        </p:txBody>
      </p:sp>
      <p:sp>
        <p:nvSpPr>
          <p:cNvPr id="3" name="CaixaDeTexto 2">
            <a:extLst>
              <a:ext uri="{FF2B5EF4-FFF2-40B4-BE49-F238E27FC236}">
                <a16:creationId xmlns:a16="http://schemas.microsoft.com/office/drawing/2014/main" id="{D523E359-F6B8-F7EB-BB36-32888F64B764}"/>
              </a:ext>
            </a:extLst>
          </p:cNvPr>
          <p:cNvSpPr txBox="1"/>
          <p:nvPr/>
        </p:nvSpPr>
        <p:spPr>
          <a:xfrm>
            <a:off x="170061" y="649041"/>
            <a:ext cx="9557263" cy="954107"/>
          </a:xfrm>
          <a:prstGeom prst="rect">
            <a:avLst/>
          </a:prstGeom>
          <a:noFill/>
        </p:spPr>
        <p:txBody>
          <a:bodyPr wrap="square" rtlCol="0">
            <a:spAutoFit/>
          </a:bodyPr>
          <a:lstStyle/>
          <a:p>
            <a:pPr algn="just"/>
            <a:r>
              <a:rPr lang="pt-BR" sz="2800" b="1" dirty="0">
                <a:latin typeface="Arial" panose="020B0604020202020204" pitchFamily="34" charset="0"/>
                <a:cs typeface="Arial" panose="020B0604020202020204" pitchFamily="34" charset="0"/>
              </a:rPr>
              <a:t>Calcular o espaço percorrido em 2h na mesma velocidade escalar média:</a:t>
            </a:r>
          </a:p>
        </p:txBody>
      </p:sp>
      <mc:AlternateContent xmlns:mc="http://schemas.openxmlformats.org/markup-compatibility/2006" xmlns:a14="http://schemas.microsoft.com/office/drawing/2010/main">
        <mc:Choice Requires="a14">
          <p:sp>
            <p:nvSpPr>
              <p:cNvPr id="4" name="Retângulo 3">
                <a:extLst>
                  <a:ext uri="{FF2B5EF4-FFF2-40B4-BE49-F238E27FC236}">
                    <a16:creationId xmlns:a16="http://schemas.microsoft.com/office/drawing/2014/main" id="{96C3211A-A513-60CE-50B1-6B6DB8C503C1}"/>
                  </a:ext>
                </a:extLst>
              </p:cNvPr>
              <p:cNvSpPr/>
              <p:nvPr/>
            </p:nvSpPr>
            <p:spPr>
              <a:xfrm>
                <a:off x="0" y="1603148"/>
                <a:ext cx="1723164"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𝑴</m:t>
                          </m:r>
                        </m:sub>
                      </m:sSub>
                      <m:r>
                        <a:rPr lang="pt-BR" sz="2800" b="1" i="1">
                          <a:latin typeface="Cambria Math" panose="02040503050406030204" pitchFamily="18" charset="0"/>
                        </a:rPr>
                        <m:t>= </m:t>
                      </m:r>
                      <m:f>
                        <m:fPr>
                          <m:ctrlPr>
                            <a:rPr lang="pt-BR" sz="2800" b="1" i="1">
                              <a:latin typeface="Cambria Math" panose="02040503050406030204" pitchFamily="18" charset="0"/>
                            </a:rPr>
                          </m:ctrlPr>
                        </m:fPr>
                        <m:num>
                          <m:r>
                            <a:rPr lang="pt-BR" sz="2800" b="1" i="1">
                              <a:latin typeface="Cambria Math" panose="02040503050406030204" pitchFamily="18" charset="0"/>
                            </a:rPr>
                            <m:t>∆</m:t>
                          </m:r>
                          <m:r>
                            <a:rPr lang="pt-BR" sz="2800" b="1" i="1">
                              <a:latin typeface="Cambria Math" panose="02040503050406030204" pitchFamily="18" charset="0"/>
                            </a:rPr>
                            <m:t>𝑺</m:t>
                          </m:r>
                        </m:num>
                        <m:den>
                          <m:r>
                            <a:rPr lang="pt-BR" sz="2800" b="1" i="1">
                              <a:latin typeface="Cambria Math" panose="02040503050406030204" pitchFamily="18" charset="0"/>
                            </a:rPr>
                            <m:t>∆</m:t>
                          </m:r>
                          <m:r>
                            <a:rPr lang="pt-BR" sz="2800" b="1" i="1">
                              <a:latin typeface="Cambria Math" panose="02040503050406030204" pitchFamily="18" charset="0"/>
                            </a:rPr>
                            <m:t>𝒕</m:t>
                          </m:r>
                        </m:den>
                      </m:f>
                    </m:oMath>
                  </m:oMathPara>
                </a14:m>
                <a:endParaRPr lang="pt-BR" sz="2800" b="1" i="1" dirty="0"/>
              </a:p>
            </p:txBody>
          </p:sp>
        </mc:Choice>
        <mc:Fallback xmlns="">
          <p:sp>
            <p:nvSpPr>
              <p:cNvPr id="4" name="Retângulo 3">
                <a:extLst>
                  <a:ext uri="{FF2B5EF4-FFF2-40B4-BE49-F238E27FC236}">
                    <a16:creationId xmlns:a16="http://schemas.microsoft.com/office/drawing/2014/main" id="{96C3211A-A513-60CE-50B1-6B6DB8C503C1}"/>
                  </a:ext>
                </a:extLst>
              </p:cNvPr>
              <p:cNvSpPr>
                <a:spLocks noRot="1" noChangeAspect="1" noMove="1" noResize="1" noEditPoints="1" noAdjustHandles="1" noChangeArrowheads="1" noChangeShapeType="1" noTextEdit="1"/>
              </p:cNvSpPr>
              <p:nvPr/>
            </p:nvSpPr>
            <p:spPr>
              <a:xfrm>
                <a:off x="0" y="1603148"/>
                <a:ext cx="1723164" cy="901785"/>
              </a:xfrm>
              <a:prstGeom prst="rect">
                <a:avLst/>
              </a:prstGeom>
              <a:blipFill>
                <a:blip r:embed="rId2"/>
                <a:stretch>
                  <a:fillRect/>
                </a:stretch>
              </a:blipFill>
            </p:spPr>
            <p:txBody>
              <a:bodyPr/>
              <a:lstStyle/>
              <a:p>
                <a:r>
                  <a:rPr lang="pt-BR">
                    <a:noFill/>
                  </a:rPr>
                  <a:t> </a:t>
                </a:r>
              </a:p>
            </p:txBody>
          </p:sp>
        </mc:Fallback>
      </mc:AlternateContent>
      <p:sp>
        <p:nvSpPr>
          <p:cNvPr id="5" name="Seta: para a Direita 4">
            <a:extLst>
              <a:ext uri="{FF2B5EF4-FFF2-40B4-BE49-F238E27FC236}">
                <a16:creationId xmlns:a16="http://schemas.microsoft.com/office/drawing/2014/main" id="{397DEEFA-55AD-A3FE-2751-40E50E6CB3C7}"/>
              </a:ext>
            </a:extLst>
          </p:cNvPr>
          <p:cNvSpPr/>
          <p:nvPr/>
        </p:nvSpPr>
        <p:spPr>
          <a:xfrm>
            <a:off x="2029934" y="1886237"/>
            <a:ext cx="456545" cy="387927"/>
          </a:xfrm>
          <a:prstGeom prst="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6" name="Retângulo 5">
                <a:extLst>
                  <a:ext uri="{FF2B5EF4-FFF2-40B4-BE49-F238E27FC236}">
                    <a16:creationId xmlns:a16="http://schemas.microsoft.com/office/drawing/2014/main" id="{F67E5A64-9C62-2812-9522-BB3BB646C706}"/>
                  </a:ext>
                </a:extLst>
              </p:cNvPr>
              <p:cNvSpPr/>
              <p:nvPr/>
            </p:nvSpPr>
            <p:spPr>
              <a:xfrm>
                <a:off x="2486479" y="1630719"/>
                <a:ext cx="2462213" cy="8989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𝟐𝟑𝟗</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𝟒𝟑</m:t>
                      </m:r>
                      <m:r>
                        <a:rPr lang="pt-BR" sz="2800" b="1" i="1">
                          <a:latin typeface="Cambria Math" panose="02040503050406030204" pitchFamily="18" charset="0"/>
                        </a:rPr>
                        <m:t>= </m:t>
                      </m:r>
                      <m:f>
                        <m:fPr>
                          <m:ctrlPr>
                            <a:rPr lang="pt-BR" sz="2800" b="1" i="1">
                              <a:latin typeface="Cambria Math" panose="02040503050406030204" pitchFamily="18" charset="0"/>
                            </a:rPr>
                          </m:ctrlPr>
                        </m:fPr>
                        <m:num>
                          <m:r>
                            <a:rPr lang="pt-BR" sz="2800" b="1" i="1">
                              <a:latin typeface="Cambria Math" panose="02040503050406030204" pitchFamily="18" charset="0"/>
                            </a:rPr>
                            <m:t>∆</m:t>
                          </m:r>
                          <m:r>
                            <a:rPr lang="pt-BR" sz="2800" b="1" i="1">
                              <a:latin typeface="Cambria Math" panose="02040503050406030204" pitchFamily="18" charset="0"/>
                            </a:rPr>
                            <m:t>𝑺</m:t>
                          </m:r>
                        </m:num>
                        <m:den>
                          <m:r>
                            <a:rPr lang="pt-BR" sz="2800" b="1" i="1" smtClean="0">
                              <a:latin typeface="Cambria Math" panose="02040503050406030204" pitchFamily="18" charset="0"/>
                              <a:cs typeface="Arial" panose="020B0604020202020204" pitchFamily="34" charset="0"/>
                            </a:rPr>
                            <m:t>𝟐</m:t>
                          </m:r>
                        </m:den>
                      </m:f>
                    </m:oMath>
                  </m:oMathPara>
                </a14:m>
                <a:endParaRPr lang="pt-BR" sz="2800" b="1" i="1" dirty="0"/>
              </a:p>
            </p:txBody>
          </p:sp>
        </mc:Choice>
        <mc:Fallback xmlns="">
          <p:sp>
            <p:nvSpPr>
              <p:cNvPr id="6" name="Retângulo 5">
                <a:extLst>
                  <a:ext uri="{FF2B5EF4-FFF2-40B4-BE49-F238E27FC236}">
                    <a16:creationId xmlns:a16="http://schemas.microsoft.com/office/drawing/2014/main" id="{F67E5A64-9C62-2812-9522-BB3BB646C706}"/>
                  </a:ext>
                </a:extLst>
              </p:cNvPr>
              <p:cNvSpPr>
                <a:spLocks noRot="1" noChangeAspect="1" noMove="1" noResize="1" noEditPoints="1" noAdjustHandles="1" noChangeArrowheads="1" noChangeShapeType="1" noTextEdit="1"/>
              </p:cNvSpPr>
              <p:nvPr/>
            </p:nvSpPr>
            <p:spPr>
              <a:xfrm>
                <a:off x="2486479" y="1630719"/>
                <a:ext cx="2462213" cy="898964"/>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B6CEB29B-4226-62F9-0145-838193E14FCB}"/>
                  </a:ext>
                </a:extLst>
              </p:cNvPr>
              <p:cNvSpPr txBox="1"/>
              <p:nvPr/>
            </p:nvSpPr>
            <p:spPr>
              <a:xfrm>
                <a:off x="368900" y="2760451"/>
                <a:ext cx="3007233" cy="523220"/>
              </a:xfrm>
              <a:prstGeom prst="rect">
                <a:avLst/>
              </a:prstGeom>
              <a:solidFill>
                <a:srgbClr val="FFFF00"/>
              </a:solidFill>
              <a:ln>
                <a:solidFill>
                  <a:schemeClr val="tx1"/>
                </a:solidFill>
              </a:ln>
              <a:scene3d>
                <a:camera prst="orthographicFront"/>
                <a:lightRig rig="threePt" dir="t"/>
              </a:scene3d>
              <a:sp3d>
                <a:bevelT w="139700" h="139700" prst="divot"/>
              </a:sp3d>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rPr>
                        <m:t>∆</m:t>
                      </m:r>
                      <m:r>
                        <a:rPr lang="pt-BR" sz="2800" b="1" i="1" smtClean="0">
                          <a:latin typeface="Cambria Math" panose="02040503050406030204" pitchFamily="18" charset="0"/>
                        </a:rPr>
                        <m:t>𝑺</m:t>
                      </m:r>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𝟒𝟕𝟖</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𝟖𝟔</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𝒌𝒎</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7" name="CaixaDeTexto 6">
                <a:extLst>
                  <a:ext uri="{FF2B5EF4-FFF2-40B4-BE49-F238E27FC236}">
                    <a16:creationId xmlns:a16="http://schemas.microsoft.com/office/drawing/2014/main" id="{B6CEB29B-4226-62F9-0145-838193E14FCB}"/>
                  </a:ext>
                </a:extLst>
              </p:cNvPr>
              <p:cNvSpPr txBox="1">
                <a:spLocks noRot="1" noChangeAspect="1" noMove="1" noResize="1" noEditPoints="1" noAdjustHandles="1" noChangeArrowheads="1" noChangeShapeType="1" noTextEdit="1"/>
              </p:cNvSpPr>
              <p:nvPr/>
            </p:nvSpPr>
            <p:spPr>
              <a:xfrm>
                <a:off x="368900" y="2760451"/>
                <a:ext cx="3007233" cy="523220"/>
              </a:xfrm>
              <a:prstGeom prst="rect">
                <a:avLst/>
              </a:prstGeom>
              <a:blipFill>
                <a:blip r:embed="rId4"/>
                <a:stretch>
                  <a:fillRect/>
                </a:stretch>
              </a:blipFill>
              <a:ln>
                <a:solidFill>
                  <a:schemeClr val="tx1"/>
                </a:solidFill>
              </a:ln>
            </p:spPr>
            <p:txBody>
              <a:bodyPr/>
              <a:lstStyle/>
              <a:p>
                <a:r>
                  <a:rPr lang="pt-BR">
                    <a:noFill/>
                  </a:rPr>
                  <a:t> </a:t>
                </a:r>
              </a:p>
            </p:txBody>
          </p:sp>
        </mc:Fallback>
      </mc:AlternateContent>
      <p:sp>
        <p:nvSpPr>
          <p:cNvPr id="8" name="CaixaDeTexto 7">
            <a:extLst>
              <a:ext uri="{FF2B5EF4-FFF2-40B4-BE49-F238E27FC236}">
                <a16:creationId xmlns:a16="http://schemas.microsoft.com/office/drawing/2014/main" id="{BC2F7416-6528-C998-8201-CFE9F1B94E16}"/>
              </a:ext>
            </a:extLst>
          </p:cNvPr>
          <p:cNvSpPr txBox="1"/>
          <p:nvPr/>
        </p:nvSpPr>
        <p:spPr>
          <a:xfrm>
            <a:off x="170061" y="3400626"/>
            <a:ext cx="7117654"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Fazer a diferença do espaço percorrido:</a:t>
            </a:r>
          </a:p>
        </p:txBody>
      </p:sp>
      <mc:AlternateContent xmlns:mc="http://schemas.openxmlformats.org/markup-compatibility/2006" xmlns:a14="http://schemas.microsoft.com/office/drawing/2010/main">
        <mc:Choice Requires="a14">
          <p:sp>
            <p:nvSpPr>
              <p:cNvPr id="9" name="CaixaDeTexto 8">
                <a:extLst>
                  <a:ext uri="{FF2B5EF4-FFF2-40B4-BE49-F238E27FC236}">
                    <a16:creationId xmlns:a16="http://schemas.microsoft.com/office/drawing/2014/main" id="{E18E33EF-3BAE-9C8F-3715-55DA6C0FC37D}"/>
                  </a:ext>
                </a:extLst>
              </p:cNvPr>
              <p:cNvSpPr txBox="1"/>
              <p:nvPr/>
            </p:nvSpPr>
            <p:spPr>
              <a:xfrm>
                <a:off x="397978" y="3923846"/>
                <a:ext cx="4668137"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smtClean="0">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ea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ea typeface="Cambria Math" panose="02040503050406030204" pitchFamily="18" charset="0"/>
                              <a:cs typeface="Arial" panose="020B0604020202020204" pitchFamily="34" charset="0"/>
                            </a:rPr>
                            <m:t>𝒂</m:t>
                          </m:r>
                          <m:r>
                            <a:rPr lang="pt-BR" sz="2800" b="1" i="1" smtClean="0">
                              <a:latin typeface="Cambria Math" panose="02040503050406030204" pitchFamily="18" charset="0"/>
                              <a:ea typeface="Cambria Math" panose="02040503050406030204" pitchFamily="18" charset="0"/>
                              <a:cs typeface="Arial" panose="020B0604020202020204" pitchFamily="34" charset="0"/>
                            </a:rPr>
                            <m:t> </m:t>
                          </m:r>
                          <m:r>
                            <a:rPr lang="pt-BR" sz="2800" b="1" i="1" smtClean="0">
                              <a:latin typeface="Cambria Math" panose="02040503050406030204" pitchFamily="18" charset="0"/>
                              <a:ea typeface="Cambria Math" panose="02040503050406030204" pitchFamily="18" charset="0"/>
                              <a:cs typeface="Arial" panose="020B0604020202020204" pitchFamily="34" charset="0"/>
                            </a:rPr>
                            <m:t>𝒎𝒂𝒊𝒔</m:t>
                          </m:r>
                        </m:sub>
                      </m:sSub>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ea typeface="Cambria Math" panose="02040503050406030204" pitchFamily="18" charset="0"/>
                          <a:cs typeface="Arial" panose="020B0604020202020204" pitchFamily="34" charset="0"/>
                        </a:rPr>
                        <m:t>𝟒𝟕𝟖</m:t>
                      </m:r>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ea typeface="Cambria Math" panose="02040503050406030204" pitchFamily="18" charset="0"/>
                          <a:cs typeface="Arial" panose="020B0604020202020204" pitchFamily="34" charset="0"/>
                        </a:rPr>
                        <m:t>𝟖𝟔</m:t>
                      </m:r>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ea typeface="Cambria Math" panose="02040503050406030204" pitchFamily="18" charset="0"/>
                          <a:cs typeface="Arial" panose="020B0604020202020204" pitchFamily="34" charset="0"/>
                        </a:rPr>
                        <m:t>𝟑𝟎𝟔</m:t>
                      </m:r>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ea typeface="Cambria Math" panose="02040503050406030204" pitchFamily="18" charset="0"/>
                          <a:cs typeface="Arial" panose="020B0604020202020204" pitchFamily="34" charset="0"/>
                        </a:rPr>
                        <m:t>𝟕</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9" name="CaixaDeTexto 8">
                <a:extLst>
                  <a:ext uri="{FF2B5EF4-FFF2-40B4-BE49-F238E27FC236}">
                    <a16:creationId xmlns:a16="http://schemas.microsoft.com/office/drawing/2014/main" id="{E18E33EF-3BAE-9C8F-3715-55DA6C0FC37D}"/>
                  </a:ext>
                </a:extLst>
              </p:cNvPr>
              <p:cNvSpPr txBox="1">
                <a:spLocks noRot="1" noChangeAspect="1" noMove="1" noResize="1" noEditPoints="1" noAdjustHandles="1" noChangeArrowheads="1" noChangeShapeType="1" noTextEdit="1"/>
              </p:cNvSpPr>
              <p:nvPr/>
            </p:nvSpPr>
            <p:spPr>
              <a:xfrm>
                <a:off x="397978" y="3923846"/>
                <a:ext cx="4668137" cy="523220"/>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AC2B72A1-BF94-2437-C041-F655F2E36028}"/>
                  </a:ext>
                </a:extLst>
              </p:cNvPr>
              <p:cNvSpPr txBox="1"/>
              <p:nvPr/>
            </p:nvSpPr>
            <p:spPr>
              <a:xfrm>
                <a:off x="386978" y="4557929"/>
                <a:ext cx="3879716"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smtClean="0">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ea typeface="Cambria Math" panose="02040503050406030204" pitchFamily="18" charset="0"/>
                              <a:cs typeface="Arial" panose="020B0604020202020204" pitchFamily="34" charset="0"/>
                            </a:rPr>
                            <m:t>𝑺</m:t>
                          </m:r>
                        </m:e>
                        <m:sub>
                          <m:r>
                            <a:rPr lang="pt-BR" sz="2800" b="1" i="1" smtClean="0">
                              <a:latin typeface="Cambria Math" panose="02040503050406030204" pitchFamily="18" charset="0"/>
                              <a:ea typeface="Cambria Math" panose="02040503050406030204" pitchFamily="18" charset="0"/>
                              <a:cs typeface="Arial" panose="020B0604020202020204" pitchFamily="34" charset="0"/>
                            </a:rPr>
                            <m:t>𝒂</m:t>
                          </m:r>
                          <m:r>
                            <a:rPr lang="pt-BR" sz="2800" b="1" i="1" smtClean="0">
                              <a:latin typeface="Cambria Math" panose="02040503050406030204" pitchFamily="18" charset="0"/>
                              <a:ea typeface="Cambria Math" panose="02040503050406030204" pitchFamily="18" charset="0"/>
                              <a:cs typeface="Arial" panose="020B0604020202020204" pitchFamily="34" charset="0"/>
                            </a:rPr>
                            <m:t> </m:t>
                          </m:r>
                          <m:r>
                            <a:rPr lang="pt-BR" sz="2800" b="1" i="1" smtClean="0">
                              <a:latin typeface="Cambria Math" panose="02040503050406030204" pitchFamily="18" charset="0"/>
                              <a:ea typeface="Cambria Math" panose="02040503050406030204" pitchFamily="18" charset="0"/>
                              <a:cs typeface="Arial" panose="020B0604020202020204" pitchFamily="34" charset="0"/>
                            </a:rPr>
                            <m:t>𝒎𝒂𝒊𝒔</m:t>
                          </m:r>
                        </m:sub>
                      </m:sSub>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ea typeface="Cambria Math" panose="02040503050406030204" pitchFamily="18" charset="0"/>
                          <a:cs typeface="Arial" panose="020B0604020202020204" pitchFamily="34" charset="0"/>
                        </a:rPr>
                        <m:t>𝟏𝟕𝟐</m:t>
                      </m:r>
                      <m:r>
                        <a:rPr lang="pt-BR" sz="2800" b="1" i="1" smtClean="0">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ea typeface="Cambria Math" panose="02040503050406030204" pitchFamily="18" charset="0"/>
                          <a:cs typeface="Arial" panose="020B0604020202020204" pitchFamily="34" charset="0"/>
                        </a:rPr>
                        <m:t>𝟏𝟔</m:t>
                      </m:r>
                      <m:r>
                        <a:rPr lang="pt-BR" sz="2800" b="1" i="1" smtClean="0">
                          <a:latin typeface="Cambria Math" panose="02040503050406030204" pitchFamily="18" charset="0"/>
                          <a:ea typeface="Cambria Math" panose="02040503050406030204" pitchFamily="18" charset="0"/>
                          <a:cs typeface="Arial" panose="020B0604020202020204" pitchFamily="34" charset="0"/>
                        </a:rPr>
                        <m:t> </m:t>
                      </m:r>
                      <m:r>
                        <a:rPr lang="pt-BR" sz="2800" b="1" i="1" smtClean="0">
                          <a:latin typeface="Cambria Math" panose="02040503050406030204" pitchFamily="18" charset="0"/>
                          <a:ea typeface="Cambria Math" panose="02040503050406030204" pitchFamily="18" charset="0"/>
                          <a:cs typeface="Arial" panose="020B0604020202020204" pitchFamily="34" charset="0"/>
                        </a:rPr>
                        <m:t>𝒌𝒎</m:t>
                      </m:r>
                    </m:oMath>
                  </m:oMathPara>
                </a14:m>
                <a:endParaRPr lang="pt-BR" sz="2800" b="1" dirty="0">
                  <a:latin typeface="Arial" panose="020B0604020202020204" pitchFamily="34" charset="0"/>
                  <a:cs typeface="Arial" panose="020B0604020202020204" pitchFamily="34" charset="0"/>
                </a:endParaRPr>
              </a:p>
            </p:txBody>
          </p:sp>
        </mc:Choice>
        <mc:Fallback xmlns="">
          <p:sp>
            <p:nvSpPr>
              <p:cNvPr id="10" name="CaixaDeTexto 9">
                <a:extLst>
                  <a:ext uri="{FF2B5EF4-FFF2-40B4-BE49-F238E27FC236}">
                    <a16:creationId xmlns:a16="http://schemas.microsoft.com/office/drawing/2014/main" id="{AC2B72A1-BF94-2437-C041-F655F2E36028}"/>
                  </a:ext>
                </a:extLst>
              </p:cNvPr>
              <p:cNvSpPr txBox="1">
                <a:spLocks noRot="1" noChangeAspect="1" noMove="1" noResize="1" noEditPoints="1" noAdjustHandles="1" noChangeArrowheads="1" noChangeShapeType="1" noTextEdit="1"/>
              </p:cNvSpPr>
              <p:nvPr/>
            </p:nvSpPr>
            <p:spPr>
              <a:xfrm>
                <a:off x="386978" y="4557929"/>
                <a:ext cx="3879716" cy="523220"/>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Retângulo 10">
                <a:extLst>
                  <a:ext uri="{FF2B5EF4-FFF2-40B4-BE49-F238E27FC236}">
                    <a16:creationId xmlns:a16="http://schemas.microsoft.com/office/drawing/2014/main" id="{92D75849-7374-4804-B1E7-2CA395CD4AF4}"/>
                  </a:ext>
                </a:extLst>
              </p:cNvPr>
              <p:cNvSpPr/>
              <p:nvPr/>
            </p:nvSpPr>
            <p:spPr>
              <a:xfrm>
                <a:off x="252572" y="5261584"/>
                <a:ext cx="3143938" cy="9473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𝑵</m:t>
                          </m:r>
                        </m:e>
                        <m:sub>
                          <m:r>
                            <a:rPr lang="pt-BR" sz="2800" b="1" i="1" smtClean="0">
                              <a:latin typeface="Cambria Math" panose="02040503050406030204" pitchFamily="18" charset="0"/>
                              <a:cs typeface="Arial" panose="020B0604020202020204" pitchFamily="34" charset="0"/>
                            </a:rPr>
                            <m:t>𝒗𝒐𝒍𝒕𝒂𝒔</m:t>
                          </m:r>
                        </m:sub>
                      </m:sSub>
                      <m:r>
                        <a:rPr lang="pt-BR" sz="2800" b="1" i="1">
                          <a:latin typeface="Cambria Math" panose="02040503050406030204" pitchFamily="18" charset="0"/>
                        </a:rPr>
                        <m:t>= </m:t>
                      </m:r>
                      <m:f>
                        <m:fPr>
                          <m:ctrlPr>
                            <a:rPr lang="pt-BR" sz="2800" b="1" i="1">
                              <a:latin typeface="Cambria Math" panose="02040503050406030204" pitchFamily="18" charset="0"/>
                            </a:rPr>
                          </m:ctrlPr>
                        </m:fPr>
                        <m:num>
                          <m:r>
                            <a:rPr lang="pt-BR" sz="2800" b="1" i="1" smtClean="0">
                              <a:latin typeface="Cambria Math" panose="02040503050406030204" pitchFamily="18" charset="0"/>
                            </a:rPr>
                            <m:t>𝟏𝟕𝟐</m:t>
                          </m:r>
                          <m:r>
                            <a:rPr lang="pt-BR" sz="2800" b="1" i="1" smtClean="0">
                              <a:latin typeface="Cambria Math" panose="02040503050406030204" pitchFamily="18" charset="0"/>
                            </a:rPr>
                            <m:t>,</m:t>
                          </m:r>
                          <m:r>
                            <a:rPr lang="pt-BR" sz="2800" b="1" i="1" smtClean="0">
                              <a:latin typeface="Cambria Math" panose="02040503050406030204" pitchFamily="18" charset="0"/>
                            </a:rPr>
                            <m:t>𝟏𝟔</m:t>
                          </m:r>
                        </m:num>
                        <m:den>
                          <m:r>
                            <a:rPr lang="pt-BR" sz="2800" b="1" i="1" smtClean="0">
                              <a:latin typeface="Cambria Math" panose="02040503050406030204" pitchFamily="18" charset="0"/>
                            </a:rPr>
                            <m:t>𝟓</m:t>
                          </m:r>
                          <m:r>
                            <a:rPr lang="pt-BR" sz="2800" b="1" i="1" smtClean="0">
                              <a:latin typeface="Cambria Math" panose="02040503050406030204" pitchFamily="18" charset="0"/>
                            </a:rPr>
                            <m:t>,</m:t>
                          </m:r>
                          <m:r>
                            <a:rPr lang="pt-BR" sz="2800" b="1" i="1" smtClean="0">
                              <a:latin typeface="Cambria Math" panose="02040503050406030204" pitchFamily="18" charset="0"/>
                            </a:rPr>
                            <m:t>𝟕𝟗</m:t>
                          </m:r>
                        </m:den>
                      </m:f>
                    </m:oMath>
                  </m:oMathPara>
                </a14:m>
                <a:endParaRPr lang="pt-BR" sz="2800" b="1" i="1" dirty="0"/>
              </a:p>
            </p:txBody>
          </p:sp>
        </mc:Choice>
        <mc:Fallback xmlns="">
          <p:sp>
            <p:nvSpPr>
              <p:cNvPr id="11" name="Retângulo 10">
                <a:extLst>
                  <a:ext uri="{FF2B5EF4-FFF2-40B4-BE49-F238E27FC236}">
                    <a16:creationId xmlns:a16="http://schemas.microsoft.com/office/drawing/2014/main" id="{92D75849-7374-4804-B1E7-2CA395CD4AF4}"/>
                  </a:ext>
                </a:extLst>
              </p:cNvPr>
              <p:cNvSpPr>
                <a:spLocks noRot="1" noChangeAspect="1" noMove="1" noResize="1" noEditPoints="1" noAdjustHandles="1" noChangeArrowheads="1" noChangeShapeType="1" noTextEdit="1"/>
              </p:cNvSpPr>
              <p:nvPr/>
            </p:nvSpPr>
            <p:spPr>
              <a:xfrm>
                <a:off x="252572" y="5261584"/>
                <a:ext cx="3143938" cy="947375"/>
              </a:xfrm>
              <a:prstGeom prst="rect">
                <a:avLst/>
              </a:prstGeom>
              <a:blipFill>
                <a:blip r:embed="rId7"/>
                <a:stretch>
                  <a:fillRect/>
                </a:stretch>
              </a:blipFill>
            </p:spPr>
            <p:txBody>
              <a:bodyPr/>
              <a:lstStyle/>
              <a:p>
                <a:r>
                  <a:rPr lang="pt-BR">
                    <a:noFill/>
                  </a:rPr>
                  <a:t> </a:t>
                </a:r>
              </a:p>
            </p:txBody>
          </p:sp>
        </mc:Fallback>
      </mc:AlternateContent>
      <p:sp>
        <p:nvSpPr>
          <p:cNvPr id="12" name="Seta: para a Direita 11">
            <a:extLst>
              <a:ext uri="{FF2B5EF4-FFF2-40B4-BE49-F238E27FC236}">
                <a16:creationId xmlns:a16="http://schemas.microsoft.com/office/drawing/2014/main" id="{19D8057C-9F59-1F7D-6DA7-6D054CA9A33B}"/>
              </a:ext>
            </a:extLst>
          </p:cNvPr>
          <p:cNvSpPr/>
          <p:nvPr/>
        </p:nvSpPr>
        <p:spPr>
          <a:xfrm>
            <a:off x="3396510" y="5590840"/>
            <a:ext cx="456545" cy="387927"/>
          </a:xfrm>
          <a:prstGeom prst="right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3" name="Retângulo 12">
                <a:extLst>
                  <a:ext uri="{FF2B5EF4-FFF2-40B4-BE49-F238E27FC236}">
                    <a16:creationId xmlns:a16="http://schemas.microsoft.com/office/drawing/2014/main" id="{3712CF7A-156F-D57F-CE71-E68438349054}"/>
                  </a:ext>
                </a:extLst>
              </p:cNvPr>
              <p:cNvSpPr/>
              <p:nvPr/>
            </p:nvSpPr>
            <p:spPr>
              <a:xfrm>
                <a:off x="3889970" y="5523193"/>
                <a:ext cx="347364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𝑵</m:t>
                          </m:r>
                        </m:e>
                        <m:sub>
                          <m:r>
                            <a:rPr lang="pt-BR" sz="2800" b="1" i="1" smtClean="0">
                              <a:latin typeface="Cambria Math" panose="02040503050406030204" pitchFamily="18" charset="0"/>
                              <a:cs typeface="Arial" panose="020B0604020202020204" pitchFamily="34" charset="0"/>
                            </a:rPr>
                            <m:t>𝒗𝒐𝒍𝒕𝒂𝒔</m:t>
                          </m:r>
                        </m:sub>
                      </m:sSub>
                      <m:r>
                        <a:rPr lang="pt-BR" sz="2800" b="1" i="1">
                          <a:latin typeface="Cambria Math" panose="02040503050406030204" pitchFamily="18" charset="0"/>
                          <a:ea typeface="Cambria Math" panose="02040503050406030204" pitchFamily="18" charset="0"/>
                          <a:cs typeface="Arial" panose="020B0604020202020204" pitchFamily="34" charset="0"/>
                        </a:rPr>
                        <m:t>≅</m:t>
                      </m:r>
                      <m:r>
                        <a:rPr lang="pt-BR" sz="2800" b="1" i="1" smtClean="0">
                          <a:latin typeface="Cambria Math" panose="02040503050406030204" pitchFamily="18" charset="0"/>
                        </a:rPr>
                        <m:t>𝟑𝟎</m:t>
                      </m:r>
                      <m:r>
                        <a:rPr lang="pt-BR" sz="2800" b="1" i="1" smtClean="0">
                          <a:latin typeface="Cambria Math" panose="02040503050406030204" pitchFamily="18" charset="0"/>
                        </a:rPr>
                        <m:t> </m:t>
                      </m:r>
                      <m:r>
                        <a:rPr lang="pt-BR" sz="2800" b="1" i="1" smtClean="0">
                          <a:latin typeface="Cambria Math" panose="02040503050406030204" pitchFamily="18" charset="0"/>
                        </a:rPr>
                        <m:t>𝒗𝒐𝒍𝒕𝒂𝒔</m:t>
                      </m:r>
                    </m:oMath>
                  </m:oMathPara>
                </a14:m>
                <a:endParaRPr lang="pt-BR" sz="2800" b="1" i="1" dirty="0"/>
              </a:p>
            </p:txBody>
          </p:sp>
        </mc:Choice>
        <mc:Fallback xmlns="">
          <p:sp>
            <p:nvSpPr>
              <p:cNvPr id="13" name="Retângulo 12">
                <a:extLst>
                  <a:ext uri="{FF2B5EF4-FFF2-40B4-BE49-F238E27FC236}">
                    <a16:creationId xmlns:a16="http://schemas.microsoft.com/office/drawing/2014/main" id="{3712CF7A-156F-D57F-CE71-E68438349054}"/>
                  </a:ext>
                </a:extLst>
              </p:cNvPr>
              <p:cNvSpPr>
                <a:spLocks noRot="1" noChangeAspect="1" noMove="1" noResize="1" noEditPoints="1" noAdjustHandles="1" noChangeArrowheads="1" noChangeShapeType="1" noTextEdit="1"/>
              </p:cNvSpPr>
              <p:nvPr/>
            </p:nvSpPr>
            <p:spPr>
              <a:xfrm>
                <a:off x="3889970" y="5523193"/>
                <a:ext cx="3473643" cy="523220"/>
              </a:xfrm>
              <a:prstGeom prst="rect">
                <a:avLst/>
              </a:prstGeom>
              <a:blipFill>
                <a:blip r:embed="rId8"/>
                <a:stretch>
                  <a:fillRect/>
                </a:stretch>
              </a:blipFill>
            </p:spPr>
            <p:txBody>
              <a:bodyPr/>
              <a:lstStyle/>
              <a:p>
                <a:r>
                  <a:rPr lang="pt-BR">
                    <a:noFill/>
                  </a:rPr>
                  <a:t> </a:t>
                </a:r>
              </a:p>
            </p:txBody>
          </p:sp>
        </mc:Fallback>
      </mc:AlternateContent>
      <p:sp>
        <p:nvSpPr>
          <p:cNvPr id="14" name="Retângulo 13">
            <a:extLst>
              <a:ext uri="{FF2B5EF4-FFF2-40B4-BE49-F238E27FC236}">
                <a16:creationId xmlns:a16="http://schemas.microsoft.com/office/drawing/2014/main" id="{716490B9-B75F-8941-A440-46C49DE40901}"/>
              </a:ext>
            </a:extLst>
          </p:cNvPr>
          <p:cNvSpPr/>
          <p:nvPr/>
        </p:nvSpPr>
        <p:spPr>
          <a:xfrm>
            <a:off x="6339032" y="6199631"/>
            <a:ext cx="2603598" cy="523220"/>
          </a:xfrm>
          <a:prstGeom prst="rect">
            <a:avLst/>
          </a:prstGeom>
        </p:spPr>
        <p:txBody>
          <a:bodyPr wrap="none">
            <a:spAutoFit/>
          </a:bodyPr>
          <a:lstStyle/>
          <a:p>
            <a:pPr algn="just"/>
            <a:r>
              <a:rPr lang="pt-BR" sz="2800" b="1" dirty="0">
                <a:solidFill>
                  <a:srgbClr val="FF0000"/>
                </a:solidFill>
                <a:latin typeface="Arial" panose="020B0604020202020204" pitchFamily="34" charset="0"/>
                <a:cs typeface="Arial" panose="020B0604020202020204" pitchFamily="34" charset="0"/>
              </a:rPr>
              <a:t>Alternativa (a)</a:t>
            </a:r>
          </a:p>
        </p:txBody>
      </p:sp>
      <p:pic>
        <p:nvPicPr>
          <p:cNvPr id="16" name="Imagem 15" descr="Texto&#10;&#10;Descrição gerada automaticamente">
            <a:extLst>
              <a:ext uri="{FF2B5EF4-FFF2-40B4-BE49-F238E27FC236}">
                <a16:creationId xmlns:a16="http://schemas.microsoft.com/office/drawing/2014/main" id="{E0864AEE-4D55-E3DA-E987-7F979F5BD741}"/>
              </a:ext>
            </a:extLst>
          </p:cNvPr>
          <p:cNvPicPr>
            <a:picLocks noChangeAspect="1"/>
          </p:cNvPicPr>
          <p:nvPr/>
        </p:nvPicPr>
        <p:blipFill>
          <a:blip r:embed="rId9"/>
          <a:stretch>
            <a:fillRect/>
          </a:stretch>
        </p:blipFill>
        <p:spPr>
          <a:xfrm>
            <a:off x="7925308" y="2881819"/>
            <a:ext cx="2476500" cy="2381250"/>
          </a:xfrm>
          <a:prstGeom prst="rect">
            <a:avLst/>
          </a:prstGeom>
        </p:spPr>
      </p:pic>
    </p:spTree>
    <p:extLst>
      <p:ext uri="{BB962C8B-B14F-4D97-AF65-F5344CB8AC3E}">
        <p14:creationId xmlns:p14="http://schemas.microsoft.com/office/powerpoint/2010/main" val="2645454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heel(1)">
                                      <p:cBhvr>
                                        <p:cTn id="27" dur="20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arn(inVertical)">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barn(inVertical)">
                                      <p:cBhvr>
                                        <p:cTn id="41"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500"/>
                                        <p:tgtEl>
                                          <p:spTgt spid="11"/>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wipe(down)">
                                      <p:cBhvr>
                                        <p:cTn id="51" dur="500"/>
                                        <p:tgtEl>
                                          <p:spTgt spid="1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wipe(down)">
                                      <p:cBhvr>
                                        <p:cTn id="56" dur="500"/>
                                        <p:tgtEl>
                                          <p:spTgt spid="13"/>
                                        </p:tgtEl>
                                      </p:cBhvr>
                                    </p:animEffect>
                                  </p:childTnLst>
                                </p:cTn>
                              </p:par>
                            </p:childTnLst>
                          </p:cTn>
                        </p:par>
                      </p:childTnLst>
                    </p:cTn>
                  </p:par>
                  <p:par>
                    <p:cTn id="57" fill="hold">
                      <p:stCondLst>
                        <p:cond delay="indefinite"/>
                      </p:stCondLst>
                      <p:childTnLst>
                        <p:par>
                          <p:cTn id="58" fill="hold">
                            <p:stCondLst>
                              <p:cond delay="0"/>
                            </p:stCondLst>
                            <p:childTnLst>
                              <p:par>
                                <p:cTn id="59" presetID="21" presetClass="entr" presetSubtype="1"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wheel(1)">
                                      <p:cBhvr>
                                        <p:cTn id="61" dur="2000"/>
                                        <p:tgtEl>
                                          <p:spTgt spid="14"/>
                                        </p:tgtEl>
                                      </p:cBhvr>
                                    </p:animEffect>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nodeType="click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1000"/>
                                        <p:tgtEl>
                                          <p:spTgt spid="16"/>
                                        </p:tgtEl>
                                      </p:cBhvr>
                                    </p:animEffect>
                                    <p:anim calcmode="lin" valueType="num">
                                      <p:cBhvr>
                                        <p:cTn id="67" dur="1000" fill="hold"/>
                                        <p:tgtEl>
                                          <p:spTgt spid="16"/>
                                        </p:tgtEl>
                                        <p:attrNameLst>
                                          <p:attrName>ppt_x</p:attrName>
                                        </p:attrNameLst>
                                      </p:cBhvr>
                                      <p:tavLst>
                                        <p:tav tm="0">
                                          <p:val>
                                            <p:strVal val="#ppt_x"/>
                                          </p:val>
                                        </p:tav>
                                        <p:tav tm="100000">
                                          <p:val>
                                            <p:strVal val="#ppt_x"/>
                                          </p:val>
                                        </p:tav>
                                      </p:tavLst>
                                    </p:anim>
                                    <p:anim calcmode="lin" valueType="num">
                                      <p:cBhvr>
                                        <p:cTn id="68"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P spid="6" grpId="0"/>
      <p:bldP spid="7" grpId="0" animBg="1"/>
      <p:bldP spid="8" grpId="0"/>
      <p:bldP spid="9" grpId="0"/>
      <p:bldP spid="10" grpId="0"/>
      <p:bldP spid="11" grpId="0"/>
      <p:bldP spid="12" grpId="0" animBg="1"/>
      <p:bldP spid="13" grpId="0"/>
      <p:bldP spid="14" grpId="0"/>
    </p:bldLst>
  </p:timing>
</p:sld>
</file>

<file path=ppt/theme/theme1.xml><?xml version="1.0" encoding="utf-8"?>
<a:theme xmlns:a="http://schemas.openxmlformats.org/drawingml/2006/main" name="Facetado">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4651</TotalTime>
  <Words>3267</Words>
  <Application>Microsoft Office PowerPoint</Application>
  <PresentationFormat>Widescreen</PresentationFormat>
  <Paragraphs>305</Paragraphs>
  <Slides>26</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26</vt:i4>
      </vt:variant>
    </vt:vector>
  </HeadingPairs>
  <TitlesOfParts>
    <vt:vector size="32" baseType="lpstr">
      <vt:lpstr>Arial</vt:lpstr>
      <vt:lpstr>Calibri</vt:lpstr>
      <vt:lpstr>Cambria Math</vt:lpstr>
      <vt:lpstr>Trebuchet MS</vt:lpstr>
      <vt:lpstr>Wingdings 3</vt:lpstr>
      <vt:lpstr>Facetado</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Willi Pendl</dc:creator>
  <cp:lastModifiedBy>WILLI PENDL JUNIOR PENDL JUNIOR</cp:lastModifiedBy>
  <cp:revision>56</cp:revision>
  <dcterms:created xsi:type="dcterms:W3CDTF">2021-02-28T16:52:55Z</dcterms:created>
  <dcterms:modified xsi:type="dcterms:W3CDTF">2025-04-04T16:41:35Z</dcterms:modified>
</cp:coreProperties>
</file>