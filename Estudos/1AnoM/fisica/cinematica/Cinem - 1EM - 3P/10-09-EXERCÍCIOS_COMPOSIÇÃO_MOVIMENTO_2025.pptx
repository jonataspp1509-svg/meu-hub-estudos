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63" r:id="rId2"/>
    <p:sldId id="264" r:id="rId3"/>
    <p:sldId id="265" r:id="rId4"/>
    <p:sldId id="266" r:id="rId5"/>
    <p:sldId id="267" r:id="rId6"/>
    <p:sldId id="256" r:id="rId7"/>
    <p:sldId id="257" r:id="rId8"/>
    <p:sldId id="258" r:id="rId9"/>
    <p:sldId id="261" r:id="rId10"/>
    <p:sldId id="262" r:id="rId11"/>
    <p:sldId id="260" r:id="rId12"/>
    <p:sldId id="259"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2490E5-77B6-4FB2-819B-68DA7556F129}" v="438" dt="2025-08-22T02:53:50.4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04" autoAdjust="0"/>
    <p:restoredTop sz="94660"/>
  </p:normalViewPr>
  <p:slideViewPr>
    <p:cSldViewPr snapToGrid="0">
      <p:cViewPr varScale="1">
        <p:scale>
          <a:sx n="61" d="100"/>
          <a:sy n="61" d="100"/>
        </p:scale>
        <p:origin x="978" y="2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 PENDL JUNIOR" userId="a7519bb9f12db4d8" providerId="LiveId" clId="{C71120F2-5DF1-4EB5-A2B7-FCAE23D7A598}"/>
    <pc:docChg chg="modSld">
      <pc:chgData name="WILLI PENDL JUNIOR" userId="a7519bb9f12db4d8" providerId="LiveId" clId="{C71120F2-5DF1-4EB5-A2B7-FCAE23D7A598}" dt="2023-08-06T18:39:50.816" v="20" actId="20577"/>
      <pc:docMkLst>
        <pc:docMk/>
      </pc:docMkLst>
      <pc:sldChg chg="modSp mod">
        <pc:chgData name="WILLI PENDL JUNIOR" userId="a7519bb9f12db4d8" providerId="LiveId" clId="{C71120F2-5DF1-4EB5-A2B7-FCAE23D7A598}" dt="2023-08-06T18:38:57.186" v="9" actId="20577"/>
        <pc:sldMkLst>
          <pc:docMk/>
          <pc:sldMk cId="795406518" sldId="256"/>
        </pc:sldMkLst>
      </pc:sldChg>
      <pc:sldChg chg="modSp mod">
        <pc:chgData name="WILLI PENDL JUNIOR" userId="a7519bb9f12db4d8" providerId="LiveId" clId="{C71120F2-5DF1-4EB5-A2B7-FCAE23D7A598}" dt="2023-08-06T18:39:14.362" v="11" actId="20577"/>
        <pc:sldMkLst>
          <pc:docMk/>
          <pc:sldMk cId="710863393" sldId="257"/>
        </pc:sldMkLst>
      </pc:sldChg>
      <pc:sldChg chg="modSp mod">
        <pc:chgData name="WILLI PENDL JUNIOR" userId="a7519bb9f12db4d8" providerId="LiveId" clId="{C71120F2-5DF1-4EB5-A2B7-FCAE23D7A598}" dt="2023-08-06T18:39:22.061" v="13" actId="20577"/>
        <pc:sldMkLst>
          <pc:docMk/>
          <pc:sldMk cId="30747153" sldId="258"/>
        </pc:sldMkLst>
      </pc:sldChg>
      <pc:sldChg chg="modSp mod">
        <pc:chgData name="WILLI PENDL JUNIOR" userId="a7519bb9f12db4d8" providerId="LiveId" clId="{C71120F2-5DF1-4EB5-A2B7-FCAE23D7A598}" dt="2023-08-06T18:39:42.419" v="18" actId="20577"/>
        <pc:sldMkLst>
          <pc:docMk/>
          <pc:sldMk cId="300738052" sldId="259"/>
        </pc:sldMkLst>
      </pc:sldChg>
      <pc:sldChg chg="modSp mod">
        <pc:chgData name="WILLI PENDL JUNIOR" userId="a7519bb9f12db4d8" providerId="LiveId" clId="{C71120F2-5DF1-4EB5-A2B7-FCAE23D7A598}" dt="2023-08-06T18:39:50.816" v="20" actId="20577"/>
        <pc:sldMkLst>
          <pc:docMk/>
          <pc:sldMk cId="529552497" sldId="260"/>
        </pc:sldMkLst>
      </pc:sldChg>
      <pc:sldChg chg="modSp mod">
        <pc:chgData name="WILLI PENDL JUNIOR" userId="a7519bb9f12db4d8" providerId="LiveId" clId="{C71120F2-5DF1-4EB5-A2B7-FCAE23D7A598}" dt="2023-08-06T18:39:30.110" v="15" actId="20577"/>
        <pc:sldMkLst>
          <pc:docMk/>
          <pc:sldMk cId="614537988" sldId="261"/>
        </pc:sldMkLst>
      </pc:sldChg>
    </pc:docChg>
  </pc:docChgLst>
  <pc:docChgLst>
    <pc:chgData name="WILLI PENDL JUNIOR PENDL JUNIOR" userId="a7519bb9f12db4d8" providerId="LiveId" clId="{3E2490E5-77B6-4FB2-819B-68DA7556F129}"/>
    <pc:docChg chg="undo custSel addSld modSld sldOrd">
      <pc:chgData name="WILLI PENDL JUNIOR PENDL JUNIOR" userId="a7519bb9f12db4d8" providerId="LiveId" clId="{3E2490E5-77B6-4FB2-819B-68DA7556F129}" dt="2025-08-22T02:55:18.392" v="1250" actId="207"/>
      <pc:docMkLst>
        <pc:docMk/>
      </pc:docMkLst>
      <pc:sldChg chg="modSp mod">
        <pc:chgData name="WILLI PENDL JUNIOR PENDL JUNIOR" userId="a7519bb9f12db4d8" providerId="LiveId" clId="{3E2490E5-77B6-4FB2-819B-68DA7556F129}" dt="2025-08-17T02:01:36.346" v="236" actId="6549"/>
        <pc:sldMkLst>
          <pc:docMk/>
          <pc:sldMk cId="795406518" sldId="256"/>
        </pc:sldMkLst>
        <pc:spChg chg="mod">
          <ac:chgData name="WILLI PENDL JUNIOR PENDL JUNIOR" userId="a7519bb9f12db4d8" providerId="LiveId" clId="{3E2490E5-77B6-4FB2-819B-68DA7556F129}" dt="2025-08-17T02:01:36.346" v="236" actId="6549"/>
          <ac:spMkLst>
            <pc:docMk/>
            <pc:sldMk cId="795406518" sldId="256"/>
            <ac:spMk id="6" creationId="{652A0383-16C9-4210-AFDF-6CF98EC5C5E0}"/>
          </ac:spMkLst>
        </pc:spChg>
        <pc:spChg chg="mod">
          <ac:chgData name="WILLI PENDL JUNIOR PENDL JUNIOR" userId="a7519bb9f12db4d8" providerId="LiveId" clId="{3E2490E5-77B6-4FB2-819B-68DA7556F129}" dt="2025-08-17T01:39:47.155" v="0" actId="20577"/>
          <ac:spMkLst>
            <pc:docMk/>
            <pc:sldMk cId="795406518" sldId="256"/>
            <ac:spMk id="8" creationId="{3517E28E-0D29-40DD-BCF4-515748E80095}"/>
          </ac:spMkLst>
        </pc:spChg>
        <pc:spChg chg="mod">
          <ac:chgData name="WILLI PENDL JUNIOR PENDL JUNIOR" userId="a7519bb9f12db4d8" providerId="LiveId" clId="{3E2490E5-77B6-4FB2-819B-68DA7556F129}" dt="2025-08-17T01:40:06.456" v="5" actId="20577"/>
          <ac:spMkLst>
            <pc:docMk/>
            <pc:sldMk cId="795406518" sldId="256"/>
            <ac:spMk id="9" creationId="{000D9F5D-D846-4660-84F8-89580CACF586}"/>
          </ac:spMkLst>
        </pc:spChg>
        <pc:spChg chg="mod">
          <ac:chgData name="WILLI PENDL JUNIOR PENDL JUNIOR" userId="a7519bb9f12db4d8" providerId="LiveId" clId="{3E2490E5-77B6-4FB2-819B-68DA7556F129}" dt="2025-08-17T01:39:57.805" v="4" actId="6549"/>
          <ac:spMkLst>
            <pc:docMk/>
            <pc:sldMk cId="795406518" sldId="256"/>
            <ac:spMk id="11" creationId="{04D51E9B-D7D5-4D31-8DB7-B1650AF414D4}"/>
          </ac:spMkLst>
        </pc:spChg>
        <pc:spChg chg="mod">
          <ac:chgData name="WILLI PENDL JUNIOR PENDL JUNIOR" userId="a7519bb9f12db4d8" providerId="LiveId" clId="{3E2490E5-77B6-4FB2-819B-68DA7556F129}" dt="2025-08-17T01:40:17.510" v="9" actId="6549"/>
          <ac:spMkLst>
            <pc:docMk/>
            <pc:sldMk cId="795406518" sldId="256"/>
            <ac:spMk id="15" creationId="{FE4D3D81-D325-44BC-8D6A-EA19CAB1850C}"/>
          </ac:spMkLst>
        </pc:spChg>
      </pc:sldChg>
      <pc:sldChg chg="modSp">
        <pc:chgData name="WILLI PENDL JUNIOR PENDL JUNIOR" userId="a7519bb9f12db4d8" providerId="LiveId" clId="{3E2490E5-77B6-4FB2-819B-68DA7556F129}" dt="2025-08-17T01:40:54.997" v="13" actId="20577"/>
        <pc:sldMkLst>
          <pc:docMk/>
          <pc:sldMk cId="710863393" sldId="257"/>
        </pc:sldMkLst>
        <pc:spChg chg="mod">
          <ac:chgData name="WILLI PENDL JUNIOR PENDL JUNIOR" userId="a7519bb9f12db4d8" providerId="LiveId" clId="{3E2490E5-77B6-4FB2-819B-68DA7556F129}" dt="2025-08-17T01:40:54.997" v="13" actId="20577"/>
          <ac:spMkLst>
            <pc:docMk/>
            <pc:sldMk cId="710863393" sldId="257"/>
            <ac:spMk id="20" creationId="{A602DF3B-E43C-462C-A91B-0EC0F7EBBFE1}"/>
          </ac:spMkLst>
        </pc:spChg>
      </pc:sldChg>
      <pc:sldChg chg="modSp mod">
        <pc:chgData name="WILLI PENDL JUNIOR PENDL JUNIOR" userId="a7519bb9f12db4d8" providerId="LiveId" clId="{3E2490E5-77B6-4FB2-819B-68DA7556F129}" dt="2025-08-17T01:42:13.893" v="32" actId="20577"/>
        <pc:sldMkLst>
          <pc:docMk/>
          <pc:sldMk cId="30747153" sldId="258"/>
        </pc:sldMkLst>
        <pc:spChg chg="mod">
          <ac:chgData name="WILLI PENDL JUNIOR PENDL JUNIOR" userId="a7519bb9f12db4d8" providerId="LiveId" clId="{3E2490E5-77B6-4FB2-819B-68DA7556F129}" dt="2025-08-17T01:41:07.749" v="14" actId="6549"/>
          <ac:spMkLst>
            <pc:docMk/>
            <pc:sldMk cId="30747153" sldId="258"/>
            <ac:spMk id="11" creationId="{1C9E45EB-1125-4B65-BFD8-B55300F13E3D}"/>
          </ac:spMkLst>
        </pc:spChg>
        <pc:spChg chg="mod">
          <ac:chgData name="WILLI PENDL JUNIOR PENDL JUNIOR" userId="a7519bb9f12db4d8" providerId="LiveId" clId="{3E2490E5-77B6-4FB2-819B-68DA7556F129}" dt="2025-08-17T01:41:14.085" v="17" actId="20577"/>
          <ac:spMkLst>
            <pc:docMk/>
            <pc:sldMk cId="30747153" sldId="258"/>
            <ac:spMk id="12" creationId="{CD2CC818-BE83-473D-A77E-8618E0FFD1D2}"/>
          </ac:spMkLst>
        </pc:spChg>
        <pc:spChg chg="mod">
          <ac:chgData name="WILLI PENDL JUNIOR PENDL JUNIOR" userId="a7519bb9f12db4d8" providerId="LiveId" clId="{3E2490E5-77B6-4FB2-819B-68DA7556F129}" dt="2025-08-17T01:41:21.214" v="18" actId="20577"/>
          <ac:spMkLst>
            <pc:docMk/>
            <pc:sldMk cId="30747153" sldId="258"/>
            <ac:spMk id="15" creationId="{A58E9665-C748-45AA-8D68-BA8BC6AA3B92}"/>
          </ac:spMkLst>
        </pc:spChg>
        <pc:spChg chg="mod">
          <ac:chgData name="WILLI PENDL JUNIOR PENDL JUNIOR" userId="a7519bb9f12db4d8" providerId="LiveId" clId="{3E2490E5-77B6-4FB2-819B-68DA7556F129}" dt="2025-08-17T01:41:26.505" v="19" actId="6549"/>
          <ac:spMkLst>
            <pc:docMk/>
            <pc:sldMk cId="30747153" sldId="258"/>
            <ac:spMk id="16" creationId="{D6B849D7-48F1-4658-85EB-9EB5C11531DB}"/>
          </ac:spMkLst>
        </pc:spChg>
        <pc:spChg chg="mod">
          <ac:chgData name="WILLI PENDL JUNIOR PENDL JUNIOR" userId="a7519bb9f12db4d8" providerId="LiveId" clId="{3E2490E5-77B6-4FB2-819B-68DA7556F129}" dt="2025-08-17T01:41:36.092" v="24" actId="20577"/>
          <ac:spMkLst>
            <pc:docMk/>
            <pc:sldMk cId="30747153" sldId="258"/>
            <ac:spMk id="24" creationId="{ACE42B22-F92D-40A3-9FAD-BC42FE658249}"/>
          </ac:spMkLst>
        </pc:spChg>
        <pc:spChg chg="mod">
          <ac:chgData name="WILLI PENDL JUNIOR PENDL JUNIOR" userId="a7519bb9f12db4d8" providerId="LiveId" clId="{3E2490E5-77B6-4FB2-819B-68DA7556F129}" dt="2025-08-17T01:41:51.822" v="29" actId="6549"/>
          <ac:spMkLst>
            <pc:docMk/>
            <pc:sldMk cId="30747153" sldId="258"/>
            <ac:spMk id="41" creationId="{FB57B3A2-A564-4B18-A447-85E028D1F4B2}"/>
          </ac:spMkLst>
        </pc:spChg>
        <pc:spChg chg="mod">
          <ac:chgData name="WILLI PENDL JUNIOR PENDL JUNIOR" userId="a7519bb9f12db4d8" providerId="LiveId" clId="{3E2490E5-77B6-4FB2-819B-68DA7556F129}" dt="2025-08-17T01:41:58.981" v="30" actId="20577"/>
          <ac:spMkLst>
            <pc:docMk/>
            <pc:sldMk cId="30747153" sldId="258"/>
            <ac:spMk id="42" creationId="{A952C075-8E40-4C9A-80E5-1674338A16F4}"/>
          </ac:spMkLst>
        </pc:spChg>
        <pc:spChg chg="mod">
          <ac:chgData name="WILLI PENDL JUNIOR PENDL JUNIOR" userId="a7519bb9f12db4d8" providerId="LiveId" clId="{3E2490E5-77B6-4FB2-819B-68DA7556F129}" dt="2025-08-17T01:42:04.347" v="31" actId="20577"/>
          <ac:spMkLst>
            <pc:docMk/>
            <pc:sldMk cId="30747153" sldId="258"/>
            <ac:spMk id="43" creationId="{AC165007-D6D0-4FD0-84DC-C5C2913BFED7}"/>
          </ac:spMkLst>
        </pc:spChg>
        <pc:spChg chg="mod">
          <ac:chgData name="WILLI PENDL JUNIOR PENDL JUNIOR" userId="a7519bb9f12db4d8" providerId="LiveId" clId="{3E2490E5-77B6-4FB2-819B-68DA7556F129}" dt="2025-08-17T01:42:13.893" v="32" actId="20577"/>
          <ac:spMkLst>
            <pc:docMk/>
            <pc:sldMk cId="30747153" sldId="258"/>
            <ac:spMk id="44" creationId="{81F21ED3-EA3D-4455-BB64-89C26702B9B1}"/>
          </ac:spMkLst>
        </pc:spChg>
      </pc:sldChg>
      <pc:sldChg chg="modSp mod ord">
        <pc:chgData name="WILLI PENDL JUNIOR PENDL JUNIOR" userId="a7519bb9f12db4d8" providerId="LiveId" clId="{3E2490E5-77B6-4FB2-819B-68DA7556F129}" dt="2025-08-17T01:59:25.704" v="234" actId="20577"/>
        <pc:sldMkLst>
          <pc:docMk/>
          <pc:sldMk cId="300738052" sldId="259"/>
        </pc:sldMkLst>
        <pc:spChg chg="mod">
          <ac:chgData name="WILLI PENDL JUNIOR PENDL JUNIOR" userId="a7519bb9f12db4d8" providerId="LiveId" clId="{3E2490E5-77B6-4FB2-819B-68DA7556F129}" dt="2025-08-17T01:49:35.368" v="77" actId="20577"/>
          <ac:spMkLst>
            <pc:docMk/>
            <pc:sldMk cId="300738052" sldId="259"/>
            <ac:spMk id="8" creationId="{6409E767-9D99-440A-9635-414DB759691C}"/>
          </ac:spMkLst>
        </pc:spChg>
        <pc:spChg chg="mod">
          <ac:chgData name="WILLI PENDL JUNIOR PENDL JUNIOR" userId="a7519bb9f12db4d8" providerId="LiveId" clId="{3E2490E5-77B6-4FB2-819B-68DA7556F129}" dt="2025-08-17T01:59:25.704" v="234" actId="20577"/>
          <ac:spMkLst>
            <pc:docMk/>
            <pc:sldMk cId="300738052" sldId="259"/>
            <ac:spMk id="10" creationId="{5E48C6DF-9319-4D88-90D5-2A64D154E95B}"/>
          </ac:spMkLst>
        </pc:spChg>
      </pc:sldChg>
      <pc:sldChg chg="modSp mod">
        <pc:chgData name="WILLI PENDL JUNIOR PENDL JUNIOR" userId="a7519bb9f12db4d8" providerId="LiveId" clId="{3E2490E5-77B6-4FB2-819B-68DA7556F129}" dt="2025-08-17T01:49:31.524" v="76" actId="20577"/>
        <pc:sldMkLst>
          <pc:docMk/>
          <pc:sldMk cId="529552497" sldId="260"/>
        </pc:sldMkLst>
        <pc:spChg chg="mod">
          <ac:chgData name="WILLI PENDL JUNIOR PENDL JUNIOR" userId="a7519bb9f12db4d8" providerId="LiveId" clId="{3E2490E5-77B6-4FB2-819B-68DA7556F129}" dt="2025-08-17T01:49:31.524" v="76" actId="20577"/>
          <ac:spMkLst>
            <pc:docMk/>
            <pc:sldMk cId="529552497" sldId="260"/>
            <ac:spMk id="2" creationId="{04CA6551-555B-43EC-93BB-5B53CFFAFE56}"/>
          </ac:spMkLst>
        </pc:spChg>
        <pc:spChg chg="mod">
          <ac:chgData name="WILLI PENDL JUNIOR PENDL JUNIOR" userId="a7519bb9f12db4d8" providerId="LiveId" clId="{3E2490E5-77B6-4FB2-819B-68DA7556F129}" dt="2025-08-17T01:48:03.549" v="49" actId="6549"/>
          <ac:spMkLst>
            <pc:docMk/>
            <pc:sldMk cId="529552497" sldId="260"/>
            <ac:spMk id="6" creationId="{EF518C12-816E-4F82-BA58-C8249AC9086A}"/>
          </ac:spMkLst>
        </pc:spChg>
        <pc:spChg chg="mod">
          <ac:chgData name="WILLI PENDL JUNIOR PENDL JUNIOR" userId="a7519bb9f12db4d8" providerId="LiveId" clId="{3E2490E5-77B6-4FB2-819B-68DA7556F129}" dt="2025-08-17T01:48:11.944" v="53" actId="6549"/>
          <ac:spMkLst>
            <pc:docMk/>
            <pc:sldMk cId="529552497" sldId="260"/>
            <ac:spMk id="7" creationId="{DB3282F5-2D08-4443-A493-FD3574F9D017}"/>
          </ac:spMkLst>
        </pc:spChg>
        <pc:spChg chg="mod">
          <ac:chgData name="WILLI PENDL JUNIOR PENDL JUNIOR" userId="a7519bb9f12db4d8" providerId="LiveId" clId="{3E2490E5-77B6-4FB2-819B-68DA7556F129}" dt="2025-08-17T01:48:21.064" v="57" actId="20577"/>
          <ac:spMkLst>
            <pc:docMk/>
            <pc:sldMk cId="529552497" sldId="260"/>
            <ac:spMk id="8" creationId="{C93469EC-1D18-462B-AAA9-B1B030AA2E78}"/>
          </ac:spMkLst>
        </pc:spChg>
        <pc:spChg chg="mod">
          <ac:chgData name="WILLI PENDL JUNIOR PENDL JUNIOR" userId="a7519bb9f12db4d8" providerId="LiveId" clId="{3E2490E5-77B6-4FB2-819B-68DA7556F129}" dt="2025-08-17T01:48:30.255" v="61" actId="6549"/>
          <ac:spMkLst>
            <pc:docMk/>
            <pc:sldMk cId="529552497" sldId="260"/>
            <ac:spMk id="9" creationId="{BC643CC3-0BD9-4F96-9697-CA35C610E9BC}"/>
          </ac:spMkLst>
        </pc:spChg>
        <pc:spChg chg="mod">
          <ac:chgData name="WILLI PENDL JUNIOR PENDL JUNIOR" userId="a7519bb9f12db4d8" providerId="LiveId" clId="{3E2490E5-77B6-4FB2-819B-68DA7556F129}" dt="2025-08-17T01:48:34.614" v="62" actId="6549"/>
          <ac:spMkLst>
            <pc:docMk/>
            <pc:sldMk cId="529552497" sldId="260"/>
            <ac:spMk id="11" creationId="{38879254-7E81-4306-8A90-32CEFF783ACA}"/>
          </ac:spMkLst>
        </pc:spChg>
        <pc:spChg chg="mod">
          <ac:chgData name="WILLI PENDL JUNIOR PENDL JUNIOR" userId="a7519bb9f12db4d8" providerId="LiveId" clId="{3E2490E5-77B6-4FB2-819B-68DA7556F129}" dt="2025-08-17T01:48:45.429" v="66" actId="6549"/>
          <ac:spMkLst>
            <pc:docMk/>
            <pc:sldMk cId="529552497" sldId="260"/>
            <ac:spMk id="15" creationId="{51CAE256-D30F-41D6-B567-C2C0808BA9BF}"/>
          </ac:spMkLst>
        </pc:spChg>
        <pc:spChg chg="mod">
          <ac:chgData name="WILLI PENDL JUNIOR PENDL JUNIOR" userId="a7519bb9f12db4d8" providerId="LiveId" clId="{3E2490E5-77B6-4FB2-819B-68DA7556F129}" dt="2025-08-17T01:48:56.724" v="70" actId="6549"/>
          <ac:spMkLst>
            <pc:docMk/>
            <pc:sldMk cId="529552497" sldId="260"/>
            <ac:spMk id="16" creationId="{2432C859-A923-4D7F-AB5A-68990304B896}"/>
          </ac:spMkLst>
        </pc:spChg>
        <pc:spChg chg="mod">
          <ac:chgData name="WILLI PENDL JUNIOR PENDL JUNIOR" userId="a7519bb9f12db4d8" providerId="LiveId" clId="{3E2490E5-77B6-4FB2-819B-68DA7556F129}" dt="2025-08-17T01:49:00.094" v="71" actId="6549"/>
          <ac:spMkLst>
            <pc:docMk/>
            <pc:sldMk cId="529552497" sldId="260"/>
            <ac:spMk id="23" creationId="{0256793E-D275-4435-8CB3-42FFDDD78B1D}"/>
          </ac:spMkLst>
        </pc:spChg>
        <pc:spChg chg="mod">
          <ac:chgData name="WILLI PENDL JUNIOR PENDL JUNIOR" userId="a7519bb9f12db4d8" providerId="LiveId" clId="{3E2490E5-77B6-4FB2-819B-68DA7556F129}" dt="2025-08-17T01:49:06.233" v="73" actId="6549"/>
          <ac:spMkLst>
            <pc:docMk/>
            <pc:sldMk cId="529552497" sldId="260"/>
            <ac:spMk id="25" creationId="{AA523D34-659A-49B6-B6D6-943F007072D6}"/>
          </ac:spMkLst>
        </pc:spChg>
      </pc:sldChg>
      <pc:sldChg chg="addSp delSp modSp mod delAnim modAnim">
        <pc:chgData name="WILLI PENDL JUNIOR PENDL JUNIOR" userId="a7519bb9f12db4d8" providerId="LiveId" clId="{3E2490E5-77B6-4FB2-819B-68DA7556F129}" dt="2025-08-17T01:58:01.731" v="232" actId="1036"/>
        <pc:sldMkLst>
          <pc:docMk/>
          <pc:sldMk cId="1695134827" sldId="262"/>
        </pc:sldMkLst>
        <pc:spChg chg="mod">
          <ac:chgData name="WILLI PENDL JUNIOR PENDL JUNIOR" userId="a7519bb9f12db4d8" providerId="LiveId" clId="{3E2490E5-77B6-4FB2-819B-68DA7556F129}" dt="2025-08-17T01:45:11.261" v="33" actId="20577"/>
          <ac:spMkLst>
            <pc:docMk/>
            <pc:sldMk cId="1695134827" sldId="262"/>
            <ac:spMk id="26" creationId="{536F0F62-ED31-4638-AD74-470F1FB2B651}"/>
          </ac:spMkLst>
        </pc:spChg>
        <pc:spChg chg="add mod">
          <ac:chgData name="WILLI PENDL JUNIOR PENDL JUNIOR" userId="a7519bb9f12db4d8" providerId="LiveId" clId="{3E2490E5-77B6-4FB2-819B-68DA7556F129}" dt="2025-08-17T01:51:58.857" v="103" actId="164"/>
          <ac:spMkLst>
            <pc:docMk/>
            <pc:sldMk cId="1695134827" sldId="262"/>
            <ac:spMk id="30" creationId="{44A23199-8C3D-2D53-F90D-621E356F6179}"/>
          </ac:spMkLst>
        </pc:spChg>
        <pc:spChg chg="add mod">
          <ac:chgData name="WILLI PENDL JUNIOR PENDL JUNIOR" userId="a7519bb9f12db4d8" providerId="LiveId" clId="{3E2490E5-77B6-4FB2-819B-68DA7556F129}" dt="2025-08-17T01:56:23.351" v="206" actId="1076"/>
          <ac:spMkLst>
            <pc:docMk/>
            <pc:sldMk cId="1695134827" sldId="262"/>
            <ac:spMk id="31" creationId="{83B3A676-BDE1-7CFC-DDFA-DA6931B781FA}"/>
          </ac:spMkLst>
        </pc:spChg>
        <pc:spChg chg="add mod">
          <ac:chgData name="WILLI PENDL JUNIOR PENDL JUNIOR" userId="a7519bb9f12db4d8" providerId="LiveId" clId="{3E2490E5-77B6-4FB2-819B-68DA7556F129}" dt="2025-08-17T01:54:08.190" v="151" actId="164"/>
          <ac:spMkLst>
            <pc:docMk/>
            <pc:sldMk cId="1695134827" sldId="262"/>
            <ac:spMk id="33" creationId="{891CC6D5-3F38-A253-C303-DCE02EA39F08}"/>
          </ac:spMkLst>
        </pc:spChg>
        <pc:spChg chg="mod">
          <ac:chgData name="WILLI PENDL JUNIOR PENDL JUNIOR" userId="a7519bb9f12db4d8" providerId="LiveId" clId="{3E2490E5-77B6-4FB2-819B-68DA7556F129}" dt="2025-08-17T01:45:24.889" v="38" actId="6549"/>
          <ac:spMkLst>
            <pc:docMk/>
            <pc:sldMk cId="1695134827" sldId="262"/>
            <ac:spMk id="38" creationId="{FD1159C3-A576-49EE-BF7E-1216ACD371D6}"/>
          </ac:spMkLst>
        </pc:spChg>
        <pc:spChg chg="mod">
          <ac:chgData name="WILLI PENDL JUNIOR PENDL JUNIOR" userId="a7519bb9f12db4d8" providerId="LiveId" clId="{3E2490E5-77B6-4FB2-819B-68DA7556F129}" dt="2025-08-17T01:45:39.892" v="43" actId="6549"/>
          <ac:spMkLst>
            <pc:docMk/>
            <pc:sldMk cId="1695134827" sldId="262"/>
            <ac:spMk id="39" creationId="{D43DB343-665E-4F98-B195-A8C3A056743F}"/>
          </ac:spMkLst>
        </pc:spChg>
        <pc:spChg chg="mod">
          <ac:chgData name="WILLI PENDL JUNIOR PENDL JUNIOR" userId="a7519bb9f12db4d8" providerId="LiveId" clId="{3E2490E5-77B6-4FB2-819B-68DA7556F129}" dt="2025-08-17T01:45:45.377" v="44" actId="20577"/>
          <ac:spMkLst>
            <pc:docMk/>
            <pc:sldMk cId="1695134827" sldId="262"/>
            <ac:spMk id="40" creationId="{7CE392FC-F38F-421B-826F-D27356BB0566}"/>
          </ac:spMkLst>
        </pc:spChg>
        <pc:spChg chg="mod">
          <ac:chgData name="WILLI PENDL JUNIOR PENDL JUNIOR" userId="a7519bb9f12db4d8" providerId="LiveId" clId="{3E2490E5-77B6-4FB2-819B-68DA7556F129}" dt="2025-08-17T01:45:50.705" v="45" actId="20577"/>
          <ac:spMkLst>
            <pc:docMk/>
            <pc:sldMk cId="1695134827" sldId="262"/>
            <ac:spMk id="42" creationId="{1B268486-B243-4A26-9003-393A646E24A4}"/>
          </ac:spMkLst>
        </pc:spChg>
        <pc:spChg chg="mod">
          <ac:chgData name="WILLI PENDL JUNIOR PENDL JUNIOR" userId="a7519bb9f12db4d8" providerId="LiveId" clId="{3E2490E5-77B6-4FB2-819B-68DA7556F129}" dt="2025-08-17T01:45:50.705" v="45" actId="20577"/>
          <ac:spMkLst>
            <pc:docMk/>
            <pc:sldMk cId="1695134827" sldId="262"/>
            <ac:spMk id="43" creationId="{F8BBD2ED-3FA1-4D7E-B2F7-C3C1DE75D139}"/>
          </ac:spMkLst>
        </pc:spChg>
        <pc:grpChg chg="mod">
          <ac:chgData name="WILLI PENDL JUNIOR PENDL JUNIOR" userId="a7519bb9f12db4d8" providerId="LiveId" clId="{3E2490E5-77B6-4FB2-819B-68DA7556F129}" dt="2025-08-17T01:53:49.098" v="149" actId="1037"/>
          <ac:grpSpMkLst>
            <pc:docMk/>
            <pc:sldMk cId="1695134827" sldId="262"/>
            <ac:grpSpMk id="20" creationId="{8FE608F1-F04F-414E-8B7E-97C7569963BD}"/>
          </ac:grpSpMkLst>
        </pc:grpChg>
        <pc:grpChg chg="add mod">
          <ac:chgData name="WILLI PENDL JUNIOR PENDL JUNIOR" userId="a7519bb9f12db4d8" providerId="LiveId" clId="{3E2490E5-77B6-4FB2-819B-68DA7556F129}" dt="2025-08-17T01:52:28.874" v="129" actId="1076"/>
          <ac:grpSpMkLst>
            <pc:docMk/>
            <pc:sldMk cId="1695134827" sldId="262"/>
            <ac:grpSpMk id="32" creationId="{604BEC34-34E2-E432-2B22-775AC566792C}"/>
          </ac:grpSpMkLst>
        </pc:grpChg>
        <pc:grpChg chg="add mod">
          <ac:chgData name="WILLI PENDL JUNIOR PENDL JUNIOR" userId="a7519bb9f12db4d8" providerId="LiveId" clId="{3E2490E5-77B6-4FB2-819B-68DA7556F129}" dt="2025-08-17T01:54:08.190" v="151" actId="164"/>
          <ac:grpSpMkLst>
            <pc:docMk/>
            <pc:sldMk cId="1695134827" sldId="262"/>
            <ac:grpSpMk id="36" creationId="{5EC99771-ED50-D68F-C66D-6E06D86D11B0}"/>
          </ac:grpSpMkLst>
        </pc:grpChg>
        <pc:grpChg chg="mod">
          <ac:chgData name="WILLI PENDL JUNIOR PENDL JUNIOR" userId="a7519bb9f12db4d8" providerId="LiveId" clId="{3E2490E5-77B6-4FB2-819B-68DA7556F129}" dt="2025-08-17T01:45:50.705" v="45" actId="20577"/>
          <ac:grpSpMkLst>
            <pc:docMk/>
            <pc:sldMk cId="1695134827" sldId="262"/>
            <ac:grpSpMk id="41" creationId="{60605015-7FE3-4EBA-A3F9-562CCB10A526}"/>
          </ac:grpSpMkLst>
        </pc:grpChg>
        <pc:grpChg chg="add mod">
          <ac:chgData name="WILLI PENDL JUNIOR PENDL JUNIOR" userId="a7519bb9f12db4d8" providerId="LiveId" clId="{3E2490E5-77B6-4FB2-819B-68DA7556F129}" dt="2025-08-17T01:55:55.958" v="203" actId="1076"/>
          <ac:grpSpMkLst>
            <pc:docMk/>
            <pc:sldMk cId="1695134827" sldId="262"/>
            <ac:grpSpMk id="56" creationId="{AFFB8D76-D396-1E00-3B5D-A34EC2AFCB1B}"/>
          </ac:grpSpMkLst>
        </pc:grpChg>
        <pc:picChg chg="mod">
          <ac:chgData name="WILLI PENDL JUNIOR PENDL JUNIOR" userId="a7519bb9f12db4d8" providerId="LiveId" clId="{3E2490E5-77B6-4FB2-819B-68DA7556F129}" dt="2025-08-17T01:56:55.485" v="214" actId="1038"/>
          <ac:picMkLst>
            <pc:docMk/>
            <pc:sldMk cId="1695134827" sldId="262"/>
            <ac:picMk id="9" creationId="{4BDA9A0F-734E-4EEF-A986-96F730D82D6C}"/>
          </ac:picMkLst>
        </pc:picChg>
        <pc:picChg chg="mod">
          <ac:chgData name="WILLI PENDL JUNIOR PENDL JUNIOR" userId="a7519bb9f12db4d8" providerId="LiveId" clId="{3E2490E5-77B6-4FB2-819B-68DA7556F129}" dt="2025-08-17T01:58:01.731" v="232" actId="1036"/>
          <ac:picMkLst>
            <pc:docMk/>
            <pc:sldMk cId="1695134827" sldId="262"/>
            <ac:picMk id="12" creationId="{BA1E8587-0309-4B38-88B5-2996C4FDEB4C}"/>
          </ac:picMkLst>
        </pc:picChg>
        <pc:picChg chg="mod">
          <ac:chgData name="WILLI PENDL JUNIOR PENDL JUNIOR" userId="a7519bb9f12db4d8" providerId="LiveId" clId="{3E2490E5-77B6-4FB2-819B-68DA7556F129}" dt="2025-08-17T01:57:00.952" v="217" actId="1038"/>
          <ac:picMkLst>
            <pc:docMk/>
            <pc:sldMk cId="1695134827" sldId="262"/>
            <ac:picMk id="17" creationId="{0438C226-2F78-4941-9C65-5D8ABBA6063B}"/>
          </ac:picMkLst>
        </pc:picChg>
        <pc:picChg chg="mod">
          <ac:chgData name="WILLI PENDL JUNIOR PENDL JUNIOR" userId="a7519bb9f12db4d8" providerId="LiveId" clId="{3E2490E5-77B6-4FB2-819B-68DA7556F129}" dt="2025-08-17T01:57:18.572" v="221" actId="1037"/>
          <ac:picMkLst>
            <pc:docMk/>
            <pc:sldMk cId="1695134827" sldId="262"/>
            <ac:picMk id="19" creationId="{B265197F-0532-46C0-8261-FA3789C2A1B0}"/>
          </ac:picMkLst>
        </pc:picChg>
        <pc:cxnChg chg="add mod">
          <ac:chgData name="WILLI PENDL JUNIOR PENDL JUNIOR" userId="a7519bb9f12db4d8" providerId="LiveId" clId="{3E2490E5-77B6-4FB2-819B-68DA7556F129}" dt="2025-08-17T01:51:58.857" v="103" actId="164"/>
          <ac:cxnSpMkLst>
            <pc:docMk/>
            <pc:sldMk cId="1695134827" sldId="262"/>
            <ac:cxnSpMk id="28" creationId="{48AA69D4-C6E7-C059-EBBA-4C8FB479E5C5}"/>
          </ac:cxnSpMkLst>
        </pc:cxnChg>
        <pc:cxnChg chg="add mod">
          <ac:chgData name="WILLI PENDL JUNIOR PENDL JUNIOR" userId="a7519bb9f12db4d8" providerId="LiveId" clId="{3E2490E5-77B6-4FB2-819B-68DA7556F129}" dt="2025-08-17T01:57:34.537" v="222" actId="14100"/>
          <ac:cxnSpMkLst>
            <pc:docMk/>
            <pc:sldMk cId="1695134827" sldId="262"/>
            <ac:cxnSpMk id="35" creationId="{FCFDF76C-32FB-F43E-1A15-69956CAEE463}"/>
          </ac:cxnSpMkLst>
        </pc:cxnChg>
        <pc:cxnChg chg="add mod">
          <ac:chgData name="WILLI PENDL JUNIOR PENDL JUNIOR" userId="a7519bb9f12db4d8" providerId="LiveId" clId="{3E2490E5-77B6-4FB2-819B-68DA7556F129}" dt="2025-08-17T01:55:24.779" v="182" actId="164"/>
          <ac:cxnSpMkLst>
            <pc:docMk/>
            <pc:sldMk cId="1695134827" sldId="262"/>
            <ac:cxnSpMk id="55" creationId="{BA1C96BE-88A4-20F2-1D1D-8B9D7DDF7C7D}"/>
          </ac:cxnSpMkLst>
        </pc:cxnChg>
      </pc:sldChg>
      <pc:sldChg chg="addSp delSp modSp new mod ord modAnim">
        <pc:chgData name="WILLI PENDL JUNIOR PENDL JUNIOR" userId="a7519bb9f12db4d8" providerId="LiveId" clId="{3E2490E5-77B6-4FB2-819B-68DA7556F129}" dt="2025-08-21T01:39:53.724" v="644" actId="207"/>
        <pc:sldMkLst>
          <pc:docMk/>
          <pc:sldMk cId="4137054058" sldId="263"/>
        </pc:sldMkLst>
        <pc:spChg chg="add mod">
          <ac:chgData name="WILLI PENDL JUNIOR PENDL JUNIOR" userId="a7519bb9f12db4d8" providerId="LiveId" clId="{3E2490E5-77B6-4FB2-819B-68DA7556F129}" dt="2025-08-17T23:14:34.711" v="300" actId="1035"/>
          <ac:spMkLst>
            <pc:docMk/>
            <pc:sldMk cId="4137054058" sldId="263"/>
            <ac:spMk id="2" creationId="{9AAAB193-9B9A-587E-1D6A-9217CE8C9233}"/>
          </ac:spMkLst>
        </pc:spChg>
        <pc:spChg chg="add mod">
          <ac:chgData name="WILLI PENDL JUNIOR PENDL JUNIOR" userId="a7519bb9f12db4d8" providerId="LiveId" clId="{3E2490E5-77B6-4FB2-819B-68DA7556F129}" dt="2025-08-21T01:37:55.742" v="621" actId="1076"/>
          <ac:spMkLst>
            <pc:docMk/>
            <pc:sldMk cId="4137054058" sldId="263"/>
            <ac:spMk id="3" creationId="{3DF6C905-57E6-97B8-A9D3-0EC8148E2767}"/>
          </ac:spMkLst>
        </pc:spChg>
        <pc:spChg chg="add mod">
          <ac:chgData name="WILLI PENDL JUNIOR PENDL JUNIOR" userId="a7519bb9f12db4d8" providerId="LiveId" clId="{3E2490E5-77B6-4FB2-819B-68DA7556F129}" dt="2025-08-21T01:37:42.754" v="620" actId="1076"/>
          <ac:spMkLst>
            <pc:docMk/>
            <pc:sldMk cId="4137054058" sldId="263"/>
            <ac:spMk id="4" creationId="{42857DED-F979-3F13-BFD2-A156079A14B3}"/>
          </ac:spMkLst>
        </pc:spChg>
        <pc:spChg chg="add mod">
          <ac:chgData name="WILLI PENDL JUNIOR PENDL JUNIOR" userId="a7519bb9f12db4d8" providerId="LiveId" clId="{3E2490E5-77B6-4FB2-819B-68DA7556F129}" dt="2025-08-21T01:37:55.742" v="621" actId="1076"/>
          <ac:spMkLst>
            <pc:docMk/>
            <pc:sldMk cId="4137054058" sldId="263"/>
            <ac:spMk id="5" creationId="{23235E4F-493B-3B5F-8E94-30567510A01E}"/>
          </ac:spMkLst>
        </pc:spChg>
        <pc:spChg chg="add mod">
          <ac:chgData name="WILLI PENDL JUNIOR PENDL JUNIOR" userId="a7519bb9f12db4d8" providerId="LiveId" clId="{3E2490E5-77B6-4FB2-819B-68DA7556F129}" dt="2025-08-21T01:37:55.742" v="621" actId="1076"/>
          <ac:spMkLst>
            <pc:docMk/>
            <pc:sldMk cId="4137054058" sldId="263"/>
            <ac:spMk id="6" creationId="{9373D5BC-66C1-F103-ED95-89AFC813D589}"/>
          </ac:spMkLst>
        </pc:spChg>
        <pc:spChg chg="add mod">
          <ac:chgData name="WILLI PENDL JUNIOR PENDL JUNIOR" userId="a7519bb9f12db4d8" providerId="LiveId" clId="{3E2490E5-77B6-4FB2-819B-68DA7556F129}" dt="2025-08-21T01:37:55.742" v="621" actId="1076"/>
          <ac:spMkLst>
            <pc:docMk/>
            <pc:sldMk cId="4137054058" sldId="263"/>
            <ac:spMk id="7" creationId="{311BACDE-5F30-4839-B2B4-91FFA392421E}"/>
          </ac:spMkLst>
        </pc:spChg>
        <pc:spChg chg="add mod">
          <ac:chgData name="WILLI PENDL JUNIOR PENDL JUNIOR" userId="a7519bb9f12db4d8" providerId="LiveId" clId="{3E2490E5-77B6-4FB2-819B-68DA7556F129}" dt="2025-08-21T01:37:55.742" v="621" actId="1076"/>
          <ac:spMkLst>
            <pc:docMk/>
            <pc:sldMk cId="4137054058" sldId="263"/>
            <ac:spMk id="8" creationId="{E7A23113-0413-7484-4228-62CFBFA3EC5E}"/>
          </ac:spMkLst>
        </pc:spChg>
        <pc:spChg chg="add mod">
          <ac:chgData name="WILLI PENDL JUNIOR PENDL JUNIOR" userId="a7519bb9f12db4d8" providerId="LiveId" clId="{3E2490E5-77B6-4FB2-819B-68DA7556F129}" dt="2025-08-21T01:38:05.786" v="622" actId="1076"/>
          <ac:spMkLst>
            <pc:docMk/>
            <pc:sldMk cId="4137054058" sldId="263"/>
            <ac:spMk id="9" creationId="{B22B670A-F5BC-DFEE-2BCA-D365DD7E03F3}"/>
          </ac:spMkLst>
        </pc:spChg>
        <pc:spChg chg="add mod">
          <ac:chgData name="WILLI PENDL JUNIOR PENDL JUNIOR" userId="a7519bb9f12db4d8" providerId="LiveId" clId="{3E2490E5-77B6-4FB2-819B-68DA7556F129}" dt="2025-08-21T01:37:55.742" v="621" actId="1076"/>
          <ac:spMkLst>
            <pc:docMk/>
            <pc:sldMk cId="4137054058" sldId="263"/>
            <ac:spMk id="10" creationId="{2AB16FCB-D665-4FE2-643D-9E3FB99249F2}"/>
          </ac:spMkLst>
        </pc:spChg>
        <pc:spChg chg="add mod">
          <ac:chgData name="WILLI PENDL JUNIOR PENDL JUNIOR" userId="a7519bb9f12db4d8" providerId="LiveId" clId="{3E2490E5-77B6-4FB2-819B-68DA7556F129}" dt="2025-08-21T01:37:55.742" v="621" actId="1076"/>
          <ac:spMkLst>
            <pc:docMk/>
            <pc:sldMk cId="4137054058" sldId="263"/>
            <ac:spMk id="11" creationId="{1C11D171-A7EC-2D05-90ED-047F803F4E2A}"/>
          </ac:spMkLst>
        </pc:spChg>
        <pc:spChg chg="add mod">
          <ac:chgData name="WILLI PENDL JUNIOR PENDL JUNIOR" userId="a7519bb9f12db4d8" providerId="LiveId" clId="{3E2490E5-77B6-4FB2-819B-68DA7556F129}" dt="2025-08-21T01:37:55.742" v="621" actId="1076"/>
          <ac:spMkLst>
            <pc:docMk/>
            <pc:sldMk cId="4137054058" sldId="263"/>
            <ac:spMk id="12" creationId="{320BDE92-01DB-F415-89BB-8CFE0FA0F7F7}"/>
          </ac:spMkLst>
        </pc:spChg>
        <pc:spChg chg="add mod">
          <ac:chgData name="WILLI PENDL JUNIOR PENDL JUNIOR" userId="a7519bb9f12db4d8" providerId="LiveId" clId="{3E2490E5-77B6-4FB2-819B-68DA7556F129}" dt="2025-08-21T01:37:55.742" v="621" actId="1076"/>
          <ac:spMkLst>
            <pc:docMk/>
            <pc:sldMk cId="4137054058" sldId="263"/>
            <ac:spMk id="13" creationId="{209BC55E-B5A3-6D5B-EA72-F53D74FEEBFA}"/>
          </ac:spMkLst>
        </pc:spChg>
        <pc:spChg chg="add mod">
          <ac:chgData name="WILLI PENDL JUNIOR PENDL JUNIOR" userId="a7519bb9f12db4d8" providerId="LiveId" clId="{3E2490E5-77B6-4FB2-819B-68DA7556F129}" dt="2025-08-21T01:38:05.786" v="622" actId="1076"/>
          <ac:spMkLst>
            <pc:docMk/>
            <pc:sldMk cId="4137054058" sldId="263"/>
            <ac:spMk id="14" creationId="{9A29905B-85BD-9519-839E-D7C1BD1E6A40}"/>
          </ac:spMkLst>
        </pc:spChg>
        <pc:spChg chg="add mod">
          <ac:chgData name="WILLI PENDL JUNIOR PENDL JUNIOR" userId="a7519bb9f12db4d8" providerId="LiveId" clId="{3E2490E5-77B6-4FB2-819B-68DA7556F129}" dt="2025-08-21T01:38:05.786" v="622" actId="1076"/>
          <ac:spMkLst>
            <pc:docMk/>
            <pc:sldMk cId="4137054058" sldId="263"/>
            <ac:spMk id="15" creationId="{3F169E0D-15DA-BB33-0A4C-4E909E2FDF8E}"/>
          </ac:spMkLst>
        </pc:spChg>
        <pc:spChg chg="add mod">
          <ac:chgData name="WILLI PENDL JUNIOR PENDL JUNIOR" userId="a7519bb9f12db4d8" providerId="LiveId" clId="{3E2490E5-77B6-4FB2-819B-68DA7556F129}" dt="2025-08-21T01:38:05.786" v="622" actId="1076"/>
          <ac:spMkLst>
            <pc:docMk/>
            <pc:sldMk cId="4137054058" sldId="263"/>
            <ac:spMk id="16" creationId="{B24692DA-4916-5096-D577-D5DEC7F858BF}"/>
          </ac:spMkLst>
        </pc:spChg>
        <pc:spChg chg="add mod">
          <ac:chgData name="WILLI PENDL JUNIOR PENDL JUNIOR" userId="a7519bb9f12db4d8" providerId="LiveId" clId="{3E2490E5-77B6-4FB2-819B-68DA7556F129}" dt="2025-08-21T01:38:05.786" v="622" actId="1076"/>
          <ac:spMkLst>
            <pc:docMk/>
            <pc:sldMk cId="4137054058" sldId="263"/>
            <ac:spMk id="17" creationId="{7EB29AE8-3978-8346-81BA-4B81739C653E}"/>
          </ac:spMkLst>
        </pc:spChg>
        <pc:spChg chg="add del mod">
          <ac:chgData name="WILLI PENDL JUNIOR PENDL JUNIOR" userId="a7519bb9f12db4d8" providerId="LiveId" clId="{3E2490E5-77B6-4FB2-819B-68DA7556F129}" dt="2025-08-21T01:38:21.790" v="627" actId="478"/>
          <ac:spMkLst>
            <pc:docMk/>
            <pc:sldMk cId="4137054058" sldId="263"/>
            <ac:spMk id="18" creationId="{3C8507A2-0A98-F249-4248-D85068EBD414}"/>
          </ac:spMkLst>
        </pc:spChg>
        <pc:spChg chg="add mod">
          <ac:chgData name="WILLI PENDL JUNIOR PENDL JUNIOR" userId="a7519bb9f12db4d8" providerId="LiveId" clId="{3E2490E5-77B6-4FB2-819B-68DA7556F129}" dt="2025-08-21T01:38:09.542" v="623" actId="1076"/>
          <ac:spMkLst>
            <pc:docMk/>
            <pc:sldMk cId="4137054058" sldId="263"/>
            <ac:spMk id="19" creationId="{9D149CF9-7176-86AC-D06D-04B4B998C77F}"/>
          </ac:spMkLst>
        </pc:spChg>
        <pc:spChg chg="add mod">
          <ac:chgData name="WILLI PENDL JUNIOR PENDL JUNIOR" userId="a7519bb9f12db4d8" providerId="LiveId" clId="{3E2490E5-77B6-4FB2-819B-68DA7556F129}" dt="2025-08-21T01:39:53.724" v="644" actId="207"/>
          <ac:spMkLst>
            <pc:docMk/>
            <pc:sldMk cId="4137054058" sldId="263"/>
            <ac:spMk id="20" creationId="{FFED5187-0B17-C98F-59D5-61340C65E81C}"/>
          </ac:spMkLst>
        </pc:spChg>
        <pc:spChg chg="add mod">
          <ac:chgData name="WILLI PENDL JUNIOR PENDL JUNIOR" userId="a7519bb9f12db4d8" providerId="LiveId" clId="{3E2490E5-77B6-4FB2-819B-68DA7556F129}" dt="2025-08-21T01:38:16.850" v="625" actId="1076"/>
          <ac:spMkLst>
            <pc:docMk/>
            <pc:sldMk cId="4137054058" sldId="263"/>
            <ac:spMk id="21" creationId="{22E33E45-C3F4-7B7F-7963-C276EACCF191}"/>
          </ac:spMkLst>
        </pc:spChg>
        <pc:picChg chg="add mod">
          <ac:chgData name="WILLI PENDL JUNIOR PENDL JUNIOR" userId="a7519bb9f12db4d8" providerId="LiveId" clId="{3E2490E5-77B6-4FB2-819B-68DA7556F129}" dt="2025-08-21T01:38:18.868" v="626" actId="1076"/>
          <ac:picMkLst>
            <pc:docMk/>
            <pc:sldMk cId="4137054058" sldId="263"/>
            <ac:picMk id="23" creationId="{2FA8469F-31F1-96F2-830E-BEA29B60F3C2}"/>
          </ac:picMkLst>
        </pc:picChg>
      </pc:sldChg>
      <pc:sldChg chg="addSp modSp new mod modAnim">
        <pc:chgData name="WILLI PENDL JUNIOR PENDL JUNIOR" userId="a7519bb9f12db4d8" providerId="LiveId" clId="{3E2490E5-77B6-4FB2-819B-68DA7556F129}" dt="2025-08-21T21:37:49.894" v="908"/>
        <pc:sldMkLst>
          <pc:docMk/>
          <pc:sldMk cId="1614062217" sldId="264"/>
        </pc:sldMkLst>
        <pc:spChg chg="add mod">
          <ac:chgData name="WILLI PENDL JUNIOR PENDL JUNIOR" userId="a7519bb9f12db4d8" providerId="LiveId" clId="{3E2490E5-77B6-4FB2-819B-68DA7556F129}" dt="2025-08-21T01:40:15.107" v="645" actId="1076"/>
          <ac:spMkLst>
            <pc:docMk/>
            <pc:sldMk cId="1614062217" sldId="264"/>
            <ac:spMk id="2" creationId="{7C88D34B-8511-9F68-D88D-23B81CD41D2F}"/>
          </ac:spMkLst>
        </pc:spChg>
        <pc:spChg chg="add mod">
          <ac:chgData name="WILLI PENDL JUNIOR PENDL JUNIOR" userId="a7519bb9f12db4d8" providerId="LiveId" clId="{3E2490E5-77B6-4FB2-819B-68DA7556F129}" dt="2025-08-21T21:28:24.830" v="768" actId="1076"/>
          <ac:spMkLst>
            <pc:docMk/>
            <pc:sldMk cId="1614062217" sldId="264"/>
            <ac:spMk id="3" creationId="{4E1995BF-4E1C-8878-FB69-915ECCE64F5D}"/>
          </ac:spMkLst>
        </pc:spChg>
        <pc:spChg chg="add mod">
          <ac:chgData name="WILLI PENDL JUNIOR PENDL JUNIOR" userId="a7519bb9f12db4d8" providerId="LiveId" clId="{3E2490E5-77B6-4FB2-819B-68DA7556F129}" dt="2025-08-21T21:25:44.365" v="692" actId="207"/>
          <ac:spMkLst>
            <pc:docMk/>
            <pc:sldMk cId="1614062217" sldId="264"/>
            <ac:spMk id="4" creationId="{DEA2BA0A-C001-5BB6-0564-A49344E093FF}"/>
          </ac:spMkLst>
        </pc:spChg>
        <pc:spChg chg="add mod">
          <ac:chgData name="WILLI PENDL JUNIOR PENDL JUNIOR" userId="a7519bb9f12db4d8" providerId="LiveId" clId="{3E2490E5-77B6-4FB2-819B-68DA7556F129}" dt="2025-08-21T21:26:42.943" v="717" actId="1076"/>
          <ac:spMkLst>
            <pc:docMk/>
            <pc:sldMk cId="1614062217" sldId="264"/>
            <ac:spMk id="5" creationId="{5BB9C93F-A321-D8A9-B27F-86FB99618192}"/>
          </ac:spMkLst>
        </pc:spChg>
        <pc:spChg chg="add mod">
          <ac:chgData name="WILLI PENDL JUNIOR PENDL JUNIOR" userId="a7519bb9f12db4d8" providerId="LiveId" clId="{3E2490E5-77B6-4FB2-819B-68DA7556F129}" dt="2025-08-21T21:27:16.955" v="726" actId="20577"/>
          <ac:spMkLst>
            <pc:docMk/>
            <pc:sldMk cId="1614062217" sldId="264"/>
            <ac:spMk id="6" creationId="{25E1B7CF-A3DF-72A4-8A94-9CE53DA57B8E}"/>
          </ac:spMkLst>
        </pc:spChg>
        <pc:spChg chg="add mod">
          <ac:chgData name="WILLI PENDL JUNIOR PENDL JUNIOR" userId="a7519bb9f12db4d8" providerId="LiveId" clId="{3E2490E5-77B6-4FB2-819B-68DA7556F129}" dt="2025-08-21T21:29:07.478" v="779" actId="207"/>
          <ac:spMkLst>
            <pc:docMk/>
            <pc:sldMk cId="1614062217" sldId="264"/>
            <ac:spMk id="7" creationId="{039F279D-A933-B3BE-D45F-E65DD565740F}"/>
          </ac:spMkLst>
        </pc:spChg>
        <pc:spChg chg="add mod">
          <ac:chgData name="WILLI PENDL JUNIOR PENDL JUNIOR" userId="a7519bb9f12db4d8" providerId="LiveId" clId="{3E2490E5-77B6-4FB2-819B-68DA7556F129}" dt="2025-08-21T21:29:12.187" v="780" actId="207"/>
          <ac:spMkLst>
            <pc:docMk/>
            <pc:sldMk cId="1614062217" sldId="264"/>
            <ac:spMk id="8" creationId="{DF5D990C-428A-630A-C4A1-8130B8995624}"/>
          </ac:spMkLst>
        </pc:spChg>
        <pc:spChg chg="add mod">
          <ac:chgData name="WILLI PENDL JUNIOR PENDL JUNIOR" userId="a7519bb9f12db4d8" providerId="LiveId" clId="{3E2490E5-77B6-4FB2-819B-68DA7556F129}" dt="2025-08-21T21:28:48.352" v="775" actId="1076"/>
          <ac:spMkLst>
            <pc:docMk/>
            <pc:sldMk cId="1614062217" sldId="264"/>
            <ac:spMk id="9" creationId="{B7BA23D3-FC6F-A6AA-6C39-069397D2E2E9}"/>
          </ac:spMkLst>
        </pc:spChg>
        <pc:spChg chg="add mod">
          <ac:chgData name="WILLI PENDL JUNIOR PENDL JUNIOR" userId="a7519bb9f12db4d8" providerId="LiveId" clId="{3E2490E5-77B6-4FB2-819B-68DA7556F129}" dt="2025-08-21T21:28:58.178" v="778" actId="207"/>
          <ac:spMkLst>
            <pc:docMk/>
            <pc:sldMk cId="1614062217" sldId="264"/>
            <ac:spMk id="10" creationId="{69DC811F-F6A3-E401-610D-A43C94538AD3}"/>
          </ac:spMkLst>
        </pc:spChg>
        <pc:spChg chg="add mod">
          <ac:chgData name="WILLI PENDL JUNIOR PENDL JUNIOR" userId="a7519bb9f12db4d8" providerId="LiveId" clId="{3E2490E5-77B6-4FB2-819B-68DA7556F129}" dt="2025-08-21T21:29:57.530" v="807" actId="1076"/>
          <ac:spMkLst>
            <pc:docMk/>
            <pc:sldMk cId="1614062217" sldId="264"/>
            <ac:spMk id="11" creationId="{9F6D1E1F-8B76-F053-AC80-68763C6AA219}"/>
          </ac:spMkLst>
        </pc:spChg>
        <pc:spChg chg="add mod">
          <ac:chgData name="WILLI PENDL JUNIOR PENDL JUNIOR" userId="a7519bb9f12db4d8" providerId="LiveId" clId="{3E2490E5-77B6-4FB2-819B-68DA7556F129}" dt="2025-08-21T21:30:29.374" v="815" actId="6549"/>
          <ac:spMkLst>
            <pc:docMk/>
            <pc:sldMk cId="1614062217" sldId="264"/>
            <ac:spMk id="12" creationId="{D227DAD6-34CB-333D-A093-CDACFD55E21A}"/>
          </ac:spMkLst>
        </pc:spChg>
        <pc:spChg chg="add mod">
          <ac:chgData name="WILLI PENDL JUNIOR PENDL JUNIOR" userId="a7519bb9f12db4d8" providerId="LiveId" clId="{3E2490E5-77B6-4FB2-819B-68DA7556F129}" dt="2025-08-21T21:30:32.334" v="818" actId="6549"/>
          <ac:spMkLst>
            <pc:docMk/>
            <pc:sldMk cId="1614062217" sldId="264"/>
            <ac:spMk id="13" creationId="{3D427276-500B-2354-8138-8220CADF4D96}"/>
          </ac:spMkLst>
        </pc:spChg>
        <pc:spChg chg="add mod">
          <ac:chgData name="WILLI PENDL JUNIOR PENDL JUNIOR" userId="a7519bb9f12db4d8" providerId="LiveId" clId="{3E2490E5-77B6-4FB2-819B-68DA7556F129}" dt="2025-08-21T21:32:34.284" v="858" actId="1076"/>
          <ac:spMkLst>
            <pc:docMk/>
            <pc:sldMk cId="1614062217" sldId="264"/>
            <ac:spMk id="20" creationId="{2FDAEFA8-2DE8-5FDA-D0C2-09D93C09C35D}"/>
          </ac:spMkLst>
        </pc:spChg>
        <pc:spChg chg="add mod">
          <ac:chgData name="WILLI PENDL JUNIOR PENDL JUNIOR" userId="a7519bb9f12db4d8" providerId="LiveId" clId="{3E2490E5-77B6-4FB2-819B-68DA7556F129}" dt="2025-08-21T21:34:04.452" v="886" actId="1076"/>
          <ac:spMkLst>
            <pc:docMk/>
            <pc:sldMk cId="1614062217" sldId="264"/>
            <ac:spMk id="21" creationId="{A0AE08FE-8009-BC87-F13E-C2D202A782CA}"/>
          </ac:spMkLst>
        </pc:spChg>
        <pc:spChg chg="add mod">
          <ac:chgData name="WILLI PENDL JUNIOR PENDL JUNIOR" userId="a7519bb9f12db4d8" providerId="LiveId" clId="{3E2490E5-77B6-4FB2-819B-68DA7556F129}" dt="2025-08-21T21:34:06.323" v="887" actId="1076"/>
          <ac:spMkLst>
            <pc:docMk/>
            <pc:sldMk cId="1614062217" sldId="264"/>
            <ac:spMk id="22" creationId="{0BC6123E-34D6-E089-19CA-C3A183836ABF}"/>
          </ac:spMkLst>
        </pc:spChg>
        <pc:grpChg chg="add mod">
          <ac:chgData name="WILLI PENDL JUNIOR PENDL JUNIOR" userId="a7519bb9f12db4d8" providerId="LiveId" clId="{3E2490E5-77B6-4FB2-819B-68DA7556F129}" dt="2025-08-21T21:31:29.324" v="835" actId="164"/>
          <ac:grpSpMkLst>
            <pc:docMk/>
            <pc:sldMk cId="1614062217" sldId="264"/>
            <ac:grpSpMk id="19" creationId="{1910EC9E-9C6A-44A6-7076-3D0CF3A854CD}"/>
          </ac:grpSpMkLst>
        </pc:grpChg>
        <pc:picChg chg="add mod">
          <ac:chgData name="WILLI PENDL JUNIOR PENDL JUNIOR" userId="a7519bb9f12db4d8" providerId="LiveId" clId="{3E2490E5-77B6-4FB2-819B-68DA7556F129}" dt="2025-08-21T21:36:24.758" v="891" actId="1076"/>
          <ac:picMkLst>
            <pc:docMk/>
            <pc:sldMk cId="1614062217" sldId="264"/>
            <ac:picMk id="28" creationId="{C054F41E-14F1-25E4-3075-F04A2B6BDA00}"/>
          </ac:picMkLst>
        </pc:picChg>
        <pc:cxnChg chg="add mod">
          <ac:chgData name="WILLI PENDL JUNIOR PENDL JUNIOR" userId="a7519bb9f12db4d8" providerId="LiveId" clId="{3E2490E5-77B6-4FB2-819B-68DA7556F129}" dt="2025-08-21T21:31:29.324" v="835" actId="164"/>
          <ac:cxnSpMkLst>
            <pc:docMk/>
            <pc:sldMk cId="1614062217" sldId="264"/>
            <ac:cxnSpMk id="15" creationId="{98CE6F9A-08FB-801A-E3D9-D038BF649D6C}"/>
          </ac:cxnSpMkLst>
        </pc:cxnChg>
        <pc:cxnChg chg="add mod">
          <ac:chgData name="WILLI PENDL JUNIOR PENDL JUNIOR" userId="a7519bb9f12db4d8" providerId="LiveId" clId="{3E2490E5-77B6-4FB2-819B-68DA7556F129}" dt="2025-08-21T21:31:29.324" v="835" actId="164"/>
          <ac:cxnSpMkLst>
            <pc:docMk/>
            <pc:sldMk cId="1614062217" sldId="264"/>
            <ac:cxnSpMk id="18" creationId="{7EA4A5EB-5591-86AD-A3DB-3AE057CE0E76}"/>
          </ac:cxnSpMkLst>
        </pc:cxnChg>
        <pc:cxnChg chg="add mod">
          <ac:chgData name="WILLI PENDL JUNIOR PENDL JUNIOR" userId="a7519bb9f12db4d8" providerId="LiveId" clId="{3E2490E5-77B6-4FB2-819B-68DA7556F129}" dt="2025-08-21T21:34:00.025" v="885" actId="1076"/>
          <ac:cxnSpMkLst>
            <pc:docMk/>
            <pc:sldMk cId="1614062217" sldId="264"/>
            <ac:cxnSpMk id="24" creationId="{F078AAA6-8B1C-7FC3-7BDB-32D6D75631F4}"/>
          </ac:cxnSpMkLst>
        </pc:cxnChg>
      </pc:sldChg>
      <pc:sldChg chg="addSp modSp new mod modAnim">
        <pc:chgData name="WILLI PENDL JUNIOR PENDL JUNIOR" userId="a7519bb9f12db4d8" providerId="LiveId" clId="{3E2490E5-77B6-4FB2-819B-68DA7556F129}" dt="2025-08-21T21:42:10.525" v="1067"/>
        <pc:sldMkLst>
          <pc:docMk/>
          <pc:sldMk cId="2238487559" sldId="265"/>
        </pc:sldMkLst>
        <pc:spChg chg="add mod">
          <ac:chgData name="WILLI PENDL JUNIOR PENDL JUNIOR" userId="a7519bb9f12db4d8" providerId="LiveId" clId="{3E2490E5-77B6-4FB2-819B-68DA7556F129}" dt="2025-08-17T23:19:43.990" v="361" actId="1076"/>
          <ac:spMkLst>
            <pc:docMk/>
            <pc:sldMk cId="2238487559" sldId="265"/>
            <ac:spMk id="2" creationId="{24EC80AC-4D66-D5C8-BE8C-9F0134C767A1}"/>
          </ac:spMkLst>
        </pc:spChg>
        <pc:spChg chg="add mod">
          <ac:chgData name="WILLI PENDL JUNIOR PENDL JUNIOR" userId="a7519bb9f12db4d8" providerId="LiveId" clId="{3E2490E5-77B6-4FB2-819B-68DA7556F129}" dt="2025-08-21T21:41:17.212" v="1059" actId="1076"/>
          <ac:spMkLst>
            <pc:docMk/>
            <pc:sldMk cId="2238487559" sldId="265"/>
            <ac:spMk id="4" creationId="{5B0FE27E-5850-AB8A-2FA6-71930500949C}"/>
          </ac:spMkLst>
        </pc:spChg>
        <pc:spChg chg="add mod">
          <ac:chgData name="WILLI PENDL JUNIOR PENDL JUNIOR" userId="a7519bb9f12db4d8" providerId="LiveId" clId="{3E2490E5-77B6-4FB2-819B-68DA7556F129}" dt="2025-08-17T23:20:00.077" v="387" actId="1076"/>
          <ac:spMkLst>
            <pc:docMk/>
            <pc:sldMk cId="2238487559" sldId="265"/>
            <ac:spMk id="5" creationId="{FBCEE34E-D91F-3070-C7C1-1ACD31F6ED46}"/>
          </ac:spMkLst>
        </pc:spChg>
        <pc:spChg chg="add mod">
          <ac:chgData name="WILLI PENDL JUNIOR PENDL JUNIOR" userId="a7519bb9f12db4d8" providerId="LiveId" clId="{3E2490E5-77B6-4FB2-819B-68DA7556F129}" dt="2025-08-17T23:22:20.557" v="433" actId="1076"/>
          <ac:spMkLst>
            <pc:docMk/>
            <pc:sldMk cId="2238487559" sldId="265"/>
            <ac:spMk id="7" creationId="{43CC9CB6-E329-247D-5558-27047F7D0E82}"/>
          </ac:spMkLst>
        </pc:spChg>
        <pc:spChg chg="add mod ord">
          <ac:chgData name="WILLI PENDL JUNIOR PENDL JUNIOR" userId="a7519bb9f12db4d8" providerId="LiveId" clId="{3E2490E5-77B6-4FB2-819B-68DA7556F129}" dt="2025-08-21T21:39:36.083" v="914" actId="1036"/>
          <ac:spMkLst>
            <pc:docMk/>
            <pc:sldMk cId="2238487559" sldId="265"/>
            <ac:spMk id="8" creationId="{C6170AD1-D34E-4597-21F4-08113B84BA7C}"/>
          </ac:spMkLst>
        </pc:spChg>
        <pc:picChg chg="mod">
          <ac:chgData name="WILLI PENDL JUNIOR PENDL JUNIOR" userId="a7519bb9f12db4d8" providerId="LiveId" clId="{3E2490E5-77B6-4FB2-819B-68DA7556F129}" dt="2025-08-17T23:19:50.309" v="384" actId="1038"/>
          <ac:picMkLst>
            <pc:docMk/>
            <pc:sldMk cId="2238487559" sldId="265"/>
            <ac:picMk id="3" creationId="{09B6EFF5-8DA4-3696-EF98-F790A158B4EC}"/>
          </ac:picMkLst>
        </pc:picChg>
        <pc:picChg chg="add mod">
          <ac:chgData name="WILLI PENDL JUNIOR PENDL JUNIOR" userId="a7519bb9f12db4d8" providerId="LiveId" clId="{3E2490E5-77B6-4FB2-819B-68DA7556F129}" dt="2025-08-21T21:41:51.522" v="1064" actId="1076"/>
          <ac:picMkLst>
            <pc:docMk/>
            <pc:sldMk cId="2238487559" sldId="265"/>
            <ac:picMk id="9" creationId="{885FAB44-9480-47FE-F24B-343ACC12C86A}"/>
          </ac:picMkLst>
        </pc:picChg>
      </pc:sldChg>
      <pc:sldChg chg="addSp delSp modSp add mod modAnim">
        <pc:chgData name="WILLI PENDL JUNIOR PENDL JUNIOR" userId="a7519bb9f12db4d8" providerId="LiveId" clId="{3E2490E5-77B6-4FB2-819B-68DA7556F129}" dt="2025-08-22T02:55:18.392" v="1250" actId="207"/>
        <pc:sldMkLst>
          <pc:docMk/>
          <pc:sldMk cId="2942727515" sldId="266"/>
        </pc:sldMkLst>
        <pc:spChg chg="mod">
          <ac:chgData name="WILLI PENDL JUNIOR PENDL JUNIOR" userId="a7519bb9f12db4d8" providerId="LiveId" clId="{3E2490E5-77B6-4FB2-819B-68DA7556F129}" dt="2025-08-17T23:23:46.456" v="458" actId="20577"/>
          <ac:spMkLst>
            <pc:docMk/>
            <pc:sldMk cId="2942727515" sldId="266"/>
            <ac:spMk id="2" creationId="{678D9591-64F5-4F93-9373-712ACB3DE6BD}"/>
          </ac:spMkLst>
        </pc:spChg>
        <pc:spChg chg="add mod">
          <ac:chgData name="WILLI PENDL JUNIOR PENDL JUNIOR" userId="a7519bb9f12db4d8" providerId="LiveId" clId="{3E2490E5-77B6-4FB2-819B-68DA7556F129}" dt="2025-08-21T21:43:38.516" v="1069" actId="1076"/>
          <ac:spMkLst>
            <pc:docMk/>
            <pc:sldMk cId="2942727515" sldId="266"/>
            <ac:spMk id="3" creationId="{6834D600-44D5-0575-FC2A-0444BFD4E25D}"/>
          </ac:spMkLst>
        </pc:spChg>
        <pc:spChg chg="add mod">
          <ac:chgData name="WILLI PENDL JUNIOR PENDL JUNIOR" userId="a7519bb9f12db4d8" providerId="LiveId" clId="{3E2490E5-77B6-4FB2-819B-68DA7556F129}" dt="2025-08-21T21:49:03.528" v="1135" actId="1076"/>
          <ac:spMkLst>
            <pc:docMk/>
            <pc:sldMk cId="2942727515" sldId="266"/>
            <ac:spMk id="4" creationId="{08F8EE1B-9577-F3E7-DFC2-A52B9D9BA066}"/>
          </ac:spMkLst>
        </pc:spChg>
        <pc:spChg chg="add mod">
          <ac:chgData name="WILLI PENDL JUNIOR PENDL JUNIOR" userId="a7519bb9f12db4d8" providerId="LiveId" clId="{3E2490E5-77B6-4FB2-819B-68DA7556F129}" dt="2025-08-21T21:44:18.642" v="1075" actId="6549"/>
          <ac:spMkLst>
            <pc:docMk/>
            <pc:sldMk cId="2942727515" sldId="266"/>
            <ac:spMk id="5" creationId="{36900EBA-92EE-44D9-8E2C-773BCE93F4CA}"/>
          </ac:spMkLst>
        </pc:spChg>
        <pc:spChg chg="add mod">
          <ac:chgData name="WILLI PENDL JUNIOR PENDL JUNIOR" userId="a7519bb9f12db4d8" providerId="LiveId" clId="{3E2490E5-77B6-4FB2-819B-68DA7556F129}" dt="2025-08-21T21:49:03.528" v="1135" actId="1076"/>
          <ac:spMkLst>
            <pc:docMk/>
            <pc:sldMk cId="2942727515" sldId="266"/>
            <ac:spMk id="6" creationId="{183CE629-B332-8D39-C88F-9DB9E825752A}"/>
          </ac:spMkLst>
        </pc:spChg>
        <pc:spChg chg="mod">
          <ac:chgData name="WILLI PENDL JUNIOR PENDL JUNIOR" userId="a7519bb9f12db4d8" providerId="LiveId" clId="{3E2490E5-77B6-4FB2-819B-68DA7556F129}" dt="2025-08-21T21:48:57.010" v="1134" actId="1076"/>
          <ac:spMkLst>
            <pc:docMk/>
            <pc:sldMk cId="2942727515" sldId="266"/>
            <ac:spMk id="7" creationId="{767DF5D5-A067-CC06-BB27-835CA7EF6994}"/>
          </ac:spMkLst>
        </pc:spChg>
        <pc:spChg chg="del mod">
          <ac:chgData name="WILLI PENDL JUNIOR PENDL JUNIOR" userId="a7519bb9f12db4d8" providerId="LiveId" clId="{3E2490E5-77B6-4FB2-819B-68DA7556F129}" dt="2025-08-21T21:48:51.686" v="1133" actId="478"/>
          <ac:spMkLst>
            <pc:docMk/>
            <pc:sldMk cId="2942727515" sldId="266"/>
            <ac:spMk id="8" creationId="{07CC8843-6E26-6174-5F19-1C159DA3185D}"/>
          </ac:spMkLst>
        </pc:spChg>
        <pc:spChg chg="add mod">
          <ac:chgData name="WILLI PENDL JUNIOR PENDL JUNIOR" userId="a7519bb9f12db4d8" providerId="LiveId" clId="{3E2490E5-77B6-4FB2-819B-68DA7556F129}" dt="2025-08-21T21:44:31.332" v="1078" actId="1076"/>
          <ac:spMkLst>
            <pc:docMk/>
            <pc:sldMk cId="2942727515" sldId="266"/>
            <ac:spMk id="9" creationId="{78274A90-BEE6-D1D0-3CB5-76F3605AFB90}"/>
          </ac:spMkLst>
        </pc:spChg>
        <pc:spChg chg="add mod">
          <ac:chgData name="WILLI PENDL JUNIOR PENDL JUNIOR" userId="a7519bb9f12db4d8" providerId="LiveId" clId="{3E2490E5-77B6-4FB2-819B-68DA7556F129}" dt="2025-08-21T21:49:03.528" v="1135" actId="1076"/>
          <ac:spMkLst>
            <pc:docMk/>
            <pc:sldMk cId="2942727515" sldId="266"/>
            <ac:spMk id="10" creationId="{C5623C6E-726B-5F34-3D8F-20BBAC122051}"/>
          </ac:spMkLst>
        </pc:spChg>
        <pc:spChg chg="add mod">
          <ac:chgData name="WILLI PENDL JUNIOR PENDL JUNIOR" userId="a7519bb9f12db4d8" providerId="LiveId" clId="{3E2490E5-77B6-4FB2-819B-68DA7556F129}" dt="2025-08-21T21:49:03.528" v="1135" actId="1076"/>
          <ac:spMkLst>
            <pc:docMk/>
            <pc:sldMk cId="2942727515" sldId="266"/>
            <ac:spMk id="11" creationId="{B249B7A1-4A6D-45FB-5AED-B61CEF2EF4C2}"/>
          </ac:spMkLst>
        </pc:spChg>
        <pc:spChg chg="add mod">
          <ac:chgData name="WILLI PENDL JUNIOR PENDL JUNIOR" userId="a7519bb9f12db4d8" providerId="LiveId" clId="{3E2490E5-77B6-4FB2-819B-68DA7556F129}" dt="2025-08-21T21:49:03.528" v="1135" actId="1076"/>
          <ac:spMkLst>
            <pc:docMk/>
            <pc:sldMk cId="2942727515" sldId="266"/>
            <ac:spMk id="12" creationId="{6BD0F1F2-3221-6E65-8A74-077E838FC3C0}"/>
          </ac:spMkLst>
        </pc:spChg>
        <pc:spChg chg="add mod">
          <ac:chgData name="WILLI PENDL JUNIOR PENDL JUNIOR" userId="a7519bb9f12db4d8" providerId="LiveId" clId="{3E2490E5-77B6-4FB2-819B-68DA7556F129}" dt="2025-08-21T21:46:24.478" v="1103" actId="1076"/>
          <ac:spMkLst>
            <pc:docMk/>
            <pc:sldMk cId="2942727515" sldId="266"/>
            <ac:spMk id="13" creationId="{58A1061D-0689-F190-69B8-675DAC099233}"/>
          </ac:spMkLst>
        </pc:spChg>
        <pc:spChg chg="add mod">
          <ac:chgData name="WILLI PENDL JUNIOR PENDL JUNIOR" userId="a7519bb9f12db4d8" providerId="LiveId" clId="{3E2490E5-77B6-4FB2-819B-68DA7556F129}" dt="2025-08-21T21:49:03.528" v="1135" actId="1076"/>
          <ac:spMkLst>
            <pc:docMk/>
            <pc:sldMk cId="2942727515" sldId="266"/>
            <ac:spMk id="14" creationId="{30816A41-55EA-226F-30F2-DAEAB2772E89}"/>
          </ac:spMkLst>
        </pc:spChg>
        <pc:spChg chg="add mod">
          <ac:chgData name="WILLI PENDL JUNIOR PENDL JUNIOR" userId="a7519bb9f12db4d8" providerId="LiveId" clId="{3E2490E5-77B6-4FB2-819B-68DA7556F129}" dt="2025-08-21T21:49:03.528" v="1135" actId="1076"/>
          <ac:spMkLst>
            <pc:docMk/>
            <pc:sldMk cId="2942727515" sldId="266"/>
            <ac:spMk id="15" creationId="{6AB0A7EA-B7D4-BA9C-4922-4642ACCA3238}"/>
          </ac:spMkLst>
        </pc:spChg>
        <pc:spChg chg="add mod">
          <ac:chgData name="WILLI PENDL JUNIOR PENDL JUNIOR" userId="a7519bb9f12db4d8" providerId="LiveId" clId="{3E2490E5-77B6-4FB2-819B-68DA7556F129}" dt="2025-08-21T21:47:03.120" v="1117" actId="1076"/>
          <ac:spMkLst>
            <pc:docMk/>
            <pc:sldMk cId="2942727515" sldId="266"/>
            <ac:spMk id="16" creationId="{877352D9-42EF-08C0-1F35-7DE3FE059E5F}"/>
          </ac:spMkLst>
        </pc:spChg>
        <pc:spChg chg="add mod">
          <ac:chgData name="WILLI PENDL JUNIOR PENDL JUNIOR" userId="a7519bb9f12db4d8" providerId="LiveId" clId="{3E2490E5-77B6-4FB2-819B-68DA7556F129}" dt="2025-08-21T21:49:03.528" v="1135" actId="1076"/>
          <ac:spMkLst>
            <pc:docMk/>
            <pc:sldMk cId="2942727515" sldId="266"/>
            <ac:spMk id="17" creationId="{B6A09D2E-231C-33B9-A513-D7D13C007D8C}"/>
          </ac:spMkLst>
        </pc:spChg>
        <pc:spChg chg="add mod">
          <ac:chgData name="WILLI PENDL JUNIOR PENDL JUNIOR" userId="a7519bb9f12db4d8" providerId="LiveId" clId="{3E2490E5-77B6-4FB2-819B-68DA7556F129}" dt="2025-08-21T21:49:03.528" v="1135" actId="1076"/>
          <ac:spMkLst>
            <pc:docMk/>
            <pc:sldMk cId="2942727515" sldId="266"/>
            <ac:spMk id="18" creationId="{DA4086EF-B760-8D91-7911-7C0A66027BB4}"/>
          </ac:spMkLst>
        </pc:spChg>
        <pc:spChg chg="add mod">
          <ac:chgData name="WILLI PENDL JUNIOR PENDL JUNIOR" userId="a7519bb9f12db4d8" providerId="LiveId" clId="{3E2490E5-77B6-4FB2-819B-68DA7556F129}" dt="2025-08-21T21:49:03.528" v="1135" actId="1076"/>
          <ac:spMkLst>
            <pc:docMk/>
            <pc:sldMk cId="2942727515" sldId="266"/>
            <ac:spMk id="19" creationId="{9C5D8F8D-1D07-8E7F-0B70-3D1DE3FC36D0}"/>
          </ac:spMkLst>
        </pc:spChg>
        <pc:spChg chg="add mod">
          <ac:chgData name="WILLI PENDL JUNIOR PENDL JUNIOR" userId="a7519bb9f12db4d8" providerId="LiveId" clId="{3E2490E5-77B6-4FB2-819B-68DA7556F129}" dt="2025-08-21T21:48:07.348" v="1126" actId="207"/>
          <ac:spMkLst>
            <pc:docMk/>
            <pc:sldMk cId="2942727515" sldId="266"/>
            <ac:spMk id="20" creationId="{FC779F59-F7AA-A2E2-C433-1B1AC94C0EFF}"/>
          </ac:spMkLst>
        </pc:spChg>
        <pc:spChg chg="add mod">
          <ac:chgData name="WILLI PENDL JUNIOR PENDL JUNIOR" userId="a7519bb9f12db4d8" providerId="LiveId" clId="{3E2490E5-77B6-4FB2-819B-68DA7556F129}" dt="2025-08-21T21:48:18.371" v="1128" actId="1076"/>
          <ac:spMkLst>
            <pc:docMk/>
            <pc:sldMk cId="2942727515" sldId="266"/>
            <ac:spMk id="21" creationId="{AF5FFDE5-5D06-A331-223C-F60BE53C3F99}"/>
          </ac:spMkLst>
        </pc:spChg>
        <pc:spChg chg="add mod">
          <ac:chgData name="WILLI PENDL JUNIOR PENDL JUNIOR" userId="a7519bb9f12db4d8" providerId="LiveId" clId="{3E2490E5-77B6-4FB2-819B-68DA7556F129}" dt="2025-08-21T21:48:21.250" v="1129" actId="20577"/>
          <ac:spMkLst>
            <pc:docMk/>
            <pc:sldMk cId="2942727515" sldId="266"/>
            <ac:spMk id="22" creationId="{5A4B3AB4-6833-8474-C72F-E5D74366CCED}"/>
          </ac:spMkLst>
        </pc:spChg>
        <pc:spChg chg="add mod">
          <ac:chgData name="WILLI PENDL JUNIOR PENDL JUNIOR" userId="a7519bb9f12db4d8" providerId="LiveId" clId="{3E2490E5-77B6-4FB2-819B-68DA7556F129}" dt="2025-08-22T02:55:18.392" v="1250" actId="207"/>
          <ac:spMkLst>
            <pc:docMk/>
            <pc:sldMk cId="2942727515" sldId="266"/>
            <ac:spMk id="25" creationId="{632D4988-B92D-B1C4-F68D-9659ABF4CAE3}"/>
          </ac:spMkLst>
        </pc:spChg>
        <pc:grpChg chg="add mod">
          <ac:chgData name="WILLI PENDL JUNIOR PENDL JUNIOR" userId="a7519bb9f12db4d8" providerId="LiveId" clId="{3E2490E5-77B6-4FB2-819B-68DA7556F129}" dt="2025-08-21T21:50:34.778" v="1167" actId="164"/>
          <ac:grpSpMkLst>
            <pc:docMk/>
            <pc:sldMk cId="2942727515" sldId="266"/>
            <ac:grpSpMk id="26" creationId="{343AE118-20BA-8333-DA70-3DCD90A0AE84}"/>
          </ac:grpSpMkLst>
        </pc:grpChg>
        <pc:picChg chg="add mod">
          <ac:chgData name="WILLI PENDL JUNIOR PENDL JUNIOR" userId="a7519bb9f12db4d8" providerId="LiveId" clId="{3E2490E5-77B6-4FB2-819B-68DA7556F129}" dt="2025-08-21T21:50:34.778" v="1167" actId="164"/>
          <ac:picMkLst>
            <pc:docMk/>
            <pc:sldMk cId="2942727515" sldId="266"/>
            <ac:picMk id="24" creationId="{FE44ADCD-635F-59AB-9A13-FF826D9AF5C3}"/>
          </ac:picMkLst>
        </pc:picChg>
      </pc:sldChg>
      <pc:sldChg chg="addSp delSp modSp new mod delAnim modAnim">
        <pc:chgData name="WILLI PENDL JUNIOR PENDL JUNIOR" userId="a7519bb9f12db4d8" providerId="LiveId" clId="{3E2490E5-77B6-4FB2-819B-68DA7556F129}" dt="2025-08-22T02:54:01.728" v="1243" actId="1036"/>
        <pc:sldMkLst>
          <pc:docMk/>
          <pc:sldMk cId="3844084251" sldId="267"/>
        </pc:sldMkLst>
        <pc:spChg chg="add mod">
          <ac:chgData name="WILLI PENDL JUNIOR PENDL JUNIOR" userId="a7519bb9f12db4d8" providerId="LiveId" clId="{3E2490E5-77B6-4FB2-819B-68DA7556F129}" dt="2025-08-21T21:48:48.360" v="1132" actId="1076"/>
          <ac:spMkLst>
            <pc:docMk/>
            <pc:sldMk cId="3844084251" sldId="267"/>
            <ac:spMk id="2" creationId="{72BD590F-0102-768B-4898-C4B320FE6516}"/>
          </ac:spMkLst>
        </pc:spChg>
        <pc:spChg chg="add mod ord">
          <ac:chgData name="WILLI PENDL JUNIOR PENDL JUNIOR" userId="a7519bb9f12db4d8" providerId="LiveId" clId="{3E2490E5-77B6-4FB2-819B-68DA7556F129}" dt="2025-08-22T02:54:01.728" v="1243" actId="1036"/>
          <ac:spMkLst>
            <pc:docMk/>
            <pc:sldMk cId="3844084251" sldId="267"/>
            <ac:spMk id="3" creationId="{0C1AF9C0-E939-A80D-FCDA-E5C8BD1D25BF}"/>
          </ac:spMkLst>
        </pc:spChg>
        <pc:spChg chg="add mod">
          <ac:chgData name="WILLI PENDL JUNIOR PENDL JUNIOR" userId="a7519bb9f12db4d8" providerId="LiveId" clId="{3E2490E5-77B6-4FB2-819B-68DA7556F129}" dt="2025-08-22T02:48:32.429" v="1170" actId="1076"/>
          <ac:spMkLst>
            <pc:docMk/>
            <pc:sldMk cId="3844084251" sldId="267"/>
            <ac:spMk id="4" creationId="{22A5697D-F013-3918-A09D-312E7BF9FF56}"/>
          </ac:spMkLst>
        </pc:spChg>
        <pc:spChg chg="add del mod">
          <ac:chgData name="WILLI PENDL JUNIOR PENDL JUNIOR" userId="a7519bb9f12db4d8" providerId="LiveId" clId="{3E2490E5-77B6-4FB2-819B-68DA7556F129}" dt="2025-08-22T02:49:05.959" v="1175" actId="21"/>
          <ac:spMkLst>
            <pc:docMk/>
            <pc:sldMk cId="3844084251" sldId="267"/>
            <ac:spMk id="5" creationId="{9831F370-519D-618E-279F-F2F0355A16C1}"/>
          </ac:spMkLst>
        </pc:spChg>
        <pc:spChg chg="add del mod">
          <ac:chgData name="WILLI PENDL JUNIOR PENDL JUNIOR" userId="a7519bb9f12db4d8" providerId="LiveId" clId="{3E2490E5-77B6-4FB2-819B-68DA7556F129}" dt="2025-08-22T02:49:05.959" v="1175" actId="21"/>
          <ac:spMkLst>
            <pc:docMk/>
            <pc:sldMk cId="3844084251" sldId="267"/>
            <ac:spMk id="6" creationId="{849E65B2-119C-392A-96F0-52D526B2B4D3}"/>
          </ac:spMkLst>
        </pc:spChg>
        <pc:spChg chg="add del mod">
          <ac:chgData name="WILLI PENDL JUNIOR PENDL JUNIOR" userId="a7519bb9f12db4d8" providerId="LiveId" clId="{3E2490E5-77B6-4FB2-819B-68DA7556F129}" dt="2025-08-22T02:49:05.959" v="1175" actId="21"/>
          <ac:spMkLst>
            <pc:docMk/>
            <pc:sldMk cId="3844084251" sldId="267"/>
            <ac:spMk id="7" creationId="{215BDD22-5E0B-4280-0DF8-7BFD940D5779}"/>
          </ac:spMkLst>
        </pc:spChg>
        <pc:spChg chg="add del mod">
          <ac:chgData name="WILLI PENDL JUNIOR PENDL JUNIOR" userId="a7519bb9f12db4d8" providerId="LiveId" clId="{3E2490E5-77B6-4FB2-819B-68DA7556F129}" dt="2025-08-22T02:49:05.959" v="1175" actId="21"/>
          <ac:spMkLst>
            <pc:docMk/>
            <pc:sldMk cId="3844084251" sldId="267"/>
            <ac:spMk id="8" creationId="{B86243C5-F14A-E731-A6D6-938C600A10EF}"/>
          </ac:spMkLst>
        </pc:spChg>
        <pc:spChg chg="add del mod">
          <ac:chgData name="WILLI PENDL JUNIOR PENDL JUNIOR" userId="a7519bb9f12db4d8" providerId="LiveId" clId="{3E2490E5-77B6-4FB2-819B-68DA7556F129}" dt="2025-08-22T02:48:49.333" v="1172" actId="478"/>
          <ac:spMkLst>
            <pc:docMk/>
            <pc:sldMk cId="3844084251" sldId="267"/>
            <ac:spMk id="9" creationId="{6A0F0166-3242-7BFF-9278-BE080AD2244E}"/>
          </ac:spMkLst>
        </pc:spChg>
        <pc:spChg chg="add mod">
          <ac:chgData name="WILLI PENDL JUNIOR PENDL JUNIOR" userId="a7519bb9f12db4d8" providerId="LiveId" clId="{3E2490E5-77B6-4FB2-819B-68DA7556F129}" dt="2025-08-22T02:49:01.220" v="1174" actId="1076"/>
          <ac:spMkLst>
            <pc:docMk/>
            <pc:sldMk cId="3844084251" sldId="267"/>
            <ac:spMk id="10" creationId="{EA40E4DE-554F-2CD3-FDDA-6295F397A381}"/>
          </ac:spMkLst>
        </pc:spChg>
        <pc:spChg chg="add mod">
          <ac:chgData name="WILLI PENDL JUNIOR PENDL JUNIOR" userId="a7519bb9f12db4d8" providerId="LiveId" clId="{3E2490E5-77B6-4FB2-819B-68DA7556F129}" dt="2025-08-22T02:49:12.619" v="1178" actId="1076"/>
          <ac:spMkLst>
            <pc:docMk/>
            <pc:sldMk cId="3844084251" sldId="267"/>
            <ac:spMk id="11" creationId="{9831F370-519D-618E-279F-F2F0355A16C1}"/>
          </ac:spMkLst>
        </pc:spChg>
        <pc:spChg chg="add mod">
          <ac:chgData name="WILLI PENDL JUNIOR PENDL JUNIOR" userId="a7519bb9f12db4d8" providerId="LiveId" clId="{3E2490E5-77B6-4FB2-819B-68DA7556F129}" dt="2025-08-22T02:49:33.107" v="1180" actId="20577"/>
          <ac:spMkLst>
            <pc:docMk/>
            <pc:sldMk cId="3844084251" sldId="267"/>
            <ac:spMk id="12" creationId="{849E65B2-119C-392A-96F0-52D526B2B4D3}"/>
          </ac:spMkLst>
        </pc:spChg>
        <pc:spChg chg="add mod">
          <ac:chgData name="WILLI PENDL JUNIOR PENDL JUNIOR" userId="a7519bb9f12db4d8" providerId="LiveId" clId="{3E2490E5-77B6-4FB2-819B-68DA7556F129}" dt="2025-08-22T02:49:07.284" v="1176"/>
          <ac:spMkLst>
            <pc:docMk/>
            <pc:sldMk cId="3844084251" sldId="267"/>
            <ac:spMk id="13" creationId="{215BDD22-5E0B-4280-0DF8-7BFD940D5779}"/>
          </ac:spMkLst>
        </pc:spChg>
        <pc:spChg chg="add mod">
          <ac:chgData name="WILLI PENDL JUNIOR PENDL JUNIOR" userId="a7519bb9f12db4d8" providerId="LiveId" clId="{3E2490E5-77B6-4FB2-819B-68DA7556F129}" dt="2025-08-22T02:49:46.479" v="1183" actId="14100"/>
          <ac:spMkLst>
            <pc:docMk/>
            <pc:sldMk cId="3844084251" sldId="267"/>
            <ac:spMk id="14" creationId="{B86243C5-F14A-E731-A6D6-938C600A10EF}"/>
          </ac:spMkLst>
        </pc:spChg>
        <pc:spChg chg="add mod">
          <ac:chgData name="WILLI PENDL JUNIOR PENDL JUNIOR" userId="a7519bb9f12db4d8" providerId="LiveId" clId="{3E2490E5-77B6-4FB2-819B-68DA7556F129}" dt="2025-08-22T02:50:50.511" v="1197" actId="20577"/>
          <ac:spMkLst>
            <pc:docMk/>
            <pc:sldMk cId="3844084251" sldId="267"/>
            <ac:spMk id="15" creationId="{A19040BF-09EF-6E3E-9CD6-B037475E1CBC}"/>
          </ac:spMkLst>
        </pc:spChg>
        <pc:spChg chg="add mod">
          <ac:chgData name="WILLI PENDL JUNIOR PENDL JUNIOR" userId="a7519bb9f12db4d8" providerId="LiveId" clId="{3E2490E5-77B6-4FB2-819B-68DA7556F129}" dt="2025-08-22T02:51:06.402" v="1205" actId="1076"/>
          <ac:spMkLst>
            <pc:docMk/>
            <pc:sldMk cId="3844084251" sldId="267"/>
            <ac:spMk id="16" creationId="{D6532B4F-BC1A-AF8D-A0A2-7B648FC2FC01}"/>
          </ac:spMkLst>
        </pc:spChg>
        <pc:spChg chg="add mod">
          <ac:chgData name="WILLI PENDL JUNIOR PENDL JUNIOR" userId="a7519bb9f12db4d8" providerId="LiveId" clId="{3E2490E5-77B6-4FB2-819B-68DA7556F129}" dt="2025-08-22T02:53:50.462" v="1236" actId="339"/>
          <ac:spMkLst>
            <pc:docMk/>
            <pc:sldMk cId="3844084251" sldId="267"/>
            <ac:spMk id="17" creationId="{23D86366-BEC2-F409-0275-C78A5655A97B}"/>
          </ac:spMkLst>
        </pc:spChg>
        <pc:graphicFrameChg chg="add del mod">
          <ac:chgData name="WILLI PENDL JUNIOR PENDL JUNIOR" userId="a7519bb9f12db4d8" providerId="LiveId" clId="{3E2490E5-77B6-4FB2-819B-68DA7556F129}" dt="2025-08-22T02:51:55.604" v="1219" actId="478"/>
          <ac:graphicFrameMkLst>
            <pc:docMk/>
            <pc:sldMk cId="3844084251" sldId="267"/>
            <ac:graphicFrameMk id="18" creationId="{1FCB81E3-B561-02AD-B722-18167B05FAB1}"/>
          </ac:graphicFrameMkLst>
        </pc:graphicFrameChg>
        <pc:graphicFrameChg chg="add del mod">
          <ac:chgData name="WILLI PENDL JUNIOR PENDL JUNIOR" userId="a7519bb9f12db4d8" providerId="LiveId" clId="{3E2490E5-77B6-4FB2-819B-68DA7556F129}" dt="2025-08-22T02:51:59.853" v="1221" actId="478"/>
          <ac:graphicFrameMkLst>
            <pc:docMk/>
            <pc:sldMk cId="3844084251" sldId="267"/>
            <ac:graphicFrameMk id="19" creationId="{4486669E-38B3-995D-C700-D1A9D11C0F11}"/>
          </ac:graphicFrameMkLst>
        </pc:graphicFrameChg>
        <pc:graphicFrameChg chg="del">
          <ac:chgData name="WILLI PENDL JUNIOR PENDL JUNIOR" userId="a7519bb9f12db4d8" providerId="LiveId" clId="{3E2490E5-77B6-4FB2-819B-68DA7556F129}" dt="2025-08-22T02:52:07.119" v="1222" actId="478"/>
          <ac:graphicFrameMkLst>
            <pc:docMk/>
            <pc:sldMk cId="3844084251" sldId="267"/>
            <ac:graphicFrameMk id="20" creationId="{4DFACC07-FD0C-2BF2-6E69-7F75898E5CC4}"/>
          </ac:graphicFrameMkLst>
        </pc:graphicFrameChg>
        <pc:picChg chg="add mod">
          <ac:chgData name="WILLI PENDL JUNIOR PENDL JUNIOR" userId="a7519bb9f12db4d8" providerId="LiveId" clId="{3E2490E5-77B6-4FB2-819B-68DA7556F129}" dt="2025-08-22T02:52:43.786" v="1226" actId="1076"/>
          <ac:picMkLst>
            <pc:docMk/>
            <pc:sldMk cId="3844084251" sldId="267"/>
            <ac:picMk id="22" creationId="{75CE9862-158F-44A5-3CCB-8D714113AC9D}"/>
          </ac:picMkLst>
        </pc:picChg>
      </pc:sldChg>
    </pc:docChg>
  </pc:docChgLst>
  <pc:docChgLst>
    <pc:chgData name="WILLI PENDL JUNIOR" userId="a7519bb9f12db4d8" providerId="LiveId" clId="{9BD612A2-E01C-4BDE-B6CC-28E435535F91}"/>
    <pc:docChg chg="custSel modSld">
      <pc:chgData name="WILLI PENDL JUNIOR" userId="a7519bb9f12db4d8" providerId="LiveId" clId="{9BD612A2-E01C-4BDE-B6CC-28E435535F91}" dt="2022-09-12T00:23:58.086" v="197" actId="255"/>
      <pc:docMkLst>
        <pc:docMk/>
      </pc:docMkLst>
      <pc:sldChg chg="delSp modSp mod">
        <pc:chgData name="WILLI PENDL JUNIOR" userId="a7519bb9f12db4d8" providerId="LiveId" clId="{9BD612A2-E01C-4BDE-B6CC-28E435535F91}" dt="2022-09-12T00:11:41.986" v="58" actId="208"/>
        <pc:sldMkLst>
          <pc:docMk/>
          <pc:sldMk cId="795406518" sldId="256"/>
        </pc:sldMkLst>
      </pc:sldChg>
      <pc:sldChg chg="modSp mod">
        <pc:chgData name="WILLI PENDL JUNIOR" userId="a7519bb9f12db4d8" providerId="LiveId" clId="{9BD612A2-E01C-4BDE-B6CC-28E435535F91}" dt="2022-09-12T00:14:58.680" v="104" actId="403"/>
        <pc:sldMkLst>
          <pc:docMk/>
          <pc:sldMk cId="710863393" sldId="257"/>
        </pc:sldMkLst>
      </pc:sldChg>
      <pc:sldChg chg="modSp mod">
        <pc:chgData name="WILLI PENDL JUNIOR" userId="a7519bb9f12db4d8" providerId="LiveId" clId="{9BD612A2-E01C-4BDE-B6CC-28E435535F91}" dt="2022-09-12T00:19:13.437" v="150" actId="1076"/>
        <pc:sldMkLst>
          <pc:docMk/>
          <pc:sldMk cId="30747153" sldId="258"/>
        </pc:sldMkLst>
      </pc:sldChg>
      <pc:sldChg chg="modSp mod">
        <pc:chgData name="WILLI PENDL JUNIOR" userId="a7519bb9f12db4d8" providerId="LiveId" clId="{9BD612A2-E01C-4BDE-B6CC-28E435535F91}" dt="2022-09-12T00:21:59.541" v="195" actId="1076"/>
        <pc:sldMkLst>
          <pc:docMk/>
          <pc:sldMk cId="300738052" sldId="259"/>
        </pc:sldMkLst>
      </pc:sldChg>
      <pc:sldChg chg="modSp mod">
        <pc:chgData name="WILLI PENDL JUNIOR" userId="a7519bb9f12db4d8" providerId="LiveId" clId="{9BD612A2-E01C-4BDE-B6CC-28E435535F91}" dt="2022-09-12T00:23:58.086" v="197" actId="255"/>
        <pc:sldMkLst>
          <pc:docMk/>
          <pc:sldMk cId="529552497" sldId="260"/>
        </pc:sldMkLst>
      </pc:sldChg>
    </pc:docChg>
  </pc:docChgLst>
  <pc:docChgLst>
    <pc:chgData name="WILLI PENDL JUNIOR" userId="a7519bb9f12db4d8" providerId="LiveId" clId="{0917B511-1BAD-47EE-B1DC-A3408AA85407}"/>
    <pc:docChg chg="undo custSel modSld sldOrd">
      <pc:chgData name="WILLI PENDL JUNIOR" userId="a7519bb9f12db4d8" providerId="LiveId" clId="{0917B511-1BAD-47EE-B1DC-A3408AA85407}" dt="2022-10-12T02:06:25.923" v="130"/>
      <pc:docMkLst>
        <pc:docMk/>
      </pc:docMkLst>
      <pc:sldChg chg="ord">
        <pc:chgData name="WILLI PENDL JUNIOR" userId="a7519bb9f12db4d8" providerId="LiveId" clId="{0917B511-1BAD-47EE-B1DC-A3408AA85407}" dt="2022-10-12T02:06:25.923" v="130"/>
        <pc:sldMkLst>
          <pc:docMk/>
          <pc:sldMk cId="300738052" sldId="259"/>
        </pc:sldMkLst>
      </pc:sldChg>
      <pc:sldChg chg="modSp mod ord">
        <pc:chgData name="WILLI PENDL JUNIOR" userId="a7519bb9f12db4d8" providerId="LiveId" clId="{0917B511-1BAD-47EE-B1DC-A3408AA85407}" dt="2022-10-12T02:06:15.855" v="128"/>
        <pc:sldMkLst>
          <pc:docMk/>
          <pc:sldMk cId="529552497" sldId="260"/>
        </pc:sldMkLst>
      </pc:sldChg>
      <pc:sldChg chg="modSp mod ord">
        <pc:chgData name="WILLI PENDL JUNIOR" userId="a7519bb9f12db4d8" providerId="LiveId" clId="{0917B511-1BAD-47EE-B1DC-A3408AA85407}" dt="2022-10-12T02:06:11.168" v="126"/>
        <pc:sldMkLst>
          <pc:docMk/>
          <pc:sldMk cId="614537988" sldId="261"/>
        </pc:sldMkLst>
      </pc:sldChg>
      <pc:sldChg chg="modSp mod ord">
        <pc:chgData name="WILLI PENDL JUNIOR" userId="a7519bb9f12db4d8" providerId="LiveId" clId="{0917B511-1BAD-47EE-B1DC-A3408AA85407}" dt="2022-10-12T02:06:11.168" v="126"/>
        <pc:sldMkLst>
          <pc:docMk/>
          <pc:sldMk cId="1695134827" sldId="262"/>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pt-BR"/>
              <a:t>Clique para editar o título Mestre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pt-BR"/>
              <a:t>Clique para editar o título Mestre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8/20/2025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pt-BR"/>
              <a:t>Clique para editar o título Mestre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pt-BR"/>
              <a:t>Clique para editar o título Mestre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2A54C80-263E-416B-A8E0-580EDEADCBDC}" type="datetimeFigureOut">
              <a:rPr lang="en-US" dirty="0"/>
              <a:t>8/20/2025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pt-BR"/>
              <a:t>Clique para editar o título Mestre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pt-BR"/>
              <a:t>Clique para editar o título Mestre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a:t>Clique para editar os estilos de texto Mestres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pt-BR"/>
              <a:t>Clique para editar o título Mestre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o 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pt-BR"/>
              <a:t>Clique para editar o título Mestre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a:t>Clique para editar os estilos de texto Mestres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iro ou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pt-BR"/>
              <a:t>Clique para editar o título Mestre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a:t>Clique para editar os estilos de texto Mestres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8/20/2025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pt-BR"/>
              <a:t>Clique para editar o título Mestre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pt-BR"/>
              <a:t>Clique para editar o título Mestre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8/20/2025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gif"/><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19.gif"/><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3.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31.gif"/><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5.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6.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120.png"/><Relationship Id="rId18" Type="http://schemas.openxmlformats.org/officeDocument/2006/relationships/image" Target="../media/image39.gif"/><Relationship Id="rId3" Type="http://schemas.openxmlformats.org/officeDocument/2006/relationships/image" Target="../media/image210.png"/><Relationship Id="rId7" Type="http://schemas.openxmlformats.org/officeDocument/2006/relationships/image" Target="../media/image610.png"/><Relationship Id="rId12" Type="http://schemas.openxmlformats.org/officeDocument/2006/relationships/image" Target="../media/image111.png"/><Relationship Id="rId17" Type="http://schemas.openxmlformats.org/officeDocument/2006/relationships/image" Target="../media/image160.png"/><Relationship Id="rId2" Type="http://schemas.openxmlformats.org/officeDocument/2006/relationships/image" Target="../media/image110.png"/><Relationship Id="rId16" Type="http://schemas.openxmlformats.org/officeDocument/2006/relationships/image" Target="../media/image150.png"/><Relationship Id="rId1" Type="http://schemas.openxmlformats.org/officeDocument/2006/relationships/slideLayout" Target="../slideLayouts/slideLayout1.xml"/><Relationship Id="rId6" Type="http://schemas.openxmlformats.org/officeDocument/2006/relationships/image" Target="../media/image55.png"/><Relationship Id="rId11" Type="http://schemas.openxmlformats.org/officeDocument/2006/relationships/image" Target="../media/image100.png"/><Relationship Id="rId5" Type="http://schemas.openxmlformats.org/officeDocument/2006/relationships/image" Target="../media/image410.png"/><Relationship Id="rId15" Type="http://schemas.openxmlformats.org/officeDocument/2006/relationships/image" Target="../media/image140.png"/><Relationship Id="rId10" Type="http://schemas.openxmlformats.org/officeDocument/2006/relationships/image" Target="../media/image9.png"/><Relationship Id="rId4" Type="http://schemas.openxmlformats.org/officeDocument/2006/relationships/image" Target="../media/image39.png"/><Relationship Id="rId9" Type="http://schemas.openxmlformats.org/officeDocument/2006/relationships/image" Target="../media/image81.png"/><Relationship Id="rId14" Type="http://schemas.openxmlformats.org/officeDocument/2006/relationships/image" Target="../media/image130.png"/></Relationships>
</file>

<file path=ppt/slides/_rels/slide7.xml.rels><?xml version="1.0" encoding="UTF-8" standalone="yes"?>
<Relationships xmlns="http://schemas.openxmlformats.org/package/2006/relationships"><Relationship Id="rId8" Type="http://schemas.openxmlformats.org/officeDocument/2006/relationships/image" Target="../media/image240.png"/><Relationship Id="rId3" Type="http://schemas.openxmlformats.org/officeDocument/2006/relationships/image" Target="../media/image19.png"/><Relationship Id="rId7" Type="http://schemas.openxmlformats.org/officeDocument/2006/relationships/image" Target="../media/image171.png"/><Relationship Id="rId12" Type="http://schemas.openxmlformats.org/officeDocument/2006/relationships/image" Target="../media/image40.gif"/><Relationship Id="rId2" Type="http://schemas.openxmlformats.org/officeDocument/2006/relationships/image" Target="../media/image180.png"/><Relationship Id="rId1" Type="http://schemas.openxmlformats.org/officeDocument/2006/relationships/slideLayout" Target="../slideLayouts/slideLayout7.xml"/><Relationship Id="rId6" Type="http://schemas.openxmlformats.org/officeDocument/2006/relationships/image" Target="../media/image220.png"/><Relationship Id="rId11" Type="http://schemas.openxmlformats.org/officeDocument/2006/relationships/image" Target="../media/image270.png"/><Relationship Id="rId5" Type="http://schemas.openxmlformats.org/officeDocument/2006/relationships/image" Target="../media/image21.png"/><Relationship Id="rId10" Type="http://schemas.openxmlformats.org/officeDocument/2006/relationships/image" Target="../media/image260.png"/><Relationship Id="rId4" Type="http://schemas.openxmlformats.org/officeDocument/2006/relationships/image" Target="../media/image200.png"/><Relationship Id="rId9" Type="http://schemas.openxmlformats.org/officeDocument/2006/relationships/image" Target="../media/image250.png"/></Relationships>
</file>

<file path=ppt/slides/_rels/slide8.xml.rels><?xml version="1.0" encoding="UTF-8" standalone="yes"?>
<Relationships xmlns="http://schemas.openxmlformats.org/package/2006/relationships"><Relationship Id="rId8" Type="http://schemas.openxmlformats.org/officeDocument/2006/relationships/image" Target="../media/image41.gif"/><Relationship Id="rId3" Type="http://schemas.openxmlformats.org/officeDocument/2006/relationships/image" Target="../media/image281.png"/><Relationship Id="rId7" Type="http://schemas.openxmlformats.org/officeDocument/2006/relationships/image" Target="../media/image320.png"/><Relationship Id="rId2" Type="http://schemas.openxmlformats.org/officeDocument/2006/relationships/image" Target="../media/image230.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0.png"/><Relationship Id="rId4" Type="http://schemas.openxmlformats.org/officeDocument/2006/relationships/image" Target="../media/image290.png"/></Relationships>
</file>

<file path=ppt/slides/_rels/slide9.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170.png"/><Relationship Id="rId1" Type="http://schemas.openxmlformats.org/officeDocument/2006/relationships/slideLayout" Target="../slideLayouts/slideLayout7.xml"/><Relationship Id="rId6" Type="http://schemas.openxmlformats.org/officeDocument/2006/relationships/image" Target="../media/image42.jpg"/><Relationship Id="rId5" Type="http://schemas.openxmlformats.org/officeDocument/2006/relationships/image" Target="../media/image361.png"/><Relationship Id="rId4" Type="http://schemas.openxmlformats.org/officeDocument/2006/relationships/image" Target="../media/image350.png"/></Relationships>
</file>

<file path=ppt/slides/_rels/slide10.xml.rels><?xml version="1.0" encoding="UTF-8" standalone="yes"?>
<Relationships xmlns="http://schemas.openxmlformats.org/package/2006/relationships"><Relationship Id="rId8" Type="http://schemas.openxmlformats.org/officeDocument/2006/relationships/image" Target="../media/image49.emf"/><Relationship Id="rId13" Type="http://schemas.openxmlformats.org/officeDocument/2006/relationships/image" Target="../media/image54.emf"/><Relationship Id="rId26" Type="http://schemas.openxmlformats.org/officeDocument/2006/relationships/image" Target="../media/image61.png"/><Relationship Id="rId3" Type="http://schemas.openxmlformats.org/officeDocument/2006/relationships/image" Target="../media/image44.png"/><Relationship Id="rId21" Type="http://schemas.openxmlformats.org/officeDocument/2006/relationships/image" Target="../media/image51.png"/><Relationship Id="rId7" Type="http://schemas.openxmlformats.org/officeDocument/2006/relationships/image" Target="../media/image48.emf"/><Relationship Id="rId12" Type="http://schemas.openxmlformats.org/officeDocument/2006/relationships/image" Target="../media/image53.emf"/><Relationship Id="rId25" Type="http://schemas.openxmlformats.org/officeDocument/2006/relationships/image" Target="../media/image60.png"/><Relationship Id="rId33" Type="http://schemas.openxmlformats.org/officeDocument/2006/relationships/image" Target="../media/image58.png"/><Relationship Id="rId2" Type="http://schemas.openxmlformats.org/officeDocument/2006/relationships/image" Target="../media/image43.emf"/><Relationship Id="rId20" Type="http://schemas.openxmlformats.org/officeDocument/2006/relationships/image" Target="../media/image50.png"/><Relationship Id="rId29" Type="http://schemas.openxmlformats.org/officeDocument/2006/relationships/image" Target="../media/image64.png"/><Relationship Id="rId1" Type="http://schemas.openxmlformats.org/officeDocument/2006/relationships/slideLayout" Target="../slideLayouts/slideLayout7.xml"/><Relationship Id="rId6" Type="http://schemas.openxmlformats.org/officeDocument/2006/relationships/image" Target="../media/image47.emf"/><Relationship Id="rId11" Type="http://schemas.openxmlformats.org/officeDocument/2006/relationships/image" Target="../media/image52.emf"/><Relationship Id="rId24" Type="http://schemas.openxmlformats.org/officeDocument/2006/relationships/image" Target="../media/image54.png"/><Relationship Id="rId32" Type="http://schemas.openxmlformats.org/officeDocument/2006/relationships/image" Target="../media/image57.png"/><Relationship Id="rId5" Type="http://schemas.openxmlformats.org/officeDocument/2006/relationships/image" Target="../media/image46.emf"/><Relationship Id="rId15" Type="http://schemas.openxmlformats.org/officeDocument/2006/relationships/image" Target="../media/image56.emf"/><Relationship Id="rId23" Type="http://schemas.openxmlformats.org/officeDocument/2006/relationships/image" Target="../media/image53.png"/><Relationship Id="rId28" Type="http://schemas.openxmlformats.org/officeDocument/2006/relationships/image" Target="../media/image63.png"/><Relationship Id="rId10" Type="http://schemas.openxmlformats.org/officeDocument/2006/relationships/image" Target="../media/image51.emf"/><Relationship Id="rId19" Type="http://schemas.openxmlformats.org/officeDocument/2006/relationships/image" Target="../media/image80.png"/><Relationship Id="rId31" Type="http://schemas.openxmlformats.org/officeDocument/2006/relationships/image" Target="../media/image56.png"/><Relationship Id="rId4" Type="http://schemas.openxmlformats.org/officeDocument/2006/relationships/image" Target="../media/image45.emf"/><Relationship Id="rId9" Type="http://schemas.openxmlformats.org/officeDocument/2006/relationships/image" Target="../media/image50.emf"/><Relationship Id="rId14" Type="http://schemas.openxmlformats.org/officeDocument/2006/relationships/image" Target="../media/image55.emf"/><Relationship Id="rId22" Type="http://schemas.openxmlformats.org/officeDocument/2006/relationships/image" Target="../media/image52.png"/><Relationship Id="rId27" Type="http://schemas.openxmlformats.org/officeDocument/2006/relationships/image" Target="../media/image62.png"/><Relationship Id="rId30" Type="http://schemas.openxmlformats.org/officeDocument/2006/relationships/image" Target="../media/image57.jpg"/></Relationships>
</file>

<file path=ppt/slides/_rels/slide11.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image" Target="../media/image73.png"/><Relationship Id="rId3" Type="http://schemas.openxmlformats.org/officeDocument/2006/relationships/image" Target="../media/image59.png"/><Relationship Id="rId7" Type="http://schemas.openxmlformats.org/officeDocument/2006/relationships/image" Target="../media/image69.png"/><Relationship Id="rId12" Type="http://schemas.openxmlformats.org/officeDocument/2006/relationships/image" Target="../media/image77.png"/><Relationship Id="rId2" Type="http://schemas.openxmlformats.org/officeDocument/2006/relationships/image" Target="../media/image67.png"/><Relationship Id="rId1" Type="http://schemas.openxmlformats.org/officeDocument/2006/relationships/slideLayout" Target="../slideLayouts/slideLayout7.xml"/><Relationship Id="rId6" Type="http://schemas.openxmlformats.org/officeDocument/2006/relationships/image" Target="../media/image68.png"/><Relationship Id="rId11" Type="http://schemas.openxmlformats.org/officeDocument/2006/relationships/image" Target="../media/image72.png"/><Relationship Id="rId5" Type="http://schemas.openxmlformats.org/officeDocument/2006/relationships/image" Target="../media/image66.png"/><Relationship Id="rId15" Type="http://schemas.openxmlformats.org/officeDocument/2006/relationships/image" Target="../media/image58.gif"/><Relationship Id="rId10" Type="http://schemas.openxmlformats.org/officeDocument/2006/relationships/image" Target="../media/image75.png"/><Relationship Id="rId4" Type="http://schemas.openxmlformats.org/officeDocument/2006/relationships/image" Target="../media/image65.png"/><Relationship Id="rId9" Type="http://schemas.openxmlformats.org/officeDocument/2006/relationships/image" Target="../media/image71.png"/><Relationship Id="rId14" Type="http://schemas.openxmlformats.org/officeDocument/2006/relationships/image" Target="../media/image79.png"/></Relationships>
</file>

<file path=ppt/slides/_rels/slide12.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3" Type="http://schemas.openxmlformats.org/officeDocument/2006/relationships/image" Target="../media/image370.png"/><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image" Target="../media/image360.png"/><Relationship Id="rId16" Type="http://schemas.openxmlformats.org/officeDocument/2006/relationships/image" Target="../media/image59.gif"/><Relationship Id="rId1" Type="http://schemas.openxmlformats.org/officeDocument/2006/relationships/slideLayout" Target="../slideLayouts/slideLayout7.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0.png"/><Relationship Id="rId15" Type="http://schemas.openxmlformats.org/officeDocument/2006/relationships/image" Target="../media/image49.png"/><Relationship Id="rId10" Type="http://schemas.openxmlformats.org/officeDocument/2006/relationships/image" Target="../media/image440.png"/><Relationship Id="rId4" Type="http://schemas.openxmlformats.org/officeDocument/2006/relationships/image" Target="../media/image380.png"/><Relationship Id="rId9" Type="http://schemas.openxmlformats.org/officeDocument/2006/relationships/image" Target="../media/image43.png"/><Relationship Id="rId1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9AAAB193-9B9A-587E-1D6A-9217CE8C9233}"/>
              </a:ext>
            </a:extLst>
          </p:cNvPr>
          <p:cNvSpPr txBox="1"/>
          <p:nvPr/>
        </p:nvSpPr>
        <p:spPr>
          <a:xfrm>
            <a:off x="3832827" y="157652"/>
            <a:ext cx="3918060"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Final de Semana Feliz</a:t>
            </a:r>
          </a:p>
        </p:txBody>
      </p:sp>
      <p:sp>
        <p:nvSpPr>
          <p:cNvPr id="4" name="CaixaDeTexto 3">
            <a:extLst>
              <a:ext uri="{FF2B5EF4-FFF2-40B4-BE49-F238E27FC236}">
                <a16:creationId xmlns:a16="http://schemas.microsoft.com/office/drawing/2014/main" id="{42857DED-F979-3F13-BFD2-A156079A14B3}"/>
              </a:ext>
            </a:extLst>
          </p:cNvPr>
          <p:cNvSpPr txBox="1"/>
          <p:nvPr/>
        </p:nvSpPr>
        <p:spPr>
          <a:xfrm>
            <a:off x="273927" y="609034"/>
            <a:ext cx="11770273" cy="1815882"/>
          </a:xfrm>
          <a:prstGeom prst="rect">
            <a:avLst/>
          </a:prstGeom>
          <a:noFill/>
        </p:spPr>
        <p:txBody>
          <a:bodyPr wrap="square">
            <a:spAutoFit/>
          </a:bodyPr>
          <a:lstStyle/>
          <a:p>
            <a:pPr algn="just"/>
            <a:r>
              <a:rPr lang="pt-BR" sz="2800" b="1" dirty="0">
                <a:solidFill>
                  <a:srgbClr val="FF0000"/>
                </a:solidFill>
                <a:latin typeface="Arial" panose="020B0604020202020204" pitchFamily="34" charset="0"/>
                <a:cs typeface="Arial" panose="020B0604020202020204" pitchFamily="34" charset="0"/>
              </a:rPr>
              <a:t>Ex.: 1 pag.: 118 </a:t>
            </a:r>
            <a:r>
              <a:rPr lang="pt-BR" sz="2800" b="1" dirty="0">
                <a:latin typeface="Arial" panose="020B0604020202020204" pitchFamily="34" charset="0"/>
                <a:cs typeface="Arial" panose="020B0604020202020204" pitchFamily="34" charset="0"/>
              </a:rPr>
              <a:t>Um homem, em seu barco a remo, consegue trafegar em um lago à velocidade máxima de 6 m/s. Caso ele fosse com seu barco para um rio cujas águas possuem velocidade de 4 m/s, qual seria a maior velocidade possível para esse homem:</a:t>
            </a:r>
          </a:p>
        </p:txBody>
      </p:sp>
      <p:sp>
        <p:nvSpPr>
          <p:cNvPr id="8" name="CaixaDeTexto 7">
            <a:extLst>
              <a:ext uri="{FF2B5EF4-FFF2-40B4-BE49-F238E27FC236}">
                <a16:creationId xmlns:a16="http://schemas.microsoft.com/office/drawing/2014/main" id="{E7A23113-0413-7484-4228-62CFBFA3EC5E}"/>
              </a:ext>
            </a:extLst>
          </p:cNvPr>
          <p:cNvSpPr txBox="1"/>
          <p:nvPr/>
        </p:nvSpPr>
        <p:spPr>
          <a:xfrm>
            <a:off x="273928" y="2429190"/>
            <a:ext cx="3645775" cy="523220"/>
          </a:xfrm>
          <a:prstGeom prst="rect">
            <a:avLst/>
          </a:prstGeom>
          <a:noFill/>
        </p:spPr>
        <p:txBody>
          <a:bodyPr wrap="square">
            <a:spAutoFit/>
          </a:bodyPr>
          <a:lstStyle/>
          <a:p>
            <a:pPr algn="l">
              <a:buNone/>
            </a:pPr>
            <a:r>
              <a:rPr lang="pt-BR" sz="2800" b="1" i="0" dirty="0">
                <a:solidFill>
                  <a:srgbClr val="000000"/>
                </a:solidFill>
                <a:effectLst/>
                <a:latin typeface="Arial" panose="020B0604020202020204" pitchFamily="34" charset="0"/>
                <a:cs typeface="Arial" panose="020B0604020202020204" pitchFamily="34" charset="0"/>
              </a:rPr>
              <a:t>a) descendo o rio?</a:t>
            </a:r>
          </a:p>
        </p:txBody>
      </p:sp>
      <p:sp>
        <p:nvSpPr>
          <p:cNvPr id="9" name="CaixaDeTexto 8">
            <a:extLst>
              <a:ext uri="{FF2B5EF4-FFF2-40B4-BE49-F238E27FC236}">
                <a16:creationId xmlns:a16="http://schemas.microsoft.com/office/drawing/2014/main" id="{B22B670A-F5BC-DFEE-2BCA-D365DD7E03F3}"/>
              </a:ext>
            </a:extLst>
          </p:cNvPr>
          <p:cNvSpPr txBox="1"/>
          <p:nvPr/>
        </p:nvSpPr>
        <p:spPr>
          <a:xfrm>
            <a:off x="377941" y="4131746"/>
            <a:ext cx="3645775" cy="523220"/>
          </a:xfrm>
          <a:prstGeom prst="rect">
            <a:avLst/>
          </a:prstGeom>
          <a:noFill/>
        </p:spPr>
        <p:txBody>
          <a:bodyPr wrap="square">
            <a:spAutoFit/>
          </a:bodyPr>
          <a:lstStyle/>
          <a:p>
            <a:pPr algn="l">
              <a:buNone/>
            </a:pPr>
            <a:r>
              <a:rPr lang="pt-BR" sz="2800" b="1" i="0" dirty="0">
                <a:solidFill>
                  <a:srgbClr val="000000"/>
                </a:solidFill>
                <a:effectLst/>
                <a:latin typeface="Arial" panose="020B0604020202020204" pitchFamily="34" charset="0"/>
                <a:cs typeface="Arial" panose="020B0604020202020204" pitchFamily="34" charset="0"/>
              </a:rPr>
              <a:t>b) subindo o rio?</a:t>
            </a:r>
          </a:p>
        </p:txBody>
      </p:sp>
      <p:sp>
        <p:nvSpPr>
          <p:cNvPr id="3" name="CaixaDeTexto 2">
            <a:extLst>
              <a:ext uri="{FF2B5EF4-FFF2-40B4-BE49-F238E27FC236}">
                <a16:creationId xmlns:a16="http://schemas.microsoft.com/office/drawing/2014/main" id="{3DF6C905-57E6-97B8-A9D3-0EC8148E2767}"/>
              </a:ext>
            </a:extLst>
          </p:cNvPr>
          <p:cNvSpPr txBox="1"/>
          <p:nvPr/>
        </p:nvSpPr>
        <p:spPr>
          <a:xfrm>
            <a:off x="273927" y="2952410"/>
            <a:ext cx="2662332" cy="523220"/>
          </a:xfrm>
          <a:prstGeom prst="rect">
            <a:avLst/>
          </a:prstGeom>
          <a:noFill/>
        </p:spPr>
        <p:txBody>
          <a:bodyPr wrap="none" rtlCol="0">
            <a:spAutoFit/>
          </a:bodyPr>
          <a:lstStyle/>
          <a:p>
            <a:r>
              <a:rPr lang="pt-BR" sz="2800" b="1" dirty="0">
                <a:solidFill>
                  <a:srgbClr val="FF0000"/>
                </a:solidFill>
                <a:latin typeface="Arial" panose="020B0604020202020204" pitchFamily="34" charset="0"/>
                <a:cs typeface="Arial" panose="020B0604020202020204" pitchFamily="34" charset="0"/>
              </a:rPr>
              <a:t>Vetorialmente</a:t>
            </a:r>
            <a:r>
              <a:rPr lang="pt-BR" sz="2800" b="1" dirty="0">
                <a:latin typeface="Arial" panose="020B0604020202020204" pitchFamily="34" charset="0"/>
                <a:cs typeface="Arial" panose="020B0604020202020204" pitchFamily="34" charset="0"/>
              </a:rPr>
              <a:t>:</a:t>
            </a:r>
          </a:p>
        </p:txBody>
      </p:sp>
      <mc:AlternateContent xmlns:mc="http://schemas.openxmlformats.org/markup-compatibility/2006">
        <mc:Choice xmlns:a14="http://schemas.microsoft.com/office/drawing/2010/main" Requires="a14">
          <p:sp>
            <p:nvSpPr>
              <p:cNvPr id="5" name="CaixaDeTexto 4">
                <a:extLst>
                  <a:ext uri="{FF2B5EF4-FFF2-40B4-BE49-F238E27FC236}">
                    <a16:creationId xmlns:a16="http://schemas.microsoft.com/office/drawing/2014/main" id="{23235E4F-493B-3B5F-8E94-30567510A01E}"/>
                  </a:ext>
                </a:extLst>
              </p:cNvPr>
              <p:cNvSpPr txBox="1"/>
              <p:nvPr/>
            </p:nvSpPr>
            <p:spPr>
              <a:xfrm>
                <a:off x="2936259" y="2952410"/>
                <a:ext cx="2673873" cy="52322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acc>
                        <m:accPr>
                          <m:chr m:val="⃗"/>
                          <m:ctrlPr>
                            <a:rPr lang="pt-BR" sz="2800" b="1" i="1" smtClean="0">
                              <a:latin typeface="Cambria Math" panose="02040503050406030204" pitchFamily="18" charset="0"/>
                              <a:cs typeface="Arial" panose="020B0604020202020204" pitchFamily="34" charset="0"/>
                            </a:rPr>
                          </m:ctrlPr>
                        </m:accPr>
                        <m:e>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𝑹</m:t>
                              </m:r>
                            </m:sub>
                          </m:sSub>
                        </m:e>
                      </m:acc>
                      <m:r>
                        <a:rPr lang="pt-BR" sz="2800" b="1" i="1" smtClean="0">
                          <a:latin typeface="Cambria Math" panose="02040503050406030204" pitchFamily="18" charset="0"/>
                          <a:cs typeface="Arial" panose="020B0604020202020204" pitchFamily="34" charset="0"/>
                        </a:rPr>
                        <m:t>=</m:t>
                      </m:r>
                      <m:acc>
                        <m:accPr>
                          <m:chr m:val="⃗"/>
                          <m:ctrlPr>
                            <a:rPr lang="pt-BR" sz="2800" b="1" i="1" smtClean="0">
                              <a:latin typeface="Cambria Math" panose="02040503050406030204" pitchFamily="18" charset="0"/>
                              <a:cs typeface="Arial" panose="020B0604020202020204" pitchFamily="34" charset="0"/>
                            </a:rPr>
                          </m:ctrlPr>
                        </m:accPr>
                        <m:e>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𝒓𝒆𝒍</m:t>
                              </m:r>
                            </m:sub>
                          </m:sSub>
                        </m:e>
                      </m:acc>
                      <m:r>
                        <a:rPr lang="pt-BR" sz="2800" b="1" i="1" smtClean="0">
                          <a:latin typeface="Cambria Math" panose="02040503050406030204" pitchFamily="18" charset="0"/>
                          <a:cs typeface="Arial" panose="020B0604020202020204" pitchFamily="34" charset="0"/>
                        </a:rPr>
                        <m:t>+</m:t>
                      </m:r>
                      <m:acc>
                        <m:accPr>
                          <m:chr m:val="⃗"/>
                          <m:ctrlPr>
                            <a:rPr lang="pt-BR" sz="2800" b="1" i="1" smtClean="0">
                              <a:latin typeface="Cambria Math" panose="02040503050406030204" pitchFamily="18" charset="0"/>
                              <a:cs typeface="Arial" panose="020B0604020202020204" pitchFamily="34" charset="0"/>
                            </a:rPr>
                          </m:ctrlPr>
                        </m:accPr>
                        <m:e>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𝑨</m:t>
                              </m:r>
                            </m:sub>
                          </m:sSub>
                        </m:e>
                      </m:acc>
                    </m:oMath>
                  </m:oMathPara>
                </a14:m>
                <a:endParaRPr lang="pt-BR" sz="2800" b="1" dirty="0">
                  <a:latin typeface="Arial" panose="020B0604020202020204" pitchFamily="34" charset="0"/>
                  <a:cs typeface="Arial" panose="020B0604020202020204" pitchFamily="34" charset="0"/>
                </a:endParaRPr>
              </a:p>
            </p:txBody>
          </p:sp>
        </mc:Choice>
        <mc:Fallback>
          <p:sp>
            <p:nvSpPr>
              <p:cNvPr id="5" name="CaixaDeTexto 4">
                <a:extLst>
                  <a:ext uri="{FF2B5EF4-FFF2-40B4-BE49-F238E27FC236}">
                    <a16:creationId xmlns:a16="http://schemas.microsoft.com/office/drawing/2014/main" id="{23235E4F-493B-3B5F-8E94-30567510A01E}"/>
                  </a:ext>
                </a:extLst>
              </p:cNvPr>
              <p:cNvSpPr txBox="1">
                <a:spLocks noRot="1" noChangeAspect="1" noMove="1" noResize="1" noEditPoints="1" noAdjustHandles="1" noChangeArrowheads="1" noChangeShapeType="1" noTextEdit="1"/>
              </p:cNvSpPr>
              <p:nvPr/>
            </p:nvSpPr>
            <p:spPr>
              <a:xfrm>
                <a:off x="2936259" y="2952410"/>
                <a:ext cx="2673873" cy="523220"/>
              </a:xfrm>
              <a:prstGeom prst="rect">
                <a:avLst/>
              </a:prstGeom>
              <a:blipFill>
                <a:blip r:embed="rId2"/>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6" name="CaixaDeTexto 5">
                <a:extLst>
                  <a:ext uri="{FF2B5EF4-FFF2-40B4-BE49-F238E27FC236}">
                    <a16:creationId xmlns:a16="http://schemas.microsoft.com/office/drawing/2014/main" id="{9373D5BC-66C1-F103-ED95-89AFC813D589}"/>
                  </a:ext>
                </a:extLst>
              </p:cNvPr>
              <p:cNvSpPr txBox="1"/>
              <p:nvPr/>
            </p:nvSpPr>
            <p:spPr>
              <a:xfrm>
                <a:off x="2890793" y="3475630"/>
                <a:ext cx="2673873" cy="52322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pt-BR" sz="2800" b="1" i="1">
                              <a:latin typeface="Cambria Math" panose="02040503050406030204" pitchFamily="18" charset="0"/>
                              <a:cs typeface="Arial" panose="020B0604020202020204" pitchFamily="34" charset="0"/>
                            </a:rPr>
                          </m:ctrlPr>
                        </m:sSubPr>
                        <m:e>
                          <m:r>
                            <a:rPr lang="pt-BR" sz="2800" b="1" i="1">
                              <a:latin typeface="Cambria Math" panose="02040503050406030204" pitchFamily="18" charset="0"/>
                              <a:cs typeface="Arial" panose="020B0604020202020204" pitchFamily="34" charset="0"/>
                            </a:rPr>
                            <m:t>𝒗</m:t>
                          </m:r>
                        </m:e>
                        <m:sub>
                          <m:r>
                            <a:rPr lang="pt-BR" sz="2800" b="1" i="1">
                              <a:latin typeface="Cambria Math" panose="02040503050406030204" pitchFamily="18" charset="0"/>
                              <a:cs typeface="Arial" panose="020B0604020202020204" pitchFamily="34" charset="0"/>
                            </a:rPr>
                            <m:t>𝑹</m:t>
                          </m:r>
                        </m:sub>
                      </m:sSub>
                      <m:r>
                        <a:rPr lang="pt-BR" sz="2800" b="1" i="1" smtClean="0">
                          <a:latin typeface="Cambria Math" panose="02040503050406030204" pitchFamily="18" charset="0"/>
                          <a:cs typeface="Arial" panose="020B0604020202020204" pitchFamily="34" charset="0"/>
                        </a:rPr>
                        <m:t>=</m:t>
                      </m:r>
                      <m:sSub>
                        <m:sSubPr>
                          <m:ctrlPr>
                            <a:rPr lang="pt-BR" sz="2800" b="1" i="1">
                              <a:latin typeface="Cambria Math" panose="02040503050406030204" pitchFamily="18" charset="0"/>
                              <a:cs typeface="Arial" panose="020B0604020202020204" pitchFamily="34" charset="0"/>
                            </a:rPr>
                          </m:ctrlPr>
                        </m:sSubPr>
                        <m:e>
                          <m:r>
                            <a:rPr lang="pt-BR" sz="2800" b="1" i="1">
                              <a:latin typeface="Cambria Math" panose="02040503050406030204" pitchFamily="18" charset="0"/>
                              <a:cs typeface="Arial" panose="020B0604020202020204" pitchFamily="34" charset="0"/>
                            </a:rPr>
                            <m:t>𝒗</m:t>
                          </m:r>
                        </m:e>
                        <m:sub>
                          <m:r>
                            <a:rPr lang="pt-BR" sz="2800" b="1" i="1">
                              <a:latin typeface="Cambria Math" panose="02040503050406030204" pitchFamily="18" charset="0"/>
                              <a:cs typeface="Arial" panose="020B0604020202020204" pitchFamily="34" charset="0"/>
                            </a:rPr>
                            <m:t>𝒓𝒆𝒍</m:t>
                          </m:r>
                        </m:sub>
                      </m:sSub>
                      <m:r>
                        <a:rPr lang="pt-BR" sz="2800" b="1" i="1" smtClean="0">
                          <a:latin typeface="Cambria Math" panose="02040503050406030204" pitchFamily="18" charset="0"/>
                          <a:cs typeface="Arial" panose="020B0604020202020204" pitchFamily="34" charset="0"/>
                        </a:rPr>
                        <m:t>+</m:t>
                      </m:r>
                      <m:sSub>
                        <m:sSubPr>
                          <m:ctrlPr>
                            <a:rPr lang="pt-BR" sz="2800" b="1" i="1">
                              <a:latin typeface="Cambria Math" panose="02040503050406030204" pitchFamily="18" charset="0"/>
                              <a:cs typeface="Arial" panose="020B0604020202020204" pitchFamily="34" charset="0"/>
                            </a:rPr>
                          </m:ctrlPr>
                        </m:sSubPr>
                        <m:e>
                          <m:r>
                            <a:rPr lang="pt-BR" sz="2800" b="1" i="1">
                              <a:latin typeface="Cambria Math" panose="02040503050406030204" pitchFamily="18" charset="0"/>
                              <a:cs typeface="Arial" panose="020B0604020202020204" pitchFamily="34" charset="0"/>
                            </a:rPr>
                            <m:t>𝒗</m:t>
                          </m:r>
                        </m:e>
                        <m:sub>
                          <m:r>
                            <a:rPr lang="pt-BR" sz="2800" b="1" i="1">
                              <a:latin typeface="Cambria Math" panose="02040503050406030204" pitchFamily="18" charset="0"/>
                              <a:cs typeface="Arial" panose="020B0604020202020204" pitchFamily="34" charset="0"/>
                            </a:rPr>
                            <m:t>𝑨</m:t>
                          </m:r>
                        </m:sub>
                      </m:sSub>
                    </m:oMath>
                  </m:oMathPara>
                </a14:m>
                <a:endParaRPr lang="pt-BR" sz="2800" b="1" dirty="0">
                  <a:latin typeface="Arial" panose="020B0604020202020204" pitchFamily="34" charset="0"/>
                  <a:cs typeface="Arial" panose="020B0604020202020204" pitchFamily="34" charset="0"/>
                </a:endParaRPr>
              </a:p>
            </p:txBody>
          </p:sp>
        </mc:Choice>
        <mc:Fallback>
          <p:sp>
            <p:nvSpPr>
              <p:cNvPr id="6" name="CaixaDeTexto 5">
                <a:extLst>
                  <a:ext uri="{FF2B5EF4-FFF2-40B4-BE49-F238E27FC236}">
                    <a16:creationId xmlns:a16="http://schemas.microsoft.com/office/drawing/2014/main" id="{9373D5BC-66C1-F103-ED95-89AFC813D589}"/>
                  </a:ext>
                </a:extLst>
              </p:cNvPr>
              <p:cNvSpPr txBox="1">
                <a:spLocks noRot="1" noChangeAspect="1" noMove="1" noResize="1" noEditPoints="1" noAdjustHandles="1" noChangeArrowheads="1" noChangeShapeType="1" noTextEdit="1"/>
              </p:cNvSpPr>
              <p:nvPr/>
            </p:nvSpPr>
            <p:spPr>
              <a:xfrm>
                <a:off x="2890793" y="3475630"/>
                <a:ext cx="2673873" cy="523220"/>
              </a:xfrm>
              <a:prstGeom prst="rect">
                <a:avLst/>
              </a:prstGeom>
              <a:blipFill>
                <a:blip r:embed="rId3"/>
                <a:stretch>
                  <a:fillRect/>
                </a:stretch>
              </a:blipFill>
            </p:spPr>
            <p:txBody>
              <a:bodyPr/>
              <a:lstStyle/>
              <a:p>
                <a:r>
                  <a:rPr lang="pt-BR">
                    <a:noFill/>
                  </a:rPr>
                  <a:t> </a:t>
                </a:r>
              </a:p>
            </p:txBody>
          </p:sp>
        </mc:Fallback>
      </mc:AlternateContent>
      <p:sp>
        <p:nvSpPr>
          <p:cNvPr id="7" name="CaixaDeTexto 6">
            <a:extLst>
              <a:ext uri="{FF2B5EF4-FFF2-40B4-BE49-F238E27FC236}">
                <a16:creationId xmlns:a16="http://schemas.microsoft.com/office/drawing/2014/main" id="{311BACDE-5F30-4839-B2B4-91FFA392421E}"/>
              </a:ext>
            </a:extLst>
          </p:cNvPr>
          <p:cNvSpPr txBox="1"/>
          <p:nvPr/>
        </p:nvSpPr>
        <p:spPr>
          <a:xfrm>
            <a:off x="307852" y="3475630"/>
            <a:ext cx="2643672" cy="523220"/>
          </a:xfrm>
          <a:prstGeom prst="rect">
            <a:avLst/>
          </a:prstGeom>
          <a:noFill/>
        </p:spPr>
        <p:txBody>
          <a:bodyPr wrap="none" rtlCol="0">
            <a:spAutoFit/>
          </a:bodyPr>
          <a:lstStyle/>
          <a:p>
            <a:r>
              <a:rPr lang="pt-BR" sz="2800" b="1" dirty="0" err="1">
                <a:solidFill>
                  <a:srgbClr val="002060"/>
                </a:solidFill>
                <a:latin typeface="Arial" panose="020B0604020202020204" pitchFamily="34" charset="0"/>
                <a:cs typeface="Arial" panose="020B0604020202020204" pitchFamily="34" charset="0"/>
              </a:rPr>
              <a:t>Escalarmente</a:t>
            </a:r>
            <a:r>
              <a:rPr lang="pt-BR" sz="2800" b="1" dirty="0">
                <a:solidFill>
                  <a:srgbClr val="002060"/>
                </a:solidFill>
                <a:latin typeface="Arial" panose="020B0604020202020204" pitchFamily="34" charset="0"/>
                <a:cs typeface="Arial" panose="020B0604020202020204" pitchFamily="34" charset="0"/>
              </a:rPr>
              <a:t>:</a:t>
            </a:r>
          </a:p>
        </p:txBody>
      </p:sp>
      <p:sp>
        <p:nvSpPr>
          <p:cNvPr id="10" name="Seta: para a Direita 9">
            <a:extLst>
              <a:ext uri="{FF2B5EF4-FFF2-40B4-BE49-F238E27FC236}">
                <a16:creationId xmlns:a16="http://schemas.microsoft.com/office/drawing/2014/main" id="{2AB16FCB-D665-4FE2-643D-9E3FB99249F2}"/>
              </a:ext>
            </a:extLst>
          </p:cNvPr>
          <p:cNvSpPr/>
          <p:nvPr/>
        </p:nvSpPr>
        <p:spPr>
          <a:xfrm>
            <a:off x="5465218" y="3543314"/>
            <a:ext cx="546046" cy="471302"/>
          </a:xfrm>
          <a:prstGeom prst="rightArrow">
            <a:avLst/>
          </a:prstGeom>
          <a:solidFill>
            <a:srgbClr val="FFFF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mc:Choice xmlns:a14="http://schemas.microsoft.com/office/drawing/2010/main" Requires="a14">
          <p:sp>
            <p:nvSpPr>
              <p:cNvPr id="11" name="CaixaDeTexto 10">
                <a:extLst>
                  <a:ext uri="{FF2B5EF4-FFF2-40B4-BE49-F238E27FC236}">
                    <a16:creationId xmlns:a16="http://schemas.microsoft.com/office/drawing/2014/main" id="{1C11D171-A7EC-2D05-90ED-047F803F4E2A}"/>
                  </a:ext>
                </a:extLst>
              </p:cNvPr>
              <p:cNvSpPr txBox="1"/>
              <p:nvPr/>
            </p:nvSpPr>
            <p:spPr>
              <a:xfrm>
                <a:off x="6011264" y="3491396"/>
                <a:ext cx="2020553" cy="52322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pt-BR" sz="2800" b="1" i="1" smtClean="0">
                              <a:solidFill>
                                <a:srgbClr val="002060"/>
                              </a:solidFill>
                              <a:latin typeface="Cambria Math" panose="02040503050406030204" pitchFamily="18" charset="0"/>
                              <a:cs typeface="Arial" panose="020B0604020202020204" pitchFamily="34" charset="0"/>
                            </a:rPr>
                          </m:ctrlPr>
                        </m:sSubPr>
                        <m:e>
                          <m:r>
                            <a:rPr lang="pt-BR" sz="2800" b="1" i="1">
                              <a:solidFill>
                                <a:srgbClr val="002060"/>
                              </a:solidFill>
                              <a:latin typeface="Cambria Math" panose="02040503050406030204" pitchFamily="18" charset="0"/>
                              <a:cs typeface="Arial" panose="020B0604020202020204" pitchFamily="34" charset="0"/>
                            </a:rPr>
                            <m:t>𝒗</m:t>
                          </m:r>
                        </m:e>
                        <m:sub>
                          <m:r>
                            <a:rPr lang="pt-BR" sz="2800" b="1" i="1">
                              <a:solidFill>
                                <a:srgbClr val="002060"/>
                              </a:solidFill>
                              <a:latin typeface="Cambria Math" panose="02040503050406030204" pitchFamily="18" charset="0"/>
                              <a:cs typeface="Arial" panose="020B0604020202020204" pitchFamily="34" charset="0"/>
                            </a:rPr>
                            <m:t>𝑹</m:t>
                          </m:r>
                        </m:sub>
                      </m:sSub>
                      <m:r>
                        <a:rPr lang="pt-BR" sz="2800" b="1" i="1" smtClean="0">
                          <a:solidFill>
                            <a:srgbClr val="002060"/>
                          </a:solidFill>
                          <a:latin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cs typeface="Arial" panose="020B0604020202020204" pitchFamily="34" charset="0"/>
                        </a:rPr>
                        <m:t>𝟔</m:t>
                      </m:r>
                      <m:r>
                        <a:rPr lang="pt-BR" sz="2800" b="1" i="1" smtClean="0">
                          <a:solidFill>
                            <a:srgbClr val="002060"/>
                          </a:solidFill>
                          <a:latin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cs typeface="Arial" panose="020B0604020202020204" pitchFamily="34" charset="0"/>
                        </a:rPr>
                        <m:t>𝟒</m:t>
                      </m:r>
                    </m:oMath>
                  </m:oMathPara>
                </a14:m>
                <a:endParaRPr lang="pt-BR" sz="2800" b="1" dirty="0">
                  <a:solidFill>
                    <a:srgbClr val="002060"/>
                  </a:solidFill>
                  <a:latin typeface="Arial" panose="020B0604020202020204" pitchFamily="34" charset="0"/>
                  <a:cs typeface="Arial" panose="020B0604020202020204" pitchFamily="34" charset="0"/>
                </a:endParaRPr>
              </a:p>
            </p:txBody>
          </p:sp>
        </mc:Choice>
        <mc:Fallback>
          <p:sp>
            <p:nvSpPr>
              <p:cNvPr id="11" name="CaixaDeTexto 10">
                <a:extLst>
                  <a:ext uri="{FF2B5EF4-FFF2-40B4-BE49-F238E27FC236}">
                    <a16:creationId xmlns:a16="http://schemas.microsoft.com/office/drawing/2014/main" id="{1C11D171-A7EC-2D05-90ED-047F803F4E2A}"/>
                  </a:ext>
                </a:extLst>
              </p:cNvPr>
              <p:cNvSpPr txBox="1">
                <a:spLocks noRot="1" noChangeAspect="1" noMove="1" noResize="1" noEditPoints="1" noAdjustHandles="1" noChangeArrowheads="1" noChangeShapeType="1" noTextEdit="1"/>
              </p:cNvSpPr>
              <p:nvPr/>
            </p:nvSpPr>
            <p:spPr>
              <a:xfrm>
                <a:off x="6011264" y="3491396"/>
                <a:ext cx="2020553" cy="523220"/>
              </a:xfrm>
              <a:prstGeom prst="rect">
                <a:avLst/>
              </a:prstGeom>
              <a:blipFill>
                <a:blip r:embed="rId4"/>
                <a:stretch>
                  <a:fillRect/>
                </a:stretch>
              </a:blipFill>
            </p:spPr>
            <p:txBody>
              <a:bodyPr/>
              <a:lstStyle/>
              <a:p>
                <a:r>
                  <a:rPr lang="pt-BR">
                    <a:noFill/>
                  </a:rPr>
                  <a:t> </a:t>
                </a:r>
              </a:p>
            </p:txBody>
          </p:sp>
        </mc:Fallback>
      </mc:AlternateContent>
      <p:sp>
        <p:nvSpPr>
          <p:cNvPr id="12" name="Seta: para a Direita 11">
            <a:extLst>
              <a:ext uri="{FF2B5EF4-FFF2-40B4-BE49-F238E27FC236}">
                <a16:creationId xmlns:a16="http://schemas.microsoft.com/office/drawing/2014/main" id="{320BDE92-01DB-F415-89BB-8CFE0FA0F7F7}"/>
              </a:ext>
            </a:extLst>
          </p:cNvPr>
          <p:cNvSpPr/>
          <p:nvPr/>
        </p:nvSpPr>
        <p:spPr>
          <a:xfrm>
            <a:off x="7978912" y="3553851"/>
            <a:ext cx="546046" cy="471302"/>
          </a:xfrm>
          <a:prstGeom prst="rightArrow">
            <a:avLst/>
          </a:prstGeom>
          <a:solidFill>
            <a:schemeClr val="accent4">
              <a:lumMod val="60000"/>
              <a:lumOff val="4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mc:AlternateContent xmlns:mc="http://schemas.openxmlformats.org/markup-compatibility/2006">
        <mc:Choice xmlns:a14="http://schemas.microsoft.com/office/drawing/2010/main" Requires="a14">
          <p:sp>
            <p:nvSpPr>
              <p:cNvPr id="13" name="CaixaDeTexto 12">
                <a:extLst>
                  <a:ext uri="{FF2B5EF4-FFF2-40B4-BE49-F238E27FC236}">
                    <a16:creationId xmlns:a16="http://schemas.microsoft.com/office/drawing/2014/main" id="{209BC55E-B5A3-6D5B-EA72-F53D74FEEBFA}"/>
                  </a:ext>
                </a:extLst>
              </p:cNvPr>
              <p:cNvSpPr txBox="1"/>
              <p:nvPr/>
            </p:nvSpPr>
            <p:spPr>
              <a:xfrm>
                <a:off x="8818885" y="3470402"/>
                <a:ext cx="2361159" cy="523220"/>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path path="circle">
                  <a:fillToRect l="50000" t="50000" r="50000" b="50000"/>
                </a:path>
                <a:tileRect/>
              </a:gradFill>
              <a:ln>
                <a:solidFill>
                  <a:schemeClr val="tx1"/>
                </a:solidFill>
              </a:ln>
              <a:scene3d>
                <a:camera prst="orthographicFront"/>
                <a:lightRig rig="threePt" dir="t"/>
              </a:scene3d>
              <a:sp3d>
                <a:bevelT w="139700" h="139700" prst="divot"/>
              </a:sp3d>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a:latin typeface="Cambria Math" panose="02040503050406030204" pitchFamily="18" charset="0"/>
                              <a:cs typeface="Arial" panose="020B0604020202020204" pitchFamily="34" charset="0"/>
                            </a:rPr>
                            <m:t>𝒗</m:t>
                          </m:r>
                        </m:e>
                        <m:sub>
                          <m:r>
                            <a:rPr lang="pt-BR" sz="2800" b="1" i="1">
                              <a:latin typeface="Cambria Math" panose="02040503050406030204" pitchFamily="18" charset="0"/>
                              <a:cs typeface="Arial" panose="020B0604020202020204" pitchFamily="34" charset="0"/>
                            </a:rPr>
                            <m:t>𝑹</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𝟏𝟎</m:t>
                      </m:r>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𝒔</m:t>
                      </m:r>
                    </m:oMath>
                  </m:oMathPara>
                </a14:m>
                <a:endParaRPr lang="pt-BR" sz="2800" b="1" dirty="0">
                  <a:latin typeface="Arial" panose="020B0604020202020204" pitchFamily="34" charset="0"/>
                  <a:cs typeface="Arial" panose="020B0604020202020204" pitchFamily="34" charset="0"/>
                </a:endParaRPr>
              </a:p>
            </p:txBody>
          </p:sp>
        </mc:Choice>
        <mc:Fallback>
          <p:sp>
            <p:nvSpPr>
              <p:cNvPr id="13" name="CaixaDeTexto 12">
                <a:extLst>
                  <a:ext uri="{FF2B5EF4-FFF2-40B4-BE49-F238E27FC236}">
                    <a16:creationId xmlns:a16="http://schemas.microsoft.com/office/drawing/2014/main" id="{209BC55E-B5A3-6D5B-EA72-F53D74FEEBFA}"/>
                  </a:ext>
                </a:extLst>
              </p:cNvPr>
              <p:cNvSpPr txBox="1">
                <a:spLocks noRot="1" noChangeAspect="1" noMove="1" noResize="1" noEditPoints="1" noAdjustHandles="1" noChangeArrowheads="1" noChangeShapeType="1" noTextEdit="1"/>
              </p:cNvSpPr>
              <p:nvPr/>
            </p:nvSpPr>
            <p:spPr>
              <a:xfrm>
                <a:off x="8818885" y="3470402"/>
                <a:ext cx="2361159" cy="523220"/>
              </a:xfrm>
              <a:prstGeom prst="rect">
                <a:avLst/>
              </a:prstGeom>
              <a:blipFill>
                <a:blip r:embed="rId5"/>
                <a:stretch>
                  <a:fillRect/>
                </a:stretch>
              </a:blipFill>
              <a:ln>
                <a:solidFill>
                  <a:schemeClr val="tx1"/>
                </a:solidFill>
              </a:ln>
            </p:spPr>
            <p:txBody>
              <a:bodyPr/>
              <a:lstStyle/>
              <a:p>
                <a:r>
                  <a:rPr lang="pt-BR">
                    <a:noFill/>
                  </a:rPr>
                  <a:t> </a:t>
                </a:r>
              </a:p>
            </p:txBody>
          </p:sp>
        </mc:Fallback>
      </mc:AlternateContent>
      <p:sp>
        <p:nvSpPr>
          <p:cNvPr id="14" name="CaixaDeTexto 13">
            <a:extLst>
              <a:ext uri="{FF2B5EF4-FFF2-40B4-BE49-F238E27FC236}">
                <a16:creationId xmlns:a16="http://schemas.microsoft.com/office/drawing/2014/main" id="{9A29905B-85BD-9519-839E-D7C1BD1E6A40}"/>
              </a:ext>
            </a:extLst>
          </p:cNvPr>
          <p:cNvSpPr txBox="1"/>
          <p:nvPr/>
        </p:nvSpPr>
        <p:spPr>
          <a:xfrm>
            <a:off x="334658" y="4644429"/>
            <a:ext cx="2662332" cy="523220"/>
          </a:xfrm>
          <a:prstGeom prst="rect">
            <a:avLst/>
          </a:prstGeom>
          <a:noFill/>
        </p:spPr>
        <p:txBody>
          <a:bodyPr wrap="none" rtlCol="0">
            <a:spAutoFit/>
          </a:bodyPr>
          <a:lstStyle/>
          <a:p>
            <a:r>
              <a:rPr lang="pt-BR" sz="2800" b="1" dirty="0">
                <a:solidFill>
                  <a:srgbClr val="FF0000"/>
                </a:solidFill>
                <a:latin typeface="Arial" panose="020B0604020202020204" pitchFamily="34" charset="0"/>
                <a:cs typeface="Arial" panose="020B0604020202020204" pitchFamily="34" charset="0"/>
              </a:rPr>
              <a:t>Vetorialmente</a:t>
            </a:r>
            <a:r>
              <a:rPr lang="pt-BR" sz="2800" b="1" dirty="0">
                <a:latin typeface="Arial" panose="020B0604020202020204" pitchFamily="34" charset="0"/>
                <a:cs typeface="Arial" panose="020B0604020202020204" pitchFamily="34" charset="0"/>
              </a:rPr>
              <a:t>:</a:t>
            </a:r>
          </a:p>
        </p:txBody>
      </p:sp>
      <mc:AlternateContent xmlns:mc="http://schemas.openxmlformats.org/markup-compatibility/2006">
        <mc:Choice xmlns:a14="http://schemas.microsoft.com/office/drawing/2010/main" Requires="a14">
          <p:sp>
            <p:nvSpPr>
              <p:cNvPr id="15" name="CaixaDeTexto 14">
                <a:extLst>
                  <a:ext uri="{FF2B5EF4-FFF2-40B4-BE49-F238E27FC236}">
                    <a16:creationId xmlns:a16="http://schemas.microsoft.com/office/drawing/2014/main" id="{3F169E0D-15DA-BB33-0A4C-4E909E2FDF8E}"/>
                  </a:ext>
                </a:extLst>
              </p:cNvPr>
              <p:cNvSpPr txBox="1"/>
              <p:nvPr/>
            </p:nvSpPr>
            <p:spPr>
              <a:xfrm>
                <a:off x="2996990" y="4644429"/>
                <a:ext cx="2673873" cy="52322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acc>
                        <m:accPr>
                          <m:chr m:val="⃗"/>
                          <m:ctrlPr>
                            <a:rPr lang="pt-BR" sz="2800" b="1" i="1" smtClean="0">
                              <a:latin typeface="Cambria Math" panose="02040503050406030204" pitchFamily="18" charset="0"/>
                              <a:cs typeface="Arial" panose="020B0604020202020204" pitchFamily="34" charset="0"/>
                            </a:rPr>
                          </m:ctrlPr>
                        </m:accPr>
                        <m:e>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𝑹</m:t>
                              </m:r>
                            </m:sub>
                          </m:sSub>
                        </m:e>
                      </m:acc>
                      <m:r>
                        <a:rPr lang="pt-BR" sz="2800" b="1" i="1" smtClean="0">
                          <a:latin typeface="Cambria Math" panose="02040503050406030204" pitchFamily="18" charset="0"/>
                          <a:cs typeface="Arial" panose="020B0604020202020204" pitchFamily="34" charset="0"/>
                        </a:rPr>
                        <m:t>=</m:t>
                      </m:r>
                      <m:acc>
                        <m:accPr>
                          <m:chr m:val="⃗"/>
                          <m:ctrlPr>
                            <a:rPr lang="pt-BR" sz="2800" b="1" i="1" smtClean="0">
                              <a:latin typeface="Cambria Math" panose="02040503050406030204" pitchFamily="18" charset="0"/>
                              <a:cs typeface="Arial" panose="020B0604020202020204" pitchFamily="34" charset="0"/>
                            </a:rPr>
                          </m:ctrlPr>
                        </m:accPr>
                        <m:e>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𝒓𝒆𝒍</m:t>
                              </m:r>
                            </m:sub>
                          </m:sSub>
                        </m:e>
                      </m:acc>
                      <m:r>
                        <a:rPr lang="pt-BR" sz="2800" b="1" i="1" smtClean="0">
                          <a:latin typeface="Cambria Math" panose="02040503050406030204" pitchFamily="18" charset="0"/>
                          <a:cs typeface="Arial" panose="020B0604020202020204" pitchFamily="34" charset="0"/>
                        </a:rPr>
                        <m:t>+</m:t>
                      </m:r>
                      <m:acc>
                        <m:accPr>
                          <m:chr m:val="⃗"/>
                          <m:ctrlPr>
                            <a:rPr lang="pt-BR" sz="2800" b="1" i="1" smtClean="0">
                              <a:latin typeface="Cambria Math" panose="02040503050406030204" pitchFamily="18" charset="0"/>
                              <a:cs typeface="Arial" panose="020B0604020202020204" pitchFamily="34" charset="0"/>
                            </a:rPr>
                          </m:ctrlPr>
                        </m:accPr>
                        <m:e>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𝑨</m:t>
                              </m:r>
                            </m:sub>
                          </m:sSub>
                        </m:e>
                      </m:acc>
                    </m:oMath>
                  </m:oMathPara>
                </a14:m>
                <a:endParaRPr lang="pt-BR" sz="2800" b="1" dirty="0">
                  <a:latin typeface="Arial" panose="020B0604020202020204" pitchFamily="34" charset="0"/>
                  <a:cs typeface="Arial" panose="020B0604020202020204" pitchFamily="34" charset="0"/>
                </a:endParaRPr>
              </a:p>
            </p:txBody>
          </p:sp>
        </mc:Choice>
        <mc:Fallback>
          <p:sp>
            <p:nvSpPr>
              <p:cNvPr id="15" name="CaixaDeTexto 14">
                <a:extLst>
                  <a:ext uri="{FF2B5EF4-FFF2-40B4-BE49-F238E27FC236}">
                    <a16:creationId xmlns:a16="http://schemas.microsoft.com/office/drawing/2014/main" id="{3F169E0D-15DA-BB33-0A4C-4E909E2FDF8E}"/>
                  </a:ext>
                </a:extLst>
              </p:cNvPr>
              <p:cNvSpPr txBox="1">
                <a:spLocks noRot="1" noChangeAspect="1" noMove="1" noResize="1" noEditPoints="1" noAdjustHandles="1" noChangeArrowheads="1" noChangeShapeType="1" noTextEdit="1"/>
              </p:cNvSpPr>
              <p:nvPr/>
            </p:nvSpPr>
            <p:spPr>
              <a:xfrm>
                <a:off x="2996990" y="4644429"/>
                <a:ext cx="2673873" cy="523220"/>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6" name="CaixaDeTexto 15">
                <a:extLst>
                  <a:ext uri="{FF2B5EF4-FFF2-40B4-BE49-F238E27FC236}">
                    <a16:creationId xmlns:a16="http://schemas.microsoft.com/office/drawing/2014/main" id="{B24692DA-4916-5096-D577-D5DEC7F858BF}"/>
                  </a:ext>
                </a:extLst>
              </p:cNvPr>
              <p:cNvSpPr txBox="1"/>
              <p:nvPr/>
            </p:nvSpPr>
            <p:spPr>
              <a:xfrm>
                <a:off x="2951524" y="5167649"/>
                <a:ext cx="2673873" cy="52322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a:latin typeface="Cambria Math" panose="02040503050406030204" pitchFamily="18" charset="0"/>
                              <a:cs typeface="Arial" panose="020B0604020202020204" pitchFamily="34" charset="0"/>
                            </a:rPr>
                            <m:t>𝒗</m:t>
                          </m:r>
                        </m:e>
                        <m:sub>
                          <m:r>
                            <a:rPr lang="pt-BR" sz="2800" b="1" i="1">
                              <a:latin typeface="Cambria Math" panose="02040503050406030204" pitchFamily="18" charset="0"/>
                              <a:cs typeface="Arial" panose="020B0604020202020204" pitchFamily="34" charset="0"/>
                            </a:rPr>
                            <m:t>𝑹</m:t>
                          </m:r>
                        </m:sub>
                      </m:sSub>
                      <m:r>
                        <a:rPr lang="pt-BR" sz="2800" b="1" i="1" smtClean="0">
                          <a:latin typeface="Cambria Math" panose="02040503050406030204" pitchFamily="18" charset="0"/>
                          <a:cs typeface="Arial" panose="020B0604020202020204" pitchFamily="34" charset="0"/>
                        </a:rPr>
                        <m:t>=</m:t>
                      </m:r>
                      <m:sSub>
                        <m:sSubPr>
                          <m:ctrlPr>
                            <a:rPr lang="pt-BR" sz="2800" b="1" i="1">
                              <a:latin typeface="Cambria Math" panose="02040503050406030204" pitchFamily="18" charset="0"/>
                              <a:cs typeface="Arial" panose="020B0604020202020204" pitchFamily="34" charset="0"/>
                            </a:rPr>
                          </m:ctrlPr>
                        </m:sSubPr>
                        <m:e>
                          <m:r>
                            <a:rPr lang="pt-BR" sz="2800" b="1" i="1">
                              <a:latin typeface="Cambria Math" panose="02040503050406030204" pitchFamily="18" charset="0"/>
                              <a:cs typeface="Arial" panose="020B0604020202020204" pitchFamily="34" charset="0"/>
                            </a:rPr>
                            <m:t>𝒗</m:t>
                          </m:r>
                        </m:e>
                        <m:sub>
                          <m:r>
                            <a:rPr lang="pt-BR" sz="2800" b="1" i="1">
                              <a:latin typeface="Cambria Math" panose="02040503050406030204" pitchFamily="18" charset="0"/>
                              <a:cs typeface="Arial" panose="020B0604020202020204" pitchFamily="34" charset="0"/>
                            </a:rPr>
                            <m:t>𝒓𝒆𝒍</m:t>
                          </m:r>
                        </m:sub>
                      </m:sSub>
                      <m:r>
                        <a:rPr lang="pt-BR" sz="2800" b="1" i="1" smtClean="0">
                          <a:latin typeface="Cambria Math" panose="02040503050406030204" pitchFamily="18" charset="0"/>
                          <a:cs typeface="Arial" panose="020B0604020202020204" pitchFamily="34" charset="0"/>
                        </a:rPr>
                        <m:t>−</m:t>
                      </m:r>
                      <m:sSub>
                        <m:sSubPr>
                          <m:ctrlPr>
                            <a:rPr lang="pt-BR" sz="2800" b="1" i="1">
                              <a:latin typeface="Cambria Math" panose="02040503050406030204" pitchFamily="18" charset="0"/>
                              <a:cs typeface="Arial" panose="020B0604020202020204" pitchFamily="34" charset="0"/>
                            </a:rPr>
                          </m:ctrlPr>
                        </m:sSubPr>
                        <m:e>
                          <m:r>
                            <a:rPr lang="pt-BR" sz="2800" b="1" i="1">
                              <a:latin typeface="Cambria Math" panose="02040503050406030204" pitchFamily="18" charset="0"/>
                              <a:cs typeface="Arial" panose="020B0604020202020204" pitchFamily="34" charset="0"/>
                            </a:rPr>
                            <m:t>𝒗</m:t>
                          </m:r>
                        </m:e>
                        <m:sub>
                          <m:r>
                            <a:rPr lang="pt-BR" sz="2800" b="1" i="1">
                              <a:latin typeface="Cambria Math" panose="02040503050406030204" pitchFamily="18" charset="0"/>
                              <a:cs typeface="Arial" panose="020B0604020202020204" pitchFamily="34" charset="0"/>
                            </a:rPr>
                            <m:t>𝑨</m:t>
                          </m:r>
                        </m:sub>
                      </m:sSub>
                    </m:oMath>
                  </m:oMathPara>
                </a14:m>
                <a:endParaRPr lang="pt-BR" sz="2800" b="1" dirty="0">
                  <a:latin typeface="Arial" panose="020B0604020202020204" pitchFamily="34" charset="0"/>
                  <a:cs typeface="Arial" panose="020B0604020202020204" pitchFamily="34" charset="0"/>
                </a:endParaRPr>
              </a:p>
            </p:txBody>
          </p:sp>
        </mc:Choice>
        <mc:Fallback>
          <p:sp>
            <p:nvSpPr>
              <p:cNvPr id="16" name="CaixaDeTexto 15">
                <a:extLst>
                  <a:ext uri="{FF2B5EF4-FFF2-40B4-BE49-F238E27FC236}">
                    <a16:creationId xmlns:a16="http://schemas.microsoft.com/office/drawing/2014/main" id="{B24692DA-4916-5096-D577-D5DEC7F858BF}"/>
                  </a:ext>
                </a:extLst>
              </p:cNvPr>
              <p:cNvSpPr txBox="1">
                <a:spLocks noRot="1" noChangeAspect="1" noMove="1" noResize="1" noEditPoints="1" noAdjustHandles="1" noChangeArrowheads="1" noChangeShapeType="1" noTextEdit="1"/>
              </p:cNvSpPr>
              <p:nvPr/>
            </p:nvSpPr>
            <p:spPr>
              <a:xfrm>
                <a:off x="2951524" y="5167649"/>
                <a:ext cx="2673873" cy="523220"/>
              </a:xfrm>
              <a:prstGeom prst="rect">
                <a:avLst/>
              </a:prstGeom>
              <a:blipFill>
                <a:blip r:embed="rId7"/>
                <a:stretch>
                  <a:fillRect/>
                </a:stretch>
              </a:blipFill>
            </p:spPr>
            <p:txBody>
              <a:bodyPr/>
              <a:lstStyle/>
              <a:p>
                <a:r>
                  <a:rPr lang="pt-BR">
                    <a:noFill/>
                  </a:rPr>
                  <a:t> </a:t>
                </a:r>
              </a:p>
            </p:txBody>
          </p:sp>
        </mc:Fallback>
      </mc:AlternateContent>
      <p:sp>
        <p:nvSpPr>
          <p:cNvPr id="17" name="CaixaDeTexto 16">
            <a:extLst>
              <a:ext uri="{FF2B5EF4-FFF2-40B4-BE49-F238E27FC236}">
                <a16:creationId xmlns:a16="http://schemas.microsoft.com/office/drawing/2014/main" id="{7EB29AE8-3978-8346-81BA-4B81739C653E}"/>
              </a:ext>
            </a:extLst>
          </p:cNvPr>
          <p:cNvSpPr txBox="1"/>
          <p:nvPr/>
        </p:nvSpPr>
        <p:spPr>
          <a:xfrm>
            <a:off x="368583" y="5167649"/>
            <a:ext cx="2643672" cy="523220"/>
          </a:xfrm>
          <a:prstGeom prst="rect">
            <a:avLst/>
          </a:prstGeom>
          <a:noFill/>
        </p:spPr>
        <p:txBody>
          <a:bodyPr wrap="none" rtlCol="0">
            <a:spAutoFit/>
          </a:bodyPr>
          <a:lstStyle/>
          <a:p>
            <a:r>
              <a:rPr lang="pt-BR" sz="2800" b="1" dirty="0" err="1">
                <a:solidFill>
                  <a:srgbClr val="002060"/>
                </a:solidFill>
                <a:latin typeface="Arial" panose="020B0604020202020204" pitchFamily="34" charset="0"/>
                <a:cs typeface="Arial" panose="020B0604020202020204" pitchFamily="34" charset="0"/>
              </a:rPr>
              <a:t>Escalarmente</a:t>
            </a:r>
            <a:r>
              <a:rPr lang="pt-BR" sz="2800" b="1" dirty="0">
                <a:solidFill>
                  <a:srgbClr val="002060"/>
                </a:solidFill>
                <a:latin typeface="Arial" panose="020B0604020202020204" pitchFamily="34" charset="0"/>
                <a:cs typeface="Arial" panose="020B0604020202020204" pitchFamily="34" charset="0"/>
              </a:rPr>
              <a:t>:</a:t>
            </a:r>
          </a:p>
        </p:txBody>
      </p:sp>
      <mc:AlternateContent xmlns:mc="http://schemas.openxmlformats.org/markup-compatibility/2006">
        <mc:Choice xmlns:a14="http://schemas.microsoft.com/office/drawing/2010/main" Requires="a14">
          <p:sp>
            <p:nvSpPr>
              <p:cNvPr id="19" name="CaixaDeTexto 18">
                <a:extLst>
                  <a:ext uri="{FF2B5EF4-FFF2-40B4-BE49-F238E27FC236}">
                    <a16:creationId xmlns:a16="http://schemas.microsoft.com/office/drawing/2014/main" id="{9D149CF9-7176-86AC-D06D-04B4B998C77F}"/>
                  </a:ext>
                </a:extLst>
              </p:cNvPr>
              <p:cNvSpPr txBox="1"/>
              <p:nvPr/>
            </p:nvSpPr>
            <p:spPr>
              <a:xfrm>
                <a:off x="1190551" y="5941942"/>
                <a:ext cx="2020553" cy="52322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pt-BR" sz="2800" b="1" i="1" smtClean="0">
                              <a:solidFill>
                                <a:srgbClr val="002060"/>
                              </a:solidFill>
                              <a:latin typeface="Cambria Math" panose="02040503050406030204" pitchFamily="18" charset="0"/>
                              <a:cs typeface="Arial" panose="020B0604020202020204" pitchFamily="34" charset="0"/>
                            </a:rPr>
                          </m:ctrlPr>
                        </m:sSubPr>
                        <m:e>
                          <m:r>
                            <a:rPr lang="pt-BR" sz="2800" b="1" i="1">
                              <a:solidFill>
                                <a:srgbClr val="002060"/>
                              </a:solidFill>
                              <a:latin typeface="Cambria Math" panose="02040503050406030204" pitchFamily="18" charset="0"/>
                              <a:cs typeface="Arial" panose="020B0604020202020204" pitchFamily="34" charset="0"/>
                            </a:rPr>
                            <m:t>𝒗</m:t>
                          </m:r>
                        </m:e>
                        <m:sub>
                          <m:r>
                            <a:rPr lang="pt-BR" sz="2800" b="1" i="1">
                              <a:solidFill>
                                <a:srgbClr val="002060"/>
                              </a:solidFill>
                              <a:latin typeface="Cambria Math" panose="02040503050406030204" pitchFamily="18" charset="0"/>
                              <a:cs typeface="Arial" panose="020B0604020202020204" pitchFamily="34" charset="0"/>
                            </a:rPr>
                            <m:t>𝑹</m:t>
                          </m:r>
                        </m:sub>
                      </m:sSub>
                      <m:r>
                        <a:rPr lang="pt-BR" sz="2800" b="1" i="1" smtClean="0">
                          <a:solidFill>
                            <a:srgbClr val="002060"/>
                          </a:solidFill>
                          <a:latin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cs typeface="Arial" panose="020B0604020202020204" pitchFamily="34" charset="0"/>
                        </a:rPr>
                        <m:t>𝟔</m:t>
                      </m:r>
                      <m:r>
                        <a:rPr lang="pt-BR" sz="2800" b="1" i="1" smtClean="0">
                          <a:solidFill>
                            <a:srgbClr val="002060"/>
                          </a:solidFill>
                          <a:latin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cs typeface="Arial" panose="020B0604020202020204" pitchFamily="34" charset="0"/>
                        </a:rPr>
                        <m:t>𝟒</m:t>
                      </m:r>
                    </m:oMath>
                  </m:oMathPara>
                </a14:m>
                <a:endParaRPr lang="pt-BR" sz="2800" b="1" dirty="0">
                  <a:solidFill>
                    <a:srgbClr val="002060"/>
                  </a:solidFill>
                  <a:latin typeface="Arial" panose="020B0604020202020204" pitchFamily="34" charset="0"/>
                  <a:cs typeface="Arial" panose="020B0604020202020204" pitchFamily="34" charset="0"/>
                </a:endParaRPr>
              </a:p>
            </p:txBody>
          </p:sp>
        </mc:Choice>
        <mc:Fallback>
          <p:sp>
            <p:nvSpPr>
              <p:cNvPr id="19" name="CaixaDeTexto 18">
                <a:extLst>
                  <a:ext uri="{FF2B5EF4-FFF2-40B4-BE49-F238E27FC236}">
                    <a16:creationId xmlns:a16="http://schemas.microsoft.com/office/drawing/2014/main" id="{9D149CF9-7176-86AC-D06D-04B4B998C77F}"/>
                  </a:ext>
                </a:extLst>
              </p:cNvPr>
              <p:cNvSpPr txBox="1">
                <a:spLocks noRot="1" noChangeAspect="1" noMove="1" noResize="1" noEditPoints="1" noAdjustHandles="1" noChangeArrowheads="1" noChangeShapeType="1" noTextEdit="1"/>
              </p:cNvSpPr>
              <p:nvPr/>
            </p:nvSpPr>
            <p:spPr>
              <a:xfrm>
                <a:off x="1190551" y="5941942"/>
                <a:ext cx="2020553" cy="523220"/>
              </a:xfrm>
              <a:prstGeom prst="rect">
                <a:avLst/>
              </a:prstGeom>
              <a:blipFill>
                <a:blip r:embed="rId8"/>
                <a:stretch>
                  <a:fillRect/>
                </a:stretch>
              </a:blipFill>
            </p:spPr>
            <p:txBody>
              <a:bodyPr/>
              <a:lstStyle/>
              <a:p>
                <a:r>
                  <a:rPr lang="pt-BR">
                    <a:noFill/>
                  </a:rPr>
                  <a:t> </a:t>
                </a:r>
              </a:p>
            </p:txBody>
          </p:sp>
        </mc:Fallback>
      </mc:AlternateContent>
      <p:sp>
        <p:nvSpPr>
          <p:cNvPr id="20" name="Seta: para a Direita 19">
            <a:extLst>
              <a:ext uri="{FF2B5EF4-FFF2-40B4-BE49-F238E27FC236}">
                <a16:creationId xmlns:a16="http://schemas.microsoft.com/office/drawing/2014/main" id="{FFED5187-0B17-C98F-59D5-61340C65E81C}"/>
              </a:ext>
            </a:extLst>
          </p:cNvPr>
          <p:cNvSpPr/>
          <p:nvPr/>
        </p:nvSpPr>
        <p:spPr>
          <a:xfrm>
            <a:off x="3286781" y="5941942"/>
            <a:ext cx="546046" cy="471302"/>
          </a:xfrm>
          <a:prstGeom prst="rightArrow">
            <a:avLst/>
          </a:prstGeom>
          <a:solidFill>
            <a:srgbClr val="00B0F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mc:Choice xmlns:a14="http://schemas.microsoft.com/office/drawing/2010/main" Requires="a14">
          <p:sp>
            <p:nvSpPr>
              <p:cNvPr id="21" name="CaixaDeTexto 20">
                <a:extLst>
                  <a:ext uri="{FF2B5EF4-FFF2-40B4-BE49-F238E27FC236}">
                    <a16:creationId xmlns:a16="http://schemas.microsoft.com/office/drawing/2014/main" id="{22E33E45-C3F4-7B7F-7963-C276EACCF191}"/>
                  </a:ext>
                </a:extLst>
              </p:cNvPr>
              <p:cNvSpPr txBox="1"/>
              <p:nvPr/>
            </p:nvSpPr>
            <p:spPr>
              <a:xfrm>
                <a:off x="4227729" y="5915983"/>
                <a:ext cx="2146357" cy="523220"/>
              </a:xfrm>
              <a:prstGeom prst="rect">
                <a:avLst/>
              </a:prstGeom>
              <a:solidFill>
                <a:schemeClr val="accent4">
                  <a:lumMod val="60000"/>
                  <a:lumOff val="40000"/>
                </a:schemeClr>
              </a:solidFill>
              <a:ln>
                <a:solidFill>
                  <a:schemeClr val="tx1"/>
                </a:solidFill>
              </a:ln>
              <a:scene3d>
                <a:camera prst="orthographicFront"/>
                <a:lightRig rig="threePt" dir="t"/>
              </a:scene3d>
              <a:sp3d>
                <a:bevelT w="139700" h="139700" prst="divot"/>
              </a:sp3d>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a:latin typeface="Cambria Math" panose="02040503050406030204" pitchFamily="18" charset="0"/>
                              <a:cs typeface="Arial" panose="020B0604020202020204" pitchFamily="34" charset="0"/>
                            </a:rPr>
                            <m:t>𝒗</m:t>
                          </m:r>
                        </m:e>
                        <m:sub>
                          <m:r>
                            <a:rPr lang="pt-BR" sz="2800" b="1" i="1">
                              <a:latin typeface="Cambria Math" panose="02040503050406030204" pitchFamily="18" charset="0"/>
                              <a:cs typeface="Arial" panose="020B0604020202020204" pitchFamily="34" charset="0"/>
                            </a:rPr>
                            <m:t>𝑹</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𝟐</m:t>
                      </m:r>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𝒔</m:t>
                      </m:r>
                    </m:oMath>
                  </m:oMathPara>
                </a14:m>
                <a:endParaRPr lang="pt-BR" sz="2800" b="1" dirty="0">
                  <a:latin typeface="Arial" panose="020B0604020202020204" pitchFamily="34" charset="0"/>
                  <a:cs typeface="Arial" panose="020B0604020202020204" pitchFamily="34" charset="0"/>
                </a:endParaRPr>
              </a:p>
            </p:txBody>
          </p:sp>
        </mc:Choice>
        <mc:Fallback>
          <p:sp>
            <p:nvSpPr>
              <p:cNvPr id="21" name="CaixaDeTexto 20">
                <a:extLst>
                  <a:ext uri="{FF2B5EF4-FFF2-40B4-BE49-F238E27FC236}">
                    <a16:creationId xmlns:a16="http://schemas.microsoft.com/office/drawing/2014/main" id="{22E33E45-C3F4-7B7F-7963-C276EACCF191}"/>
                  </a:ext>
                </a:extLst>
              </p:cNvPr>
              <p:cNvSpPr txBox="1">
                <a:spLocks noRot="1" noChangeAspect="1" noMove="1" noResize="1" noEditPoints="1" noAdjustHandles="1" noChangeArrowheads="1" noChangeShapeType="1" noTextEdit="1"/>
              </p:cNvSpPr>
              <p:nvPr/>
            </p:nvSpPr>
            <p:spPr>
              <a:xfrm>
                <a:off x="4227729" y="5915983"/>
                <a:ext cx="2146357" cy="523220"/>
              </a:xfrm>
              <a:prstGeom prst="rect">
                <a:avLst/>
              </a:prstGeom>
              <a:blipFill>
                <a:blip r:embed="rId9"/>
                <a:stretch>
                  <a:fillRect/>
                </a:stretch>
              </a:blipFill>
              <a:ln>
                <a:solidFill>
                  <a:schemeClr val="tx1"/>
                </a:solidFill>
              </a:ln>
            </p:spPr>
            <p:txBody>
              <a:bodyPr/>
              <a:lstStyle/>
              <a:p>
                <a:r>
                  <a:rPr lang="pt-BR">
                    <a:noFill/>
                  </a:rPr>
                  <a:t> </a:t>
                </a:r>
              </a:p>
            </p:txBody>
          </p:sp>
        </mc:Fallback>
      </mc:AlternateContent>
      <p:pic>
        <p:nvPicPr>
          <p:cNvPr id="23" name="Imagem 22" descr="Desenho de um avião voando no céu&#10;&#10;O conteúdo gerado por IA pode estar incorreto.">
            <a:extLst>
              <a:ext uri="{FF2B5EF4-FFF2-40B4-BE49-F238E27FC236}">
                <a16:creationId xmlns:a16="http://schemas.microsoft.com/office/drawing/2014/main" id="{2FA8469F-31F1-96F2-830E-BEA29B60F3C2}"/>
              </a:ext>
            </a:extLst>
          </p:cNvPr>
          <p:cNvPicPr>
            <a:picLocks noChangeAspect="1"/>
          </p:cNvPicPr>
          <p:nvPr/>
        </p:nvPicPr>
        <p:blipFill>
          <a:blip r:embed="rId10"/>
          <a:stretch>
            <a:fillRect/>
          </a:stretch>
        </p:blipFill>
        <p:spPr>
          <a:xfrm>
            <a:off x="8754679" y="4196571"/>
            <a:ext cx="2246770" cy="2246770"/>
          </a:xfrm>
          <a:prstGeom prst="rect">
            <a:avLst/>
          </a:prstGeom>
        </p:spPr>
      </p:pic>
    </p:spTree>
    <p:extLst>
      <p:ext uri="{BB962C8B-B14F-4D97-AF65-F5344CB8AC3E}">
        <p14:creationId xmlns:p14="http://schemas.microsoft.com/office/powerpoint/2010/main" val="4137054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down)">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heel(1)">
                                      <p:cBhvr>
                                        <p:cTn id="23" dur="20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barn(inVertical)">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6" presetClass="entr" presetSubtype="0"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down)">
                                      <p:cBhvr>
                                        <p:cTn id="42" dur="580">
                                          <p:stCondLst>
                                            <p:cond delay="0"/>
                                          </p:stCondLst>
                                        </p:cTn>
                                        <p:tgtEl>
                                          <p:spTgt spid="13"/>
                                        </p:tgtEl>
                                      </p:cBhvr>
                                    </p:animEffect>
                                    <p:anim calcmode="lin" valueType="num">
                                      <p:cBhvr>
                                        <p:cTn id="43"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44"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45"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46"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47"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48" dur="26">
                                          <p:stCondLst>
                                            <p:cond delay="650"/>
                                          </p:stCondLst>
                                        </p:cTn>
                                        <p:tgtEl>
                                          <p:spTgt spid="13"/>
                                        </p:tgtEl>
                                      </p:cBhvr>
                                      <p:to x="100000" y="60000"/>
                                    </p:animScale>
                                    <p:animScale>
                                      <p:cBhvr>
                                        <p:cTn id="49" dur="166" decel="50000">
                                          <p:stCondLst>
                                            <p:cond delay="676"/>
                                          </p:stCondLst>
                                        </p:cTn>
                                        <p:tgtEl>
                                          <p:spTgt spid="13"/>
                                        </p:tgtEl>
                                      </p:cBhvr>
                                      <p:to x="100000" y="100000"/>
                                    </p:animScale>
                                    <p:animScale>
                                      <p:cBhvr>
                                        <p:cTn id="50" dur="26">
                                          <p:stCondLst>
                                            <p:cond delay="1312"/>
                                          </p:stCondLst>
                                        </p:cTn>
                                        <p:tgtEl>
                                          <p:spTgt spid="13"/>
                                        </p:tgtEl>
                                      </p:cBhvr>
                                      <p:to x="100000" y="80000"/>
                                    </p:animScale>
                                    <p:animScale>
                                      <p:cBhvr>
                                        <p:cTn id="51" dur="166" decel="50000">
                                          <p:stCondLst>
                                            <p:cond delay="1338"/>
                                          </p:stCondLst>
                                        </p:cTn>
                                        <p:tgtEl>
                                          <p:spTgt spid="13"/>
                                        </p:tgtEl>
                                      </p:cBhvr>
                                      <p:to x="100000" y="100000"/>
                                    </p:animScale>
                                    <p:animScale>
                                      <p:cBhvr>
                                        <p:cTn id="52" dur="26">
                                          <p:stCondLst>
                                            <p:cond delay="1642"/>
                                          </p:stCondLst>
                                        </p:cTn>
                                        <p:tgtEl>
                                          <p:spTgt spid="13"/>
                                        </p:tgtEl>
                                      </p:cBhvr>
                                      <p:to x="100000" y="90000"/>
                                    </p:animScale>
                                    <p:animScale>
                                      <p:cBhvr>
                                        <p:cTn id="53" dur="166" decel="50000">
                                          <p:stCondLst>
                                            <p:cond delay="1668"/>
                                          </p:stCondLst>
                                        </p:cTn>
                                        <p:tgtEl>
                                          <p:spTgt spid="13"/>
                                        </p:tgtEl>
                                      </p:cBhvr>
                                      <p:to x="100000" y="100000"/>
                                    </p:animScale>
                                    <p:animScale>
                                      <p:cBhvr>
                                        <p:cTn id="54" dur="26">
                                          <p:stCondLst>
                                            <p:cond delay="1808"/>
                                          </p:stCondLst>
                                        </p:cTn>
                                        <p:tgtEl>
                                          <p:spTgt spid="13"/>
                                        </p:tgtEl>
                                      </p:cBhvr>
                                      <p:to x="100000" y="95000"/>
                                    </p:animScale>
                                    <p:animScale>
                                      <p:cBhvr>
                                        <p:cTn id="55" dur="166" decel="50000">
                                          <p:stCondLst>
                                            <p:cond delay="1834"/>
                                          </p:stCondLst>
                                        </p:cTn>
                                        <p:tgtEl>
                                          <p:spTgt spid="13"/>
                                        </p:tgtEl>
                                      </p:cBhvr>
                                      <p:to x="100000" y="100000"/>
                                    </p:animScale>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fade">
                                      <p:cBhvr>
                                        <p:cTn id="60" dur="500"/>
                                        <p:tgtEl>
                                          <p:spTgt spid="14"/>
                                        </p:tgtEl>
                                      </p:cBhvr>
                                    </p:animEffect>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grpId="0" nodeType="clickEffect">
                                  <p:stCondLst>
                                    <p:cond delay="0"/>
                                  </p:stCondLst>
                                  <p:childTnLst>
                                    <p:set>
                                      <p:cBhvr>
                                        <p:cTn id="64" dur="1" fill="hold">
                                          <p:stCondLst>
                                            <p:cond delay="0"/>
                                          </p:stCondLst>
                                        </p:cTn>
                                        <p:tgtEl>
                                          <p:spTgt spid="15"/>
                                        </p:tgtEl>
                                        <p:attrNameLst>
                                          <p:attrName>style.visibility</p:attrName>
                                        </p:attrNameLst>
                                      </p:cBhvr>
                                      <p:to>
                                        <p:strVal val="visible"/>
                                      </p:to>
                                    </p:set>
                                    <p:animEffect transition="in" filter="fade">
                                      <p:cBhvr>
                                        <p:cTn id="65" dur="1000"/>
                                        <p:tgtEl>
                                          <p:spTgt spid="15"/>
                                        </p:tgtEl>
                                      </p:cBhvr>
                                    </p:animEffect>
                                    <p:anim calcmode="lin" valueType="num">
                                      <p:cBhvr>
                                        <p:cTn id="66" dur="1000" fill="hold"/>
                                        <p:tgtEl>
                                          <p:spTgt spid="15"/>
                                        </p:tgtEl>
                                        <p:attrNameLst>
                                          <p:attrName>ppt_x</p:attrName>
                                        </p:attrNameLst>
                                      </p:cBhvr>
                                      <p:tavLst>
                                        <p:tav tm="0">
                                          <p:val>
                                            <p:strVal val="#ppt_x"/>
                                          </p:val>
                                        </p:tav>
                                        <p:tav tm="100000">
                                          <p:val>
                                            <p:strVal val="#ppt_x"/>
                                          </p:val>
                                        </p:tav>
                                      </p:tavLst>
                                    </p:anim>
                                    <p:anim calcmode="lin" valueType="num">
                                      <p:cBhvr>
                                        <p:cTn id="67"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wipe(down)">
                                      <p:cBhvr>
                                        <p:cTn id="72" dur="500"/>
                                        <p:tgtEl>
                                          <p:spTgt spid="17"/>
                                        </p:tgtEl>
                                      </p:cBhvr>
                                    </p:animEffect>
                                  </p:childTnLst>
                                </p:cTn>
                              </p:par>
                            </p:childTnLst>
                          </p:cTn>
                        </p:par>
                      </p:childTnLst>
                    </p:cTn>
                  </p:par>
                  <p:par>
                    <p:cTn id="73" fill="hold">
                      <p:stCondLst>
                        <p:cond delay="indefinite"/>
                      </p:stCondLst>
                      <p:childTnLst>
                        <p:par>
                          <p:cTn id="74" fill="hold">
                            <p:stCondLst>
                              <p:cond delay="0"/>
                            </p:stCondLst>
                            <p:childTnLst>
                              <p:par>
                                <p:cTn id="75" presetID="14" presetClass="entr" presetSubtype="10" fill="hold" grpId="0" nodeType="click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randombar(horizontal)">
                                      <p:cBhvr>
                                        <p:cTn id="77" dur="500"/>
                                        <p:tgtEl>
                                          <p:spTgt spid="16"/>
                                        </p:tgtEl>
                                      </p:cBhvr>
                                    </p:animEffect>
                                  </p:childTnLst>
                                </p:cTn>
                              </p:par>
                            </p:childTnLst>
                          </p:cTn>
                        </p:par>
                      </p:childTnLst>
                    </p:cTn>
                  </p:par>
                  <p:par>
                    <p:cTn id="78" fill="hold">
                      <p:stCondLst>
                        <p:cond delay="indefinite"/>
                      </p:stCondLst>
                      <p:childTnLst>
                        <p:par>
                          <p:cTn id="79" fill="hold">
                            <p:stCondLst>
                              <p:cond delay="0"/>
                            </p:stCondLst>
                            <p:childTnLst>
                              <p:par>
                                <p:cTn id="80" presetID="16" presetClass="entr" presetSubtype="21" fill="hold" grpId="0" nodeType="click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barn(inVertical)">
                                      <p:cBhvr>
                                        <p:cTn id="82" dur="500"/>
                                        <p:tgtEl>
                                          <p:spTgt spid="19"/>
                                        </p:tgtEl>
                                      </p:cBhvr>
                                    </p:animEffec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21" presetClass="entr" presetSubtype="1" fill="hold" grpId="0" nodeType="clickEffect">
                                  <p:stCondLst>
                                    <p:cond delay="0"/>
                                  </p:stCondLst>
                                  <p:childTnLst>
                                    <p:set>
                                      <p:cBhvr>
                                        <p:cTn id="90" dur="1" fill="hold">
                                          <p:stCondLst>
                                            <p:cond delay="0"/>
                                          </p:stCondLst>
                                        </p:cTn>
                                        <p:tgtEl>
                                          <p:spTgt spid="21"/>
                                        </p:tgtEl>
                                        <p:attrNameLst>
                                          <p:attrName>style.visibility</p:attrName>
                                        </p:attrNameLst>
                                      </p:cBhvr>
                                      <p:to>
                                        <p:strVal val="visible"/>
                                      </p:to>
                                    </p:set>
                                    <p:animEffect transition="in" filter="wheel(1)">
                                      <p:cBhvr>
                                        <p:cTn id="91" dur="2000"/>
                                        <p:tgtEl>
                                          <p:spTgt spid="21"/>
                                        </p:tgtEl>
                                      </p:cBhvr>
                                    </p:animEffect>
                                  </p:childTnLst>
                                </p:cTn>
                              </p:par>
                            </p:childTnLst>
                          </p:cTn>
                        </p:par>
                      </p:childTnLst>
                    </p:cTn>
                  </p:par>
                  <p:par>
                    <p:cTn id="92" fill="hold">
                      <p:stCondLst>
                        <p:cond delay="indefinite"/>
                      </p:stCondLst>
                      <p:childTnLst>
                        <p:par>
                          <p:cTn id="93" fill="hold">
                            <p:stCondLst>
                              <p:cond delay="0"/>
                            </p:stCondLst>
                            <p:childTnLst>
                              <p:par>
                                <p:cTn id="94" presetID="42" presetClass="entr" presetSubtype="0" fill="hold" nodeType="clickEffect">
                                  <p:stCondLst>
                                    <p:cond delay="0"/>
                                  </p:stCondLst>
                                  <p:childTnLst>
                                    <p:set>
                                      <p:cBhvr>
                                        <p:cTn id="95" dur="1" fill="hold">
                                          <p:stCondLst>
                                            <p:cond delay="0"/>
                                          </p:stCondLst>
                                        </p:cTn>
                                        <p:tgtEl>
                                          <p:spTgt spid="23"/>
                                        </p:tgtEl>
                                        <p:attrNameLst>
                                          <p:attrName>style.visibility</p:attrName>
                                        </p:attrNameLst>
                                      </p:cBhvr>
                                      <p:to>
                                        <p:strVal val="visible"/>
                                      </p:to>
                                    </p:set>
                                    <p:animEffect transition="in" filter="fade">
                                      <p:cBhvr>
                                        <p:cTn id="96" dur="1000"/>
                                        <p:tgtEl>
                                          <p:spTgt spid="23"/>
                                        </p:tgtEl>
                                      </p:cBhvr>
                                    </p:animEffect>
                                    <p:anim calcmode="lin" valueType="num">
                                      <p:cBhvr>
                                        <p:cTn id="97" dur="1000" fill="hold"/>
                                        <p:tgtEl>
                                          <p:spTgt spid="23"/>
                                        </p:tgtEl>
                                        <p:attrNameLst>
                                          <p:attrName>ppt_x</p:attrName>
                                        </p:attrNameLst>
                                      </p:cBhvr>
                                      <p:tavLst>
                                        <p:tav tm="0">
                                          <p:val>
                                            <p:strVal val="#ppt_x"/>
                                          </p:val>
                                        </p:tav>
                                        <p:tav tm="100000">
                                          <p:val>
                                            <p:strVal val="#ppt_x"/>
                                          </p:val>
                                        </p:tav>
                                      </p:tavLst>
                                    </p:anim>
                                    <p:anim calcmode="lin" valueType="num">
                                      <p:cBhvr>
                                        <p:cTn id="98"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10" grpId="0" animBg="1"/>
      <p:bldP spid="11" grpId="0"/>
      <p:bldP spid="12" grpId="0" animBg="1"/>
      <p:bldP spid="13" grpId="0" animBg="1"/>
      <p:bldP spid="14" grpId="0"/>
      <p:bldP spid="15" grpId="0"/>
      <p:bldP spid="16" grpId="0"/>
      <p:bldP spid="17" grpId="0"/>
      <p:bldP spid="19" grpId="0"/>
      <p:bldP spid="20" grpId="0" animBg="1"/>
      <p:bldP spid="2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7C88D34B-8511-9F68-D88D-23B81CD41D2F}"/>
              </a:ext>
            </a:extLst>
          </p:cNvPr>
          <p:cNvSpPr txBox="1"/>
          <p:nvPr/>
        </p:nvSpPr>
        <p:spPr>
          <a:xfrm>
            <a:off x="279838" y="293142"/>
            <a:ext cx="11260520" cy="1815882"/>
          </a:xfrm>
          <a:prstGeom prst="rect">
            <a:avLst/>
          </a:prstGeom>
          <a:noFill/>
        </p:spPr>
        <p:txBody>
          <a:bodyPr wrap="square">
            <a:spAutoFit/>
          </a:bodyPr>
          <a:lstStyle/>
          <a:p>
            <a:pPr algn="just"/>
            <a:r>
              <a:rPr lang="pt-BR" sz="2800" b="1" dirty="0">
                <a:solidFill>
                  <a:srgbClr val="FF0000"/>
                </a:solidFill>
                <a:latin typeface="Arial" panose="020B0604020202020204" pitchFamily="34" charset="0"/>
                <a:cs typeface="Arial" panose="020B0604020202020204" pitchFamily="34" charset="0"/>
              </a:rPr>
              <a:t>Ex.: 3 pag.: 118 </a:t>
            </a:r>
            <a:r>
              <a:rPr lang="pt-BR" sz="2800" b="1" dirty="0">
                <a:latin typeface="Arial" panose="020B0604020202020204" pitchFamily="34" charset="0"/>
                <a:cs typeface="Arial" panose="020B0604020202020204" pitchFamily="34" charset="0"/>
              </a:rPr>
              <a:t>Um barco sobe um rio a 3 km/h e desce a 7 km/h, ambas as velocidades em relação às margens, com o motor funcionando com a mesma potência. Qual é a velocidade das águas desse rio em relação às margens?</a:t>
            </a:r>
          </a:p>
        </p:txBody>
      </p:sp>
      <p:sp>
        <p:nvSpPr>
          <p:cNvPr id="3" name="CaixaDeTexto 2">
            <a:extLst>
              <a:ext uri="{FF2B5EF4-FFF2-40B4-BE49-F238E27FC236}">
                <a16:creationId xmlns:a16="http://schemas.microsoft.com/office/drawing/2014/main" id="{4E1995BF-4E1C-8878-FB69-915ECCE64F5D}"/>
              </a:ext>
            </a:extLst>
          </p:cNvPr>
          <p:cNvSpPr txBox="1"/>
          <p:nvPr/>
        </p:nvSpPr>
        <p:spPr>
          <a:xfrm>
            <a:off x="189306" y="3305646"/>
            <a:ext cx="8170479" cy="523220"/>
          </a:xfrm>
          <a:prstGeom prst="rect">
            <a:avLst/>
          </a:prstGeom>
          <a:noFill/>
        </p:spPr>
        <p:txBody>
          <a:bodyPr wrap="square">
            <a:spAutoFit/>
          </a:bodyPr>
          <a:lstStyle/>
          <a:p>
            <a:pPr algn="l">
              <a:buNone/>
            </a:pPr>
            <a:r>
              <a:rPr lang="pt-BR" sz="2800" b="1" i="0" dirty="0">
                <a:solidFill>
                  <a:srgbClr val="000000"/>
                </a:solidFill>
                <a:effectLst/>
                <a:latin typeface="Arial" panose="020B0604020202020204" pitchFamily="34" charset="0"/>
                <a:cs typeface="Arial" panose="020B0604020202020204" pitchFamily="34" charset="0"/>
              </a:rPr>
              <a:t>descendo o rio, para o observador na margem:</a:t>
            </a:r>
          </a:p>
        </p:txBody>
      </p:sp>
      <p:sp>
        <p:nvSpPr>
          <p:cNvPr id="4" name="CaixaDeTexto 3">
            <a:extLst>
              <a:ext uri="{FF2B5EF4-FFF2-40B4-BE49-F238E27FC236}">
                <a16:creationId xmlns:a16="http://schemas.microsoft.com/office/drawing/2014/main" id="{DEA2BA0A-C001-5BB6-0564-A49344E093FF}"/>
              </a:ext>
            </a:extLst>
          </p:cNvPr>
          <p:cNvSpPr txBox="1"/>
          <p:nvPr/>
        </p:nvSpPr>
        <p:spPr>
          <a:xfrm>
            <a:off x="279838" y="2109024"/>
            <a:ext cx="7977783" cy="523220"/>
          </a:xfrm>
          <a:prstGeom prst="rect">
            <a:avLst/>
          </a:prstGeom>
          <a:noFill/>
        </p:spPr>
        <p:txBody>
          <a:bodyPr wrap="square">
            <a:spAutoFit/>
          </a:bodyPr>
          <a:lstStyle/>
          <a:p>
            <a:pPr algn="just">
              <a:buNone/>
            </a:pPr>
            <a:r>
              <a:rPr lang="pt-BR" sz="2800" b="1" i="0" dirty="0">
                <a:solidFill>
                  <a:srgbClr val="002060"/>
                </a:solidFill>
                <a:effectLst/>
                <a:latin typeface="Arial" panose="020B0604020202020204" pitchFamily="34" charset="0"/>
                <a:cs typeface="Arial" panose="020B0604020202020204" pitchFamily="34" charset="0"/>
              </a:rPr>
              <a:t>subindo o rio, pa</a:t>
            </a:r>
            <a:r>
              <a:rPr lang="pt-BR" sz="2800" b="1" dirty="0">
                <a:solidFill>
                  <a:srgbClr val="002060"/>
                </a:solidFill>
                <a:latin typeface="Arial" panose="020B0604020202020204" pitchFamily="34" charset="0"/>
                <a:cs typeface="Arial" panose="020B0604020202020204" pitchFamily="34" charset="0"/>
              </a:rPr>
              <a:t>ra o observador na margem:</a:t>
            </a:r>
            <a:endParaRPr lang="pt-BR" sz="2800" b="1" i="0" dirty="0">
              <a:solidFill>
                <a:srgbClr val="002060"/>
              </a:solidFill>
              <a:effectLst/>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5" name="CaixaDeTexto 4">
                <a:extLst>
                  <a:ext uri="{FF2B5EF4-FFF2-40B4-BE49-F238E27FC236}">
                    <a16:creationId xmlns:a16="http://schemas.microsoft.com/office/drawing/2014/main" id="{5BB9C93F-A321-D8A9-B27F-86FB99618192}"/>
                  </a:ext>
                </a:extLst>
              </p:cNvPr>
              <p:cNvSpPr txBox="1"/>
              <p:nvPr/>
            </p:nvSpPr>
            <p:spPr>
              <a:xfrm>
                <a:off x="583325" y="2695511"/>
                <a:ext cx="2632194" cy="52322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𝒓</m:t>
                          </m:r>
                        </m:sub>
                      </m:sSub>
                      <m:r>
                        <a:rPr lang="pt-BR" sz="2800" b="1" i="1" smtClean="0">
                          <a:latin typeface="Cambria Math" panose="02040503050406030204" pitchFamily="18" charset="0"/>
                          <a:cs typeface="Arial" panose="020B0604020202020204" pitchFamily="34" charset="0"/>
                        </a:rPr>
                        <m:t>=</m:t>
                      </m:r>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𝒓𝒆𝒍</m:t>
                          </m:r>
                        </m:sub>
                      </m:sSub>
                      <m:r>
                        <a:rPr lang="pt-BR" sz="2800" b="1" i="1" smtClean="0">
                          <a:latin typeface="Cambria Math" panose="02040503050406030204" pitchFamily="18" charset="0"/>
                          <a:cs typeface="Arial" panose="020B0604020202020204" pitchFamily="34" charset="0"/>
                        </a:rPr>
                        <m:t>−</m:t>
                      </m:r>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𝑨</m:t>
                          </m:r>
                        </m:sub>
                      </m:sSub>
                    </m:oMath>
                  </m:oMathPara>
                </a14:m>
                <a:endParaRPr lang="pt-BR" sz="2800" b="1" dirty="0">
                  <a:latin typeface="Arial" panose="020B0604020202020204" pitchFamily="34" charset="0"/>
                  <a:cs typeface="Arial" panose="020B0604020202020204" pitchFamily="34" charset="0"/>
                </a:endParaRPr>
              </a:p>
            </p:txBody>
          </p:sp>
        </mc:Choice>
        <mc:Fallback>
          <p:sp>
            <p:nvSpPr>
              <p:cNvPr id="5" name="CaixaDeTexto 4">
                <a:extLst>
                  <a:ext uri="{FF2B5EF4-FFF2-40B4-BE49-F238E27FC236}">
                    <a16:creationId xmlns:a16="http://schemas.microsoft.com/office/drawing/2014/main" id="{5BB9C93F-A321-D8A9-B27F-86FB99618192}"/>
                  </a:ext>
                </a:extLst>
              </p:cNvPr>
              <p:cNvSpPr txBox="1">
                <a:spLocks noRot="1" noChangeAspect="1" noMove="1" noResize="1" noEditPoints="1" noAdjustHandles="1" noChangeArrowheads="1" noChangeShapeType="1" noTextEdit="1"/>
              </p:cNvSpPr>
              <p:nvPr/>
            </p:nvSpPr>
            <p:spPr>
              <a:xfrm>
                <a:off x="583325" y="2695511"/>
                <a:ext cx="2632194" cy="523220"/>
              </a:xfrm>
              <a:prstGeom prst="rect">
                <a:avLst/>
              </a:prstGeom>
              <a:blipFill>
                <a:blip r:embed="rId2"/>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6" name="CaixaDeTexto 5">
                <a:extLst>
                  <a:ext uri="{FF2B5EF4-FFF2-40B4-BE49-F238E27FC236}">
                    <a16:creationId xmlns:a16="http://schemas.microsoft.com/office/drawing/2014/main" id="{25E1B7CF-A3DF-72A4-8A94-9CE53DA57B8E}"/>
                  </a:ext>
                </a:extLst>
              </p:cNvPr>
              <p:cNvSpPr txBox="1"/>
              <p:nvPr/>
            </p:nvSpPr>
            <p:spPr>
              <a:xfrm>
                <a:off x="3925613" y="2727042"/>
                <a:ext cx="2942729" cy="52322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𝒓𝒆𝒍</m:t>
                          </m:r>
                        </m:sub>
                      </m:sSub>
                      <m:r>
                        <a:rPr lang="pt-BR" sz="2800" b="1" i="1" smtClean="0">
                          <a:latin typeface="Cambria Math" panose="02040503050406030204" pitchFamily="18" charset="0"/>
                          <a:cs typeface="Arial" panose="020B0604020202020204" pitchFamily="34" charset="0"/>
                        </a:rPr>
                        <m:t>−</m:t>
                      </m:r>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𝑨</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𝟑</m:t>
                      </m:r>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𝑰</m:t>
                      </m:r>
                      <m:r>
                        <a:rPr lang="pt-BR" sz="2800" b="1" i="1" smtClean="0">
                          <a:latin typeface="Cambria Math" panose="02040503050406030204" pitchFamily="18" charset="0"/>
                          <a:cs typeface="Arial" panose="020B0604020202020204" pitchFamily="34" charset="0"/>
                        </a:rPr>
                        <m:t>)</m:t>
                      </m:r>
                    </m:oMath>
                  </m:oMathPara>
                </a14:m>
                <a:endParaRPr lang="pt-BR" sz="2800" b="1" dirty="0">
                  <a:latin typeface="Arial" panose="020B0604020202020204" pitchFamily="34" charset="0"/>
                  <a:cs typeface="Arial" panose="020B0604020202020204" pitchFamily="34" charset="0"/>
                </a:endParaRPr>
              </a:p>
            </p:txBody>
          </p:sp>
        </mc:Choice>
        <mc:Fallback>
          <p:sp>
            <p:nvSpPr>
              <p:cNvPr id="6" name="CaixaDeTexto 5">
                <a:extLst>
                  <a:ext uri="{FF2B5EF4-FFF2-40B4-BE49-F238E27FC236}">
                    <a16:creationId xmlns:a16="http://schemas.microsoft.com/office/drawing/2014/main" id="{25E1B7CF-A3DF-72A4-8A94-9CE53DA57B8E}"/>
                  </a:ext>
                </a:extLst>
              </p:cNvPr>
              <p:cNvSpPr txBox="1">
                <a:spLocks noRot="1" noChangeAspect="1" noMove="1" noResize="1" noEditPoints="1" noAdjustHandles="1" noChangeArrowheads="1" noChangeShapeType="1" noTextEdit="1"/>
              </p:cNvSpPr>
              <p:nvPr/>
            </p:nvSpPr>
            <p:spPr>
              <a:xfrm>
                <a:off x="3925613" y="2727042"/>
                <a:ext cx="2942729" cy="523220"/>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7" name="CaixaDeTexto 6">
                <a:extLst>
                  <a:ext uri="{FF2B5EF4-FFF2-40B4-BE49-F238E27FC236}">
                    <a16:creationId xmlns:a16="http://schemas.microsoft.com/office/drawing/2014/main" id="{039F279D-A933-B3BE-D45F-E65DD565740F}"/>
                  </a:ext>
                </a:extLst>
              </p:cNvPr>
              <p:cNvSpPr txBox="1"/>
              <p:nvPr/>
            </p:nvSpPr>
            <p:spPr>
              <a:xfrm>
                <a:off x="426231" y="3852719"/>
                <a:ext cx="2632194" cy="52322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pt-BR" sz="2800" b="1" i="1" smtClean="0">
                              <a:solidFill>
                                <a:srgbClr val="FF0000"/>
                              </a:solidFill>
                              <a:latin typeface="Cambria Math" panose="02040503050406030204" pitchFamily="18" charset="0"/>
                              <a:cs typeface="Arial" panose="020B0604020202020204" pitchFamily="34" charset="0"/>
                            </a:rPr>
                          </m:ctrlPr>
                        </m:sSubPr>
                        <m:e>
                          <m:r>
                            <a:rPr lang="pt-BR" sz="2800" b="1" i="1" smtClean="0">
                              <a:solidFill>
                                <a:srgbClr val="FF0000"/>
                              </a:solidFill>
                              <a:latin typeface="Cambria Math" panose="02040503050406030204" pitchFamily="18" charset="0"/>
                              <a:cs typeface="Arial" panose="020B0604020202020204" pitchFamily="34" charset="0"/>
                            </a:rPr>
                            <m:t>𝒗</m:t>
                          </m:r>
                        </m:e>
                        <m:sub>
                          <m:r>
                            <a:rPr lang="pt-BR" sz="2800" b="1" i="1" smtClean="0">
                              <a:solidFill>
                                <a:srgbClr val="FF0000"/>
                              </a:solidFill>
                              <a:latin typeface="Cambria Math" panose="02040503050406030204" pitchFamily="18" charset="0"/>
                              <a:cs typeface="Arial" panose="020B0604020202020204" pitchFamily="34" charset="0"/>
                            </a:rPr>
                            <m:t>𝒓</m:t>
                          </m:r>
                        </m:sub>
                      </m:sSub>
                      <m:r>
                        <a:rPr lang="pt-BR" sz="2800" b="1" i="1" smtClean="0">
                          <a:solidFill>
                            <a:srgbClr val="FF0000"/>
                          </a:solidFill>
                          <a:latin typeface="Cambria Math" panose="02040503050406030204" pitchFamily="18" charset="0"/>
                          <a:cs typeface="Arial" panose="020B0604020202020204" pitchFamily="34" charset="0"/>
                        </a:rPr>
                        <m:t>=</m:t>
                      </m:r>
                      <m:sSub>
                        <m:sSubPr>
                          <m:ctrlPr>
                            <a:rPr lang="pt-BR" sz="2800" b="1" i="1" smtClean="0">
                              <a:solidFill>
                                <a:srgbClr val="FF0000"/>
                              </a:solidFill>
                              <a:latin typeface="Cambria Math" panose="02040503050406030204" pitchFamily="18" charset="0"/>
                              <a:cs typeface="Arial" panose="020B0604020202020204" pitchFamily="34" charset="0"/>
                            </a:rPr>
                          </m:ctrlPr>
                        </m:sSubPr>
                        <m:e>
                          <m:r>
                            <a:rPr lang="pt-BR" sz="2800" b="1" i="1" smtClean="0">
                              <a:solidFill>
                                <a:srgbClr val="FF0000"/>
                              </a:solidFill>
                              <a:latin typeface="Cambria Math" panose="02040503050406030204" pitchFamily="18" charset="0"/>
                              <a:cs typeface="Arial" panose="020B0604020202020204" pitchFamily="34" charset="0"/>
                            </a:rPr>
                            <m:t>𝒗</m:t>
                          </m:r>
                        </m:e>
                        <m:sub>
                          <m:r>
                            <a:rPr lang="pt-BR" sz="2800" b="1" i="1" smtClean="0">
                              <a:solidFill>
                                <a:srgbClr val="FF0000"/>
                              </a:solidFill>
                              <a:latin typeface="Cambria Math" panose="02040503050406030204" pitchFamily="18" charset="0"/>
                              <a:cs typeface="Arial" panose="020B0604020202020204" pitchFamily="34" charset="0"/>
                            </a:rPr>
                            <m:t>𝒓𝒆𝒍</m:t>
                          </m:r>
                        </m:sub>
                      </m:sSub>
                      <m:r>
                        <a:rPr lang="pt-BR" sz="2800" b="1" i="1" smtClean="0">
                          <a:solidFill>
                            <a:srgbClr val="FF0000"/>
                          </a:solidFill>
                          <a:latin typeface="Cambria Math" panose="02040503050406030204" pitchFamily="18" charset="0"/>
                          <a:cs typeface="Arial" panose="020B0604020202020204" pitchFamily="34" charset="0"/>
                        </a:rPr>
                        <m:t>+</m:t>
                      </m:r>
                      <m:sSub>
                        <m:sSubPr>
                          <m:ctrlPr>
                            <a:rPr lang="pt-BR" sz="2800" b="1" i="1" smtClean="0">
                              <a:solidFill>
                                <a:srgbClr val="FF0000"/>
                              </a:solidFill>
                              <a:latin typeface="Cambria Math" panose="02040503050406030204" pitchFamily="18" charset="0"/>
                              <a:cs typeface="Arial" panose="020B0604020202020204" pitchFamily="34" charset="0"/>
                            </a:rPr>
                          </m:ctrlPr>
                        </m:sSubPr>
                        <m:e>
                          <m:r>
                            <a:rPr lang="pt-BR" sz="2800" b="1" i="1" smtClean="0">
                              <a:solidFill>
                                <a:srgbClr val="FF0000"/>
                              </a:solidFill>
                              <a:latin typeface="Cambria Math" panose="02040503050406030204" pitchFamily="18" charset="0"/>
                              <a:cs typeface="Arial" panose="020B0604020202020204" pitchFamily="34" charset="0"/>
                            </a:rPr>
                            <m:t>𝒗</m:t>
                          </m:r>
                        </m:e>
                        <m:sub>
                          <m:r>
                            <a:rPr lang="pt-BR" sz="2800" b="1" i="1" smtClean="0">
                              <a:solidFill>
                                <a:srgbClr val="FF0000"/>
                              </a:solidFill>
                              <a:latin typeface="Cambria Math" panose="02040503050406030204" pitchFamily="18" charset="0"/>
                              <a:cs typeface="Arial" panose="020B0604020202020204" pitchFamily="34" charset="0"/>
                            </a:rPr>
                            <m:t>𝑨</m:t>
                          </m:r>
                        </m:sub>
                      </m:sSub>
                    </m:oMath>
                  </m:oMathPara>
                </a14:m>
                <a:endParaRPr lang="pt-BR" sz="2800" b="1" dirty="0">
                  <a:solidFill>
                    <a:srgbClr val="FF0000"/>
                  </a:solidFill>
                  <a:latin typeface="Arial" panose="020B0604020202020204" pitchFamily="34" charset="0"/>
                  <a:cs typeface="Arial" panose="020B0604020202020204" pitchFamily="34" charset="0"/>
                </a:endParaRPr>
              </a:p>
            </p:txBody>
          </p:sp>
        </mc:Choice>
        <mc:Fallback>
          <p:sp>
            <p:nvSpPr>
              <p:cNvPr id="7" name="CaixaDeTexto 6">
                <a:extLst>
                  <a:ext uri="{FF2B5EF4-FFF2-40B4-BE49-F238E27FC236}">
                    <a16:creationId xmlns:a16="http://schemas.microsoft.com/office/drawing/2014/main" id="{039F279D-A933-B3BE-D45F-E65DD565740F}"/>
                  </a:ext>
                </a:extLst>
              </p:cNvPr>
              <p:cNvSpPr txBox="1">
                <a:spLocks noRot="1" noChangeAspect="1" noMove="1" noResize="1" noEditPoints="1" noAdjustHandles="1" noChangeArrowheads="1" noChangeShapeType="1" noTextEdit="1"/>
              </p:cNvSpPr>
              <p:nvPr/>
            </p:nvSpPr>
            <p:spPr>
              <a:xfrm>
                <a:off x="426231" y="3852719"/>
                <a:ext cx="2632194" cy="523220"/>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8" name="CaixaDeTexto 7">
                <a:extLst>
                  <a:ext uri="{FF2B5EF4-FFF2-40B4-BE49-F238E27FC236}">
                    <a16:creationId xmlns:a16="http://schemas.microsoft.com/office/drawing/2014/main" id="{DF5D990C-428A-630A-C4A1-8130B8995624}"/>
                  </a:ext>
                </a:extLst>
              </p:cNvPr>
              <p:cNvSpPr txBox="1"/>
              <p:nvPr/>
            </p:nvSpPr>
            <p:spPr>
              <a:xfrm>
                <a:off x="3768519" y="3884250"/>
                <a:ext cx="3099823" cy="52322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pt-BR" sz="2800" b="1" i="1" smtClean="0">
                              <a:solidFill>
                                <a:srgbClr val="FF0000"/>
                              </a:solidFill>
                              <a:latin typeface="Cambria Math" panose="02040503050406030204" pitchFamily="18" charset="0"/>
                              <a:cs typeface="Arial" panose="020B0604020202020204" pitchFamily="34" charset="0"/>
                            </a:rPr>
                          </m:ctrlPr>
                        </m:sSubPr>
                        <m:e>
                          <m:r>
                            <a:rPr lang="pt-BR" sz="2800" b="1" i="1" smtClean="0">
                              <a:solidFill>
                                <a:srgbClr val="FF0000"/>
                              </a:solidFill>
                              <a:latin typeface="Cambria Math" panose="02040503050406030204" pitchFamily="18" charset="0"/>
                              <a:cs typeface="Arial" panose="020B0604020202020204" pitchFamily="34" charset="0"/>
                            </a:rPr>
                            <m:t>𝒗</m:t>
                          </m:r>
                        </m:e>
                        <m:sub>
                          <m:r>
                            <a:rPr lang="pt-BR" sz="2800" b="1" i="1" smtClean="0">
                              <a:solidFill>
                                <a:srgbClr val="FF0000"/>
                              </a:solidFill>
                              <a:latin typeface="Cambria Math" panose="02040503050406030204" pitchFamily="18" charset="0"/>
                              <a:cs typeface="Arial" panose="020B0604020202020204" pitchFamily="34" charset="0"/>
                            </a:rPr>
                            <m:t>𝒓𝒆𝒍</m:t>
                          </m:r>
                        </m:sub>
                      </m:sSub>
                      <m:r>
                        <a:rPr lang="pt-BR" sz="2800" b="1" i="1" smtClean="0">
                          <a:solidFill>
                            <a:srgbClr val="FF0000"/>
                          </a:solidFill>
                          <a:latin typeface="Cambria Math" panose="02040503050406030204" pitchFamily="18" charset="0"/>
                          <a:cs typeface="Arial" panose="020B0604020202020204" pitchFamily="34" charset="0"/>
                        </a:rPr>
                        <m:t>+</m:t>
                      </m:r>
                      <m:sSub>
                        <m:sSubPr>
                          <m:ctrlPr>
                            <a:rPr lang="pt-BR" sz="2800" b="1" i="1" smtClean="0">
                              <a:solidFill>
                                <a:srgbClr val="FF0000"/>
                              </a:solidFill>
                              <a:latin typeface="Cambria Math" panose="02040503050406030204" pitchFamily="18" charset="0"/>
                              <a:cs typeface="Arial" panose="020B0604020202020204" pitchFamily="34" charset="0"/>
                            </a:rPr>
                          </m:ctrlPr>
                        </m:sSubPr>
                        <m:e>
                          <m:r>
                            <a:rPr lang="pt-BR" sz="2800" b="1" i="1" smtClean="0">
                              <a:solidFill>
                                <a:srgbClr val="FF0000"/>
                              </a:solidFill>
                              <a:latin typeface="Cambria Math" panose="02040503050406030204" pitchFamily="18" charset="0"/>
                              <a:cs typeface="Arial" panose="020B0604020202020204" pitchFamily="34" charset="0"/>
                            </a:rPr>
                            <m:t>𝒗</m:t>
                          </m:r>
                        </m:e>
                        <m:sub>
                          <m:r>
                            <a:rPr lang="pt-BR" sz="2800" b="1" i="1" smtClean="0">
                              <a:solidFill>
                                <a:srgbClr val="FF0000"/>
                              </a:solidFill>
                              <a:latin typeface="Cambria Math" panose="02040503050406030204" pitchFamily="18" charset="0"/>
                              <a:cs typeface="Arial" panose="020B0604020202020204" pitchFamily="34" charset="0"/>
                            </a:rPr>
                            <m:t>𝑨</m:t>
                          </m:r>
                        </m:sub>
                      </m:sSub>
                      <m:r>
                        <a:rPr lang="pt-BR" sz="2800" b="1" i="1" smtClean="0">
                          <a:solidFill>
                            <a:srgbClr val="FF0000"/>
                          </a:solidFill>
                          <a:latin typeface="Cambria Math" panose="02040503050406030204" pitchFamily="18" charset="0"/>
                          <a:cs typeface="Arial" panose="020B0604020202020204" pitchFamily="34" charset="0"/>
                        </a:rPr>
                        <m:t>=</m:t>
                      </m:r>
                      <m:r>
                        <a:rPr lang="pt-BR" sz="2800" b="1" i="1" smtClean="0">
                          <a:solidFill>
                            <a:srgbClr val="FF0000"/>
                          </a:solidFill>
                          <a:latin typeface="Cambria Math" panose="02040503050406030204" pitchFamily="18" charset="0"/>
                          <a:cs typeface="Arial" panose="020B0604020202020204" pitchFamily="34" charset="0"/>
                        </a:rPr>
                        <m:t>𝟕</m:t>
                      </m:r>
                      <m:r>
                        <a:rPr lang="pt-BR" sz="2800" b="1" i="1" smtClean="0">
                          <a:solidFill>
                            <a:srgbClr val="FF0000"/>
                          </a:solidFill>
                          <a:latin typeface="Cambria Math" panose="02040503050406030204" pitchFamily="18" charset="0"/>
                          <a:cs typeface="Arial" panose="020B0604020202020204" pitchFamily="34" charset="0"/>
                        </a:rPr>
                        <m:t> (</m:t>
                      </m:r>
                      <m:r>
                        <a:rPr lang="pt-BR" sz="2800" b="1" i="1" smtClean="0">
                          <a:solidFill>
                            <a:srgbClr val="FF0000"/>
                          </a:solidFill>
                          <a:latin typeface="Cambria Math" panose="02040503050406030204" pitchFamily="18" charset="0"/>
                          <a:cs typeface="Arial" panose="020B0604020202020204" pitchFamily="34" charset="0"/>
                        </a:rPr>
                        <m:t>𝑰𝑰</m:t>
                      </m:r>
                      <m:r>
                        <a:rPr lang="pt-BR" sz="2800" b="1" i="1" smtClean="0">
                          <a:solidFill>
                            <a:srgbClr val="FF0000"/>
                          </a:solidFill>
                          <a:latin typeface="Cambria Math" panose="02040503050406030204" pitchFamily="18" charset="0"/>
                          <a:cs typeface="Arial" panose="020B0604020202020204" pitchFamily="34" charset="0"/>
                        </a:rPr>
                        <m:t>)</m:t>
                      </m:r>
                    </m:oMath>
                  </m:oMathPara>
                </a14:m>
                <a:endParaRPr lang="pt-BR" sz="2800" b="1" dirty="0">
                  <a:solidFill>
                    <a:srgbClr val="FF0000"/>
                  </a:solidFill>
                  <a:latin typeface="Arial" panose="020B0604020202020204" pitchFamily="34" charset="0"/>
                  <a:cs typeface="Arial" panose="020B0604020202020204" pitchFamily="34" charset="0"/>
                </a:endParaRPr>
              </a:p>
            </p:txBody>
          </p:sp>
        </mc:Choice>
        <mc:Fallback>
          <p:sp>
            <p:nvSpPr>
              <p:cNvPr id="8" name="CaixaDeTexto 7">
                <a:extLst>
                  <a:ext uri="{FF2B5EF4-FFF2-40B4-BE49-F238E27FC236}">
                    <a16:creationId xmlns:a16="http://schemas.microsoft.com/office/drawing/2014/main" id="{DF5D990C-428A-630A-C4A1-8130B8995624}"/>
                  </a:ext>
                </a:extLst>
              </p:cNvPr>
              <p:cNvSpPr txBox="1">
                <a:spLocks noRot="1" noChangeAspect="1" noMove="1" noResize="1" noEditPoints="1" noAdjustHandles="1" noChangeArrowheads="1" noChangeShapeType="1" noTextEdit="1"/>
              </p:cNvSpPr>
              <p:nvPr/>
            </p:nvSpPr>
            <p:spPr>
              <a:xfrm>
                <a:off x="3768519" y="3884250"/>
                <a:ext cx="3099823" cy="523220"/>
              </a:xfrm>
              <a:prstGeom prst="rect">
                <a:avLst/>
              </a:prstGeom>
              <a:blipFill>
                <a:blip r:embed="rId5"/>
                <a:stretch>
                  <a:fillRect/>
                </a:stretch>
              </a:blipFill>
            </p:spPr>
            <p:txBody>
              <a:bodyPr/>
              <a:lstStyle/>
              <a:p>
                <a:r>
                  <a:rPr lang="pt-BR">
                    <a:noFill/>
                  </a:rPr>
                  <a:t> </a:t>
                </a:r>
              </a:p>
            </p:txBody>
          </p:sp>
        </mc:Fallback>
      </mc:AlternateContent>
      <p:sp>
        <p:nvSpPr>
          <p:cNvPr id="9" name="Seta: para a Direita 8">
            <a:extLst>
              <a:ext uri="{FF2B5EF4-FFF2-40B4-BE49-F238E27FC236}">
                <a16:creationId xmlns:a16="http://schemas.microsoft.com/office/drawing/2014/main" id="{B7BA23D3-FC6F-A6AA-6C39-069397D2E2E9}"/>
              </a:ext>
            </a:extLst>
          </p:cNvPr>
          <p:cNvSpPr/>
          <p:nvPr/>
        </p:nvSpPr>
        <p:spPr>
          <a:xfrm>
            <a:off x="3098162" y="3924907"/>
            <a:ext cx="630620" cy="523219"/>
          </a:xfrm>
          <a:prstGeom prst="rightArrow">
            <a:avLst/>
          </a:prstGeom>
          <a:solidFill>
            <a:srgbClr val="00B0F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Seta: para a Direita 9">
            <a:extLst>
              <a:ext uri="{FF2B5EF4-FFF2-40B4-BE49-F238E27FC236}">
                <a16:creationId xmlns:a16="http://schemas.microsoft.com/office/drawing/2014/main" id="{69DC811F-F6A3-E401-610D-A43C94538AD3}"/>
              </a:ext>
            </a:extLst>
          </p:cNvPr>
          <p:cNvSpPr/>
          <p:nvPr/>
        </p:nvSpPr>
        <p:spPr>
          <a:xfrm>
            <a:off x="3215519" y="2754735"/>
            <a:ext cx="630620" cy="523219"/>
          </a:xfrm>
          <a:prstGeom prst="rightArrow">
            <a:avLst/>
          </a:prstGeom>
          <a:solidFill>
            <a:srgbClr val="FFFF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CaixaDeTexto 10">
            <a:extLst>
              <a:ext uri="{FF2B5EF4-FFF2-40B4-BE49-F238E27FC236}">
                <a16:creationId xmlns:a16="http://schemas.microsoft.com/office/drawing/2014/main" id="{9F6D1E1F-8B76-F053-AC80-68763C6AA219}"/>
              </a:ext>
            </a:extLst>
          </p:cNvPr>
          <p:cNvSpPr txBox="1"/>
          <p:nvPr/>
        </p:nvSpPr>
        <p:spPr>
          <a:xfrm>
            <a:off x="386137" y="4544167"/>
            <a:ext cx="3539476" cy="523220"/>
          </a:xfrm>
          <a:prstGeom prst="rect">
            <a:avLst/>
          </a:prstGeom>
          <a:noFill/>
        </p:spPr>
        <p:txBody>
          <a:bodyPr wrap="square">
            <a:spAutoFit/>
          </a:bodyPr>
          <a:lstStyle/>
          <a:p>
            <a:pPr algn="l">
              <a:buNone/>
            </a:pPr>
            <a:r>
              <a:rPr lang="pt-BR" sz="2800" b="1" i="0" dirty="0">
                <a:solidFill>
                  <a:srgbClr val="000000"/>
                </a:solidFill>
                <a:effectLst/>
                <a:latin typeface="Arial" panose="020B0604020202020204" pitchFamily="34" charset="0"/>
                <a:cs typeface="Arial" panose="020B0604020202020204" pitchFamily="34" charset="0"/>
              </a:rPr>
              <a:t>Fazendo II – I, vem:</a:t>
            </a:r>
          </a:p>
        </p:txBody>
      </p:sp>
      <mc:AlternateContent xmlns:mc="http://schemas.openxmlformats.org/markup-compatibility/2006">
        <mc:Choice xmlns:a14="http://schemas.microsoft.com/office/drawing/2010/main" Requires="a14">
          <p:sp>
            <p:nvSpPr>
              <p:cNvPr id="12" name="CaixaDeTexto 11">
                <a:extLst>
                  <a:ext uri="{FF2B5EF4-FFF2-40B4-BE49-F238E27FC236}">
                    <a16:creationId xmlns:a16="http://schemas.microsoft.com/office/drawing/2014/main" id="{D227DAD6-34CB-333D-A093-CDACFD55E21A}"/>
                  </a:ext>
                </a:extLst>
              </p:cNvPr>
              <p:cNvSpPr txBox="1"/>
              <p:nvPr/>
            </p:nvSpPr>
            <p:spPr>
              <a:xfrm>
                <a:off x="825790" y="5128954"/>
                <a:ext cx="2487476" cy="52322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pt-BR" sz="2800" b="1" i="1" smtClean="0">
                              <a:solidFill>
                                <a:srgbClr val="FF0000"/>
                              </a:solidFill>
                              <a:latin typeface="Cambria Math" panose="02040503050406030204" pitchFamily="18" charset="0"/>
                              <a:cs typeface="Arial" panose="020B0604020202020204" pitchFamily="34" charset="0"/>
                            </a:rPr>
                          </m:ctrlPr>
                        </m:sSubPr>
                        <m:e>
                          <m:r>
                            <a:rPr lang="pt-BR" sz="2800" b="1" i="1" smtClean="0">
                              <a:solidFill>
                                <a:srgbClr val="FF0000"/>
                              </a:solidFill>
                              <a:latin typeface="Cambria Math" panose="02040503050406030204" pitchFamily="18" charset="0"/>
                              <a:cs typeface="Arial" panose="020B0604020202020204" pitchFamily="34" charset="0"/>
                            </a:rPr>
                            <m:t>𝒗</m:t>
                          </m:r>
                        </m:e>
                        <m:sub>
                          <m:r>
                            <a:rPr lang="pt-BR" sz="2800" b="1" i="1" smtClean="0">
                              <a:solidFill>
                                <a:srgbClr val="FF0000"/>
                              </a:solidFill>
                              <a:latin typeface="Cambria Math" panose="02040503050406030204" pitchFamily="18" charset="0"/>
                              <a:cs typeface="Arial" panose="020B0604020202020204" pitchFamily="34" charset="0"/>
                            </a:rPr>
                            <m:t>𝒓𝒆𝒍</m:t>
                          </m:r>
                        </m:sub>
                      </m:sSub>
                      <m:r>
                        <a:rPr lang="pt-BR" sz="2800" b="1" i="1" smtClean="0">
                          <a:solidFill>
                            <a:srgbClr val="FF0000"/>
                          </a:solidFill>
                          <a:latin typeface="Cambria Math" panose="02040503050406030204" pitchFamily="18" charset="0"/>
                          <a:cs typeface="Arial" panose="020B0604020202020204" pitchFamily="34" charset="0"/>
                        </a:rPr>
                        <m:t>+</m:t>
                      </m:r>
                      <m:sSub>
                        <m:sSubPr>
                          <m:ctrlPr>
                            <a:rPr lang="pt-BR" sz="2800" b="1" i="1" smtClean="0">
                              <a:solidFill>
                                <a:srgbClr val="FF0000"/>
                              </a:solidFill>
                              <a:latin typeface="Cambria Math" panose="02040503050406030204" pitchFamily="18" charset="0"/>
                              <a:cs typeface="Arial" panose="020B0604020202020204" pitchFamily="34" charset="0"/>
                            </a:rPr>
                          </m:ctrlPr>
                        </m:sSubPr>
                        <m:e>
                          <m:r>
                            <a:rPr lang="pt-BR" sz="2800" b="1" i="1" smtClean="0">
                              <a:solidFill>
                                <a:srgbClr val="FF0000"/>
                              </a:solidFill>
                              <a:latin typeface="Cambria Math" panose="02040503050406030204" pitchFamily="18" charset="0"/>
                              <a:cs typeface="Arial" panose="020B0604020202020204" pitchFamily="34" charset="0"/>
                            </a:rPr>
                            <m:t>𝒗</m:t>
                          </m:r>
                        </m:e>
                        <m:sub>
                          <m:r>
                            <a:rPr lang="pt-BR" sz="2800" b="1" i="1" smtClean="0">
                              <a:solidFill>
                                <a:srgbClr val="FF0000"/>
                              </a:solidFill>
                              <a:latin typeface="Cambria Math" panose="02040503050406030204" pitchFamily="18" charset="0"/>
                              <a:cs typeface="Arial" panose="020B0604020202020204" pitchFamily="34" charset="0"/>
                            </a:rPr>
                            <m:t>𝑨</m:t>
                          </m:r>
                        </m:sub>
                      </m:sSub>
                      <m:r>
                        <a:rPr lang="pt-BR" sz="2800" b="1" i="1" smtClean="0">
                          <a:solidFill>
                            <a:srgbClr val="FF0000"/>
                          </a:solidFill>
                          <a:latin typeface="Cambria Math" panose="02040503050406030204" pitchFamily="18" charset="0"/>
                          <a:cs typeface="Arial" panose="020B0604020202020204" pitchFamily="34" charset="0"/>
                        </a:rPr>
                        <m:t>=</m:t>
                      </m:r>
                      <m:r>
                        <a:rPr lang="pt-BR" sz="2800" b="1" i="1" smtClean="0">
                          <a:solidFill>
                            <a:srgbClr val="FF0000"/>
                          </a:solidFill>
                          <a:latin typeface="Cambria Math" panose="02040503050406030204" pitchFamily="18" charset="0"/>
                          <a:cs typeface="Arial" panose="020B0604020202020204" pitchFamily="34" charset="0"/>
                        </a:rPr>
                        <m:t>𝟕</m:t>
                      </m:r>
                      <m:r>
                        <a:rPr lang="pt-BR" sz="2800" b="1" i="1" smtClean="0">
                          <a:solidFill>
                            <a:srgbClr val="FF0000"/>
                          </a:solidFill>
                          <a:latin typeface="Cambria Math" panose="02040503050406030204" pitchFamily="18" charset="0"/>
                          <a:cs typeface="Arial" panose="020B0604020202020204" pitchFamily="34" charset="0"/>
                        </a:rPr>
                        <m:t> </m:t>
                      </m:r>
                    </m:oMath>
                  </m:oMathPara>
                </a14:m>
                <a:endParaRPr lang="pt-BR" sz="2800" b="1" dirty="0">
                  <a:solidFill>
                    <a:srgbClr val="FF0000"/>
                  </a:solidFill>
                  <a:latin typeface="Arial" panose="020B0604020202020204" pitchFamily="34" charset="0"/>
                  <a:cs typeface="Arial" panose="020B0604020202020204" pitchFamily="34" charset="0"/>
                </a:endParaRPr>
              </a:p>
            </p:txBody>
          </p:sp>
        </mc:Choice>
        <mc:Fallback>
          <p:sp>
            <p:nvSpPr>
              <p:cNvPr id="12" name="CaixaDeTexto 11">
                <a:extLst>
                  <a:ext uri="{FF2B5EF4-FFF2-40B4-BE49-F238E27FC236}">
                    <a16:creationId xmlns:a16="http://schemas.microsoft.com/office/drawing/2014/main" id="{D227DAD6-34CB-333D-A093-CDACFD55E21A}"/>
                  </a:ext>
                </a:extLst>
              </p:cNvPr>
              <p:cNvSpPr txBox="1">
                <a:spLocks noRot="1" noChangeAspect="1" noMove="1" noResize="1" noEditPoints="1" noAdjustHandles="1" noChangeArrowheads="1" noChangeShapeType="1" noTextEdit="1"/>
              </p:cNvSpPr>
              <p:nvPr/>
            </p:nvSpPr>
            <p:spPr>
              <a:xfrm>
                <a:off x="825790" y="5128954"/>
                <a:ext cx="2487476" cy="523220"/>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3" name="CaixaDeTexto 12">
                <a:extLst>
                  <a:ext uri="{FF2B5EF4-FFF2-40B4-BE49-F238E27FC236}">
                    <a16:creationId xmlns:a16="http://schemas.microsoft.com/office/drawing/2014/main" id="{3D427276-500B-2354-8138-8220CADF4D96}"/>
                  </a:ext>
                </a:extLst>
              </p:cNvPr>
              <p:cNvSpPr txBox="1"/>
              <p:nvPr/>
            </p:nvSpPr>
            <p:spPr>
              <a:xfrm>
                <a:off x="825790" y="5521078"/>
                <a:ext cx="2487476" cy="52322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𝒓𝒆𝒍</m:t>
                          </m:r>
                        </m:sub>
                      </m:sSub>
                      <m:r>
                        <a:rPr lang="pt-BR" sz="2800" b="1" i="1" smtClean="0">
                          <a:latin typeface="Cambria Math" panose="02040503050406030204" pitchFamily="18" charset="0"/>
                          <a:cs typeface="Arial" panose="020B0604020202020204" pitchFamily="34" charset="0"/>
                        </a:rPr>
                        <m:t>−</m:t>
                      </m:r>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𝑨</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𝟑</m:t>
                      </m:r>
                      <m:r>
                        <a:rPr lang="pt-BR" sz="2800" b="1" i="1" smtClean="0">
                          <a:latin typeface="Cambria Math" panose="02040503050406030204" pitchFamily="18" charset="0"/>
                          <a:cs typeface="Arial" panose="020B0604020202020204" pitchFamily="34" charset="0"/>
                        </a:rPr>
                        <m:t> </m:t>
                      </m:r>
                    </m:oMath>
                  </m:oMathPara>
                </a14:m>
                <a:endParaRPr lang="pt-BR" sz="2800" b="1" dirty="0">
                  <a:latin typeface="Arial" panose="020B0604020202020204" pitchFamily="34" charset="0"/>
                  <a:cs typeface="Arial" panose="020B0604020202020204" pitchFamily="34" charset="0"/>
                </a:endParaRPr>
              </a:p>
            </p:txBody>
          </p:sp>
        </mc:Choice>
        <mc:Fallback>
          <p:sp>
            <p:nvSpPr>
              <p:cNvPr id="13" name="CaixaDeTexto 12">
                <a:extLst>
                  <a:ext uri="{FF2B5EF4-FFF2-40B4-BE49-F238E27FC236}">
                    <a16:creationId xmlns:a16="http://schemas.microsoft.com/office/drawing/2014/main" id="{3D427276-500B-2354-8138-8220CADF4D96}"/>
                  </a:ext>
                </a:extLst>
              </p:cNvPr>
              <p:cNvSpPr txBox="1">
                <a:spLocks noRot="1" noChangeAspect="1" noMove="1" noResize="1" noEditPoints="1" noAdjustHandles="1" noChangeArrowheads="1" noChangeShapeType="1" noTextEdit="1"/>
              </p:cNvSpPr>
              <p:nvPr/>
            </p:nvSpPr>
            <p:spPr>
              <a:xfrm>
                <a:off x="825790" y="5521078"/>
                <a:ext cx="2487476" cy="523220"/>
              </a:xfrm>
              <a:prstGeom prst="rect">
                <a:avLst/>
              </a:prstGeom>
              <a:blipFill>
                <a:blip r:embed="rId7"/>
                <a:stretch>
                  <a:fillRect/>
                </a:stretch>
              </a:blipFill>
            </p:spPr>
            <p:txBody>
              <a:bodyPr/>
              <a:lstStyle/>
              <a:p>
                <a:r>
                  <a:rPr lang="pt-BR">
                    <a:noFill/>
                  </a:rPr>
                  <a:t> </a:t>
                </a:r>
              </a:p>
            </p:txBody>
          </p:sp>
        </mc:Fallback>
      </mc:AlternateContent>
      <p:grpSp>
        <p:nvGrpSpPr>
          <p:cNvPr id="19" name="Agrupar 18">
            <a:extLst>
              <a:ext uri="{FF2B5EF4-FFF2-40B4-BE49-F238E27FC236}">
                <a16:creationId xmlns:a16="http://schemas.microsoft.com/office/drawing/2014/main" id="{1910EC9E-9C6A-44A6-7076-3D0CF3A854CD}"/>
              </a:ext>
            </a:extLst>
          </p:cNvPr>
          <p:cNvGrpSpPr/>
          <p:nvPr/>
        </p:nvGrpSpPr>
        <p:grpSpPr>
          <a:xfrm>
            <a:off x="583325" y="5521078"/>
            <a:ext cx="2947504" cy="554752"/>
            <a:chOff x="583325" y="5521078"/>
            <a:chExt cx="2947504" cy="554752"/>
          </a:xfrm>
        </p:grpSpPr>
        <p:cxnSp>
          <p:nvCxnSpPr>
            <p:cNvPr id="15" name="Conector reto 14">
              <a:extLst>
                <a:ext uri="{FF2B5EF4-FFF2-40B4-BE49-F238E27FC236}">
                  <a16:creationId xmlns:a16="http://schemas.microsoft.com/office/drawing/2014/main" id="{98CE6F9A-08FB-801A-E3D9-D038BF649D6C}"/>
                </a:ext>
              </a:extLst>
            </p:cNvPr>
            <p:cNvCxnSpPr>
              <a:cxnSpLocks/>
            </p:cNvCxnSpPr>
            <p:nvPr/>
          </p:nvCxnSpPr>
          <p:spPr>
            <a:xfrm>
              <a:off x="3185841" y="5521078"/>
              <a:ext cx="26430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ector reto 17">
              <a:extLst>
                <a:ext uri="{FF2B5EF4-FFF2-40B4-BE49-F238E27FC236}">
                  <a16:creationId xmlns:a16="http://schemas.microsoft.com/office/drawing/2014/main" id="{7EA4A5EB-5591-86AD-A3DB-3AE057CE0E76}"/>
                </a:ext>
              </a:extLst>
            </p:cNvPr>
            <p:cNvCxnSpPr/>
            <p:nvPr/>
          </p:nvCxnSpPr>
          <p:spPr>
            <a:xfrm>
              <a:off x="583325" y="6075830"/>
              <a:ext cx="294750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20" name="CaixaDeTexto 19">
                <a:extLst>
                  <a:ext uri="{FF2B5EF4-FFF2-40B4-BE49-F238E27FC236}">
                    <a16:creationId xmlns:a16="http://schemas.microsoft.com/office/drawing/2014/main" id="{2FDAEFA8-2DE8-5FDA-D0C2-09D93C09C35D}"/>
                  </a:ext>
                </a:extLst>
              </p:cNvPr>
              <p:cNvSpPr txBox="1"/>
              <p:nvPr/>
            </p:nvSpPr>
            <p:spPr>
              <a:xfrm>
                <a:off x="825790" y="6113985"/>
                <a:ext cx="3406702" cy="52322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𝑨</m:t>
                          </m:r>
                        </m:sub>
                      </m:sSub>
                      <m:r>
                        <a:rPr lang="pt-BR" sz="2800" b="1" i="1" smtClean="0">
                          <a:latin typeface="Cambria Math" panose="02040503050406030204" pitchFamily="18" charset="0"/>
                          <a:cs typeface="Arial" panose="020B0604020202020204" pitchFamily="34" charset="0"/>
                        </a:rPr>
                        <m:t>−</m:t>
                      </m:r>
                      <m:d>
                        <m:dPr>
                          <m:ctrlPr>
                            <a:rPr lang="pt-BR" sz="2800" b="1" i="1" smtClean="0">
                              <a:latin typeface="Cambria Math" panose="02040503050406030204" pitchFamily="18" charset="0"/>
                              <a:cs typeface="Arial" panose="020B0604020202020204" pitchFamily="34" charset="0"/>
                            </a:rPr>
                          </m:ctrlPr>
                        </m:dPr>
                        <m:e>
                          <m:r>
                            <a:rPr lang="pt-BR" sz="2800" b="1" i="1" smtClean="0">
                              <a:latin typeface="Cambria Math" panose="02040503050406030204" pitchFamily="18" charset="0"/>
                              <a:cs typeface="Arial" panose="020B0604020202020204" pitchFamily="34" charset="0"/>
                            </a:rPr>
                            <m:t>−</m:t>
                          </m:r>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𝑨</m:t>
                              </m:r>
                            </m:sub>
                          </m:sSub>
                        </m:e>
                      </m:d>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𝟕</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𝟑</m:t>
                      </m:r>
                    </m:oMath>
                  </m:oMathPara>
                </a14:m>
                <a:endParaRPr lang="pt-BR" sz="2800" b="1" dirty="0">
                  <a:latin typeface="Arial" panose="020B0604020202020204" pitchFamily="34" charset="0"/>
                  <a:cs typeface="Arial" panose="020B0604020202020204" pitchFamily="34" charset="0"/>
                </a:endParaRPr>
              </a:p>
            </p:txBody>
          </p:sp>
        </mc:Choice>
        <mc:Fallback>
          <p:sp>
            <p:nvSpPr>
              <p:cNvPr id="20" name="CaixaDeTexto 19">
                <a:extLst>
                  <a:ext uri="{FF2B5EF4-FFF2-40B4-BE49-F238E27FC236}">
                    <a16:creationId xmlns:a16="http://schemas.microsoft.com/office/drawing/2014/main" id="{2FDAEFA8-2DE8-5FDA-D0C2-09D93C09C35D}"/>
                  </a:ext>
                </a:extLst>
              </p:cNvPr>
              <p:cNvSpPr txBox="1">
                <a:spLocks noRot="1" noChangeAspect="1" noMove="1" noResize="1" noEditPoints="1" noAdjustHandles="1" noChangeArrowheads="1" noChangeShapeType="1" noTextEdit="1"/>
              </p:cNvSpPr>
              <p:nvPr/>
            </p:nvSpPr>
            <p:spPr>
              <a:xfrm>
                <a:off x="825790" y="6113985"/>
                <a:ext cx="3406702" cy="523220"/>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21" name="CaixaDeTexto 20">
                <a:extLst>
                  <a:ext uri="{FF2B5EF4-FFF2-40B4-BE49-F238E27FC236}">
                    <a16:creationId xmlns:a16="http://schemas.microsoft.com/office/drawing/2014/main" id="{A0AE08FE-8009-BC87-F13E-C2D202A782CA}"/>
                  </a:ext>
                </a:extLst>
              </p:cNvPr>
              <p:cNvSpPr txBox="1"/>
              <p:nvPr/>
            </p:nvSpPr>
            <p:spPr>
              <a:xfrm>
                <a:off x="4972744" y="4737507"/>
                <a:ext cx="1583703" cy="52322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𝟐</m:t>
                          </m:r>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𝑨</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𝟒</m:t>
                      </m:r>
                    </m:oMath>
                  </m:oMathPara>
                </a14:m>
                <a:endParaRPr lang="pt-BR" sz="2800" b="1" dirty="0">
                  <a:latin typeface="Arial" panose="020B0604020202020204" pitchFamily="34" charset="0"/>
                  <a:cs typeface="Arial" panose="020B0604020202020204" pitchFamily="34" charset="0"/>
                </a:endParaRPr>
              </a:p>
            </p:txBody>
          </p:sp>
        </mc:Choice>
        <mc:Fallback>
          <p:sp>
            <p:nvSpPr>
              <p:cNvPr id="21" name="CaixaDeTexto 20">
                <a:extLst>
                  <a:ext uri="{FF2B5EF4-FFF2-40B4-BE49-F238E27FC236}">
                    <a16:creationId xmlns:a16="http://schemas.microsoft.com/office/drawing/2014/main" id="{A0AE08FE-8009-BC87-F13E-C2D202A782CA}"/>
                  </a:ext>
                </a:extLst>
              </p:cNvPr>
              <p:cNvSpPr txBox="1">
                <a:spLocks noRot="1" noChangeAspect="1" noMove="1" noResize="1" noEditPoints="1" noAdjustHandles="1" noChangeArrowheads="1" noChangeShapeType="1" noTextEdit="1"/>
              </p:cNvSpPr>
              <p:nvPr/>
            </p:nvSpPr>
            <p:spPr>
              <a:xfrm>
                <a:off x="4972744" y="4737507"/>
                <a:ext cx="1583703" cy="523220"/>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22" name="CaixaDeTexto 21">
                <a:extLst>
                  <a:ext uri="{FF2B5EF4-FFF2-40B4-BE49-F238E27FC236}">
                    <a16:creationId xmlns:a16="http://schemas.microsoft.com/office/drawing/2014/main" id="{0BC6123E-34D6-E089-19CA-C3A183836ABF}"/>
                  </a:ext>
                </a:extLst>
              </p:cNvPr>
              <p:cNvSpPr txBox="1"/>
              <p:nvPr/>
            </p:nvSpPr>
            <p:spPr>
              <a:xfrm>
                <a:off x="4972744" y="5590765"/>
                <a:ext cx="2752805" cy="523220"/>
              </a:xfrm>
              <a:prstGeom prst="rect">
                <a:avLst/>
              </a:prstGeom>
              <a:solidFill>
                <a:srgbClr val="FFFF00"/>
              </a:solidFill>
              <a:ln w="57150" cmpd="dbl">
                <a:solidFill>
                  <a:schemeClr val="tx1"/>
                </a:solidFill>
              </a:ln>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𝑨</m:t>
                          </m:r>
                        </m:sub>
                      </m:sSub>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𝟐</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𝟎</m:t>
                      </m:r>
                      <m:r>
                        <a:rPr lang="pt-BR" sz="2800" b="1" i="1" smtClean="0">
                          <a:latin typeface="Cambria Math" panose="02040503050406030204" pitchFamily="18" charset="0"/>
                          <a:cs typeface="Arial" panose="020B0604020202020204" pitchFamily="34" charset="0"/>
                        </a:rPr>
                        <m:t> </m:t>
                      </m:r>
                      <m:r>
                        <a:rPr lang="pt-BR" sz="2800" b="1" i="1" smtClean="0">
                          <a:latin typeface="Cambria Math" panose="02040503050406030204" pitchFamily="18" charset="0"/>
                          <a:cs typeface="Arial" panose="020B0604020202020204" pitchFamily="34" charset="0"/>
                        </a:rPr>
                        <m:t>𝒌𝒎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𝒉</m:t>
                      </m:r>
                    </m:oMath>
                  </m:oMathPara>
                </a14:m>
                <a:endParaRPr lang="pt-BR" sz="2800" b="1" dirty="0">
                  <a:latin typeface="Arial" panose="020B0604020202020204" pitchFamily="34" charset="0"/>
                  <a:cs typeface="Arial" panose="020B0604020202020204" pitchFamily="34" charset="0"/>
                </a:endParaRPr>
              </a:p>
            </p:txBody>
          </p:sp>
        </mc:Choice>
        <mc:Fallback>
          <p:sp>
            <p:nvSpPr>
              <p:cNvPr id="22" name="CaixaDeTexto 21">
                <a:extLst>
                  <a:ext uri="{FF2B5EF4-FFF2-40B4-BE49-F238E27FC236}">
                    <a16:creationId xmlns:a16="http://schemas.microsoft.com/office/drawing/2014/main" id="{0BC6123E-34D6-E089-19CA-C3A183836ABF}"/>
                  </a:ext>
                </a:extLst>
              </p:cNvPr>
              <p:cNvSpPr txBox="1">
                <a:spLocks noRot="1" noChangeAspect="1" noMove="1" noResize="1" noEditPoints="1" noAdjustHandles="1" noChangeArrowheads="1" noChangeShapeType="1" noTextEdit="1"/>
              </p:cNvSpPr>
              <p:nvPr/>
            </p:nvSpPr>
            <p:spPr>
              <a:xfrm>
                <a:off x="4972744" y="5590765"/>
                <a:ext cx="2752805" cy="523220"/>
              </a:xfrm>
              <a:prstGeom prst="rect">
                <a:avLst/>
              </a:prstGeom>
              <a:blipFill>
                <a:blip r:embed="rId10"/>
                <a:stretch>
                  <a:fillRect/>
                </a:stretch>
              </a:blipFill>
              <a:ln w="57150" cmpd="dbl">
                <a:solidFill>
                  <a:schemeClr val="tx1"/>
                </a:solidFill>
              </a:ln>
            </p:spPr>
            <p:txBody>
              <a:bodyPr/>
              <a:lstStyle/>
              <a:p>
                <a:r>
                  <a:rPr lang="pt-BR">
                    <a:noFill/>
                  </a:rPr>
                  <a:t> </a:t>
                </a:r>
              </a:p>
            </p:txBody>
          </p:sp>
        </mc:Fallback>
      </mc:AlternateContent>
      <p:cxnSp>
        <p:nvCxnSpPr>
          <p:cNvPr id="24" name="Conector reto 23">
            <a:extLst>
              <a:ext uri="{FF2B5EF4-FFF2-40B4-BE49-F238E27FC236}">
                <a16:creationId xmlns:a16="http://schemas.microsoft.com/office/drawing/2014/main" id="{F078AAA6-8B1C-7FC3-7BDB-32D6D75631F4}"/>
              </a:ext>
            </a:extLst>
          </p:cNvPr>
          <p:cNvCxnSpPr>
            <a:cxnSpLocks/>
          </p:cNvCxnSpPr>
          <p:nvPr/>
        </p:nvCxnSpPr>
        <p:spPr>
          <a:xfrm>
            <a:off x="4603531" y="4737507"/>
            <a:ext cx="0" cy="1823308"/>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28" name="Imagem 27" descr="Texto&#10;&#10;O conteúdo gerado por IA pode estar incorreto.">
            <a:extLst>
              <a:ext uri="{FF2B5EF4-FFF2-40B4-BE49-F238E27FC236}">
                <a16:creationId xmlns:a16="http://schemas.microsoft.com/office/drawing/2014/main" id="{C054F41E-14F1-25E4-3075-F04A2B6BDA00}"/>
              </a:ext>
            </a:extLst>
          </p:cNvPr>
          <p:cNvPicPr>
            <a:picLocks noChangeAspect="1"/>
          </p:cNvPicPr>
          <p:nvPr/>
        </p:nvPicPr>
        <p:blipFill>
          <a:blip r:embed="rId11"/>
          <a:stretch>
            <a:fillRect/>
          </a:stretch>
        </p:blipFill>
        <p:spPr>
          <a:xfrm>
            <a:off x="8889710" y="3603685"/>
            <a:ext cx="2476500" cy="2381250"/>
          </a:xfrm>
          <a:prstGeom prst="rect">
            <a:avLst/>
          </a:prstGeom>
        </p:spPr>
      </p:pic>
    </p:spTree>
    <p:extLst>
      <p:ext uri="{BB962C8B-B14F-4D97-AF65-F5344CB8AC3E}">
        <p14:creationId xmlns:p14="http://schemas.microsoft.com/office/powerpoint/2010/main" val="1614062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fade">
                                      <p:cBhvr>
                                        <p:cTn id="29" dur="500"/>
                                        <p:tgtEl>
                                          <p:spTgt spid="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down)">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21" presetClass="entr" presetSubtype="1" fill="hold" grpId="0" nodeType="click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wheel(1)">
                                      <p:cBhvr>
                                        <p:cTn id="44" dur="2000"/>
                                        <p:tgtEl>
                                          <p:spTgt spid="8"/>
                                        </p:tgtEl>
                                      </p:cBhvr>
                                    </p:animEffect>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1000"/>
                                        <p:tgtEl>
                                          <p:spTgt spid="11"/>
                                        </p:tgtEl>
                                      </p:cBhvr>
                                    </p:animEffect>
                                    <p:anim calcmode="lin" valueType="num">
                                      <p:cBhvr>
                                        <p:cTn id="50" dur="1000" fill="hold"/>
                                        <p:tgtEl>
                                          <p:spTgt spid="11"/>
                                        </p:tgtEl>
                                        <p:attrNameLst>
                                          <p:attrName>ppt_x</p:attrName>
                                        </p:attrNameLst>
                                      </p:cBhvr>
                                      <p:tavLst>
                                        <p:tav tm="0">
                                          <p:val>
                                            <p:strVal val="#ppt_x"/>
                                          </p:val>
                                        </p:tav>
                                        <p:tav tm="100000">
                                          <p:val>
                                            <p:strVal val="#ppt_x"/>
                                          </p:val>
                                        </p:tav>
                                      </p:tavLst>
                                    </p:anim>
                                    <p:anim calcmode="lin" valueType="num">
                                      <p:cBhvr>
                                        <p:cTn id="5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16" presetClass="entr" presetSubtype="21" fill="hold" grpId="0" nodeType="click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barn(inVertical)">
                                      <p:cBhvr>
                                        <p:cTn id="56" dur="500"/>
                                        <p:tgtEl>
                                          <p:spTgt spid="12"/>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6" presetClass="entr" presetSubtype="21" fill="hold" nodeType="clickEffect">
                                  <p:stCondLst>
                                    <p:cond delay="0"/>
                                  </p:stCondLst>
                                  <p:childTnLst>
                                    <p:set>
                                      <p:cBhvr>
                                        <p:cTn id="64" dur="1" fill="hold">
                                          <p:stCondLst>
                                            <p:cond delay="0"/>
                                          </p:stCondLst>
                                        </p:cTn>
                                        <p:tgtEl>
                                          <p:spTgt spid="19"/>
                                        </p:tgtEl>
                                        <p:attrNameLst>
                                          <p:attrName>style.visibility</p:attrName>
                                        </p:attrNameLst>
                                      </p:cBhvr>
                                      <p:to>
                                        <p:strVal val="visible"/>
                                      </p:to>
                                    </p:set>
                                    <p:animEffect transition="in" filter="barn(inVertical)">
                                      <p:cBhvr>
                                        <p:cTn id="65" dur="500"/>
                                        <p:tgtEl>
                                          <p:spTgt spid="19"/>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grpId="0" nodeType="click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wipe(down)">
                                      <p:cBhvr>
                                        <p:cTn id="70" dur="500"/>
                                        <p:tgtEl>
                                          <p:spTgt spid="20"/>
                                        </p:tgtEl>
                                      </p:cBhvr>
                                    </p:animEffect>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nodeType="click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1000"/>
                                        <p:tgtEl>
                                          <p:spTgt spid="24"/>
                                        </p:tgtEl>
                                      </p:cBhvr>
                                    </p:animEffect>
                                    <p:anim calcmode="lin" valueType="num">
                                      <p:cBhvr>
                                        <p:cTn id="76" dur="1000" fill="hold"/>
                                        <p:tgtEl>
                                          <p:spTgt spid="24"/>
                                        </p:tgtEl>
                                        <p:attrNameLst>
                                          <p:attrName>ppt_x</p:attrName>
                                        </p:attrNameLst>
                                      </p:cBhvr>
                                      <p:tavLst>
                                        <p:tav tm="0">
                                          <p:val>
                                            <p:strVal val="#ppt_x"/>
                                          </p:val>
                                        </p:tav>
                                        <p:tav tm="100000">
                                          <p:val>
                                            <p:strVal val="#ppt_x"/>
                                          </p:val>
                                        </p:tav>
                                      </p:tavLst>
                                    </p:anim>
                                    <p:anim calcmode="lin" valueType="num">
                                      <p:cBhvr>
                                        <p:cTn id="77"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6" presetClass="entr" presetSubtype="0" fill="hold" grpId="0" nodeType="click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wipe(down)">
                                      <p:cBhvr>
                                        <p:cTn id="82" dur="580">
                                          <p:stCondLst>
                                            <p:cond delay="0"/>
                                          </p:stCondLst>
                                        </p:cTn>
                                        <p:tgtEl>
                                          <p:spTgt spid="21"/>
                                        </p:tgtEl>
                                      </p:cBhvr>
                                    </p:animEffect>
                                    <p:anim calcmode="lin" valueType="num">
                                      <p:cBhvr>
                                        <p:cTn id="83" dur="1822" tmFilter="0,0; 0.14,0.36; 0.43,0.73; 0.71,0.91; 1.0,1.0">
                                          <p:stCondLst>
                                            <p:cond delay="0"/>
                                          </p:stCondLst>
                                        </p:cTn>
                                        <p:tgtEl>
                                          <p:spTgt spid="21"/>
                                        </p:tgtEl>
                                        <p:attrNameLst>
                                          <p:attrName>ppt_x</p:attrName>
                                        </p:attrNameLst>
                                      </p:cBhvr>
                                      <p:tavLst>
                                        <p:tav tm="0">
                                          <p:val>
                                            <p:strVal val="#ppt_x-0.25"/>
                                          </p:val>
                                        </p:tav>
                                        <p:tav tm="100000">
                                          <p:val>
                                            <p:strVal val="#ppt_x"/>
                                          </p:val>
                                        </p:tav>
                                      </p:tavLst>
                                    </p:anim>
                                    <p:anim calcmode="lin" valueType="num">
                                      <p:cBhvr>
                                        <p:cTn id="84" dur="664" tmFilter="0.0,0.0; 0.25,0.07; 0.50,0.2; 0.75,0.467; 1.0,1.0">
                                          <p:stCondLst>
                                            <p:cond delay="0"/>
                                          </p:stCondLst>
                                        </p:cTn>
                                        <p:tgtEl>
                                          <p:spTgt spid="21"/>
                                        </p:tgtEl>
                                        <p:attrNameLst>
                                          <p:attrName>ppt_y</p:attrName>
                                        </p:attrNameLst>
                                      </p:cBhvr>
                                      <p:tavLst>
                                        <p:tav tm="0" fmla="#ppt_y-sin(pi*$)/3">
                                          <p:val>
                                            <p:fltVal val="0.5"/>
                                          </p:val>
                                        </p:tav>
                                        <p:tav tm="100000">
                                          <p:val>
                                            <p:fltVal val="1"/>
                                          </p:val>
                                        </p:tav>
                                      </p:tavLst>
                                    </p:anim>
                                    <p:anim calcmode="lin" valueType="num">
                                      <p:cBhvr>
                                        <p:cTn id="85" dur="664" tmFilter="0, 0; 0.125,0.2665; 0.25,0.4; 0.375,0.465; 0.5,0.5;  0.625,0.535; 0.75,0.6; 0.875,0.7335; 1,1">
                                          <p:stCondLst>
                                            <p:cond delay="664"/>
                                          </p:stCondLst>
                                        </p:cTn>
                                        <p:tgtEl>
                                          <p:spTgt spid="21"/>
                                        </p:tgtEl>
                                        <p:attrNameLst>
                                          <p:attrName>ppt_y</p:attrName>
                                        </p:attrNameLst>
                                      </p:cBhvr>
                                      <p:tavLst>
                                        <p:tav tm="0" fmla="#ppt_y-sin(pi*$)/9">
                                          <p:val>
                                            <p:fltVal val="0"/>
                                          </p:val>
                                        </p:tav>
                                        <p:tav tm="100000">
                                          <p:val>
                                            <p:fltVal val="1"/>
                                          </p:val>
                                        </p:tav>
                                      </p:tavLst>
                                    </p:anim>
                                    <p:anim calcmode="lin" valueType="num">
                                      <p:cBhvr>
                                        <p:cTn id="86" dur="332" tmFilter="0, 0; 0.125,0.2665; 0.25,0.4; 0.375,0.465; 0.5,0.5;  0.625,0.535; 0.75,0.6; 0.875,0.7335; 1,1">
                                          <p:stCondLst>
                                            <p:cond delay="1324"/>
                                          </p:stCondLst>
                                        </p:cTn>
                                        <p:tgtEl>
                                          <p:spTgt spid="21"/>
                                        </p:tgtEl>
                                        <p:attrNameLst>
                                          <p:attrName>ppt_y</p:attrName>
                                        </p:attrNameLst>
                                      </p:cBhvr>
                                      <p:tavLst>
                                        <p:tav tm="0" fmla="#ppt_y-sin(pi*$)/27">
                                          <p:val>
                                            <p:fltVal val="0"/>
                                          </p:val>
                                        </p:tav>
                                        <p:tav tm="100000">
                                          <p:val>
                                            <p:fltVal val="1"/>
                                          </p:val>
                                        </p:tav>
                                      </p:tavLst>
                                    </p:anim>
                                    <p:anim calcmode="lin" valueType="num">
                                      <p:cBhvr>
                                        <p:cTn id="87" dur="164" tmFilter="0, 0; 0.125,0.2665; 0.25,0.4; 0.375,0.465; 0.5,0.5;  0.625,0.535; 0.75,0.6; 0.875,0.7335; 1,1">
                                          <p:stCondLst>
                                            <p:cond delay="1656"/>
                                          </p:stCondLst>
                                        </p:cTn>
                                        <p:tgtEl>
                                          <p:spTgt spid="21"/>
                                        </p:tgtEl>
                                        <p:attrNameLst>
                                          <p:attrName>ppt_y</p:attrName>
                                        </p:attrNameLst>
                                      </p:cBhvr>
                                      <p:tavLst>
                                        <p:tav tm="0" fmla="#ppt_y-sin(pi*$)/81">
                                          <p:val>
                                            <p:fltVal val="0"/>
                                          </p:val>
                                        </p:tav>
                                        <p:tav tm="100000">
                                          <p:val>
                                            <p:fltVal val="1"/>
                                          </p:val>
                                        </p:tav>
                                      </p:tavLst>
                                    </p:anim>
                                    <p:animScale>
                                      <p:cBhvr>
                                        <p:cTn id="88" dur="26">
                                          <p:stCondLst>
                                            <p:cond delay="650"/>
                                          </p:stCondLst>
                                        </p:cTn>
                                        <p:tgtEl>
                                          <p:spTgt spid="21"/>
                                        </p:tgtEl>
                                      </p:cBhvr>
                                      <p:to x="100000" y="60000"/>
                                    </p:animScale>
                                    <p:animScale>
                                      <p:cBhvr>
                                        <p:cTn id="89" dur="166" decel="50000">
                                          <p:stCondLst>
                                            <p:cond delay="676"/>
                                          </p:stCondLst>
                                        </p:cTn>
                                        <p:tgtEl>
                                          <p:spTgt spid="21"/>
                                        </p:tgtEl>
                                      </p:cBhvr>
                                      <p:to x="100000" y="100000"/>
                                    </p:animScale>
                                    <p:animScale>
                                      <p:cBhvr>
                                        <p:cTn id="90" dur="26">
                                          <p:stCondLst>
                                            <p:cond delay="1312"/>
                                          </p:stCondLst>
                                        </p:cTn>
                                        <p:tgtEl>
                                          <p:spTgt spid="21"/>
                                        </p:tgtEl>
                                      </p:cBhvr>
                                      <p:to x="100000" y="80000"/>
                                    </p:animScale>
                                    <p:animScale>
                                      <p:cBhvr>
                                        <p:cTn id="91" dur="166" decel="50000">
                                          <p:stCondLst>
                                            <p:cond delay="1338"/>
                                          </p:stCondLst>
                                        </p:cTn>
                                        <p:tgtEl>
                                          <p:spTgt spid="21"/>
                                        </p:tgtEl>
                                      </p:cBhvr>
                                      <p:to x="100000" y="100000"/>
                                    </p:animScale>
                                    <p:animScale>
                                      <p:cBhvr>
                                        <p:cTn id="92" dur="26">
                                          <p:stCondLst>
                                            <p:cond delay="1642"/>
                                          </p:stCondLst>
                                        </p:cTn>
                                        <p:tgtEl>
                                          <p:spTgt spid="21"/>
                                        </p:tgtEl>
                                      </p:cBhvr>
                                      <p:to x="100000" y="90000"/>
                                    </p:animScale>
                                    <p:animScale>
                                      <p:cBhvr>
                                        <p:cTn id="93" dur="166" decel="50000">
                                          <p:stCondLst>
                                            <p:cond delay="1668"/>
                                          </p:stCondLst>
                                        </p:cTn>
                                        <p:tgtEl>
                                          <p:spTgt spid="21"/>
                                        </p:tgtEl>
                                      </p:cBhvr>
                                      <p:to x="100000" y="100000"/>
                                    </p:animScale>
                                    <p:animScale>
                                      <p:cBhvr>
                                        <p:cTn id="94" dur="26">
                                          <p:stCondLst>
                                            <p:cond delay="1808"/>
                                          </p:stCondLst>
                                        </p:cTn>
                                        <p:tgtEl>
                                          <p:spTgt spid="21"/>
                                        </p:tgtEl>
                                      </p:cBhvr>
                                      <p:to x="100000" y="95000"/>
                                    </p:animScale>
                                    <p:animScale>
                                      <p:cBhvr>
                                        <p:cTn id="95" dur="166" decel="50000">
                                          <p:stCondLst>
                                            <p:cond delay="1834"/>
                                          </p:stCondLst>
                                        </p:cTn>
                                        <p:tgtEl>
                                          <p:spTgt spid="21"/>
                                        </p:tgtEl>
                                      </p:cBhvr>
                                      <p:to x="100000" y="100000"/>
                                    </p:animScale>
                                  </p:childTnLst>
                                </p:cTn>
                              </p:par>
                            </p:childTnLst>
                          </p:cTn>
                        </p:par>
                      </p:childTnLst>
                    </p:cTn>
                  </p:par>
                  <p:par>
                    <p:cTn id="96" fill="hold">
                      <p:stCondLst>
                        <p:cond delay="indefinite"/>
                      </p:stCondLst>
                      <p:childTnLst>
                        <p:par>
                          <p:cTn id="97" fill="hold">
                            <p:stCondLst>
                              <p:cond delay="0"/>
                            </p:stCondLst>
                            <p:childTnLst>
                              <p:par>
                                <p:cTn id="98" presetID="21" presetClass="entr" presetSubtype="1" fill="hold" grpId="0" nodeType="click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wheel(1)">
                                      <p:cBhvr>
                                        <p:cTn id="100" dur="2000"/>
                                        <p:tgtEl>
                                          <p:spTgt spid="22"/>
                                        </p:tgtEl>
                                      </p:cBhvr>
                                    </p:animEffect>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nodeType="clickEffect">
                                  <p:stCondLst>
                                    <p:cond delay="0"/>
                                  </p:stCondLst>
                                  <p:childTnLst>
                                    <p:set>
                                      <p:cBhvr>
                                        <p:cTn id="104" dur="1" fill="hold">
                                          <p:stCondLst>
                                            <p:cond delay="0"/>
                                          </p:stCondLst>
                                        </p:cTn>
                                        <p:tgtEl>
                                          <p:spTgt spid="28"/>
                                        </p:tgtEl>
                                        <p:attrNameLst>
                                          <p:attrName>style.visibility</p:attrName>
                                        </p:attrNameLst>
                                      </p:cBhvr>
                                      <p:to>
                                        <p:strVal val="visible"/>
                                      </p:to>
                                    </p:set>
                                    <p:animEffect transition="in" filter="fade">
                                      <p:cBhvr>
                                        <p:cTn id="105" dur="1000"/>
                                        <p:tgtEl>
                                          <p:spTgt spid="28"/>
                                        </p:tgtEl>
                                      </p:cBhvr>
                                    </p:animEffect>
                                    <p:anim calcmode="lin" valueType="num">
                                      <p:cBhvr>
                                        <p:cTn id="106" dur="1000" fill="hold"/>
                                        <p:tgtEl>
                                          <p:spTgt spid="28"/>
                                        </p:tgtEl>
                                        <p:attrNameLst>
                                          <p:attrName>ppt_x</p:attrName>
                                        </p:attrNameLst>
                                      </p:cBhvr>
                                      <p:tavLst>
                                        <p:tav tm="0">
                                          <p:val>
                                            <p:strVal val="#ppt_x"/>
                                          </p:val>
                                        </p:tav>
                                        <p:tav tm="100000">
                                          <p:val>
                                            <p:strVal val="#ppt_x"/>
                                          </p:val>
                                        </p:tav>
                                      </p:tavLst>
                                    </p:anim>
                                    <p:anim calcmode="lin" valueType="num">
                                      <p:cBhvr>
                                        <p:cTn id="107"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animBg="1"/>
      <p:bldP spid="10" grpId="0" animBg="1"/>
      <p:bldP spid="11" grpId="0"/>
      <p:bldP spid="12" grpId="0"/>
      <p:bldP spid="13" grpId="0"/>
      <p:bldP spid="20" grpId="0"/>
      <p:bldP spid="21" grpId="0"/>
      <p:bldP spid="2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tângulo: Cantos Arredondados 7">
            <a:extLst>
              <a:ext uri="{FF2B5EF4-FFF2-40B4-BE49-F238E27FC236}">
                <a16:creationId xmlns:a16="http://schemas.microsoft.com/office/drawing/2014/main" id="{C6170AD1-D34E-4597-21F4-08113B84BA7C}"/>
              </a:ext>
            </a:extLst>
          </p:cNvPr>
          <p:cNvSpPr/>
          <p:nvPr/>
        </p:nvSpPr>
        <p:spPr>
          <a:xfrm>
            <a:off x="429186" y="4677693"/>
            <a:ext cx="862701" cy="443511"/>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 name="CaixaDeTexto 1">
            <a:extLst>
              <a:ext uri="{FF2B5EF4-FFF2-40B4-BE49-F238E27FC236}">
                <a16:creationId xmlns:a16="http://schemas.microsoft.com/office/drawing/2014/main" id="{24EC80AC-4D66-D5C8-BE8C-9F0134C767A1}"/>
              </a:ext>
            </a:extLst>
          </p:cNvPr>
          <p:cNvSpPr txBox="1"/>
          <p:nvPr/>
        </p:nvSpPr>
        <p:spPr>
          <a:xfrm>
            <a:off x="239111" y="99520"/>
            <a:ext cx="11474668" cy="2246769"/>
          </a:xfrm>
          <a:prstGeom prst="rect">
            <a:avLst/>
          </a:prstGeom>
          <a:noFill/>
        </p:spPr>
        <p:txBody>
          <a:bodyPr wrap="square">
            <a:spAutoFit/>
          </a:bodyPr>
          <a:lstStyle/>
          <a:p>
            <a:pPr algn="just"/>
            <a:r>
              <a:rPr lang="pt-BR" sz="2800" b="1" dirty="0">
                <a:solidFill>
                  <a:srgbClr val="FF0000"/>
                </a:solidFill>
                <a:latin typeface="Arial" panose="020B0604020202020204" pitchFamily="34" charset="0"/>
                <a:cs typeface="Arial" panose="020B0604020202020204" pitchFamily="34" charset="0"/>
              </a:rPr>
              <a:t>Ex.: 1 pag.: 120 (UFMG – MG) </a:t>
            </a:r>
            <a:r>
              <a:rPr lang="pt-BR" sz="2800" b="1" dirty="0">
                <a:latin typeface="Arial" panose="020B0604020202020204" pitchFamily="34" charset="0"/>
                <a:cs typeface="Arial" panose="020B0604020202020204" pitchFamily="34" charset="0"/>
              </a:rPr>
              <a:t>Um menino flutua em uma boia que está se movimentando, levada pela correnteza de um rio. Uma outra boia, que flutua no mesmo rio a uma certa distância do menino, também está descendo com a correnteza. A posição das duas boias e o sentido da correnteza estão indicados nesta figura:</a:t>
            </a:r>
          </a:p>
        </p:txBody>
      </p:sp>
      <p:pic>
        <p:nvPicPr>
          <p:cNvPr id="3" name="Imagem 2">
            <a:extLst>
              <a:ext uri="{FF2B5EF4-FFF2-40B4-BE49-F238E27FC236}">
                <a16:creationId xmlns:a16="http://schemas.microsoft.com/office/drawing/2014/main" id="{09B6EFF5-8DA4-3696-EF98-F790A158B4EC}"/>
              </a:ext>
            </a:extLst>
          </p:cNvPr>
          <p:cNvPicPr>
            <a:picLocks noChangeAspect="1"/>
          </p:cNvPicPr>
          <p:nvPr/>
        </p:nvPicPr>
        <p:blipFill>
          <a:blip r:embed="rId2"/>
          <a:stretch>
            <a:fillRect/>
          </a:stretch>
        </p:blipFill>
        <p:spPr>
          <a:xfrm>
            <a:off x="7593036" y="2338218"/>
            <a:ext cx="4199573" cy="2947625"/>
          </a:xfrm>
          <a:prstGeom prst="rect">
            <a:avLst/>
          </a:prstGeom>
        </p:spPr>
      </p:pic>
      <p:sp>
        <p:nvSpPr>
          <p:cNvPr id="5" name="CaixaDeTexto 4">
            <a:extLst>
              <a:ext uri="{FF2B5EF4-FFF2-40B4-BE49-F238E27FC236}">
                <a16:creationId xmlns:a16="http://schemas.microsoft.com/office/drawing/2014/main" id="{FBCEE34E-D91F-3070-C7C1-1ACD31F6ED46}"/>
              </a:ext>
            </a:extLst>
          </p:cNvPr>
          <p:cNvSpPr txBox="1"/>
          <p:nvPr/>
        </p:nvSpPr>
        <p:spPr>
          <a:xfrm>
            <a:off x="239111" y="2264943"/>
            <a:ext cx="7275095" cy="2246769"/>
          </a:xfrm>
          <a:prstGeom prst="rect">
            <a:avLst/>
          </a:prstGeom>
          <a:noFill/>
        </p:spPr>
        <p:txBody>
          <a:bodyPr wrap="square">
            <a:spAutoFit/>
          </a:bodyPr>
          <a:lstStyle/>
          <a:p>
            <a:pPr algn="just"/>
            <a:r>
              <a:rPr lang="pt-BR" sz="2800" b="1" i="0" dirty="0">
                <a:solidFill>
                  <a:srgbClr val="000000"/>
                </a:solidFill>
                <a:effectLst/>
                <a:latin typeface="Arial" panose="020B0604020202020204" pitchFamily="34" charset="0"/>
                <a:cs typeface="Arial" panose="020B0604020202020204" pitchFamily="34" charset="0"/>
              </a:rPr>
              <a:t>Considere que a velocidade da correnteza é a mesma em todos os pontos do rio. Nesse caso, para alcançar a segunda boia, o menino deve nadar na direção indicada pela linha:</a:t>
            </a:r>
            <a:endParaRPr lang="pt-BR" sz="2800" b="1" dirty="0">
              <a:latin typeface="Arial" panose="020B0604020202020204" pitchFamily="34" charset="0"/>
              <a:cs typeface="Arial" panose="020B0604020202020204" pitchFamily="34" charset="0"/>
            </a:endParaRPr>
          </a:p>
        </p:txBody>
      </p:sp>
      <p:sp>
        <p:nvSpPr>
          <p:cNvPr id="7" name="CaixaDeTexto 6">
            <a:extLst>
              <a:ext uri="{FF2B5EF4-FFF2-40B4-BE49-F238E27FC236}">
                <a16:creationId xmlns:a16="http://schemas.microsoft.com/office/drawing/2014/main" id="{43CC9CB6-E329-247D-5558-27047F7D0E82}"/>
              </a:ext>
            </a:extLst>
          </p:cNvPr>
          <p:cNvSpPr txBox="1"/>
          <p:nvPr/>
        </p:nvSpPr>
        <p:spPr>
          <a:xfrm>
            <a:off x="399391" y="4637836"/>
            <a:ext cx="6505906" cy="523220"/>
          </a:xfrm>
          <a:prstGeom prst="rect">
            <a:avLst/>
          </a:prstGeom>
          <a:noFill/>
        </p:spPr>
        <p:txBody>
          <a:bodyPr wrap="square">
            <a:spAutoFit/>
          </a:bodyPr>
          <a:lstStyle/>
          <a:p>
            <a:pPr algn="l">
              <a:spcBef>
                <a:spcPts val="1200"/>
              </a:spcBef>
            </a:pPr>
            <a:r>
              <a:rPr lang="pt-BR" sz="2800" b="1" i="0" dirty="0">
                <a:solidFill>
                  <a:srgbClr val="000000"/>
                </a:solidFill>
                <a:effectLst/>
                <a:latin typeface="Arial" panose="020B0604020202020204" pitchFamily="34" charset="0"/>
                <a:cs typeface="Arial" panose="020B0604020202020204" pitchFamily="34" charset="0"/>
              </a:rPr>
              <a:t>a) K		   b) L		   c) M		     d) N</a:t>
            </a:r>
          </a:p>
        </p:txBody>
      </p:sp>
      <p:sp>
        <p:nvSpPr>
          <p:cNvPr id="4" name="CaixaDeTexto 3">
            <a:extLst>
              <a:ext uri="{FF2B5EF4-FFF2-40B4-BE49-F238E27FC236}">
                <a16:creationId xmlns:a16="http://schemas.microsoft.com/office/drawing/2014/main" id="{5B0FE27E-5850-AB8A-2FA6-71930500949C}"/>
              </a:ext>
            </a:extLst>
          </p:cNvPr>
          <p:cNvSpPr txBox="1"/>
          <p:nvPr/>
        </p:nvSpPr>
        <p:spPr>
          <a:xfrm>
            <a:off x="239111" y="5285843"/>
            <a:ext cx="9518855" cy="1384995"/>
          </a:xfrm>
          <a:prstGeom prst="rect">
            <a:avLst/>
          </a:prstGeom>
          <a:noFill/>
        </p:spPr>
        <p:txBody>
          <a:bodyPr wrap="square" rtlCol="0">
            <a:spAutoFit/>
          </a:bodyPr>
          <a:lstStyle/>
          <a:p>
            <a:pPr algn="just"/>
            <a:r>
              <a:rPr lang="pt-BR" sz="2800" b="1" dirty="0">
                <a:latin typeface="Arial" panose="020B0604020202020204" pitchFamily="34" charset="0"/>
                <a:cs typeface="Arial" panose="020B0604020202020204" pitchFamily="34" charset="0"/>
              </a:rPr>
              <a:t>As duas boias descem o rio com a mesma velocidade da correnteza, assim, para alcançar a boia, ele deve nadar na direção K.</a:t>
            </a:r>
          </a:p>
        </p:txBody>
      </p:sp>
      <p:pic>
        <p:nvPicPr>
          <p:cNvPr id="9" name="Imagem 8" descr="Desenho de uma pessoa&#10;&#10;O conteúdo gerado por IA pode estar incorreto.">
            <a:extLst>
              <a:ext uri="{FF2B5EF4-FFF2-40B4-BE49-F238E27FC236}">
                <a16:creationId xmlns:a16="http://schemas.microsoft.com/office/drawing/2014/main" id="{885FAB44-9480-47FE-F24B-343ACC12C86A}"/>
              </a:ext>
            </a:extLst>
          </p:cNvPr>
          <p:cNvPicPr>
            <a:picLocks noChangeAspect="1"/>
          </p:cNvPicPr>
          <p:nvPr/>
        </p:nvPicPr>
        <p:blipFill>
          <a:blip r:embed="rId3"/>
          <a:stretch>
            <a:fillRect/>
          </a:stretch>
        </p:blipFill>
        <p:spPr>
          <a:xfrm>
            <a:off x="10055772" y="5012831"/>
            <a:ext cx="1658007" cy="1658007"/>
          </a:xfrm>
          <a:prstGeom prst="rect">
            <a:avLst/>
          </a:prstGeom>
        </p:spPr>
      </p:pic>
    </p:spTree>
    <p:extLst>
      <p:ext uri="{BB962C8B-B14F-4D97-AF65-F5344CB8AC3E}">
        <p14:creationId xmlns:p14="http://schemas.microsoft.com/office/powerpoint/2010/main" val="2238487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9355D-21D7-0E23-8273-809A5BF108C7}"/>
            </a:ext>
          </a:extLst>
        </p:cNvPr>
        <p:cNvGrpSpPr/>
        <p:nvPr/>
      </p:nvGrpSpPr>
      <p:grpSpPr>
        <a:xfrm>
          <a:off x="0" y="0"/>
          <a:ext cx="0" cy="0"/>
          <a:chOff x="0" y="0"/>
          <a:chExt cx="0" cy="0"/>
        </a:xfrm>
      </p:grpSpPr>
      <p:sp>
        <p:nvSpPr>
          <p:cNvPr id="2" name="CaixaDeTexto 1">
            <a:extLst>
              <a:ext uri="{FF2B5EF4-FFF2-40B4-BE49-F238E27FC236}">
                <a16:creationId xmlns:a16="http://schemas.microsoft.com/office/drawing/2014/main" id="{678D9591-64F5-4F93-9373-712ACB3DE6BD}"/>
              </a:ext>
            </a:extLst>
          </p:cNvPr>
          <p:cNvSpPr txBox="1"/>
          <p:nvPr/>
        </p:nvSpPr>
        <p:spPr>
          <a:xfrm>
            <a:off x="239111" y="99520"/>
            <a:ext cx="11474668" cy="2677656"/>
          </a:xfrm>
          <a:prstGeom prst="rect">
            <a:avLst/>
          </a:prstGeom>
          <a:noFill/>
        </p:spPr>
        <p:txBody>
          <a:bodyPr wrap="square">
            <a:spAutoFit/>
          </a:bodyPr>
          <a:lstStyle/>
          <a:p>
            <a:pPr algn="just"/>
            <a:r>
              <a:rPr lang="pt-BR" sz="2800" b="1" dirty="0">
                <a:solidFill>
                  <a:srgbClr val="FF0000"/>
                </a:solidFill>
                <a:latin typeface="Arial" panose="020B0604020202020204" pitchFamily="34" charset="0"/>
                <a:cs typeface="Arial" panose="020B0604020202020204" pitchFamily="34" charset="0"/>
              </a:rPr>
              <a:t>Ex.: 3 pag.: 120 </a:t>
            </a:r>
            <a:r>
              <a:rPr lang="pt-BR" sz="2800" b="1" dirty="0">
                <a:latin typeface="Arial" panose="020B0604020202020204" pitchFamily="34" charset="0"/>
                <a:cs typeface="Arial" panose="020B0604020202020204" pitchFamily="34" charset="0"/>
              </a:rPr>
              <a:t>Um homem rema um barco com velocidade de 5,00 km/h na ausência de correnteza. Quanto tempo ele gasta para remar 3,00 km rio abaixo e voltar ao ponto de partida em um dia em que a velocidade da correnteza é de 1,00 km/h? Suponha que a potência de suas remadas seja a mesma nos dois casos e que o trajeto seja retilíneo.</a:t>
            </a:r>
          </a:p>
        </p:txBody>
      </p:sp>
      <p:sp>
        <p:nvSpPr>
          <p:cNvPr id="7" name="CaixaDeTexto 6">
            <a:extLst>
              <a:ext uri="{FF2B5EF4-FFF2-40B4-BE49-F238E27FC236}">
                <a16:creationId xmlns:a16="http://schemas.microsoft.com/office/drawing/2014/main" id="{767DF5D5-A067-CC06-BB27-835CA7EF6994}"/>
              </a:ext>
            </a:extLst>
          </p:cNvPr>
          <p:cNvSpPr txBox="1"/>
          <p:nvPr/>
        </p:nvSpPr>
        <p:spPr>
          <a:xfrm>
            <a:off x="239111" y="2748548"/>
            <a:ext cx="11474668" cy="523220"/>
          </a:xfrm>
          <a:prstGeom prst="rect">
            <a:avLst/>
          </a:prstGeom>
          <a:noFill/>
        </p:spPr>
        <p:txBody>
          <a:bodyPr wrap="square">
            <a:spAutoFit/>
          </a:bodyPr>
          <a:lstStyle/>
          <a:p>
            <a:pPr>
              <a:spcBef>
                <a:spcPts val="1200"/>
              </a:spcBef>
            </a:pPr>
            <a:r>
              <a:rPr lang="pt-BR" sz="2800" b="1" i="0" dirty="0">
                <a:solidFill>
                  <a:srgbClr val="000000"/>
                </a:solidFill>
                <a:effectLst/>
                <a:latin typeface="Arial" panose="020B0604020202020204" pitchFamily="34" charset="0"/>
                <a:cs typeface="Arial" panose="020B0604020202020204" pitchFamily="34" charset="0"/>
              </a:rPr>
              <a:t>a) 1,25 h		   b) 1,20 h		   c) 1,15 h		     d) </a:t>
            </a:r>
            <a:r>
              <a:rPr lang="pt-BR" sz="2800" b="1" dirty="0">
                <a:solidFill>
                  <a:srgbClr val="000000"/>
                </a:solidFill>
                <a:latin typeface="Arial" panose="020B0604020202020204" pitchFamily="34" charset="0"/>
                <a:cs typeface="Arial" panose="020B0604020202020204" pitchFamily="34" charset="0"/>
              </a:rPr>
              <a:t>1,10 h	    e) 1,00 h</a:t>
            </a:r>
            <a:endParaRPr lang="pt-BR" sz="2800" b="1" i="0" dirty="0">
              <a:solidFill>
                <a:srgbClr val="000000"/>
              </a:solidFill>
              <a:effectLst/>
              <a:latin typeface="Arial" panose="020B0604020202020204" pitchFamily="34" charset="0"/>
              <a:cs typeface="Arial" panose="020B0604020202020204" pitchFamily="34" charset="0"/>
            </a:endParaRPr>
          </a:p>
        </p:txBody>
      </p:sp>
      <p:sp>
        <p:nvSpPr>
          <p:cNvPr id="3" name="CaixaDeTexto 2">
            <a:extLst>
              <a:ext uri="{FF2B5EF4-FFF2-40B4-BE49-F238E27FC236}">
                <a16:creationId xmlns:a16="http://schemas.microsoft.com/office/drawing/2014/main" id="{6834D600-44D5-0575-FC2A-0444BFD4E25D}"/>
              </a:ext>
            </a:extLst>
          </p:cNvPr>
          <p:cNvSpPr txBox="1"/>
          <p:nvPr/>
        </p:nvSpPr>
        <p:spPr>
          <a:xfrm>
            <a:off x="239111" y="3295995"/>
            <a:ext cx="8170479" cy="523220"/>
          </a:xfrm>
          <a:prstGeom prst="rect">
            <a:avLst/>
          </a:prstGeom>
          <a:noFill/>
        </p:spPr>
        <p:txBody>
          <a:bodyPr wrap="square">
            <a:spAutoFit/>
          </a:bodyPr>
          <a:lstStyle/>
          <a:p>
            <a:pPr algn="l">
              <a:buNone/>
            </a:pPr>
            <a:r>
              <a:rPr lang="pt-BR" sz="2800" b="1" i="0" dirty="0">
                <a:solidFill>
                  <a:srgbClr val="000000"/>
                </a:solidFill>
                <a:effectLst/>
                <a:latin typeface="Arial" panose="020B0604020202020204" pitchFamily="34" charset="0"/>
                <a:cs typeface="Arial" panose="020B0604020202020204" pitchFamily="34" charset="0"/>
              </a:rPr>
              <a:t>descendo o rio, para o observador na margem:</a:t>
            </a:r>
          </a:p>
        </p:txBody>
      </p:sp>
      <mc:AlternateContent xmlns:mc="http://schemas.openxmlformats.org/markup-compatibility/2006">
        <mc:Choice xmlns:a14="http://schemas.microsoft.com/office/drawing/2010/main" Requires="a14">
          <p:sp>
            <p:nvSpPr>
              <p:cNvPr id="4" name="CaixaDeTexto 3">
                <a:extLst>
                  <a:ext uri="{FF2B5EF4-FFF2-40B4-BE49-F238E27FC236}">
                    <a16:creationId xmlns:a16="http://schemas.microsoft.com/office/drawing/2014/main" id="{08F8EE1B-9577-F3E7-DFC2-A52B9D9BA066}"/>
                  </a:ext>
                </a:extLst>
              </p:cNvPr>
              <p:cNvSpPr txBox="1"/>
              <p:nvPr/>
            </p:nvSpPr>
            <p:spPr>
              <a:xfrm>
                <a:off x="476036" y="3843068"/>
                <a:ext cx="2632194" cy="52322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pt-BR" sz="2800" b="1" i="1" smtClean="0">
                              <a:solidFill>
                                <a:srgbClr val="FF0000"/>
                              </a:solidFill>
                              <a:latin typeface="Cambria Math" panose="02040503050406030204" pitchFamily="18" charset="0"/>
                              <a:cs typeface="Arial" panose="020B0604020202020204" pitchFamily="34" charset="0"/>
                            </a:rPr>
                          </m:ctrlPr>
                        </m:sSubPr>
                        <m:e>
                          <m:r>
                            <a:rPr lang="pt-BR" sz="2800" b="1" i="1" smtClean="0">
                              <a:solidFill>
                                <a:srgbClr val="FF0000"/>
                              </a:solidFill>
                              <a:latin typeface="Cambria Math" panose="02040503050406030204" pitchFamily="18" charset="0"/>
                              <a:cs typeface="Arial" panose="020B0604020202020204" pitchFamily="34" charset="0"/>
                            </a:rPr>
                            <m:t>𝒗</m:t>
                          </m:r>
                        </m:e>
                        <m:sub>
                          <m:r>
                            <a:rPr lang="pt-BR" sz="2800" b="1" i="1" smtClean="0">
                              <a:solidFill>
                                <a:srgbClr val="FF0000"/>
                              </a:solidFill>
                              <a:latin typeface="Cambria Math" panose="02040503050406030204" pitchFamily="18" charset="0"/>
                              <a:cs typeface="Arial" panose="020B0604020202020204" pitchFamily="34" charset="0"/>
                            </a:rPr>
                            <m:t>𝒓</m:t>
                          </m:r>
                        </m:sub>
                      </m:sSub>
                      <m:r>
                        <a:rPr lang="pt-BR" sz="2800" b="1" i="1" smtClean="0">
                          <a:solidFill>
                            <a:srgbClr val="FF0000"/>
                          </a:solidFill>
                          <a:latin typeface="Cambria Math" panose="02040503050406030204" pitchFamily="18" charset="0"/>
                          <a:cs typeface="Arial" panose="020B0604020202020204" pitchFamily="34" charset="0"/>
                        </a:rPr>
                        <m:t>=</m:t>
                      </m:r>
                      <m:sSub>
                        <m:sSubPr>
                          <m:ctrlPr>
                            <a:rPr lang="pt-BR" sz="2800" b="1" i="1" smtClean="0">
                              <a:solidFill>
                                <a:srgbClr val="FF0000"/>
                              </a:solidFill>
                              <a:latin typeface="Cambria Math" panose="02040503050406030204" pitchFamily="18" charset="0"/>
                              <a:cs typeface="Arial" panose="020B0604020202020204" pitchFamily="34" charset="0"/>
                            </a:rPr>
                          </m:ctrlPr>
                        </m:sSubPr>
                        <m:e>
                          <m:r>
                            <a:rPr lang="pt-BR" sz="2800" b="1" i="1" smtClean="0">
                              <a:solidFill>
                                <a:srgbClr val="FF0000"/>
                              </a:solidFill>
                              <a:latin typeface="Cambria Math" panose="02040503050406030204" pitchFamily="18" charset="0"/>
                              <a:cs typeface="Arial" panose="020B0604020202020204" pitchFamily="34" charset="0"/>
                            </a:rPr>
                            <m:t>𝒗</m:t>
                          </m:r>
                        </m:e>
                        <m:sub>
                          <m:r>
                            <a:rPr lang="pt-BR" sz="2800" b="1" i="1" smtClean="0">
                              <a:solidFill>
                                <a:srgbClr val="FF0000"/>
                              </a:solidFill>
                              <a:latin typeface="Cambria Math" panose="02040503050406030204" pitchFamily="18" charset="0"/>
                              <a:cs typeface="Arial" panose="020B0604020202020204" pitchFamily="34" charset="0"/>
                            </a:rPr>
                            <m:t>𝒓𝒆𝒍</m:t>
                          </m:r>
                        </m:sub>
                      </m:sSub>
                      <m:r>
                        <a:rPr lang="pt-BR" sz="2800" b="1" i="1" smtClean="0">
                          <a:solidFill>
                            <a:srgbClr val="FF0000"/>
                          </a:solidFill>
                          <a:latin typeface="Cambria Math" panose="02040503050406030204" pitchFamily="18" charset="0"/>
                          <a:cs typeface="Arial" panose="020B0604020202020204" pitchFamily="34" charset="0"/>
                        </a:rPr>
                        <m:t>+</m:t>
                      </m:r>
                      <m:sSub>
                        <m:sSubPr>
                          <m:ctrlPr>
                            <a:rPr lang="pt-BR" sz="2800" b="1" i="1" smtClean="0">
                              <a:solidFill>
                                <a:srgbClr val="FF0000"/>
                              </a:solidFill>
                              <a:latin typeface="Cambria Math" panose="02040503050406030204" pitchFamily="18" charset="0"/>
                              <a:cs typeface="Arial" panose="020B0604020202020204" pitchFamily="34" charset="0"/>
                            </a:rPr>
                          </m:ctrlPr>
                        </m:sSubPr>
                        <m:e>
                          <m:r>
                            <a:rPr lang="pt-BR" sz="2800" b="1" i="1" smtClean="0">
                              <a:solidFill>
                                <a:srgbClr val="FF0000"/>
                              </a:solidFill>
                              <a:latin typeface="Cambria Math" panose="02040503050406030204" pitchFamily="18" charset="0"/>
                              <a:cs typeface="Arial" panose="020B0604020202020204" pitchFamily="34" charset="0"/>
                            </a:rPr>
                            <m:t>𝒗</m:t>
                          </m:r>
                        </m:e>
                        <m:sub>
                          <m:r>
                            <a:rPr lang="pt-BR" sz="2800" b="1" i="1" smtClean="0">
                              <a:solidFill>
                                <a:srgbClr val="FF0000"/>
                              </a:solidFill>
                              <a:latin typeface="Cambria Math" panose="02040503050406030204" pitchFamily="18" charset="0"/>
                              <a:cs typeface="Arial" panose="020B0604020202020204" pitchFamily="34" charset="0"/>
                            </a:rPr>
                            <m:t>𝑨</m:t>
                          </m:r>
                        </m:sub>
                      </m:sSub>
                    </m:oMath>
                  </m:oMathPara>
                </a14:m>
                <a:endParaRPr lang="pt-BR" sz="2800" b="1" dirty="0">
                  <a:solidFill>
                    <a:srgbClr val="FF0000"/>
                  </a:solidFill>
                  <a:latin typeface="Arial" panose="020B0604020202020204" pitchFamily="34" charset="0"/>
                  <a:cs typeface="Arial" panose="020B0604020202020204" pitchFamily="34" charset="0"/>
                </a:endParaRPr>
              </a:p>
            </p:txBody>
          </p:sp>
        </mc:Choice>
        <mc:Fallback>
          <p:sp>
            <p:nvSpPr>
              <p:cNvPr id="4" name="CaixaDeTexto 3">
                <a:extLst>
                  <a:ext uri="{FF2B5EF4-FFF2-40B4-BE49-F238E27FC236}">
                    <a16:creationId xmlns:a16="http://schemas.microsoft.com/office/drawing/2014/main" id="{08F8EE1B-9577-F3E7-DFC2-A52B9D9BA066}"/>
                  </a:ext>
                </a:extLst>
              </p:cNvPr>
              <p:cNvSpPr txBox="1">
                <a:spLocks noRot="1" noChangeAspect="1" noMove="1" noResize="1" noEditPoints="1" noAdjustHandles="1" noChangeArrowheads="1" noChangeShapeType="1" noTextEdit="1"/>
              </p:cNvSpPr>
              <p:nvPr/>
            </p:nvSpPr>
            <p:spPr>
              <a:xfrm>
                <a:off x="476036" y="3843068"/>
                <a:ext cx="2632194" cy="523220"/>
              </a:xfrm>
              <a:prstGeom prst="rect">
                <a:avLst/>
              </a:prstGeom>
              <a:blipFill>
                <a:blip r:embed="rId2"/>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5" name="CaixaDeTexto 4">
                <a:extLst>
                  <a:ext uri="{FF2B5EF4-FFF2-40B4-BE49-F238E27FC236}">
                    <a16:creationId xmlns:a16="http://schemas.microsoft.com/office/drawing/2014/main" id="{36900EBA-92EE-44D9-8E2C-773BCE93F4CA}"/>
                  </a:ext>
                </a:extLst>
              </p:cNvPr>
              <p:cNvSpPr txBox="1"/>
              <p:nvPr/>
            </p:nvSpPr>
            <p:spPr>
              <a:xfrm>
                <a:off x="3818324" y="3874599"/>
                <a:ext cx="1978875" cy="52322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pt-BR" sz="2800" b="1" i="1" smtClean="0">
                              <a:solidFill>
                                <a:srgbClr val="FF0000"/>
                              </a:solidFill>
                              <a:latin typeface="Cambria Math" panose="02040503050406030204" pitchFamily="18" charset="0"/>
                              <a:cs typeface="Arial" panose="020B0604020202020204" pitchFamily="34" charset="0"/>
                            </a:rPr>
                          </m:ctrlPr>
                        </m:sSubPr>
                        <m:e>
                          <m:r>
                            <a:rPr lang="pt-BR" sz="2800" b="1" i="1">
                              <a:solidFill>
                                <a:srgbClr val="FF0000"/>
                              </a:solidFill>
                              <a:latin typeface="Cambria Math" panose="02040503050406030204" pitchFamily="18" charset="0"/>
                              <a:cs typeface="Arial" panose="020B0604020202020204" pitchFamily="34" charset="0"/>
                            </a:rPr>
                            <m:t>𝒗</m:t>
                          </m:r>
                        </m:e>
                        <m:sub>
                          <m:r>
                            <a:rPr lang="pt-BR" sz="2800" b="1" i="1">
                              <a:solidFill>
                                <a:srgbClr val="FF0000"/>
                              </a:solidFill>
                              <a:latin typeface="Cambria Math" panose="02040503050406030204" pitchFamily="18" charset="0"/>
                              <a:cs typeface="Arial" panose="020B0604020202020204" pitchFamily="34" charset="0"/>
                            </a:rPr>
                            <m:t>𝒓</m:t>
                          </m:r>
                        </m:sub>
                      </m:sSub>
                      <m:r>
                        <a:rPr lang="pt-BR" sz="2800" b="1" i="1">
                          <a:solidFill>
                            <a:srgbClr val="FF0000"/>
                          </a:solidFill>
                          <a:latin typeface="Cambria Math" panose="02040503050406030204" pitchFamily="18" charset="0"/>
                          <a:cs typeface="Arial" panose="020B0604020202020204" pitchFamily="34" charset="0"/>
                        </a:rPr>
                        <m:t>=</m:t>
                      </m:r>
                      <m:r>
                        <a:rPr lang="pt-BR" sz="2800" b="1" i="1" smtClean="0">
                          <a:solidFill>
                            <a:srgbClr val="FF0000"/>
                          </a:solidFill>
                          <a:latin typeface="Cambria Math" panose="02040503050406030204" pitchFamily="18" charset="0"/>
                          <a:cs typeface="Arial" panose="020B0604020202020204" pitchFamily="34" charset="0"/>
                        </a:rPr>
                        <m:t>𝟓</m:t>
                      </m:r>
                      <m:r>
                        <a:rPr lang="pt-BR" sz="2800" b="1" i="1" smtClean="0">
                          <a:solidFill>
                            <a:srgbClr val="FF0000"/>
                          </a:solidFill>
                          <a:latin typeface="Cambria Math" panose="02040503050406030204" pitchFamily="18" charset="0"/>
                          <a:cs typeface="Arial" panose="020B0604020202020204" pitchFamily="34" charset="0"/>
                        </a:rPr>
                        <m:t>+</m:t>
                      </m:r>
                      <m:r>
                        <a:rPr lang="pt-BR" sz="2800" b="1" i="1" smtClean="0">
                          <a:solidFill>
                            <a:srgbClr val="FF0000"/>
                          </a:solidFill>
                          <a:latin typeface="Cambria Math" panose="02040503050406030204" pitchFamily="18" charset="0"/>
                          <a:cs typeface="Arial" panose="020B0604020202020204" pitchFamily="34" charset="0"/>
                        </a:rPr>
                        <m:t>𝟏</m:t>
                      </m:r>
                    </m:oMath>
                  </m:oMathPara>
                </a14:m>
                <a:endParaRPr lang="pt-BR" sz="2800" b="1" dirty="0">
                  <a:solidFill>
                    <a:srgbClr val="FF0000"/>
                  </a:solidFill>
                  <a:latin typeface="Arial" panose="020B0604020202020204" pitchFamily="34" charset="0"/>
                  <a:cs typeface="Arial" panose="020B0604020202020204" pitchFamily="34" charset="0"/>
                </a:endParaRPr>
              </a:p>
            </p:txBody>
          </p:sp>
        </mc:Choice>
        <mc:Fallback>
          <p:sp>
            <p:nvSpPr>
              <p:cNvPr id="5" name="CaixaDeTexto 4">
                <a:extLst>
                  <a:ext uri="{FF2B5EF4-FFF2-40B4-BE49-F238E27FC236}">
                    <a16:creationId xmlns:a16="http://schemas.microsoft.com/office/drawing/2014/main" id="{36900EBA-92EE-44D9-8E2C-773BCE93F4CA}"/>
                  </a:ext>
                </a:extLst>
              </p:cNvPr>
              <p:cNvSpPr txBox="1">
                <a:spLocks noRot="1" noChangeAspect="1" noMove="1" noResize="1" noEditPoints="1" noAdjustHandles="1" noChangeArrowheads="1" noChangeShapeType="1" noTextEdit="1"/>
              </p:cNvSpPr>
              <p:nvPr/>
            </p:nvSpPr>
            <p:spPr>
              <a:xfrm>
                <a:off x="3818324" y="3874599"/>
                <a:ext cx="1978875" cy="523220"/>
              </a:xfrm>
              <a:prstGeom prst="rect">
                <a:avLst/>
              </a:prstGeom>
              <a:blipFill>
                <a:blip r:embed="rId3"/>
                <a:stretch>
                  <a:fillRect/>
                </a:stretch>
              </a:blipFill>
            </p:spPr>
            <p:txBody>
              <a:bodyPr/>
              <a:lstStyle/>
              <a:p>
                <a:r>
                  <a:rPr lang="pt-BR">
                    <a:noFill/>
                  </a:rPr>
                  <a:t> </a:t>
                </a:r>
              </a:p>
            </p:txBody>
          </p:sp>
        </mc:Fallback>
      </mc:AlternateContent>
      <p:sp>
        <p:nvSpPr>
          <p:cNvPr id="6" name="Seta: para a Direita 5">
            <a:extLst>
              <a:ext uri="{FF2B5EF4-FFF2-40B4-BE49-F238E27FC236}">
                <a16:creationId xmlns:a16="http://schemas.microsoft.com/office/drawing/2014/main" id="{183CE629-B332-8D39-C88F-9DB9E825752A}"/>
              </a:ext>
            </a:extLst>
          </p:cNvPr>
          <p:cNvSpPr/>
          <p:nvPr/>
        </p:nvSpPr>
        <p:spPr>
          <a:xfrm>
            <a:off x="3147967" y="3915256"/>
            <a:ext cx="630620" cy="523219"/>
          </a:xfrm>
          <a:prstGeom prst="rightArrow">
            <a:avLst/>
          </a:prstGeom>
          <a:solidFill>
            <a:srgbClr val="00B0F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Seta: para a Direita 8">
            <a:extLst>
              <a:ext uri="{FF2B5EF4-FFF2-40B4-BE49-F238E27FC236}">
                <a16:creationId xmlns:a16="http://schemas.microsoft.com/office/drawing/2014/main" id="{78274A90-BEE6-D1D0-3CB5-76F3605AFB90}"/>
              </a:ext>
            </a:extLst>
          </p:cNvPr>
          <p:cNvSpPr/>
          <p:nvPr/>
        </p:nvSpPr>
        <p:spPr>
          <a:xfrm>
            <a:off x="5836936" y="3900558"/>
            <a:ext cx="546046" cy="471302"/>
          </a:xfrm>
          <a:prstGeom prst="rightArrow">
            <a:avLst/>
          </a:prstGeom>
          <a:solidFill>
            <a:schemeClr val="accent4">
              <a:lumMod val="60000"/>
              <a:lumOff val="4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mc:AlternateContent xmlns:mc="http://schemas.openxmlformats.org/markup-compatibility/2006">
        <mc:Choice xmlns:a14="http://schemas.microsoft.com/office/drawing/2010/main" Requires="a14">
          <p:sp>
            <p:nvSpPr>
              <p:cNvPr id="10" name="CaixaDeTexto 9">
                <a:extLst>
                  <a:ext uri="{FF2B5EF4-FFF2-40B4-BE49-F238E27FC236}">
                    <a16:creationId xmlns:a16="http://schemas.microsoft.com/office/drawing/2014/main" id="{C5623C6E-726B-5F34-3D8F-20BBAC122051}"/>
                  </a:ext>
                </a:extLst>
              </p:cNvPr>
              <p:cNvSpPr txBox="1"/>
              <p:nvPr/>
            </p:nvSpPr>
            <p:spPr>
              <a:xfrm>
                <a:off x="6450583" y="3819215"/>
                <a:ext cx="2799292" cy="52322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pt-BR" sz="2800" b="1" i="1" smtClean="0">
                              <a:solidFill>
                                <a:srgbClr val="FF0000"/>
                              </a:solidFill>
                              <a:latin typeface="Cambria Math" panose="02040503050406030204" pitchFamily="18" charset="0"/>
                              <a:cs typeface="Arial" panose="020B0604020202020204" pitchFamily="34" charset="0"/>
                            </a:rPr>
                          </m:ctrlPr>
                        </m:sSubPr>
                        <m:e>
                          <m:r>
                            <a:rPr lang="pt-BR" sz="2800" b="1" i="1">
                              <a:solidFill>
                                <a:srgbClr val="FF0000"/>
                              </a:solidFill>
                              <a:latin typeface="Cambria Math" panose="02040503050406030204" pitchFamily="18" charset="0"/>
                              <a:cs typeface="Arial" panose="020B0604020202020204" pitchFamily="34" charset="0"/>
                            </a:rPr>
                            <m:t>𝒗</m:t>
                          </m:r>
                        </m:e>
                        <m:sub>
                          <m:r>
                            <a:rPr lang="pt-BR" sz="2800" b="1" i="1">
                              <a:solidFill>
                                <a:srgbClr val="FF0000"/>
                              </a:solidFill>
                              <a:latin typeface="Cambria Math" panose="02040503050406030204" pitchFamily="18" charset="0"/>
                              <a:cs typeface="Arial" panose="020B0604020202020204" pitchFamily="34" charset="0"/>
                            </a:rPr>
                            <m:t>𝒓</m:t>
                          </m:r>
                        </m:sub>
                      </m:sSub>
                      <m:r>
                        <a:rPr lang="pt-BR" sz="2800" b="1" i="1">
                          <a:solidFill>
                            <a:srgbClr val="FF0000"/>
                          </a:solidFill>
                          <a:latin typeface="Cambria Math" panose="02040503050406030204" pitchFamily="18" charset="0"/>
                          <a:cs typeface="Arial" panose="020B0604020202020204" pitchFamily="34" charset="0"/>
                        </a:rPr>
                        <m:t>=</m:t>
                      </m:r>
                      <m:r>
                        <a:rPr lang="pt-BR" sz="2800" b="1" i="1" smtClean="0">
                          <a:solidFill>
                            <a:srgbClr val="FF0000"/>
                          </a:solidFill>
                          <a:latin typeface="Cambria Math" panose="02040503050406030204" pitchFamily="18" charset="0"/>
                          <a:cs typeface="Arial" panose="020B0604020202020204" pitchFamily="34" charset="0"/>
                        </a:rPr>
                        <m:t>𝟔</m:t>
                      </m:r>
                      <m:r>
                        <a:rPr lang="pt-BR" sz="2800" b="1" i="1" smtClean="0">
                          <a:solidFill>
                            <a:srgbClr val="FF0000"/>
                          </a:solidFill>
                          <a:latin typeface="Cambria Math" panose="02040503050406030204" pitchFamily="18" charset="0"/>
                          <a:cs typeface="Arial" panose="020B0604020202020204" pitchFamily="34" charset="0"/>
                        </a:rPr>
                        <m:t>,</m:t>
                      </m:r>
                      <m:r>
                        <a:rPr lang="pt-BR" sz="2800" b="1" i="1" smtClean="0">
                          <a:solidFill>
                            <a:srgbClr val="FF0000"/>
                          </a:solidFill>
                          <a:latin typeface="Cambria Math" panose="02040503050406030204" pitchFamily="18" charset="0"/>
                          <a:cs typeface="Arial" panose="020B0604020202020204" pitchFamily="34" charset="0"/>
                        </a:rPr>
                        <m:t>𝟎</m:t>
                      </m:r>
                      <m:r>
                        <a:rPr lang="pt-BR" sz="2800" b="1" i="1" smtClean="0">
                          <a:solidFill>
                            <a:srgbClr val="FF0000"/>
                          </a:solidFill>
                          <a:latin typeface="Cambria Math" panose="02040503050406030204" pitchFamily="18" charset="0"/>
                          <a:cs typeface="Arial" panose="020B0604020202020204" pitchFamily="34" charset="0"/>
                        </a:rPr>
                        <m:t>  </m:t>
                      </m:r>
                      <m:r>
                        <a:rPr lang="pt-BR" sz="2800" b="1" i="1" smtClean="0">
                          <a:solidFill>
                            <a:srgbClr val="FF0000"/>
                          </a:solidFill>
                          <a:latin typeface="Cambria Math" panose="02040503050406030204" pitchFamily="18" charset="0"/>
                          <a:cs typeface="Arial" panose="020B0604020202020204" pitchFamily="34" charset="0"/>
                        </a:rPr>
                        <m:t>𝒌𝒎</m:t>
                      </m:r>
                      <m:r>
                        <a:rPr lang="pt-BR" sz="2800" b="1" i="1" smtClean="0">
                          <a:solidFill>
                            <a:srgbClr val="FF0000"/>
                          </a:solidFill>
                          <a:latin typeface="Cambria Math" panose="02040503050406030204" pitchFamily="18" charset="0"/>
                          <a:cs typeface="Arial" panose="020B0604020202020204" pitchFamily="34" charset="0"/>
                        </a:rPr>
                        <m:t>/</m:t>
                      </m:r>
                      <m:r>
                        <a:rPr lang="pt-BR" sz="2800" b="1" i="1" smtClean="0">
                          <a:solidFill>
                            <a:srgbClr val="FF0000"/>
                          </a:solidFill>
                          <a:latin typeface="Cambria Math" panose="02040503050406030204" pitchFamily="18" charset="0"/>
                          <a:cs typeface="Arial" panose="020B0604020202020204" pitchFamily="34" charset="0"/>
                        </a:rPr>
                        <m:t>𝒉</m:t>
                      </m:r>
                    </m:oMath>
                  </m:oMathPara>
                </a14:m>
                <a:endParaRPr lang="pt-BR" sz="2800" b="1" dirty="0">
                  <a:solidFill>
                    <a:srgbClr val="FF0000"/>
                  </a:solidFill>
                  <a:latin typeface="Arial" panose="020B0604020202020204" pitchFamily="34" charset="0"/>
                  <a:cs typeface="Arial" panose="020B0604020202020204" pitchFamily="34" charset="0"/>
                </a:endParaRPr>
              </a:p>
            </p:txBody>
          </p:sp>
        </mc:Choice>
        <mc:Fallback>
          <p:sp>
            <p:nvSpPr>
              <p:cNvPr id="10" name="CaixaDeTexto 9">
                <a:extLst>
                  <a:ext uri="{FF2B5EF4-FFF2-40B4-BE49-F238E27FC236}">
                    <a16:creationId xmlns:a16="http://schemas.microsoft.com/office/drawing/2014/main" id="{C5623C6E-726B-5F34-3D8F-20BBAC122051}"/>
                  </a:ext>
                </a:extLst>
              </p:cNvPr>
              <p:cNvSpPr txBox="1">
                <a:spLocks noRot="1" noChangeAspect="1" noMove="1" noResize="1" noEditPoints="1" noAdjustHandles="1" noChangeArrowheads="1" noChangeShapeType="1" noTextEdit="1"/>
              </p:cNvSpPr>
              <p:nvPr/>
            </p:nvSpPr>
            <p:spPr>
              <a:xfrm>
                <a:off x="6450583" y="3819215"/>
                <a:ext cx="2799292" cy="523220"/>
              </a:xfrm>
              <a:prstGeom prst="rect">
                <a:avLst/>
              </a:prstGeom>
              <a:blipFill>
                <a:blip r:embed="rId4"/>
                <a:stretch>
                  <a:fillRect/>
                </a:stretch>
              </a:blipFill>
            </p:spPr>
            <p:txBody>
              <a:bodyPr/>
              <a:lstStyle/>
              <a:p>
                <a:r>
                  <a:rPr lang="pt-BR">
                    <a:noFill/>
                  </a:rPr>
                  <a:t> </a:t>
                </a:r>
              </a:p>
            </p:txBody>
          </p:sp>
        </mc:Fallback>
      </mc:AlternateContent>
      <p:sp>
        <p:nvSpPr>
          <p:cNvPr id="11" name="CaixaDeTexto 10">
            <a:extLst>
              <a:ext uri="{FF2B5EF4-FFF2-40B4-BE49-F238E27FC236}">
                <a16:creationId xmlns:a16="http://schemas.microsoft.com/office/drawing/2014/main" id="{B249B7A1-4A6D-45FB-5AED-B61CEF2EF4C2}"/>
              </a:ext>
            </a:extLst>
          </p:cNvPr>
          <p:cNvSpPr txBox="1"/>
          <p:nvPr/>
        </p:nvSpPr>
        <p:spPr>
          <a:xfrm>
            <a:off x="239111" y="4669579"/>
            <a:ext cx="2735626" cy="523220"/>
          </a:xfrm>
          <a:prstGeom prst="rect">
            <a:avLst/>
          </a:prstGeom>
          <a:noFill/>
        </p:spPr>
        <p:txBody>
          <a:bodyPr wrap="square" rtlCol="0">
            <a:spAutoFit/>
          </a:bodyPr>
          <a:lstStyle/>
          <a:p>
            <a:r>
              <a:rPr lang="pt-BR" sz="2800" b="1" dirty="0">
                <a:solidFill>
                  <a:srgbClr val="FF0000"/>
                </a:solidFill>
                <a:latin typeface="Arial" panose="020B0604020202020204" pitchFamily="34" charset="0"/>
                <a:cs typeface="Arial" panose="020B0604020202020204" pitchFamily="34" charset="0"/>
              </a:rPr>
              <a:t>Sabemos que:</a:t>
            </a:r>
          </a:p>
        </p:txBody>
      </p:sp>
      <mc:AlternateContent xmlns:mc="http://schemas.openxmlformats.org/markup-compatibility/2006">
        <mc:Choice xmlns:a14="http://schemas.microsoft.com/office/drawing/2010/main" Requires="a14">
          <p:sp>
            <p:nvSpPr>
              <p:cNvPr id="12" name="CaixaDeTexto 11">
                <a:extLst>
                  <a:ext uri="{FF2B5EF4-FFF2-40B4-BE49-F238E27FC236}">
                    <a16:creationId xmlns:a16="http://schemas.microsoft.com/office/drawing/2014/main" id="{6BD0F1F2-3221-6E65-8A74-077E838FC3C0}"/>
                  </a:ext>
                </a:extLst>
              </p:cNvPr>
              <p:cNvSpPr txBox="1"/>
              <p:nvPr/>
            </p:nvSpPr>
            <p:spPr>
              <a:xfrm>
                <a:off x="2941471" y="4466051"/>
                <a:ext cx="1492559" cy="9017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rgbClr val="002060"/>
                          </a:solidFill>
                          <a:latin typeface="Cambria Math" panose="02040503050406030204" pitchFamily="18" charset="0"/>
                          <a:cs typeface="Arial" panose="020B0604020202020204" pitchFamily="34" charset="0"/>
                        </a:rPr>
                        <m:t>𝒗</m:t>
                      </m:r>
                      <m:r>
                        <a:rPr lang="pt-BR" sz="2800" b="1" i="1" smtClean="0">
                          <a:solidFill>
                            <a:srgbClr val="002060"/>
                          </a:solidFill>
                          <a:latin typeface="Cambria Math" panose="02040503050406030204" pitchFamily="18" charset="0"/>
                          <a:cs typeface="Arial" panose="020B0604020202020204" pitchFamily="34" charset="0"/>
                        </a:rPr>
                        <m:t>=</m:t>
                      </m:r>
                      <m:f>
                        <m:fPr>
                          <m:ctrlPr>
                            <a:rPr lang="pt-BR" sz="2800" b="1" i="1" smtClean="0">
                              <a:solidFill>
                                <a:srgbClr val="002060"/>
                              </a:solidFill>
                              <a:latin typeface="Cambria Math" panose="02040503050406030204" pitchFamily="18" charset="0"/>
                              <a:cs typeface="Arial" panose="020B0604020202020204" pitchFamily="34" charset="0"/>
                            </a:rPr>
                          </m:ctrlPr>
                        </m:fPr>
                        <m:num>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𝑺</m:t>
                          </m:r>
                        </m:num>
                        <m:den>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𝒕</m:t>
                          </m:r>
                        </m:den>
                      </m:f>
                    </m:oMath>
                  </m:oMathPara>
                </a14:m>
                <a:endParaRPr lang="pt-BR" sz="2800" b="1" dirty="0">
                  <a:solidFill>
                    <a:srgbClr val="002060"/>
                  </a:solidFill>
                  <a:latin typeface="Arial" panose="020B0604020202020204" pitchFamily="34" charset="0"/>
                  <a:cs typeface="Arial" panose="020B0604020202020204" pitchFamily="34" charset="0"/>
                </a:endParaRPr>
              </a:p>
            </p:txBody>
          </p:sp>
        </mc:Choice>
        <mc:Fallback>
          <p:sp>
            <p:nvSpPr>
              <p:cNvPr id="12" name="CaixaDeTexto 11">
                <a:extLst>
                  <a:ext uri="{FF2B5EF4-FFF2-40B4-BE49-F238E27FC236}">
                    <a16:creationId xmlns:a16="http://schemas.microsoft.com/office/drawing/2014/main" id="{6BD0F1F2-3221-6E65-8A74-077E838FC3C0}"/>
                  </a:ext>
                </a:extLst>
              </p:cNvPr>
              <p:cNvSpPr txBox="1">
                <a:spLocks noRot="1" noChangeAspect="1" noMove="1" noResize="1" noEditPoints="1" noAdjustHandles="1" noChangeArrowheads="1" noChangeShapeType="1" noTextEdit="1"/>
              </p:cNvSpPr>
              <p:nvPr/>
            </p:nvSpPr>
            <p:spPr>
              <a:xfrm>
                <a:off x="2941471" y="4466051"/>
                <a:ext cx="1492559" cy="901785"/>
              </a:xfrm>
              <a:prstGeom prst="rect">
                <a:avLst/>
              </a:prstGeom>
              <a:blipFill>
                <a:blip r:embed="rId5"/>
                <a:stretch>
                  <a:fillRect/>
                </a:stretch>
              </a:blipFill>
            </p:spPr>
            <p:txBody>
              <a:bodyPr/>
              <a:lstStyle/>
              <a:p>
                <a:r>
                  <a:rPr lang="pt-BR">
                    <a:noFill/>
                  </a:rPr>
                  <a:t> </a:t>
                </a:r>
              </a:p>
            </p:txBody>
          </p:sp>
        </mc:Fallback>
      </mc:AlternateContent>
      <p:sp>
        <p:nvSpPr>
          <p:cNvPr id="13" name="Seta: para a Direita 12">
            <a:extLst>
              <a:ext uri="{FF2B5EF4-FFF2-40B4-BE49-F238E27FC236}">
                <a16:creationId xmlns:a16="http://schemas.microsoft.com/office/drawing/2014/main" id="{58A1061D-0689-F190-69B8-675DAC099233}"/>
              </a:ext>
            </a:extLst>
          </p:cNvPr>
          <p:cNvSpPr/>
          <p:nvPr/>
        </p:nvSpPr>
        <p:spPr>
          <a:xfrm>
            <a:off x="4562595" y="4753545"/>
            <a:ext cx="490331" cy="439254"/>
          </a:xfrm>
          <a:prstGeom prst="rightArrow">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mc:Choice xmlns:a14="http://schemas.microsoft.com/office/drawing/2010/main" Requires="a14">
          <p:sp>
            <p:nvSpPr>
              <p:cNvPr id="14" name="CaixaDeTexto 13">
                <a:extLst>
                  <a:ext uri="{FF2B5EF4-FFF2-40B4-BE49-F238E27FC236}">
                    <a16:creationId xmlns:a16="http://schemas.microsoft.com/office/drawing/2014/main" id="{30816A41-55EA-226F-30F2-DAEAB2772E89}"/>
                  </a:ext>
                </a:extLst>
              </p:cNvPr>
              <p:cNvSpPr txBox="1"/>
              <p:nvPr/>
            </p:nvSpPr>
            <p:spPr>
              <a:xfrm>
                <a:off x="5144124" y="4430505"/>
                <a:ext cx="1492559" cy="9017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a:solidFill>
                                <a:srgbClr val="FF0000"/>
                              </a:solidFill>
                              <a:latin typeface="Cambria Math" panose="02040503050406030204" pitchFamily="18" charset="0"/>
                              <a:cs typeface="Arial" panose="020B0604020202020204" pitchFamily="34" charset="0"/>
                            </a:rPr>
                          </m:ctrlPr>
                        </m:sSubPr>
                        <m:e>
                          <m:r>
                            <a:rPr lang="pt-BR" sz="2800" b="1" i="1" smtClean="0">
                              <a:solidFill>
                                <a:srgbClr val="FF0000"/>
                              </a:solidFill>
                              <a:latin typeface="Cambria Math" panose="02040503050406030204" pitchFamily="18" charset="0"/>
                              <a:cs typeface="Arial" panose="020B0604020202020204" pitchFamily="34" charset="0"/>
                            </a:rPr>
                            <m:t>𝒕</m:t>
                          </m:r>
                        </m:e>
                        <m:sub>
                          <m:r>
                            <a:rPr lang="pt-BR" sz="2800" b="1" i="1" smtClean="0">
                              <a:solidFill>
                                <a:srgbClr val="FF0000"/>
                              </a:solidFill>
                              <a:latin typeface="Cambria Math" panose="02040503050406030204" pitchFamily="18" charset="0"/>
                              <a:cs typeface="Arial" panose="020B0604020202020204" pitchFamily="34" charset="0"/>
                            </a:rPr>
                            <m:t>𝟏</m:t>
                          </m:r>
                        </m:sub>
                      </m:sSub>
                      <m:r>
                        <a:rPr lang="pt-BR" sz="2800" b="1" i="1" smtClean="0">
                          <a:solidFill>
                            <a:srgbClr val="FF0000"/>
                          </a:solidFill>
                          <a:latin typeface="Cambria Math" panose="02040503050406030204" pitchFamily="18" charset="0"/>
                          <a:cs typeface="Arial" panose="020B0604020202020204" pitchFamily="34" charset="0"/>
                        </a:rPr>
                        <m:t>=</m:t>
                      </m:r>
                      <m:f>
                        <m:fPr>
                          <m:ctrlPr>
                            <a:rPr lang="pt-BR" sz="2800" b="1" i="1">
                              <a:solidFill>
                                <a:srgbClr val="FF0000"/>
                              </a:solidFill>
                              <a:latin typeface="Cambria Math" panose="02040503050406030204" pitchFamily="18" charset="0"/>
                              <a:cs typeface="Arial" panose="020B0604020202020204" pitchFamily="34" charset="0"/>
                            </a:rPr>
                          </m:ctrlPr>
                        </m:fPr>
                        <m:num>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𝟑</m:t>
                          </m:r>
                        </m:num>
                        <m:den>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𝟔</m:t>
                          </m:r>
                        </m:den>
                      </m:f>
                    </m:oMath>
                  </m:oMathPara>
                </a14:m>
                <a:endParaRPr lang="pt-BR" sz="2800" b="1" dirty="0">
                  <a:solidFill>
                    <a:srgbClr val="FF0000"/>
                  </a:solidFill>
                  <a:latin typeface="Arial" panose="020B0604020202020204" pitchFamily="34" charset="0"/>
                  <a:cs typeface="Arial" panose="020B0604020202020204" pitchFamily="34" charset="0"/>
                </a:endParaRPr>
              </a:p>
            </p:txBody>
          </p:sp>
        </mc:Choice>
        <mc:Fallback>
          <p:sp>
            <p:nvSpPr>
              <p:cNvPr id="14" name="CaixaDeTexto 13">
                <a:extLst>
                  <a:ext uri="{FF2B5EF4-FFF2-40B4-BE49-F238E27FC236}">
                    <a16:creationId xmlns:a16="http://schemas.microsoft.com/office/drawing/2014/main" id="{30816A41-55EA-226F-30F2-DAEAB2772E89}"/>
                  </a:ext>
                </a:extLst>
              </p:cNvPr>
              <p:cNvSpPr txBox="1">
                <a:spLocks noRot="1" noChangeAspect="1" noMove="1" noResize="1" noEditPoints="1" noAdjustHandles="1" noChangeArrowheads="1" noChangeShapeType="1" noTextEdit="1"/>
              </p:cNvSpPr>
              <p:nvPr/>
            </p:nvSpPr>
            <p:spPr>
              <a:xfrm>
                <a:off x="5144124" y="4430505"/>
                <a:ext cx="1492559" cy="901785"/>
              </a:xfrm>
              <a:prstGeom prst="rect">
                <a:avLst/>
              </a:prstGeom>
              <a:blipFill>
                <a:blip r:embed="rId6"/>
                <a:stretch>
                  <a:fillRect/>
                </a:stretch>
              </a:blipFill>
            </p:spPr>
            <p:txBody>
              <a:bodyPr/>
              <a:lstStyle/>
              <a:p>
                <a:r>
                  <a:rPr lang="pt-BR">
                    <a:noFill/>
                  </a:rPr>
                  <a:t> </a:t>
                </a:r>
              </a:p>
            </p:txBody>
          </p:sp>
        </mc:Fallback>
      </mc:AlternateContent>
      <p:sp>
        <p:nvSpPr>
          <p:cNvPr id="15" name="Seta: para a Direita 14">
            <a:extLst>
              <a:ext uri="{FF2B5EF4-FFF2-40B4-BE49-F238E27FC236}">
                <a16:creationId xmlns:a16="http://schemas.microsoft.com/office/drawing/2014/main" id="{6AB0A7EA-B7D4-BA9C-4922-4642ACCA3238}"/>
              </a:ext>
            </a:extLst>
          </p:cNvPr>
          <p:cNvSpPr/>
          <p:nvPr/>
        </p:nvSpPr>
        <p:spPr>
          <a:xfrm>
            <a:off x="6727881" y="4732180"/>
            <a:ext cx="490331" cy="439254"/>
          </a:xfrm>
          <a:prstGeom prst="rightArrow">
            <a:avLst/>
          </a:prstGeom>
          <a:solidFill>
            <a:srgbClr val="FF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mc:Choice xmlns:a14="http://schemas.microsoft.com/office/drawing/2010/main" Requires="a14">
          <p:sp>
            <p:nvSpPr>
              <p:cNvPr id="16" name="CaixaDeTexto 15">
                <a:extLst>
                  <a:ext uri="{FF2B5EF4-FFF2-40B4-BE49-F238E27FC236}">
                    <a16:creationId xmlns:a16="http://schemas.microsoft.com/office/drawing/2014/main" id="{877352D9-42EF-08C0-1F35-7DE3FE059E5F}"/>
                  </a:ext>
                </a:extLst>
              </p:cNvPr>
              <p:cNvSpPr txBox="1"/>
              <p:nvPr/>
            </p:nvSpPr>
            <p:spPr>
              <a:xfrm>
                <a:off x="7326162" y="4619787"/>
                <a:ext cx="2166855"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a:solidFill>
                                <a:schemeClr val="tx1"/>
                              </a:solidFill>
                              <a:latin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cs typeface="Arial" panose="020B0604020202020204" pitchFamily="34" charset="0"/>
                            </a:rPr>
                            <m:t>𝒕</m:t>
                          </m:r>
                        </m:e>
                        <m:sub>
                          <m:r>
                            <a:rPr lang="pt-BR" sz="2800" b="1" i="1" smtClean="0">
                              <a:solidFill>
                                <a:schemeClr val="tx1"/>
                              </a:solidFill>
                              <a:latin typeface="Cambria Math" panose="02040503050406030204" pitchFamily="18" charset="0"/>
                              <a:cs typeface="Arial" panose="020B0604020202020204" pitchFamily="34" charset="0"/>
                            </a:rPr>
                            <m:t>𝟏</m:t>
                          </m:r>
                        </m:sub>
                      </m:sSub>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𝟎</m:t>
                      </m:r>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𝟓</m:t>
                      </m:r>
                      <m:r>
                        <a:rPr lang="pt-BR" sz="2800" b="1" i="1" smtClean="0">
                          <a:solidFill>
                            <a:schemeClr val="tx1"/>
                          </a:solidFill>
                          <a:latin typeface="Cambria Math" panose="02040503050406030204" pitchFamily="18" charset="0"/>
                          <a:cs typeface="Arial" panose="020B0604020202020204" pitchFamily="34" charset="0"/>
                        </a:rPr>
                        <m:t> </m:t>
                      </m:r>
                      <m:r>
                        <a:rPr lang="pt-BR" sz="2800" b="1" i="1" smtClean="0">
                          <a:solidFill>
                            <a:schemeClr val="tx1"/>
                          </a:solidFill>
                          <a:latin typeface="Cambria Math" panose="02040503050406030204" pitchFamily="18" charset="0"/>
                          <a:cs typeface="Arial" panose="020B0604020202020204" pitchFamily="34" charset="0"/>
                        </a:rPr>
                        <m:t>𝒉</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p:sp>
            <p:nvSpPr>
              <p:cNvPr id="16" name="CaixaDeTexto 15">
                <a:extLst>
                  <a:ext uri="{FF2B5EF4-FFF2-40B4-BE49-F238E27FC236}">
                    <a16:creationId xmlns:a16="http://schemas.microsoft.com/office/drawing/2014/main" id="{877352D9-42EF-08C0-1F35-7DE3FE059E5F}"/>
                  </a:ext>
                </a:extLst>
              </p:cNvPr>
              <p:cNvSpPr txBox="1">
                <a:spLocks noRot="1" noChangeAspect="1" noMove="1" noResize="1" noEditPoints="1" noAdjustHandles="1" noChangeArrowheads="1" noChangeShapeType="1" noTextEdit="1"/>
              </p:cNvSpPr>
              <p:nvPr/>
            </p:nvSpPr>
            <p:spPr>
              <a:xfrm>
                <a:off x="7326162" y="4619787"/>
                <a:ext cx="2166855" cy="523220"/>
              </a:xfrm>
              <a:prstGeom prst="rect">
                <a:avLst/>
              </a:prstGeom>
              <a:blipFill>
                <a:blip r:embed="rId7"/>
                <a:stretch>
                  <a:fillRect/>
                </a:stretch>
              </a:blipFill>
            </p:spPr>
            <p:txBody>
              <a:bodyPr/>
              <a:lstStyle/>
              <a:p>
                <a:r>
                  <a:rPr lang="pt-BR">
                    <a:noFill/>
                  </a:rPr>
                  <a:t> </a:t>
                </a:r>
              </a:p>
            </p:txBody>
          </p:sp>
        </mc:Fallback>
      </mc:AlternateContent>
      <p:sp>
        <p:nvSpPr>
          <p:cNvPr id="17" name="CaixaDeTexto 16">
            <a:extLst>
              <a:ext uri="{FF2B5EF4-FFF2-40B4-BE49-F238E27FC236}">
                <a16:creationId xmlns:a16="http://schemas.microsoft.com/office/drawing/2014/main" id="{B6A09D2E-231C-33B9-A513-D7D13C007D8C}"/>
              </a:ext>
            </a:extLst>
          </p:cNvPr>
          <p:cNvSpPr txBox="1"/>
          <p:nvPr/>
        </p:nvSpPr>
        <p:spPr>
          <a:xfrm>
            <a:off x="351979" y="5313690"/>
            <a:ext cx="7977783" cy="523220"/>
          </a:xfrm>
          <a:prstGeom prst="rect">
            <a:avLst/>
          </a:prstGeom>
          <a:noFill/>
        </p:spPr>
        <p:txBody>
          <a:bodyPr wrap="square">
            <a:spAutoFit/>
          </a:bodyPr>
          <a:lstStyle/>
          <a:p>
            <a:pPr algn="just">
              <a:buNone/>
            </a:pPr>
            <a:r>
              <a:rPr lang="pt-BR" sz="2800" b="1" i="0" dirty="0">
                <a:solidFill>
                  <a:srgbClr val="002060"/>
                </a:solidFill>
                <a:effectLst/>
                <a:latin typeface="Arial" panose="020B0604020202020204" pitchFamily="34" charset="0"/>
                <a:cs typeface="Arial" panose="020B0604020202020204" pitchFamily="34" charset="0"/>
              </a:rPr>
              <a:t>subindo o rio, pa</a:t>
            </a:r>
            <a:r>
              <a:rPr lang="pt-BR" sz="2800" b="1" dirty="0">
                <a:solidFill>
                  <a:srgbClr val="002060"/>
                </a:solidFill>
                <a:latin typeface="Arial" panose="020B0604020202020204" pitchFamily="34" charset="0"/>
                <a:cs typeface="Arial" panose="020B0604020202020204" pitchFamily="34" charset="0"/>
              </a:rPr>
              <a:t>ra o observador na margem:</a:t>
            </a:r>
            <a:endParaRPr lang="pt-BR" sz="2800" b="1" i="0" dirty="0">
              <a:solidFill>
                <a:srgbClr val="002060"/>
              </a:solidFill>
              <a:effectLst/>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18" name="CaixaDeTexto 17">
                <a:extLst>
                  <a:ext uri="{FF2B5EF4-FFF2-40B4-BE49-F238E27FC236}">
                    <a16:creationId xmlns:a16="http://schemas.microsoft.com/office/drawing/2014/main" id="{DA4086EF-B760-8D91-7911-7C0A66027BB4}"/>
                  </a:ext>
                </a:extLst>
              </p:cNvPr>
              <p:cNvSpPr txBox="1"/>
              <p:nvPr/>
            </p:nvSpPr>
            <p:spPr>
              <a:xfrm>
                <a:off x="655466" y="5900177"/>
                <a:ext cx="2632194" cy="52322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𝒓</m:t>
                          </m:r>
                        </m:sub>
                      </m:sSub>
                      <m:r>
                        <a:rPr lang="pt-BR" sz="2800" b="1" i="1" smtClean="0">
                          <a:latin typeface="Cambria Math" panose="02040503050406030204" pitchFamily="18" charset="0"/>
                          <a:cs typeface="Arial" panose="020B0604020202020204" pitchFamily="34" charset="0"/>
                        </a:rPr>
                        <m:t>=</m:t>
                      </m:r>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𝒓𝒆𝒍</m:t>
                          </m:r>
                        </m:sub>
                      </m:sSub>
                      <m:r>
                        <a:rPr lang="pt-BR" sz="2800" b="1" i="1" smtClean="0">
                          <a:latin typeface="Cambria Math" panose="02040503050406030204" pitchFamily="18" charset="0"/>
                          <a:cs typeface="Arial" panose="020B0604020202020204" pitchFamily="34" charset="0"/>
                        </a:rPr>
                        <m:t>−</m:t>
                      </m:r>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𝑨</m:t>
                          </m:r>
                        </m:sub>
                      </m:sSub>
                    </m:oMath>
                  </m:oMathPara>
                </a14:m>
                <a:endParaRPr lang="pt-BR" sz="2800" b="1" dirty="0">
                  <a:latin typeface="Arial" panose="020B0604020202020204" pitchFamily="34" charset="0"/>
                  <a:cs typeface="Arial" panose="020B0604020202020204" pitchFamily="34" charset="0"/>
                </a:endParaRPr>
              </a:p>
            </p:txBody>
          </p:sp>
        </mc:Choice>
        <mc:Fallback>
          <p:sp>
            <p:nvSpPr>
              <p:cNvPr id="18" name="CaixaDeTexto 17">
                <a:extLst>
                  <a:ext uri="{FF2B5EF4-FFF2-40B4-BE49-F238E27FC236}">
                    <a16:creationId xmlns:a16="http://schemas.microsoft.com/office/drawing/2014/main" id="{DA4086EF-B760-8D91-7911-7C0A66027BB4}"/>
                  </a:ext>
                </a:extLst>
              </p:cNvPr>
              <p:cNvSpPr txBox="1">
                <a:spLocks noRot="1" noChangeAspect="1" noMove="1" noResize="1" noEditPoints="1" noAdjustHandles="1" noChangeArrowheads="1" noChangeShapeType="1" noTextEdit="1"/>
              </p:cNvSpPr>
              <p:nvPr/>
            </p:nvSpPr>
            <p:spPr>
              <a:xfrm>
                <a:off x="655466" y="5900177"/>
                <a:ext cx="2632194" cy="523220"/>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9" name="CaixaDeTexto 18">
                <a:extLst>
                  <a:ext uri="{FF2B5EF4-FFF2-40B4-BE49-F238E27FC236}">
                    <a16:creationId xmlns:a16="http://schemas.microsoft.com/office/drawing/2014/main" id="{9C5D8F8D-1D07-8E7F-0B70-3D1DE3FC36D0}"/>
                  </a:ext>
                </a:extLst>
              </p:cNvPr>
              <p:cNvSpPr txBox="1"/>
              <p:nvPr/>
            </p:nvSpPr>
            <p:spPr>
              <a:xfrm>
                <a:off x="3997754" y="5931708"/>
                <a:ext cx="1978875" cy="52322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pt-BR" sz="2800" b="1" i="1">
                              <a:latin typeface="Cambria Math" panose="02040503050406030204" pitchFamily="18" charset="0"/>
                              <a:cs typeface="Arial" panose="020B0604020202020204" pitchFamily="34" charset="0"/>
                            </a:rPr>
                          </m:ctrlPr>
                        </m:sSubPr>
                        <m:e>
                          <m:r>
                            <a:rPr lang="pt-BR" sz="2800" b="1" i="1">
                              <a:latin typeface="Cambria Math" panose="02040503050406030204" pitchFamily="18" charset="0"/>
                              <a:cs typeface="Arial" panose="020B0604020202020204" pitchFamily="34" charset="0"/>
                            </a:rPr>
                            <m:t>𝒗</m:t>
                          </m:r>
                        </m:e>
                        <m:sub>
                          <m:r>
                            <a:rPr lang="pt-BR" sz="2800" b="1" i="1">
                              <a:latin typeface="Cambria Math" panose="02040503050406030204" pitchFamily="18" charset="0"/>
                              <a:cs typeface="Arial" panose="020B0604020202020204" pitchFamily="34" charset="0"/>
                            </a:rPr>
                            <m:t>𝒓</m:t>
                          </m:r>
                        </m:sub>
                      </m:sSub>
                      <m:r>
                        <a:rPr lang="pt-BR" sz="2800" b="1" i="1">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𝟓</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𝟏</m:t>
                      </m:r>
                    </m:oMath>
                  </m:oMathPara>
                </a14:m>
                <a:endParaRPr lang="pt-BR" sz="2800" b="1" dirty="0">
                  <a:latin typeface="Arial" panose="020B0604020202020204" pitchFamily="34" charset="0"/>
                  <a:cs typeface="Arial" panose="020B0604020202020204" pitchFamily="34" charset="0"/>
                </a:endParaRPr>
              </a:p>
            </p:txBody>
          </p:sp>
        </mc:Choice>
        <mc:Fallback>
          <p:sp>
            <p:nvSpPr>
              <p:cNvPr id="19" name="CaixaDeTexto 18">
                <a:extLst>
                  <a:ext uri="{FF2B5EF4-FFF2-40B4-BE49-F238E27FC236}">
                    <a16:creationId xmlns:a16="http://schemas.microsoft.com/office/drawing/2014/main" id="{9C5D8F8D-1D07-8E7F-0B70-3D1DE3FC36D0}"/>
                  </a:ext>
                </a:extLst>
              </p:cNvPr>
              <p:cNvSpPr txBox="1">
                <a:spLocks noRot="1" noChangeAspect="1" noMove="1" noResize="1" noEditPoints="1" noAdjustHandles="1" noChangeArrowheads="1" noChangeShapeType="1" noTextEdit="1"/>
              </p:cNvSpPr>
              <p:nvPr/>
            </p:nvSpPr>
            <p:spPr>
              <a:xfrm>
                <a:off x="3997754" y="5931708"/>
                <a:ext cx="1978875" cy="523220"/>
              </a:xfrm>
              <a:prstGeom prst="rect">
                <a:avLst/>
              </a:prstGeom>
              <a:blipFill>
                <a:blip r:embed="rId9"/>
                <a:stretch>
                  <a:fillRect/>
                </a:stretch>
              </a:blipFill>
            </p:spPr>
            <p:txBody>
              <a:bodyPr/>
              <a:lstStyle/>
              <a:p>
                <a:r>
                  <a:rPr lang="pt-BR">
                    <a:noFill/>
                  </a:rPr>
                  <a:t> </a:t>
                </a:r>
              </a:p>
            </p:txBody>
          </p:sp>
        </mc:Fallback>
      </mc:AlternateContent>
      <p:sp>
        <p:nvSpPr>
          <p:cNvPr id="20" name="Seta: para a Direita 19">
            <a:extLst>
              <a:ext uri="{FF2B5EF4-FFF2-40B4-BE49-F238E27FC236}">
                <a16:creationId xmlns:a16="http://schemas.microsoft.com/office/drawing/2014/main" id="{FC779F59-F7AA-A2E2-C433-1B1AC94C0EFF}"/>
              </a:ext>
            </a:extLst>
          </p:cNvPr>
          <p:cNvSpPr/>
          <p:nvPr/>
        </p:nvSpPr>
        <p:spPr>
          <a:xfrm>
            <a:off x="3287660" y="5959401"/>
            <a:ext cx="630620" cy="523219"/>
          </a:xfrm>
          <a:prstGeom prst="rightArrow">
            <a:avLst/>
          </a:prstGeom>
          <a:solidFill>
            <a:srgbClr val="7030A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Seta: para a Direita 20">
            <a:extLst>
              <a:ext uri="{FF2B5EF4-FFF2-40B4-BE49-F238E27FC236}">
                <a16:creationId xmlns:a16="http://schemas.microsoft.com/office/drawing/2014/main" id="{AF5FFDE5-5D06-A331-223C-F60BE53C3F99}"/>
              </a:ext>
            </a:extLst>
          </p:cNvPr>
          <p:cNvSpPr/>
          <p:nvPr/>
        </p:nvSpPr>
        <p:spPr>
          <a:xfrm>
            <a:off x="6023036" y="5981520"/>
            <a:ext cx="546046" cy="471302"/>
          </a:xfrm>
          <a:prstGeom prst="rightArrow">
            <a:avLst/>
          </a:prstGeom>
          <a:solidFill>
            <a:schemeClr val="accent4">
              <a:lumMod val="60000"/>
              <a:lumOff val="4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mc:AlternateContent xmlns:mc="http://schemas.openxmlformats.org/markup-compatibility/2006">
        <mc:Choice xmlns:a14="http://schemas.microsoft.com/office/drawing/2010/main" Requires="a14">
          <p:sp>
            <p:nvSpPr>
              <p:cNvPr id="22" name="CaixaDeTexto 21">
                <a:extLst>
                  <a:ext uri="{FF2B5EF4-FFF2-40B4-BE49-F238E27FC236}">
                    <a16:creationId xmlns:a16="http://schemas.microsoft.com/office/drawing/2014/main" id="{5A4B3AB4-6833-8474-C72F-E5D74366CCED}"/>
                  </a:ext>
                </a:extLst>
              </p:cNvPr>
              <p:cNvSpPr txBox="1"/>
              <p:nvPr/>
            </p:nvSpPr>
            <p:spPr>
              <a:xfrm>
                <a:off x="6636683" y="5900177"/>
                <a:ext cx="2799292" cy="52322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pt-BR" sz="2800" b="1" i="1" smtClean="0">
                              <a:solidFill>
                                <a:srgbClr val="FF0000"/>
                              </a:solidFill>
                              <a:latin typeface="Cambria Math" panose="02040503050406030204" pitchFamily="18" charset="0"/>
                              <a:cs typeface="Arial" panose="020B0604020202020204" pitchFamily="34" charset="0"/>
                            </a:rPr>
                          </m:ctrlPr>
                        </m:sSubPr>
                        <m:e>
                          <m:r>
                            <a:rPr lang="pt-BR" sz="2800" b="1" i="1">
                              <a:solidFill>
                                <a:srgbClr val="FF0000"/>
                              </a:solidFill>
                              <a:latin typeface="Cambria Math" panose="02040503050406030204" pitchFamily="18" charset="0"/>
                              <a:cs typeface="Arial" panose="020B0604020202020204" pitchFamily="34" charset="0"/>
                            </a:rPr>
                            <m:t>𝒗</m:t>
                          </m:r>
                        </m:e>
                        <m:sub>
                          <m:r>
                            <a:rPr lang="pt-BR" sz="2800" b="1" i="1">
                              <a:solidFill>
                                <a:srgbClr val="FF0000"/>
                              </a:solidFill>
                              <a:latin typeface="Cambria Math" panose="02040503050406030204" pitchFamily="18" charset="0"/>
                              <a:cs typeface="Arial" panose="020B0604020202020204" pitchFamily="34" charset="0"/>
                            </a:rPr>
                            <m:t>𝒓</m:t>
                          </m:r>
                        </m:sub>
                      </m:sSub>
                      <m:r>
                        <a:rPr lang="pt-BR" sz="2800" b="1" i="1">
                          <a:solidFill>
                            <a:srgbClr val="FF0000"/>
                          </a:solidFill>
                          <a:latin typeface="Cambria Math" panose="02040503050406030204" pitchFamily="18" charset="0"/>
                          <a:cs typeface="Arial" panose="020B0604020202020204" pitchFamily="34" charset="0"/>
                        </a:rPr>
                        <m:t>=</m:t>
                      </m:r>
                      <m:r>
                        <a:rPr lang="pt-BR" sz="2800" b="1" i="1" smtClean="0">
                          <a:solidFill>
                            <a:srgbClr val="FF0000"/>
                          </a:solidFill>
                          <a:latin typeface="Cambria Math" panose="02040503050406030204" pitchFamily="18" charset="0"/>
                          <a:cs typeface="Arial" panose="020B0604020202020204" pitchFamily="34" charset="0"/>
                        </a:rPr>
                        <m:t>𝟒</m:t>
                      </m:r>
                      <m:r>
                        <a:rPr lang="pt-BR" sz="2800" b="1" i="1" smtClean="0">
                          <a:solidFill>
                            <a:srgbClr val="FF0000"/>
                          </a:solidFill>
                          <a:latin typeface="Cambria Math" panose="02040503050406030204" pitchFamily="18" charset="0"/>
                          <a:cs typeface="Arial" panose="020B0604020202020204" pitchFamily="34" charset="0"/>
                        </a:rPr>
                        <m:t>,</m:t>
                      </m:r>
                      <m:r>
                        <a:rPr lang="pt-BR" sz="2800" b="1" i="1" smtClean="0">
                          <a:solidFill>
                            <a:srgbClr val="FF0000"/>
                          </a:solidFill>
                          <a:latin typeface="Cambria Math" panose="02040503050406030204" pitchFamily="18" charset="0"/>
                          <a:cs typeface="Arial" panose="020B0604020202020204" pitchFamily="34" charset="0"/>
                        </a:rPr>
                        <m:t>𝟎</m:t>
                      </m:r>
                      <m:r>
                        <a:rPr lang="pt-BR" sz="2800" b="1" i="1" smtClean="0">
                          <a:solidFill>
                            <a:srgbClr val="FF0000"/>
                          </a:solidFill>
                          <a:latin typeface="Cambria Math" panose="02040503050406030204" pitchFamily="18" charset="0"/>
                          <a:cs typeface="Arial" panose="020B0604020202020204" pitchFamily="34" charset="0"/>
                        </a:rPr>
                        <m:t>  </m:t>
                      </m:r>
                      <m:r>
                        <a:rPr lang="pt-BR" sz="2800" b="1" i="1" smtClean="0">
                          <a:solidFill>
                            <a:srgbClr val="FF0000"/>
                          </a:solidFill>
                          <a:latin typeface="Cambria Math" panose="02040503050406030204" pitchFamily="18" charset="0"/>
                          <a:cs typeface="Arial" panose="020B0604020202020204" pitchFamily="34" charset="0"/>
                        </a:rPr>
                        <m:t>𝒌𝒎</m:t>
                      </m:r>
                      <m:r>
                        <a:rPr lang="pt-BR" sz="2800" b="1" i="1" smtClean="0">
                          <a:solidFill>
                            <a:srgbClr val="FF0000"/>
                          </a:solidFill>
                          <a:latin typeface="Cambria Math" panose="02040503050406030204" pitchFamily="18" charset="0"/>
                          <a:cs typeface="Arial" panose="020B0604020202020204" pitchFamily="34" charset="0"/>
                        </a:rPr>
                        <m:t>/</m:t>
                      </m:r>
                      <m:r>
                        <a:rPr lang="pt-BR" sz="2800" b="1" i="1" smtClean="0">
                          <a:solidFill>
                            <a:srgbClr val="FF0000"/>
                          </a:solidFill>
                          <a:latin typeface="Cambria Math" panose="02040503050406030204" pitchFamily="18" charset="0"/>
                          <a:cs typeface="Arial" panose="020B0604020202020204" pitchFamily="34" charset="0"/>
                        </a:rPr>
                        <m:t>𝒉</m:t>
                      </m:r>
                    </m:oMath>
                  </m:oMathPara>
                </a14:m>
                <a:endParaRPr lang="pt-BR" sz="2800" b="1" dirty="0">
                  <a:solidFill>
                    <a:srgbClr val="FF0000"/>
                  </a:solidFill>
                  <a:latin typeface="Arial" panose="020B0604020202020204" pitchFamily="34" charset="0"/>
                  <a:cs typeface="Arial" panose="020B0604020202020204" pitchFamily="34" charset="0"/>
                </a:endParaRPr>
              </a:p>
            </p:txBody>
          </p:sp>
        </mc:Choice>
        <mc:Fallback>
          <p:sp>
            <p:nvSpPr>
              <p:cNvPr id="22" name="CaixaDeTexto 21">
                <a:extLst>
                  <a:ext uri="{FF2B5EF4-FFF2-40B4-BE49-F238E27FC236}">
                    <a16:creationId xmlns:a16="http://schemas.microsoft.com/office/drawing/2014/main" id="{5A4B3AB4-6833-8474-C72F-E5D74366CCED}"/>
                  </a:ext>
                </a:extLst>
              </p:cNvPr>
              <p:cNvSpPr txBox="1">
                <a:spLocks noRot="1" noChangeAspect="1" noMove="1" noResize="1" noEditPoints="1" noAdjustHandles="1" noChangeArrowheads="1" noChangeShapeType="1" noTextEdit="1"/>
              </p:cNvSpPr>
              <p:nvPr/>
            </p:nvSpPr>
            <p:spPr>
              <a:xfrm>
                <a:off x="6636683" y="5900177"/>
                <a:ext cx="2799292" cy="523220"/>
              </a:xfrm>
              <a:prstGeom prst="rect">
                <a:avLst/>
              </a:prstGeom>
              <a:blipFill>
                <a:blip r:embed="rId10"/>
                <a:stretch>
                  <a:fillRect/>
                </a:stretch>
              </a:blipFill>
            </p:spPr>
            <p:txBody>
              <a:bodyPr/>
              <a:lstStyle/>
              <a:p>
                <a:r>
                  <a:rPr lang="pt-BR">
                    <a:noFill/>
                  </a:rPr>
                  <a:t> </a:t>
                </a:r>
              </a:p>
            </p:txBody>
          </p:sp>
        </mc:Fallback>
      </mc:AlternateContent>
      <p:grpSp>
        <p:nvGrpSpPr>
          <p:cNvPr id="26" name="Agrupar 25">
            <a:extLst>
              <a:ext uri="{FF2B5EF4-FFF2-40B4-BE49-F238E27FC236}">
                <a16:creationId xmlns:a16="http://schemas.microsoft.com/office/drawing/2014/main" id="{343AE118-20BA-8333-DA70-3DCD90A0AE84}"/>
              </a:ext>
            </a:extLst>
          </p:cNvPr>
          <p:cNvGrpSpPr/>
          <p:nvPr/>
        </p:nvGrpSpPr>
        <p:grpSpPr>
          <a:xfrm>
            <a:off x="9435975" y="3324623"/>
            <a:ext cx="2516914" cy="3240114"/>
            <a:chOff x="9435975" y="3324623"/>
            <a:chExt cx="2516914" cy="3240114"/>
          </a:xfrm>
        </p:grpSpPr>
        <p:pic>
          <p:nvPicPr>
            <p:cNvPr id="24" name="Imagem 23" descr="Uma imagem contendo ar&#10;&#10;O conteúdo gerado por IA pode estar incorreto.">
              <a:extLst>
                <a:ext uri="{FF2B5EF4-FFF2-40B4-BE49-F238E27FC236}">
                  <a16:creationId xmlns:a16="http://schemas.microsoft.com/office/drawing/2014/main" id="{FE44ADCD-635F-59AB-9A13-FF826D9AF5C3}"/>
                </a:ext>
              </a:extLst>
            </p:cNvPr>
            <p:cNvPicPr>
              <a:picLocks noChangeAspect="1"/>
            </p:cNvPicPr>
            <p:nvPr/>
          </p:nvPicPr>
          <p:blipFill>
            <a:blip r:embed="rId11"/>
            <a:stretch>
              <a:fillRect/>
            </a:stretch>
          </p:blipFill>
          <p:spPr>
            <a:xfrm>
              <a:off x="9861146" y="4585862"/>
              <a:ext cx="1978875" cy="1978875"/>
            </a:xfrm>
            <a:prstGeom prst="rect">
              <a:avLst/>
            </a:prstGeom>
          </p:spPr>
        </p:pic>
        <p:sp>
          <p:nvSpPr>
            <p:cNvPr id="25" name="Balão de Fala: Oval 24">
              <a:extLst>
                <a:ext uri="{FF2B5EF4-FFF2-40B4-BE49-F238E27FC236}">
                  <a16:creationId xmlns:a16="http://schemas.microsoft.com/office/drawing/2014/main" id="{632D4988-B92D-B1C4-F68D-9659ABF4CAE3}"/>
                </a:ext>
              </a:extLst>
            </p:cNvPr>
            <p:cNvSpPr/>
            <p:nvPr/>
          </p:nvSpPr>
          <p:spPr>
            <a:xfrm>
              <a:off x="9435975" y="3324623"/>
              <a:ext cx="2516914" cy="845630"/>
            </a:xfrm>
            <a:prstGeom prst="wedgeEllipseCallout">
              <a:avLst>
                <a:gd name="adj1" fmla="val 9329"/>
                <a:gd name="adj2" fmla="val 170213"/>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08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2800" b="1" dirty="0">
                  <a:solidFill>
                    <a:schemeClr val="tx1"/>
                  </a:solidFill>
                  <a:latin typeface="Arial" panose="020B0604020202020204" pitchFamily="34" charset="0"/>
                  <a:cs typeface="Arial" panose="020B0604020202020204" pitchFamily="34" charset="0"/>
                </a:rPr>
                <a:t>Continua</a:t>
              </a:r>
            </a:p>
          </p:txBody>
        </p:sp>
      </p:grpSp>
    </p:spTree>
    <p:extLst>
      <p:ext uri="{BB962C8B-B14F-4D97-AF65-F5344CB8AC3E}">
        <p14:creationId xmlns:p14="http://schemas.microsoft.com/office/powerpoint/2010/main" val="2942727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heel(1)">
                                      <p:cBhvr>
                                        <p:cTn id="22" dur="20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1"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heel(1)">
                                      <p:cBhvr>
                                        <p:cTn id="32" dur="20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00"/>
                                        <p:tgtEl>
                                          <p:spTgt spid="13"/>
                                        </p:tgtEl>
                                      </p:cBhvr>
                                    </p:animEffect>
                                  </p:childTnLst>
                                </p:cTn>
                              </p:par>
                            </p:childTnLst>
                          </p:cTn>
                        </p:par>
                      </p:childTnLst>
                    </p:cTn>
                  </p:par>
                  <p:par>
                    <p:cTn id="47" fill="hold">
                      <p:stCondLst>
                        <p:cond delay="indefinite"/>
                      </p:stCondLst>
                      <p:childTnLst>
                        <p:par>
                          <p:cTn id="48" fill="hold">
                            <p:stCondLst>
                              <p:cond delay="0"/>
                            </p:stCondLst>
                            <p:childTnLst>
                              <p:par>
                                <p:cTn id="49" presetID="16" presetClass="entr" presetSubtype="21" fill="hold" grpId="0" nodeType="click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barn(inVertical)">
                                      <p:cBhvr>
                                        <p:cTn id="51" dur="500"/>
                                        <p:tgtEl>
                                          <p:spTgt spid="14"/>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500"/>
                                        <p:tgtEl>
                                          <p:spTgt spid="15"/>
                                        </p:tgtEl>
                                      </p:cBhvr>
                                    </p:animEffect>
                                  </p:childTnLst>
                                </p:cTn>
                              </p:par>
                            </p:childTnLst>
                          </p:cTn>
                        </p:par>
                      </p:childTnLst>
                    </p:cTn>
                  </p:par>
                  <p:par>
                    <p:cTn id="57" fill="hold">
                      <p:stCondLst>
                        <p:cond delay="indefinite"/>
                      </p:stCondLst>
                      <p:childTnLst>
                        <p:par>
                          <p:cTn id="58" fill="hold">
                            <p:stCondLst>
                              <p:cond delay="0"/>
                            </p:stCondLst>
                            <p:childTnLst>
                              <p:par>
                                <p:cTn id="59" presetID="16" presetClass="entr" presetSubtype="21" fill="hold" grpId="0" nodeType="click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barn(inVertical)">
                                      <p:cBhvr>
                                        <p:cTn id="61" dur="500"/>
                                        <p:tgtEl>
                                          <p:spTgt spid="16"/>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00"/>
                                        <p:tgtEl>
                                          <p:spTgt spid="17"/>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grpId="0" nodeType="click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wipe(down)">
                                      <p:cBhvr>
                                        <p:cTn id="71" dur="500"/>
                                        <p:tgtEl>
                                          <p:spTgt spid="18"/>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00"/>
                                        <p:tgtEl>
                                          <p:spTgt spid="20"/>
                                        </p:tgtEl>
                                      </p:cBhvr>
                                    </p:animEffect>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grpId="0" nodeType="clickEffect">
                                  <p:stCondLst>
                                    <p:cond delay="0"/>
                                  </p:stCondLst>
                                  <p:childTnLst>
                                    <p:set>
                                      <p:cBhvr>
                                        <p:cTn id="80" dur="1" fill="hold">
                                          <p:stCondLst>
                                            <p:cond delay="0"/>
                                          </p:stCondLst>
                                        </p:cTn>
                                        <p:tgtEl>
                                          <p:spTgt spid="19"/>
                                        </p:tgtEl>
                                        <p:attrNameLst>
                                          <p:attrName>style.visibility</p:attrName>
                                        </p:attrNameLst>
                                      </p:cBhvr>
                                      <p:to>
                                        <p:strVal val="visible"/>
                                      </p:to>
                                    </p:set>
                                    <p:animEffect transition="in" filter="fade">
                                      <p:cBhvr>
                                        <p:cTn id="81" dur="1000"/>
                                        <p:tgtEl>
                                          <p:spTgt spid="19"/>
                                        </p:tgtEl>
                                      </p:cBhvr>
                                    </p:animEffect>
                                    <p:anim calcmode="lin" valueType="num">
                                      <p:cBhvr>
                                        <p:cTn id="82" dur="1000" fill="hold"/>
                                        <p:tgtEl>
                                          <p:spTgt spid="19"/>
                                        </p:tgtEl>
                                        <p:attrNameLst>
                                          <p:attrName>ppt_x</p:attrName>
                                        </p:attrNameLst>
                                      </p:cBhvr>
                                      <p:tavLst>
                                        <p:tav tm="0">
                                          <p:val>
                                            <p:strVal val="#ppt_x"/>
                                          </p:val>
                                        </p:tav>
                                        <p:tav tm="100000">
                                          <p:val>
                                            <p:strVal val="#ppt_x"/>
                                          </p:val>
                                        </p:tav>
                                      </p:tavLst>
                                    </p:anim>
                                    <p:anim calcmode="lin" valueType="num">
                                      <p:cBhvr>
                                        <p:cTn id="83"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21"/>
                                        </p:tgtEl>
                                        <p:attrNameLst>
                                          <p:attrName>style.visibility</p:attrName>
                                        </p:attrNameLst>
                                      </p:cBhvr>
                                      <p:to>
                                        <p:strVal val="visible"/>
                                      </p:to>
                                    </p:set>
                                    <p:animEffect transition="in" filter="fade">
                                      <p:cBhvr>
                                        <p:cTn id="88" dur="500"/>
                                        <p:tgtEl>
                                          <p:spTgt spid="21"/>
                                        </p:tgtEl>
                                      </p:cBhvr>
                                    </p:animEffect>
                                  </p:childTnLst>
                                </p:cTn>
                              </p:par>
                            </p:childTnLst>
                          </p:cTn>
                        </p:par>
                      </p:childTnLst>
                    </p:cTn>
                  </p:par>
                  <p:par>
                    <p:cTn id="89" fill="hold">
                      <p:stCondLst>
                        <p:cond delay="indefinite"/>
                      </p:stCondLst>
                      <p:childTnLst>
                        <p:par>
                          <p:cTn id="90" fill="hold">
                            <p:stCondLst>
                              <p:cond delay="0"/>
                            </p:stCondLst>
                            <p:childTnLst>
                              <p:par>
                                <p:cTn id="91" presetID="21" presetClass="entr" presetSubtype="1" fill="hold" grpId="0" nodeType="clickEffect">
                                  <p:stCondLst>
                                    <p:cond delay="0"/>
                                  </p:stCondLst>
                                  <p:childTnLst>
                                    <p:set>
                                      <p:cBhvr>
                                        <p:cTn id="92" dur="1" fill="hold">
                                          <p:stCondLst>
                                            <p:cond delay="0"/>
                                          </p:stCondLst>
                                        </p:cTn>
                                        <p:tgtEl>
                                          <p:spTgt spid="22"/>
                                        </p:tgtEl>
                                        <p:attrNameLst>
                                          <p:attrName>style.visibility</p:attrName>
                                        </p:attrNameLst>
                                      </p:cBhvr>
                                      <p:to>
                                        <p:strVal val="visible"/>
                                      </p:to>
                                    </p:set>
                                    <p:animEffect transition="in" filter="wheel(1)">
                                      <p:cBhvr>
                                        <p:cTn id="93" dur="2000"/>
                                        <p:tgtEl>
                                          <p:spTgt spid="22"/>
                                        </p:tgtEl>
                                      </p:cBhvr>
                                    </p:animEffect>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nodeType="click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1000"/>
                                        <p:tgtEl>
                                          <p:spTgt spid="26"/>
                                        </p:tgtEl>
                                      </p:cBhvr>
                                    </p:animEffect>
                                    <p:anim calcmode="lin" valueType="num">
                                      <p:cBhvr>
                                        <p:cTn id="99" dur="1000" fill="hold"/>
                                        <p:tgtEl>
                                          <p:spTgt spid="26"/>
                                        </p:tgtEl>
                                        <p:attrNameLst>
                                          <p:attrName>ppt_x</p:attrName>
                                        </p:attrNameLst>
                                      </p:cBhvr>
                                      <p:tavLst>
                                        <p:tav tm="0">
                                          <p:val>
                                            <p:strVal val="#ppt_x"/>
                                          </p:val>
                                        </p:tav>
                                        <p:tav tm="100000">
                                          <p:val>
                                            <p:strVal val="#ppt_x"/>
                                          </p:val>
                                        </p:tav>
                                      </p:tavLst>
                                    </p:anim>
                                    <p:anim calcmode="lin" valueType="num">
                                      <p:cBhvr>
                                        <p:cTn id="100"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animBg="1"/>
      <p:bldP spid="9" grpId="0" animBg="1"/>
      <p:bldP spid="10" grpId="0"/>
      <p:bldP spid="11" grpId="0"/>
      <p:bldP spid="12" grpId="0"/>
      <p:bldP spid="13" grpId="0" animBg="1"/>
      <p:bldP spid="14" grpId="0"/>
      <p:bldP spid="15" grpId="0" animBg="1"/>
      <p:bldP spid="16" grpId="0"/>
      <p:bldP spid="17" grpId="0"/>
      <p:bldP spid="18" grpId="0"/>
      <p:bldP spid="19" grpId="0"/>
      <p:bldP spid="20" grpId="0" animBg="1"/>
      <p:bldP spid="21" grpId="0" animBg="1"/>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tângulo: Cantos Arredondados 2">
            <a:extLst>
              <a:ext uri="{FF2B5EF4-FFF2-40B4-BE49-F238E27FC236}">
                <a16:creationId xmlns:a16="http://schemas.microsoft.com/office/drawing/2014/main" id="{0C1AF9C0-E939-A80D-FCDA-E5C8BD1D25BF}"/>
              </a:ext>
            </a:extLst>
          </p:cNvPr>
          <p:cNvSpPr/>
          <p:nvPr/>
        </p:nvSpPr>
        <p:spPr>
          <a:xfrm>
            <a:off x="276817" y="975934"/>
            <a:ext cx="1800685" cy="575543"/>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 name="CaixaDeTexto 1">
            <a:extLst>
              <a:ext uri="{FF2B5EF4-FFF2-40B4-BE49-F238E27FC236}">
                <a16:creationId xmlns:a16="http://schemas.microsoft.com/office/drawing/2014/main" id="{72BD590F-0102-768B-4898-C4B320FE6516}"/>
              </a:ext>
            </a:extLst>
          </p:cNvPr>
          <p:cNvSpPr txBox="1"/>
          <p:nvPr/>
        </p:nvSpPr>
        <p:spPr>
          <a:xfrm>
            <a:off x="358666" y="998152"/>
            <a:ext cx="11474668" cy="523220"/>
          </a:xfrm>
          <a:prstGeom prst="rect">
            <a:avLst/>
          </a:prstGeom>
          <a:noFill/>
        </p:spPr>
        <p:txBody>
          <a:bodyPr wrap="square">
            <a:spAutoFit/>
          </a:bodyPr>
          <a:lstStyle/>
          <a:p>
            <a:pPr>
              <a:spcBef>
                <a:spcPts val="1200"/>
              </a:spcBef>
            </a:pPr>
            <a:r>
              <a:rPr lang="pt-BR" sz="2800" b="1" i="0" dirty="0">
                <a:solidFill>
                  <a:srgbClr val="000000"/>
                </a:solidFill>
                <a:effectLst/>
                <a:latin typeface="Arial" panose="020B0604020202020204" pitchFamily="34" charset="0"/>
                <a:cs typeface="Arial" panose="020B0604020202020204" pitchFamily="34" charset="0"/>
              </a:rPr>
              <a:t>a) 1,25 h		   b) 1,20 h		   c) 1,15 h		     d) </a:t>
            </a:r>
            <a:r>
              <a:rPr lang="pt-BR" sz="2800" b="1" dirty="0">
                <a:solidFill>
                  <a:srgbClr val="000000"/>
                </a:solidFill>
                <a:latin typeface="Arial" panose="020B0604020202020204" pitchFamily="34" charset="0"/>
                <a:cs typeface="Arial" panose="020B0604020202020204" pitchFamily="34" charset="0"/>
              </a:rPr>
              <a:t>1,10 h	    e) 1,00 h</a:t>
            </a:r>
            <a:endParaRPr lang="pt-BR" sz="2800" b="1" i="0" dirty="0">
              <a:solidFill>
                <a:srgbClr val="000000"/>
              </a:solidFill>
              <a:effectLst/>
              <a:latin typeface="Arial" panose="020B0604020202020204" pitchFamily="34" charset="0"/>
              <a:cs typeface="Arial" panose="020B0604020202020204" pitchFamily="34" charset="0"/>
            </a:endParaRPr>
          </a:p>
        </p:txBody>
      </p:sp>
      <p:sp>
        <p:nvSpPr>
          <p:cNvPr id="4" name="CaixaDeTexto 3">
            <a:extLst>
              <a:ext uri="{FF2B5EF4-FFF2-40B4-BE49-F238E27FC236}">
                <a16:creationId xmlns:a16="http://schemas.microsoft.com/office/drawing/2014/main" id="{22A5697D-F013-3918-A09D-312E7BF9FF56}"/>
              </a:ext>
            </a:extLst>
          </p:cNvPr>
          <p:cNvSpPr txBox="1"/>
          <p:nvPr/>
        </p:nvSpPr>
        <p:spPr>
          <a:xfrm>
            <a:off x="358666" y="1989413"/>
            <a:ext cx="2735626" cy="523220"/>
          </a:xfrm>
          <a:prstGeom prst="rect">
            <a:avLst/>
          </a:prstGeom>
          <a:noFill/>
        </p:spPr>
        <p:txBody>
          <a:bodyPr wrap="square" rtlCol="0">
            <a:spAutoFit/>
          </a:bodyPr>
          <a:lstStyle/>
          <a:p>
            <a:r>
              <a:rPr lang="pt-BR" sz="2800" b="1" dirty="0">
                <a:solidFill>
                  <a:srgbClr val="FF0000"/>
                </a:solidFill>
                <a:latin typeface="Arial" panose="020B0604020202020204" pitchFamily="34" charset="0"/>
                <a:cs typeface="Arial" panose="020B0604020202020204" pitchFamily="34" charset="0"/>
              </a:rPr>
              <a:t>Sabemos que:</a:t>
            </a:r>
          </a:p>
        </p:txBody>
      </p:sp>
      <mc:AlternateContent xmlns:mc="http://schemas.openxmlformats.org/markup-compatibility/2006">
        <mc:Choice xmlns:a14="http://schemas.microsoft.com/office/drawing/2010/main" Requires="a14">
          <p:sp>
            <p:nvSpPr>
              <p:cNvPr id="10" name="CaixaDeTexto 9">
                <a:extLst>
                  <a:ext uri="{FF2B5EF4-FFF2-40B4-BE49-F238E27FC236}">
                    <a16:creationId xmlns:a16="http://schemas.microsoft.com/office/drawing/2014/main" id="{EA40E4DE-554F-2CD3-FDDA-6295F397A381}"/>
                  </a:ext>
                </a:extLst>
              </p:cNvPr>
              <p:cNvSpPr txBox="1"/>
              <p:nvPr/>
            </p:nvSpPr>
            <p:spPr>
              <a:xfrm>
                <a:off x="2970866" y="1750339"/>
                <a:ext cx="1492559" cy="9017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rgbClr val="002060"/>
                          </a:solidFill>
                          <a:latin typeface="Cambria Math" panose="02040503050406030204" pitchFamily="18" charset="0"/>
                          <a:cs typeface="Arial" panose="020B0604020202020204" pitchFamily="34" charset="0"/>
                        </a:rPr>
                        <m:t>𝒗</m:t>
                      </m:r>
                      <m:r>
                        <a:rPr lang="pt-BR" sz="2800" b="1" i="1" smtClean="0">
                          <a:solidFill>
                            <a:srgbClr val="002060"/>
                          </a:solidFill>
                          <a:latin typeface="Cambria Math" panose="02040503050406030204" pitchFamily="18" charset="0"/>
                          <a:cs typeface="Arial" panose="020B0604020202020204" pitchFamily="34" charset="0"/>
                        </a:rPr>
                        <m:t>=</m:t>
                      </m:r>
                      <m:f>
                        <m:fPr>
                          <m:ctrlPr>
                            <a:rPr lang="pt-BR" sz="2800" b="1" i="1" smtClean="0">
                              <a:solidFill>
                                <a:srgbClr val="002060"/>
                              </a:solidFill>
                              <a:latin typeface="Cambria Math" panose="02040503050406030204" pitchFamily="18" charset="0"/>
                              <a:cs typeface="Arial" panose="020B0604020202020204" pitchFamily="34" charset="0"/>
                            </a:rPr>
                          </m:ctrlPr>
                        </m:fPr>
                        <m:num>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𝑺</m:t>
                          </m:r>
                        </m:num>
                        <m:den>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𝒕</m:t>
                          </m:r>
                        </m:den>
                      </m:f>
                    </m:oMath>
                  </m:oMathPara>
                </a14:m>
                <a:endParaRPr lang="pt-BR" sz="2800" b="1" dirty="0">
                  <a:solidFill>
                    <a:srgbClr val="002060"/>
                  </a:solidFill>
                  <a:latin typeface="Arial" panose="020B0604020202020204" pitchFamily="34" charset="0"/>
                  <a:cs typeface="Arial" panose="020B0604020202020204" pitchFamily="34" charset="0"/>
                </a:endParaRPr>
              </a:p>
            </p:txBody>
          </p:sp>
        </mc:Choice>
        <mc:Fallback>
          <p:sp>
            <p:nvSpPr>
              <p:cNvPr id="10" name="CaixaDeTexto 9">
                <a:extLst>
                  <a:ext uri="{FF2B5EF4-FFF2-40B4-BE49-F238E27FC236}">
                    <a16:creationId xmlns:a16="http://schemas.microsoft.com/office/drawing/2014/main" id="{EA40E4DE-554F-2CD3-FDDA-6295F397A381}"/>
                  </a:ext>
                </a:extLst>
              </p:cNvPr>
              <p:cNvSpPr txBox="1">
                <a:spLocks noRot="1" noChangeAspect="1" noMove="1" noResize="1" noEditPoints="1" noAdjustHandles="1" noChangeArrowheads="1" noChangeShapeType="1" noTextEdit="1"/>
              </p:cNvSpPr>
              <p:nvPr/>
            </p:nvSpPr>
            <p:spPr>
              <a:xfrm>
                <a:off x="2970866" y="1750339"/>
                <a:ext cx="1492559" cy="901785"/>
              </a:xfrm>
              <a:prstGeom prst="rect">
                <a:avLst/>
              </a:prstGeom>
              <a:blipFill>
                <a:blip r:embed="rId2"/>
                <a:stretch>
                  <a:fillRect/>
                </a:stretch>
              </a:blipFill>
            </p:spPr>
            <p:txBody>
              <a:bodyPr/>
              <a:lstStyle/>
              <a:p>
                <a:r>
                  <a:rPr lang="pt-BR">
                    <a:noFill/>
                  </a:rPr>
                  <a:t> </a:t>
                </a:r>
              </a:p>
            </p:txBody>
          </p:sp>
        </mc:Fallback>
      </mc:AlternateContent>
      <p:sp>
        <p:nvSpPr>
          <p:cNvPr id="11" name="Seta: para a Direita 10">
            <a:extLst>
              <a:ext uri="{FF2B5EF4-FFF2-40B4-BE49-F238E27FC236}">
                <a16:creationId xmlns:a16="http://schemas.microsoft.com/office/drawing/2014/main" id="{9831F370-519D-618E-279F-F2F0355A16C1}"/>
              </a:ext>
            </a:extLst>
          </p:cNvPr>
          <p:cNvSpPr/>
          <p:nvPr/>
        </p:nvSpPr>
        <p:spPr>
          <a:xfrm>
            <a:off x="4618386" y="2073379"/>
            <a:ext cx="490331" cy="439254"/>
          </a:xfrm>
          <a:prstGeom prst="rightArrow">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mc:Choice xmlns:a14="http://schemas.microsoft.com/office/drawing/2010/main" Requires="a14">
          <p:sp>
            <p:nvSpPr>
              <p:cNvPr id="12" name="CaixaDeTexto 11">
                <a:extLst>
                  <a:ext uri="{FF2B5EF4-FFF2-40B4-BE49-F238E27FC236}">
                    <a16:creationId xmlns:a16="http://schemas.microsoft.com/office/drawing/2014/main" id="{849E65B2-119C-392A-96F0-52D526B2B4D3}"/>
                  </a:ext>
                </a:extLst>
              </p:cNvPr>
              <p:cNvSpPr txBox="1"/>
              <p:nvPr/>
            </p:nvSpPr>
            <p:spPr>
              <a:xfrm>
                <a:off x="5263679" y="1750339"/>
                <a:ext cx="1492559" cy="9017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a:solidFill>
                                <a:srgbClr val="FF0000"/>
                              </a:solidFill>
                              <a:latin typeface="Cambria Math" panose="02040503050406030204" pitchFamily="18" charset="0"/>
                              <a:cs typeface="Arial" panose="020B0604020202020204" pitchFamily="34" charset="0"/>
                            </a:rPr>
                          </m:ctrlPr>
                        </m:sSubPr>
                        <m:e>
                          <m:r>
                            <a:rPr lang="pt-BR" sz="2800" b="1" i="1" smtClean="0">
                              <a:solidFill>
                                <a:srgbClr val="FF0000"/>
                              </a:solidFill>
                              <a:latin typeface="Cambria Math" panose="02040503050406030204" pitchFamily="18" charset="0"/>
                              <a:cs typeface="Arial" panose="020B0604020202020204" pitchFamily="34" charset="0"/>
                            </a:rPr>
                            <m:t>𝒕</m:t>
                          </m:r>
                        </m:e>
                        <m:sub>
                          <m:r>
                            <a:rPr lang="pt-BR" sz="2800" b="1" i="1" smtClean="0">
                              <a:solidFill>
                                <a:srgbClr val="FF0000"/>
                              </a:solidFill>
                              <a:latin typeface="Cambria Math" panose="02040503050406030204" pitchFamily="18" charset="0"/>
                              <a:cs typeface="Arial" panose="020B0604020202020204" pitchFamily="34" charset="0"/>
                            </a:rPr>
                            <m:t>𝟐</m:t>
                          </m:r>
                        </m:sub>
                      </m:sSub>
                      <m:r>
                        <a:rPr lang="pt-BR" sz="2800" b="1" i="1" smtClean="0">
                          <a:solidFill>
                            <a:srgbClr val="FF0000"/>
                          </a:solidFill>
                          <a:latin typeface="Cambria Math" panose="02040503050406030204" pitchFamily="18" charset="0"/>
                          <a:cs typeface="Arial" panose="020B0604020202020204" pitchFamily="34" charset="0"/>
                        </a:rPr>
                        <m:t>=</m:t>
                      </m:r>
                      <m:f>
                        <m:fPr>
                          <m:ctrlPr>
                            <a:rPr lang="pt-BR" sz="2800" b="1" i="1">
                              <a:solidFill>
                                <a:srgbClr val="FF0000"/>
                              </a:solidFill>
                              <a:latin typeface="Cambria Math" panose="02040503050406030204" pitchFamily="18" charset="0"/>
                              <a:cs typeface="Arial" panose="020B0604020202020204" pitchFamily="34" charset="0"/>
                            </a:rPr>
                          </m:ctrlPr>
                        </m:fPr>
                        <m:num>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𝟑</m:t>
                          </m:r>
                        </m:num>
                        <m:den>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𝟒</m:t>
                          </m:r>
                        </m:den>
                      </m:f>
                    </m:oMath>
                  </m:oMathPara>
                </a14:m>
                <a:endParaRPr lang="pt-BR" sz="2800" b="1" dirty="0">
                  <a:solidFill>
                    <a:srgbClr val="FF0000"/>
                  </a:solidFill>
                  <a:latin typeface="Arial" panose="020B0604020202020204" pitchFamily="34" charset="0"/>
                  <a:cs typeface="Arial" panose="020B0604020202020204" pitchFamily="34" charset="0"/>
                </a:endParaRPr>
              </a:p>
            </p:txBody>
          </p:sp>
        </mc:Choice>
        <mc:Fallback>
          <p:sp>
            <p:nvSpPr>
              <p:cNvPr id="12" name="CaixaDeTexto 11">
                <a:extLst>
                  <a:ext uri="{FF2B5EF4-FFF2-40B4-BE49-F238E27FC236}">
                    <a16:creationId xmlns:a16="http://schemas.microsoft.com/office/drawing/2014/main" id="{849E65B2-119C-392A-96F0-52D526B2B4D3}"/>
                  </a:ext>
                </a:extLst>
              </p:cNvPr>
              <p:cNvSpPr txBox="1">
                <a:spLocks noRot="1" noChangeAspect="1" noMove="1" noResize="1" noEditPoints="1" noAdjustHandles="1" noChangeArrowheads="1" noChangeShapeType="1" noTextEdit="1"/>
              </p:cNvSpPr>
              <p:nvPr/>
            </p:nvSpPr>
            <p:spPr>
              <a:xfrm>
                <a:off x="5263679" y="1750339"/>
                <a:ext cx="1492559" cy="901785"/>
              </a:xfrm>
              <a:prstGeom prst="rect">
                <a:avLst/>
              </a:prstGeom>
              <a:blipFill>
                <a:blip r:embed="rId3"/>
                <a:stretch>
                  <a:fillRect/>
                </a:stretch>
              </a:blipFill>
            </p:spPr>
            <p:txBody>
              <a:bodyPr/>
              <a:lstStyle/>
              <a:p>
                <a:r>
                  <a:rPr lang="pt-BR">
                    <a:noFill/>
                  </a:rPr>
                  <a:t> </a:t>
                </a:r>
              </a:p>
            </p:txBody>
          </p:sp>
        </mc:Fallback>
      </mc:AlternateContent>
      <p:sp>
        <p:nvSpPr>
          <p:cNvPr id="13" name="Seta: para a Direita 12">
            <a:extLst>
              <a:ext uri="{FF2B5EF4-FFF2-40B4-BE49-F238E27FC236}">
                <a16:creationId xmlns:a16="http://schemas.microsoft.com/office/drawing/2014/main" id="{215BDD22-5E0B-4280-0DF8-7BFD940D5779}"/>
              </a:ext>
            </a:extLst>
          </p:cNvPr>
          <p:cNvSpPr/>
          <p:nvPr/>
        </p:nvSpPr>
        <p:spPr>
          <a:xfrm>
            <a:off x="6847436" y="2052014"/>
            <a:ext cx="490331" cy="439254"/>
          </a:xfrm>
          <a:prstGeom prst="rightArrow">
            <a:avLst/>
          </a:prstGeom>
          <a:solidFill>
            <a:srgbClr val="FF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mc:Choice xmlns:a14="http://schemas.microsoft.com/office/drawing/2010/main" Requires="a14">
          <p:sp>
            <p:nvSpPr>
              <p:cNvPr id="14" name="CaixaDeTexto 13">
                <a:extLst>
                  <a:ext uri="{FF2B5EF4-FFF2-40B4-BE49-F238E27FC236}">
                    <a16:creationId xmlns:a16="http://schemas.microsoft.com/office/drawing/2014/main" id="{B86243C5-F14A-E731-A6D6-938C600A10EF}"/>
                  </a:ext>
                </a:extLst>
              </p:cNvPr>
              <p:cNvSpPr txBox="1"/>
              <p:nvPr/>
            </p:nvSpPr>
            <p:spPr>
              <a:xfrm>
                <a:off x="7445717" y="1939621"/>
                <a:ext cx="229737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a:solidFill>
                                <a:schemeClr val="tx1"/>
                              </a:solidFill>
                              <a:latin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cs typeface="Arial" panose="020B0604020202020204" pitchFamily="34" charset="0"/>
                            </a:rPr>
                            <m:t>𝒕</m:t>
                          </m:r>
                        </m:e>
                        <m:sub>
                          <m:r>
                            <a:rPr lang="pt-BR" sz="2800" b="1" i="1" smtClean="0">
                              <a:solidFill>
                                <a:schemeClr val="tx1"/>
                              </a:solidFill>
                              <a:latin typeface="Cambria Math" panose="02040503050406030204" pitchFamily="18" charset="0"/>
                              <a:cs typeface="Arial" panose="020B0604020202020204" pitchFamily="34" charset="0"/>
                            </a:rPr>
                            <m:t>𝟐</m:t>
                          </m:r>
                        </m:sub>
                      </m:sSub>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𝟎</m:t>
                      </m:r>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𝟕𝟓</m:t>
                      </m:r>
                      <m:r>
                        <a:rPr lang="pt-BR" sz="2800" b="1" i="1" smtClean="0">
                          <a:solidFill>
                            <a:schemeClr val="tx1"/>
                          </a:solidFill>
                          <a:latin typeface="Cambria Math" panose="02040503050406030204" pitchFamily="18" charset="0"/>
                          <a:cs typeface="Arial" panose="020B0604020202020204" pitchFamily="34" charset="0"/>
                        </a:rPr>
                        <m:t> </m:t>
                      </m:r>
                      <m:r>
                        <a:rPr lang="pt-BR" sz="2800" b="1" i="1" smtClean="0">
                          <a:solidFill>
                            <a:schemeClr val="tx1"/>
                          </a:solidFill>
                          <a:latin typeface="Cambria Math" panose="02040503050406030204" pitchFamily="18" charset="0"/>
                          <a:cs typeface="Arial" panose="020B0604020202020204" pitchFamily="34" charset="0"/>
                        </a:rPr>
                        <m:t>𝒉</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p:sp>
            <p:nvSpPr>
              <p:cNvPr id="14" name="CaixaDeTexto 13">
                <a:extLst>
                  <a:ext uri="{FF2B5EF4-FFF2-40B4-BE49-F238E27FC236}">
                    <a16:creationId xmlns:a16="http://schemas.microsoft.com/office/drawing/2014/main" id="{B86243C5-F14A-E731-A6D6-938C600A10EF}"/>
                  </a:ext>
                </a:extLst>
              </p:cNvPr>
              <p:cNvSpPr txBox="1">
                <a:spLocks noRot="1" noChangeAspect="1" noMove="1" noResize="1" noEditPoints="1" noAdjustHandles="1" noChangeArrowheads="1" noChangeShapeType="1" noTextEdit="1"/>
              </p:cNvSpPr>
              <p:nvPr/>
            </p:nvSpPr>
            <p:spPr>
              <a:xfrm>
                <a:off x="7445717" y="1939621"/>
                <a:ext cx="2297373" cy="523220"/>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5" name="CaixaDeTexto 14">
                <a:extLst>
                  <a:ext uri="{FF2B5EF4-FFF2-40B4-BE49-F238E27FC236}">
                    <a16:creationId xmlns:a16="http://schemas.microsoft.com/office/drawing/2014/main" id="{A19040BF-09EF-6E3E-9CD6-B037475E1CBC}"/>
                  </a:ext>
                </a:extLst>
              </p:cNvPr>
              <p:cNvSpPr txBox="1"/>
              <p:nvPr/>
            </p:nvSpPr>
            <p:spPr>
              <a:xfrm>
                <a:off x="2349332" y="2980674"/>
                <a:ext cx="2735626"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a:solidFill>
                                <a:srgbClr val="FF0000"/>
                              </a:solidFill>
                              <a:latin typeface="Cambria Math" panose="02040503050406030204" pitchFamily="18" charset="0"/>
                              <a:cs typeface="Arial" panose="020B0604020202020204" pitchFamily="34" charset="0"/>
                            </a:rPr>
                          </m:ctrlPr>
                        </m:sSubPr>
                        <m:e>
                          <m:r>
                            <a:rPr lang="pt-BR" sz="2800" b="1" i="1" smtClean="0">
                              <a:solidFill>
                                <a:srgbClr val="FF0000"/>
                              </a:solidFill>
                              <a:latin typeface="Cambria Math" panose="02040503050406030204" pitchFamily="18" charset="0"/>
                              <a:cs typeface="Arial" panose="020B0604020202020204" pitchFamily="34" charset="0"/>
                            </a:rPr>
                            <m:t>𝒕</m:t>
                          </m:r>
                        </m:e>
                        <m:sub>
                          <m:r>
                            <a:rPr lang="pt-BR" sz="2800" b="1" i="1" smtClean="0">
                              <a:solidFill>
                                <a:srgbClr val="FF0000"/>
                              </a:solidFill>
                              <a:latin typeface="Cambria Math" panose="02040503050406030204" pitchFamily="18" charset="0"/>
                              <a:cs typeface="Arial" panose="020B0604020202020204" pitchFamily="34" charset="0"/>
                            </a:rPr>
                            <m:t>𝒕</m:t>
                          </m:r>
                        </m:sub>
                      </m:sSub>
                      <m:r>
                        <a:rPr lang="pt-BR" sz="2800" b="1" i="1" smtClean="0">
                          <a:solidFill>
                            <a:srgbClr val="FF0000"/>
                          </a:solidFill>
                          <a:latin typeface="Cambria Math" panose="02040503050406030204" pitchFamily="18" charset="0"/>
                          <a:cs typeface="Arial" panose="020B0604020202020204" pitchFamily="34" charset="0"/>
                        </a:rPr>
                        <m:t>=</m:t>
                      </m:r>
                      <m:r>
                        <a:rPr lang="pt-BR" sz="2800" b="1" i="1">
                          <a:solidFill>
                            <a:srgbClr val="FF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a:solidFill>
                                <a:srgbClr val="FF0000"/>
                              </a:solidFill>
                              <a:latin typeface="Cambria Math" panose="02040503050406030204" pitchFamily="18" charset="0"/>
                              <a:cs typeface="Arial" panose="020B0604020202020204" pitchFamily="34" charset="0"/>
                            </a:rPr>
                          </m:ctrlPr>
                        </m:sSubPr>
                        <m:e>
                          <m:r>
                            <a:rPr lang="pt-BR" sz="2800" b="1" i="1">
                              <a:solidFill>
                                <a:srgbClr val="FF0000"/>
                              </a:solidFill>
                              <a:latin typeface="Cambria Math" panose="02040503050406030204" pitchFamily="18" charset="0"/>
                              <a:cs typeface="Arial" panose="020B0604020202020204" pitchFamily="34" charset="0"/>
                            </a:rPr>
                            <m:t>𝒕</m:t>
                          </m:r>
                        </m:e>
                        <m:sub>
                          <m:r>
                            <a:rPr lang="pt-BR" sz="2800" b="1" i="1" smtClean="0">
                              <a:solidFill>
                                <a:srgbClr val="FF0000"/>
                              </a:solidFill>
                              <a:latin typeface="Cambria Math" panose="02040503050406030204" pitchFamily="18" charset="0"/>
                              <a:cs typeface="Arial" panose="020B0604020202020204" pitchFamily="34" charset="0"/>
                            </a:rPr>
                            <m:t>𝟏</m:t>
                          </m:r>
                        </m:sub>
                      </m:sSub>
                      <m:r>
                        <a:rPr lang="pt-BR" sz="2800" b="1" i="1" smtClean="0">
                          <a:solidFill>
                            <a:srgbClr val="FF0000"/>
                          </a:solidFill>
                          <a:latin typeface="Cambria Math" panose="02040503050406030204" pitchFamily="18" charset="0"/>
                          <a:cs typeface="Arial" panose="020B0604020202020204" pitchFamily="34" charset="0"/>
                        </a:rPr>
                        <m:t>+</m:t>
                      </m:r>
                      <m:r>
                        <a:rPr lang="pt-BR" sz="2800" b="1" i="1">
                          <a:solidFill>
                            <a:srgbClr val="FF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a:solidFill>
                                <a:srgbClr val="FF0000"/>
                              </a:solidFill>
                              <a:latin typeface="Cambria Math" panose="02040503050406030204" pitchFamily="18" charset="0"/>
                              <a:cs typeface="Arial" panose="020B0604020202020204" pitchFamily="34" charset="0"/>
                            </a:rPr>
                          </m:ctrlPr>
                        </m:sSubPr>
                        <m:e>
                          <m:r>
                            <a:rPr lang="pt-BR" sz="2800" b="1" i="1">
                              <a:solidFill>
                                <a:srgbClr val="FF0000"/>
                              </a:solidFill>
                              <a:latin typeface="Cambria Math" panose="02040503050406030204" pitchFamily="18" charset="0"/>
                              <a:cs typeface="Arial" panose="020B0604020202020204" pitchFamily="34" charset="0"/>
                            </a:rPr>
                            <m:t>𝒕</m:t>
                          </m:r>
                        </m:e>
                        <m:sub>
                          <m:r>
                            <a:rPr lang="pt-BR" sz="2800" b="1" i="1">
                              <a:solidFill>
                                <a:srgbClr val="FF0000"/>
                              </a:solidFill>
                              <a:latin typeface="Cambria Math" panose="02040503050406030204" pitchFamily="18" charset="0"/>
                              <a:cs typeface="Arial" panose="020B0604020202020204" pitchFamily="34" charset="0"/>
                            </a:rPr>
                            <m:t>𝟐</m:t>
                          </m:r>
                        </m:sub>
                      </m:sSub>
                    </m:oMath>
                  </m:oMathPara>
                </a14:m>
                <a:endParaRPr lang="pt-BR" sz="2800" b="1" dirty="0">
                  <a:solidFill>
                    <a:srgbClr val="FF0000"/>
                  </a:solidFill>
                  <a:latin typeface="Arial" panose="020B0604020202020204" pitchFamily="34" charset="0"/>
                  <a:cs typeface="Arial" panose="020B0604020202020204" pitchFamily="34" charset="0"/>
                </a:endParaRPr>
              </a:p>
            </p:txBody>
          </p:sp>
        </mc:Choice>
        <mc:Fallback>
          <p:sp>
            <p:nvSpPr>
              <p:cNvPr id="15" name="CaixaDeTexto 14">
                <a:extLst>
                  <a:ext uri="{FF2B5EF4-FFF2-40B4-BE49-F238E27FC236}">
                    <a16:creationId xmlns:a16="http://schemas.microsoft.com/office/drawing/2014/main" id="{A19040BF-09EF-6E3E-9CD6-B037475E1CBC}"/>
                  </a:ext>
                </a:extLst>
              </p:cNvPr>
              <p:cNvSpPr txBox="1">
                <a:spLocks noRot="1" noChangeAspect="1" noMove="1" noResize="1" noEditPoints="1" noAdjustHandles="1" noChangeArrowheads="1" noChangeShapeType="1" noTextEdit="1"/>
              </p:cNvSpPr>
              <p:nvPr/>
            </p:nvSpPr>
            <p:spPr>
              <a:xfrm>
                <a:off x="2349332" y="2980674"/>
                <a:ext cx="2735626" cy="523220"/>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6" name="CaixaDeTexto 15">
                <a:extLst>
                  <a:ext uri="{FF2B5EF4-FFF2-40B4-BE49-F238E27FC236}">
                    <a16:creationId xmlns:a16="http://schemas.microsoft.com/office/drawing/2014/main" id="{D6532B4F-BC1A-AF8D-A0A2-7B648FC2FC01}"/>
                  </a:ext>
                </a:extLst>
              </p:cNvPr>
              <p:cNvSpPr txBox="1"/>
              <p:nvPr/>
            </p:nvSpPr>
            <p:spPr>
              <a:xfrm>
                <a:off x="2475456" y="3588206"/>
                <a:ext cx="291434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smtClean="0">
                              <a:solidFill>
                                <a:schemeClr val="tx1"/>
                              </a:solidFill>
                              <a:latin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cs typeface="Arial" panose="020B0604020202020204" pitchFamily="34" charset="0"/>
                            </a:rPr>
                            <m:t>𝒕</m:t>
                          </m:r>
                        </m:e>
                        <m:sub>
                          <m:r>
                            <a:rPr lang="pt-BR" sz="2800" b="1" i="1" smtClean="0">
                              <a:solidFill>
                                <a:schemeClr val="tx1"/>
                              </a:solidFill>
                              <a:latin typeface="Cambria Math" panose="02040503050406030204" pitchFamily="18" charset="0"/>
                              <a:cs typeface="Arial" panose="020B0604020202020204" pitchFamily="34" charset="0"/>
                            </a:rPr>
                            <m:t>𝒕</m:t>
                          </m:r>
                        </m:sub>
                      </m:sSub>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𝟎</m:t>
                      </m:r>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𝟓</m:t>
                      </m:r>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𝟎</m:t>
                      </m:r>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𝟕𝟓</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p:sp>
            <p:nvSpPr>
              <p:cNvPr id="16" name="CaixaDeTexto 15">
                <a:extLst>
                  <a:ext uri="{FF2B5EF4-FFF2-40B4-BE49-F238E27FC236}">
                    <a16:creationId xmlns:a16="http://schemas.microsoft.com/office/drawing/2014/main" id="{D6532B4F-BC1A-AF8D-A0A2-7B648FC2FC01}"/>
                  </a:ext>
                </a:extLst>
              </p:cNvPr>
              <p:cNvSpPr txBox="1">
                <a:spLocks noRot="1" noChangeAspect="1" noMove="1" noResize="1" noEditPoints="1" noAdjustHandles="1" noChangeArrowheads="1" noChangeShapeType="1" noTextEdit="1"/>
              </p:cNvSpPr>
              <p:nvPr/>
            </p:nvSpPr>
            <p:spPr>
              <a:xfrm>
                <a:off x="2475456" y="3588206"/>
                <a:ext cx="2914347" cy="523220"/>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7" name="CaixaDeTexto 16">
                <a:extLst>
                  <a:ext uri="{FF2B5EF4-FFF2-40B4-BE49-F238E27FC236}">
                    <a16:creationId xmlns:a16="http://schemas.microsoft.com/office/drawing/2014/main" id="{23D86366-BEC2-F409-0275-C78A5655A97B}"/>
                  </a:ext>
                </a:extLst>
              </p:cNvPr>
              <p:cNvSpPr txBox="1"/>
              <p:nvPr/>
            </p:nvSpPr>
            <p:spPr>
              <a:xfrm>
                <a:off x="2265205" y="4439976"/>
                <a:ext cx="2353182" cy="523220"/>
              </a:xfrm>
              <a:prstGeom prst="rect">
                <a:avLst/>
              </a:prstGeom>
              <a:solidFill>
                <a:srgbClr val="00B0F0"/>
              </a:solidFill>
              <a:ln>
                <a:solidFill>
                  <a:schemeClr val="tx1"/>
                </a:solidFill>
              </a:ln>
              <a:scene3d>
                <a:camera prst="orthographicFront"/>
                <a:lightRig rig="threePt" dir="t"/>
              </a:scene3d>
              <a:sp3d>
                <a:bevelT w="139700" h="139700" prst="divot"/>
              </a:sp3d>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smtClean="0">
                              <a:solidFill>
                                <a:schemeClr val="tx1"/>
                              </a:solidFill>
                              <a:latin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cs typeface="Arial" panose="020B0604020202020204" pitchFamily="34" charset="0"/>
                            </a:rPr>
                            <m:t>𝒕</m:t>
                          </m:r>
                        </m:e>
                        <m:sub>
                          <m:r>
                            <a:rPr lang="pt-BR" sz="2800" b="1" i="1" smtClean="0">
                              <a:solidFill>
                                <a:schemeClr val="tx1"/>
                              </a:solidFill>
                              <a:latin typeface="Cambria Math" panose="02040503050406030204" pitchFamily="18" charset="0"/>
                              <a:cs typeface="Arial" panose="020B0604020202020204" pitchFamily="34" charset="0"/>
                            </a:rPr>
                            <m:t>𝒕</m:t>
                          </m:r>
                        </m:sub>
                      </m:sSub>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𝟏</m:t>
                      </m:r>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𝟐𝟓</m:t>
                      </m:r>
                      <m:r>
                        <a:rPr lang="pt-BR" sz="2800" b="1" i="1" smtClean="0">
                          <a:solidFill>
                            <a:schemeClr val="tx1"/>
                          </a:solidFill>
                          <a:latin typeface="Cambria Math" panose="02040503050406030204" pitchFamily="18" charset="0"/>
                          <a:cs typeface="Arial" panose="020B0604020202020204" pitchFamily="34" charset="0"/>
                        </a:rPr>
                        <m:t> </m:t>
                      </m:r>
                      <m:r>
                        <a:rPr lang="pt-BR" sz="2800" b="1" i="1" smtClean="0">
                          <a:solidFill>
                            <a:schemeClr val="tx1"/>
                          </a:solidFill>
                          <a:latin typeface="Cambria Math" panose="02040503050406030204" pitchFamily="18" charset="0"/>
                          <a:cs typeface="Arial" panose="020B0604020202020204" pitchFamily="34" charset="0"/>
                        </a:rPr>
                        <m:t>𝒉</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p:sp>
            <p:nvSpPr>
              <p:cNvPr id="17" name="CaixaDeTexto 16">
                <a:extLst>
                  <a:ext uri="{FF2B5EF4-FFF2-40B4-BE49-F238E27FC236}">
                    <a16:creationId xmlns:a16="http://schemas.microsoft.com/office/drawing/2014/main" id="{23D86366-BEC2-F409-0275-C78A5655A97B}"/>
                  </a:ext>
                </a:extLst>
              </p:cNvPr>
              <p:cNvSpPr txBox="1">
                <a:spLocks noRot="1" noChangeAspect="1" noMove="1" noResize="1" noEditPoints="1" noAdjustHandles="1" noChangeArrowheads="1" noChangeShapeType="1" noTextEdit="1"/>
              </p:cNvSpPr>
              <p:nvPr/>
            </p:nvSpPr>
            <p:spPr>
              <a:xfrm>
                <a:off x="2265205" y="4439976"/>
                <a:ext cx="2353182" cy="523220"/>
              </a:xfrm>
              <a:prstGeom prst="rect">
                <a:avLst/>
              </a:prstGeom>
              <a:blipFill>
                <a:blip r:embed="rId7"/>
                <a:stretch>
                  <a:fillRect/>
                </a:stretch>
              </a:blipFill>
              <a:ln>
                <a:solidFill>
                  <a:schemeClr val="tx1"/>
                </a:solidFill>
              </a:ln>
            </p:spPr>
            <p:txBody>
              <a:bodyPr/>
              <a:lstStyle/>
              <a:p>
                <a:r>
                  <a:rPr lang="pt-BR">
                    <a:noFill/>
                  </a:rPr>
                  <a:t> </a:t>
                </a:r>
              </a:p>
            </p:txBody>
          </p:sp>
        </mc:Fallback>
      </mc:AlternateContent>
      <p:pic>
        <p:nvPicPr>
          <p:cNvPr id="22" name="Imagem 21">
            <a:extLst>
              <a:ext uri="{FF2B5EF4-FFF2-40B4-BE49-F238E27FC236}">
                <a16:creationId xmlns:a16="http://schemas.microsoft.com/office/drawing/2014/main" id="{75CE9862-158F-44A5-3CCB-8D714113AC9D}"/>
              </a:ext>
            </a:extLst>
          </p:cNvPr>
          <p:cNvPicPr>
            <a:picLocks noChangeAspect="1"/>
          </p:cNvPicPr>
          <p:nvPr/>
        </p:nvPicPr>
        <p:blipFill>
          <a:blip r:embed="rId8"/>
          <a:stretch>
            <a:fillRect/>
          </a:stretch>
        </p:blipFill>
        <p:spPr>
          <a:xfrm>
            <a:off x="6593148" y="2881090"/>
            <a:ext cx="4002509" cy="3513754"/>
          </a:xfrm>
          <a:prstGeom prst="rect">
            <a:avLst/>
          </a:prstGeom>
        </p:spPr>
      </p:pic>
    </p:spTree>
    <p:extLst>
      <p:ext uri="{BB962C8B-B14F-4D97-AF65-F5344CB8AC3E}">
        <p14:creationId xmlns:p14="http://schemas.microsoft.com/office/powerpoint/2010/main" val="3844084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barn(inVertical)">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barn(inVertical)">
                                      <p:cBhvr>
                                        <p:cTn id="31" dur="5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5"/>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1000"/>
                                        <p:tgtEl>
                                          <p:spTgt spid="16"/>
                                        </p:tgtEl>
                                      </p:cBhvr>
                                    </p:animEffect>
                                    <p:anim calcmode="lin" valueType="num">
                                      <p:cBhvr>
                                        <p:cTn id="41" dur="1000" fill="hold"/>
                                        <p:tgtEl>
                                          <p:spTgt spid="16"/>
                                        </p:tgtEl>
                                        <p:attrNameLst>
                                          <p:attrName>ppt_x</p:attrName>
                                        </p:attrNameLst>
                                      </p:cBhvr>
                                      <p:tavLst>
                                        <p:tav tm="0">
                                          <p:val>
                                            <p:strVal val="#ppt_x"/>
                                          </p:val>
                                        </p:tav>
                                        <p:tav tm="100000">
                                          <p:val>
                                            <p:strVal val="#ppt_x"/>
                                          </p:val>
                                        </p:tav>
                                      </p:tavLst>
                                    </p:anim>
                                    <p:anim calcmode="lin" valueType="num">
                                      <p:cBhvr>
                                        <p:cTn id="42"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randombar(horizontal)">
                                      <p:cBhvr>
                                        <p:cTn id="47" dur="50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grpId="0"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randombar(horizontal)">
                                      <p:cBhvr>
                                        <p:cTn id="52" dur="500"/>
                                        <p:tgtEl>
                                          <p:spTgt spid="3"/>
                                        </p:tgtEl>
                                      </p:cBhvr>
                                    </p:animEffect>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1000"/>
                                        <p:tgtEl>
                                          <p:spTgt spid="22"/>
                                        </p:tgtEl>
                                      </p:cBhvr>
                                    </p:animEffect>
                                    <p:anim calcmode="lin" valueType="num">
                                      <p:cBhvr>
                                        <p:cTn id="58" dur="1000" fill="hold"/>
                                        <p:tgtEl>
                                          <p:spTgt spid="22"/>
                                        </p:tgtEl>
                                        <p:attrNameLst>
                                          <p:attrName>ppt_x</p:attrName>
                                        </p:attrNameLst>
                                      </p:cBhvr>
                                      <p:tavLst>
                                        <p:tav tm="0">
                                          <p:val>
                                            <p:strVal val="#ppt_x"/>
                                          </p:val>
                                        </p:tav>
                                        <p:tav tm="100000">
                                          <p:val>
                                            <p:strVal val="#ppt_x"/>
                                          </p:val>
                                        </p:tav>
                                      </p:tavLst>
                                    </p:anim>
                                    <p:anim calcmode="lin" valueType="num">
                                      <p:cBhvr>
                                        <p:cTn id="5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10" grpId="0"/>
      <p:bldP spid="11" grpId="0" animBg="1"/>
      <p:bldP spid="12" grpId="0"/>
      <p:bldP spid="13" grpId="0" animBg="1"/>
      <p:bldP spid="14" grpId="0"/>
      <p:bldP spid="15" grpId="0"/>
      <p:bldP spid="16" grpId="0"/>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a:extLst>
              <a:ext uri="{FF2B5EF4-FFF2-40B4-BE49-F238E27FC236}">
                <a16:creationId xmlns:a16="http://schemas.microsoft.com/office/drawing/2014/main" id="{652A0383-16C9-4210-AFDF-6CF98EC5C5E0}"/>
              </a:ext>
            </a:extLst>
          </p:cNvPr>
          <p:cNvSpPr txBox="1"/>
          <p:nvPr/>
        </p:nvSpPr>
        <p:spPr>
          <a:xfrm>
            <a:off x="146231" y="97287"/>
            <a:ext cx="11311478" cy="3108543"/>
          </a:xfrm>
          <a:prstGeom prst="rect">
            <a:avLst/>
          </a:prstGeom>
          <a:noFill/>
        </p:spPr>
        <p:txBody>
          <a:bodyPr wrap="square">
            <a:spAutoFit/>
          </a:bodyPr>
          <a:lstStyle/>
          <a:p>
            <a:pPr algn="just"/>
            <a:r>
              <a:rPr lang="pt-BR" sz="2800" b="1" dirty="0">
                <a:solidFill>
                  <a:srgbClr val="FF0000"/>
                </a:solidFill>
                <a:latin typeface="Arial" panose="020B0604020202020204" pitchFamily="34" charset="0"/>
                <a:cs typeface="Arial" panose="020B0604020202020204" pitchFamily="34" charset="0"/>
              </a:rPr>
              <a:t>Extra 1-) </a:t>
            </a:r>
            <a:r>
              <a:rPr lang="pt-BR" sz="2800" b="1" dirty="0">
                <a:latin typeface="Arial" panose="020B0604020202020204" pitchFamily="34" charset="0"/>
                <a:cs typeface="Arial" panose="020B0604020202020204" pitchFamily="34" charset="0"/>
              </a:rPr>
              <a:t>Considere um rio cujas águas correm com velocidade de intensidade 3,0 km/h em relação às margens. Um barco desce esse rio, deslocando-se de um porto A até um porto B em 1,2 h. Em seguida, esse mesmo barco sobe o rio, deslocando-se do porto B até o porto A em 1,8 h. Sendo </a:t>
            </a:r>
            <a:r>
              <a:rPr lang="pt-BR" sz="2800" b="1" dirty="0" err="1">
                <a:latin typeface="Arial" panose="020B0604020202020204" pitchFamily="34" charset="0"/>
                <a:cs typeface="Arial" panose="020B0604020202020204" pitchFamily="34" charset="0"/>
              </a:rPr>
              <a:t>v</a:t>
            </a:r>
            <a:r>
              <a:rPr lang="pt-BR" sz="2800" b="1" baseline="-25000" dirty="0" err="1">
                <a:latin typeface="Arial" panose="020B0604020202020204" pitchFamily="34" charset="0"/>
                <a:cs typeface="Arial" panose="020B0604020202020204" pitchFamily="34" charset="0"/>
              </a:rPr>
              <a:t>B</a:t>
            </a:r>
            <a:r>
              <a:rPr lang="pt-BR" sz="2800" b="1" dirty="0">
                <a:latin typeface="Arial" panose="020B0604020202020204" pitchFamily="34" charset="0"/>
                <a:cs typeface="Arial" panose="020B0604020202020204" pitchFamily="34" charset="0"/>
              </a:rPr>
              <a:t> a intensidade da velocidade do barco em relação às águas e D a distância entre os portos A e B, calcule </a:t>
            </a:r>
            <a:r>
              <a:rPr lang="pt-BR" sz="2800" b="1" dirty="0" err="1">
                <a:latin typeface="Arial" panose="020B0604020202020204" pitchFamily="34" charset="0"/>
                <a:cs typeface="Arial" panose="020B0604020202020204" pitchFamily="34" charset="0"/>
              </a:rPr>
              <a:t>v</a:t>
            </a:r>
            <a:r>
              <a:rPr lang="pt-BR" sz="2800" b="1" baseline="-25000" dirty="0" err="1">
                <a:latin typeface="Arial" panose="020B0604020202020204" pitchFamily="34" charset="0"/>
                <a:cs typeface="Arial" panose="020B0604020202020204" pitchFamily="34" charset="0"/>
              </a:rPr>
              <a:t>B</a:t>
            </a:r>
            <a:r>
              <a:rPr lang="pt-BR" sz="2800" b="1" dirty="0">
                <a:latin typeface="Arial" panose="020B0604020202020204" pitchFamily="34" charset="0"/>
                <a:cs typeface="Arial" panose="020B0604020202020204" pitchFamily="34" charset="0"/>
              </a:rPr>
              <a:t> e D.</a:t>
            </a:r>
          </a:p>
        </p:txBody>
      </p:sp>
      <p:sp>
        <p:nvSpPr>
          <p:cNvPr id="2" name="CaixaDeTexto 1">
            <a:extLst>
              <a:ext uri="{FF2B5EF4-FFF2-40B4-BE49-F238E27FC236}">
                <a16:creationId xmlns:a16="http://schemas.microsoft.com/office/drawing/2014/main" id="{3A11EA65-7926-4005-A064-A8BFBD962FD2}"/>
              </a:ext>
            </a:extLst>
          </p:cNvPr>
          <p:cNvSpPr txBox="1"/>
          <p:nvPr/>
        </p:nvSpPr>
        <p:spPr>
          <a:xfrm>
            <a:off x="601011" y="3261810"/>
            <a:ext cx="2735626" cy="523220"/>
          </a:xfrm>
          <a:prstGeom prst="rect">
            <a:avLst/>
          </a:prstGeom>
          <a:noFill/>
        </p:spPr>
        <p:txBody>
          <a:bodyPr wrap="square" rtlCol="0">
            <a:spAutoFit/>
          </a:bodyPr>
          <a:lstStyle/>
          <a:p>
            <a:r>
              <a:rPr lang="pt-BR" sz="2800" b="1" dirty="0">
                <a:solidFill>
                  <a:srgbClr val="FF0000"/>
                </a:solidFill>
                <a:latin typeface="Arial" panose="020B0604020202020204" pitchFamily="34" charset="0"/>
                <a:cs typeface="Arial" panose="020B0604020202020204" pitchFamily="34" charset="0"/>
              </a:rPr>
              <a:t>Sabemos que:</a:t>
            </a:r>
          </a:p>
        </p:txBody>
      </p:sp>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54FCF8C3-E29D-4DEA-A7DB-BEC0876C218A}"/>
                  </a:ext>
                </a:extLst>
              </p:cNvPr>
              <p:cNvSpPr txBox="1"/>
              <p:nvPr/>
            </p:nvSpPr>
            <p:spPr>
              <a:xfrm>
                <a:off x="3303371" y="3058282"/>
                <a:ext cx="1492559" cy="9017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rgbClr val="002060"/>
                          </a:solidFill>
                          <a:latin typeface="Cambria Math" panose="02040503050406030204" pitchFamily="18" charset="0"/>
                          <a:cs typeface="Arial" panose="020B0604020202020204" pitchFamily="34" charset="0"/>
                        </a:rPr>
                        <m:t>𝒗</m:t>
                      </m:r>
                      <m:r>
                        <a:rPr lang="pt-BR" sz="2800" b="1" i="1" smtClean="0">
                          <a:solidFill>
                            <a:srgbClr val="002060"/>
                          </a:solidFill>
                          <a:latin typeface="Cambria Math" panose="02040503050406030204" pitchFamily="18" charset="0"/>
                          <a:cs typeface="Arial" panose="020B0604020202020204" pitchFamily="34" charset="0"/>
                        </a:rPr>
                        <m:t>=</m:t>
                      </m:r>
                      <m:f>
                        <m:fPr>
                          <m:ctrlPr>
                            <a:rPr lang="pt-BR" sz="2800" b="1" i="1" smtClean="0">
                              <a:solidFill>
                                <a:srgbClr val="002060"/>
                              </a:solidFill>
                              <a:latin typeface="Cambria Math" panose="02040503050406030204" pitchFamily="18" charset="0"/>
                              <a:cs typeface="Arial" panose="020B0604020202020204" pitchFamily="34" charset="0"/>
                            </a:rPr>
                          </m:ctrlPr>
                        </m:fPr>
                        <m:num>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𝑺</m:t>
                          </m:r>
                        </m:num>
                        <m:den>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𝒕</m:t>
                          </m:r>
                        </m:den>
                      </m:f>
                    </m:oMath>
                  </m:oMathPara>
                </a14:m>
                <a:endParaRPr lang="pt-BR" sz="2800" b="1" dirty="0">
                  <a:solidFill>
                    <a:srgbClr val="002060"/>
                  </a:solidFill>
                  <a:latin typeface="Arial" panose="020B0604020202020204" pitchFamily="34" charset="0"/>
                  <a:cs typeface="Arial" panose="020B0604020202020204" pitchFamily="34" charset="0"/>
                </a:endParaRPr>
              </a:p>
            </p:txBody>
          </p:sp>
        </mc:Choice>
        <mc:Fallback xmlns="">
          <p:sp>
            <p:nvSpPr>
              <p:cNvPr id="5" name="CaixaDeTexto 4">
                <a:extLst>
                  <a:ext uri="{FF2B5EF4-FFF2-40B4-BE49-F238E27FC236}">
                    <a16:creationId xmlns:a16="http://schemas.microsoft.com/office/drawing/2014/main" id="{54FCF8C3-E29D-4DEA-A7DB-BEC0876C218A}"/>
                  </a:ext>
                </a:extLst>
              </p:cNvPr>
              <p:cNvSpPr txBox="1">
                <a:spLocks noRot="1" noChangeAspect="1" noMove="1" noResize="1" noEditPoints="1" noAdjustHandles="1" noChangeArrowheads="1" noChangeShapeType="1" noTextEdit="1"/>
              </p:cNvSpPr>
              <p:nvPr/>
            </p:nvSpPr>
            <p:spPr>
              <a:xfrm>
                <a:off x="3303371" y="3058282"/>
                <a:ext cx="1492559" cy="901785"/>
              </a:xfrm>
              <a:prstGeom prst="rect">
                <a:avLst/>
              </a:prstGeom>
              <a:blipFill>
                <a:blip r:embed="rId2"/>
                <a:stretch>
                  <a:fillRect/>
                </a:stretch>
              </a:blipFill>
            </p:spPr>
            <p:txBody>
              <a:bodyPr/>
              <a:lstStyle/>
              <a:p>
                <a:r>
                  <a:rPr lang="pt-BR">
                    <a:noFill/>
                  </a:rPr>
                  <a:t> </a:t>
                </a:r>
              </a:p>
            </p:txBody>
          </p:sp>
        </mc:Fallback>
      </mc:AlternateContent>
      <p:sp>
        <p:nvSpPr>
          <p:cNvPr id="3" name="Seta: para a Direita 2">
            <a:extLst>
              <a:ext uri="{FF2B5EF4-FFF2-40B4-BE49-F238E27FC236}">
                <a16:creationId xmlns:a16="http://schemas.microsoft.com/office/drawing/2014/main" id="{5E03CA50-FC56-4317-9ED3-94B6951279E1}"/>
              </a:ext>
            </a:extLst>
          </p:cNvPr>
          <p:cNvSpPr/>
          <p:nvPr/>
        </p:nvSpPr>
        <p:spPr>
          <a:xfrm>
            <a:off x="4835799" y="3169363"/>
            <a:ext cx="490331" cy="439254"/>
          </a:xfrm>
          <a:prstGeom prst="rightArrow">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04C32B79-022A-4145-B4DA-626D78E36CDF}"/>
                  </a:ext>
                </a:extLst>
              </p:cNvPr>
              <p:cNvSpPr txBox="1"/>
              <p:nvPr/>
            </p:nvSpPr>
            <p:spPr>
              <a:xfrm>
                <a:off x="5361459" y="3087657"/>
                <a:ext cx="2072015"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𝑺</m:t>
                      </m:r>
                      <m:r>
                        <a:rPr lang="pt-BR" sz="2800" b="1" i="1" smtClean="0">
                          <a:solidFill>
                            <a:srgbClr val="002060"/>
                          </a:solidFill>
                          <a:latin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cs typeface="Arial" panose="020B0604020202020204" pitchFamily="34" charset="0"/>
                        </a:rPr>
                        <m:t>𝒗</m:t>
                      </m:r>
                      <m:r>
                        <a:rPr lang="pt-BR" sz="2800" b="1" i="1" smtClean="0">
                          <a:solidFill>
                            <a:srgbClr val="002060"/>
                          </a:solidFill>
                          <a:latin typeface="Cambria Math" panose="02040503050406030204" pitchFamily="18" charset="0"/>
                          <a:cs typeface="Arial" panose="020B0604020202020204" pitchFamily="34" charset="0"/>
                        </a:rPr>
                        <m:t>.∆</m:t>
                      </m:r>
                      <m:r>
                        <a:rPr lang="pt-BR" sz="2800" b="1" i="1">
                          <a:solidFill>
                            <a:srgbClr val="002060"/>
                          </a:solidFill>
                          <a:latin typeface="Cambria Math" panose="02040503050406030204" pitchFamily="18" charset="0"/>
                          <a:ea typeface="Cambria Math" panose="02040503050406030204" pitchFamily="18" charset="0"/>
                          <a:cs typeface="Arial" panose="020B0604020202020204" pitchFamily="34" charset="0"/>
                        </a:rPr>
                        <m:t>𝒕</m:t>
                      </m:r>
                    </m:oMath>
                  </m:oMathPara>
                </a14:m>
                <a:endParaRPr lang="pt-BR" sz="2800" b="1" dirty="0">
                  <a:solidFill>
                    <a:srgbClr val="002060"/>
                  </a:solidFill>
                  <a:latin typeface="Arial" panose="020B0604020202020204" pitchFamily="34" charset="0"/>
                  <a:cs typeface="Arial" panose="020B0604020202020204" pitchFamily="34" charset="0"/>
                </a:endParaRPr>
              </a:p>
            </p:txBody>
          </p:sp>
        </mc:Choice>
        <mc:Fallback xmlns="">
          <p:sp>
            <p:nvSpPr>
              <p:cNvPr id="7" name="CaixaDeTexto 6">
                <a:extLst>
                  <a:ext uri="{FF2B5EF4-FFF2-40B4-BE49-F238E27FC236}">
                    <a16:creationId xmlns:a16="http://schemas.microsoft.com/office/drawing/2014/main" id="{04C32B79-022A-4145-B4DA-626D78E36CDF}"/>
                  </a:ext>
                </a:extLst>
              </p:cNvPr>
              <p:cNvSpPr txBox="1">
                <a:spLocks noRot="1" noChangeAspect="1" noMove="1" noResize="1" noEditPoints="1" noAdjustHandles="1" noChangeArrowheads="1" noChangeShapeType="1" noTextEdit="1"/>
              </p:cNvSpPr>
              <p:nvPr/>
            </p:nvSpPr>
            <p:spPr>
              <a:xfrm>
                <a:off x="5361459" y="3087657"/>
                <a:ext cx="2072015" cy="523220"/>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 name="CaixaDeTexto 7">
                <a:extLst>
                  <a:ext uri="{FF2B5EF4-FFF2-40B4-BE49-F238E27FC236}">
                    <a16:creationId xmlns:a16="http://schemas.microsoft.com/office/drawing/2014/main" id="{3517E28E-0D29-40DD-BCF4-515748E80095}"/>
                  </a:ext>
                </a:extLst>
              </p:cNvPr>
              <p:cNvSpPr txBox="1"/>
              <p:nvPr/>
            </p:nvSpPr>
            <p:spPr>
              <a:xfrm>
                <a:off x="99061" y="3843612"/>
                <a:ext cx="2632964"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𝑺</m:t>
                          </m:r>
                        </m:e>
                        <m:sub>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𝒊𝒅𝒂</m:t>
                          </m:r>
                        </m:sub>
                      </m:sSub>
                      <m:r>
                        <a:rPr lang="pt-BR" sz="2800" b="1" i="1" smtClean="0">
                          <a:solidFill>
                            <a:schemeClr val="tx1"/>
                          </a:solidFill>
                          <a:latin typeface="Cambria Math" panose="02040503050406030204" pitchFamily="18" charset="0"/>
                          <a:cs typeface="Arial" panose="020B0604020202020204" pitchFamily="34" charset="0"/>
                        </a:rPr>
                        <m:t>=</m:t>
                      </m:r>
                      <m:sSub>
                        <m:sSubPr>
                          <m:ctrlPr>
                            <a:rPr lang="pt-BR" sz="2800" b="1" i="1" smtClean="0">
                              <a:solidFill>
                                <a:schemeClr val="tx1"/>
                              </a:solidFill>
                              <a:latin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cs typeface="Arial" panose="020B0604020202020204" pitchFamily="34" charset="0"/>
                            </a:rPr>
                            <m:t>𝒗</m:t>
                          </m:r>
                        </m:e>
                        <m:sub>
                          <m:r>
                            <a:rPr lang="pt-BR" sz="2800" b="1" i="1" smtClean="0">
                              <a:solidFill>
                                <a:schemeClr val="tx1"/>
                              </a:solidFill>
                              <a:latin typeface="Cambria Math" panose="02040503050406030204" pitchFamily="18" charset="0"/>
                              <a:cs typeface="Arial" panose="020B0604020202020204" pitchFamily="34" charset="0"/>
                            </a:rPr>
                            <m:t>𝑹</m:t>
                          </m:r>
                        </m:sub>
                      </m:sSub>
                      <m:r>
                        <a:rPr lang="pt-BR" sz="2800" b="1" i="1" smtClean="0">
                          <a:solidFill>
                            <a:schemeClr val="tx1"/>
                          </a:solidFill>
                          <a:latin typeface="Cambria Math" panose="02040503050406030204" pitchFamily="18" charset="0"/>
                          <a:cs typeface="Arial" panose="020B0604020202020204" pitchFamily="34" charset="0"/>
                        </a:rPr>
                        <m:t>.</m:t>
                      </m:r>
                      <m:r>
                        <a:rPr lang="pt-BR" sz="2800" b="1" i="1">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pt-BR" sz="2800" b="1" i="1">
                          <a:solidFill>
                            <a:schemeClr val="tx1"/>
                          </a:solidFill>
                          <a:latin typeface="Cambria Math" panose="02040503050406030204" pitchFamily="18" charset="0"/>
                          <a:ea typeface="Cambria Math" panose="02040503050406030204" pitchFamily="18" charset="0"/>
                          <a:cs typeface="Arial" panose="020B0604020202020204" pitchFamily="34" charset="0"/>
                        </a:rPr>
                        <m:t>𝒕</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8" name="CaixaDeTexto 7">
                <a:extLst>
                  <a:ext uri="{FF2B5EF4-FFF2-40B4-BE49-F238E27FC236}">
                    <a16:creationId xmlns:a16="http://schemas.microsoft.com/office/drawing/2014/main" id="{3517E28E-0D29-40DD-BCF4-515748E80095}"/>
                  </a:ext>
                </a:extLst>
              </p:cNvPr>
              <p:cNvSpPr txBox="1">
                <a:spLocks noRot="1" noChangeAspect="1" noMove="1" noResize="1" noEditPoints="1" noAdjustHandles="1" noChangeArrowheads="1" noChangeShapeType="1" noTextEdit="1"/>
              </p:cNvSpPr>
              <p:nvPr/>
            </p:nvSpPr>
            <p:spPr>
              <a:xfrm>
                <a:off x="99061" y="3843612"/>
                <a:ext cx="2632964" cy="523220"/>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 name="CaixaDeTexto 8">
                <a:extLst>
                  <a:ext uri="{FF2B5EF4-FFF2-40B4-BE49-F238E27FC236}">
                    <a16:creationId xmlns:a16="http://schemas.microsoft.com/office/drawing/2014/main" id="{000D9F5D-D846-4660-84F8-89580CACF586}"/>
                  </a:ext>
                </a:extLst>
              </p:cNvPr>
              <p:cNvSpPr txBox="1"/>
              <p:nvPr/>
            </p:nvSpPr>
            <p:spPr>
              <a:xfrm>
                <a:off x="-41373" y="4451610"/>
                <a:ext cx="2913831"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𝑺</m:t>
                          </m:r>
                        </m:e>
                        <m:sub>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𝒗𝒐𝒍𝒕𝒂</m:t>
                          </m:r>
                        </m:sub>
                      </m:sSub>
                      <m:r>
                        <a:rPr lang="pt-BR" sz="2800" b="1" i="1" smtClean="0">
                          <a:solidFill>
                            <a:srgbClr val="FF0000"/>
                          </a:solidFill>
                          <a:latin typeface="Cambria Math" panose="02040503050406030204" pitchFamily="18" charset="0"/>
                          <a:cs typeface="Arial" panose="020B0604020202020204" pitchFamily="34" charset="0"/>
                        </a:rPr>
                        <m:t>=</m:t>
                      </m:r>
                      <m:sSub>
                        <m:sSubPr>
                          <m:ctrlPr>
                            <a:rPr lang="pt-BR" sz="2800" b="1" i="1" smtClean="0">
                              <a:solidFill>
                                <a:srgbClr val="FF0000"/>
                              </a:solidFill>
                              <a:latin typeface="Cambria Math" panose="02040503050406030204" pitchFamily="18" charset="0"/>
                              <a:cs typeface="Arial" panose="020B0604020202020204" pitchFamily="34" charset="0"/>
                            </a:rPr>
                          </m:ctrlPr>
                        </m:sSubPr>
                        <m:e>
                          <m:r>
                            <a:rPr lang="pt-BR" sz="2800" b="1" i="1" smtClean="0">
                              <a:solidFill>
                                <a:srgbClr val="FF0000"/>
                              </a:solidFill>
                              <a:latin typeface="Cambria Math" panose="02040503050406030204" pitchFamily="18" charset="0"/>
                              <a:cs typeface="Arial" panose="020B0604020202020204" pitchFamily="34" charset="0"/>
                            </a:rPr>
                            <m:t>𝒗</m:t>
                          </m:r>
                        </m:e>
                        <m:sub>
                          <m:r>
                            <a:rPr lang="pt-BR" sz="2800" b="1" i="1" smtClean="0">
                              <a:solidFill>
                                <a:srgbClr val="FF0000"/>
                              </a:solidFill>
                              <a:latin typeface="Cambria Math" panose="02040503050406030204" pitchFamily="18" charset="0"/>
                              <a:cs typeface="Arial" panose="020B0604020202020204" pitchFamily="34" charset="0"/>
                            </a:rPr>
                            <m:t>𝑹</m:t>
                          </m:r>
                        </m:sub>
                      </m:sSub>
                      <m:r>
                        <a:rPr lang="pt-BR" sz="2800" b="1" i="1" smtClean="0">
                          <a:solidFill>
                            <a:srgbClr val="FF0000"/>
                          </a:solidFill>
                          <a:latin typeface="Cambria Math" panose="02040503050406030204" pitchFamily="18" charset="0"/>
                          <a:cs typeface="Arial" panose="020B0604020202020204" pitchFamily="34" charset="0"/>
                        </a:rPr>
                        <m:t>.</m:t>
                      </m:r>
                      <m:r>
                        <a:rPr lang="pt-BR" sz="2800" b="1" i="1">
                          <a:solidFill>
                            <a:srgbClr val="FF0000"/>
                          </a:solidFill>
                          <a:latin typeface="Cambria Math" panose="02040503050406030204" pitchFamily="18" charset="0"/>
                          <a:ea typeface="Cambria Math" panose="02040503050406030204" pitchFamily="18" charset="0"/>
                          <a:cs typeface="Arial" panose="020B0604020202020204" pitchFamily="34" charset="0"/>
                        </a:rPr>
                        <m:t>∆</m:t>
                      </m:r>
                      <m:r>
                        <a:rPr lang="pt-BR" sz="2800" b="1" i="1">
                          <a:solidFill>
                            <a:srgbClr val="FF0000"/>
                          </a:solidFill>
                          <a:latin typeface="Cambria Math" panose="02040503050406030204" pitchFamily="18" charset="0"/>
                          <a:ea typeface="Cambria Math" panose="02040503050406030204" pitchFamily="18" charset="0"/>
                          <a:cs typeface="Arial" panose="020B0604020202020204" pitchFamily="34" charset="0"/>
                        </a:rPr>
                        <m:t>𝒕</m:t>
                      </m:r>
                    </m:oMath>
                  </m:oMathPara>
                </a14:m>
                <a:endParaRPr lang="pt-BR" sz="2800" b="1" dirty="0">
                  <a:solidFill>
                    <a:srgbClr val="FF0000"/>
                  </a:solidFill>
                  <a:latin typeface="Arial" panose="020B0604020202020204" pitchFamily="34" charset="0"/>
                  <a:cs typeface="Arial" panose="020B0604020202020204" pitchFamily="34" charset="0"/>
                </a:endParaRPr>
              </a:p>
            </p:txBody>
          </p:sp>
        </mc:Choice>
        <mc:Fallback xmlns="">
          <p:sp>
            <p:nvSpPr>
              <p:cNvPr id="9" name="CaixaDeTexto 8">
                <a:extLst>
                  <a:ext uri="{FF2B5EF4-FFF2-40B4-BE49-F238E27FC236}">
                    <a16:creationId xmlns:a16="http://schemas.microsoft.com/office/drawing/2014/main" id="{000D9F5D-D846-4660-84F8-89580CACF586}"/>
                  </a:ext>
                </a:extLst>
              </p:cNvPr>
              <p:cNvSpPr txBox="1">
                <a:spLocks noRot="1" noChangeAspect="1" noMove="1" noResize="1" noEditPoints="1" noAdjustHandles="1" noChangeArrowheads="1" noChangeShapeType="1" noTextEdit="1"/>
              </p:cNvSpPr>
              <p:nvPr/>
            </p:nvSpPr>
            <p:spPr>
              <a:xfrm>
                <a:off x="-41373" y="4451610"/>
                <a:ext cx="2913831" cy="523220"/>
              </a:xfrm>
              <a:prstGeom prst="rect">
                <a:avLst/>
              </a:prstGeom>
              <a:blipFill>
                <a:blip r:embed="rId5"/>
                <a:stretch>
                  <a:fillRect/>
                </a:stretch>
              </a:blipFill>
            </p:spPr>
            <p:txBody>
              <a:bodyPr/>
              <a:lstStyle/>
              <a:p>
                <a:r>
                  <a:rPr lang="pt-BR">
                    <a:noFill/>
                  </a:rPr>
                  <a:t> </a:t>
                </a:r>
              </a:p>
            </p:txBody>
          </p:sp>
        </mc:Fallback>
      </mc:AlternateContent>
      <p:sp>
        <p:nvSpPr>
          <p:cNvPr id="10" name="Seta: para a Direita 9">
            <a:extLst>
              <a:ext uri="{FF2B5EF4-FFF2-40B4-BE49-F238E27FC236}">
                <a16:creationId xmlns:a16="http://schemas.microsoft.com/office/drawing/2014/main" id="{FC12837C-4C47-4F03-B2B9-D911D64FC40E}"/>
              </a:ext>
            </a:extLst>
          </p:cNvPr>
          <p:cNvSpPr/>
          <p:nvPr/>
        </p:nvSpPr>
        <p:spPr>
          <a:xfrm>
            <a:off x="2846306" y="3927578"/>
            <a:ext cx="490331" cy="439254"/>
          </a:xfrm>
          <a:prstGeom prst="rightArrow">
            <a:avLst/>
          </a:prstGeom>
          <a:solidFill>
            <a:srgbClr val="FF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04D51E9B-D7D5-4D31-8DB7-B1650AF414D4}"/>
                  </a:ext>
                </a:extLst>
              </p:cNvPr>
              <p:cNvSpPr txBox="1"/>
              <p:nvPr/>
            </p:nvSpPr>
            <p:spPr>
              <a:xfrm>
                <a:off x="3297554" y="3880634"/>
                <a:ext cx="4032204"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𝑺</m:t>
                          </m:r>
                        </m:e>
                        <m:sub>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𝒊𝒅𝒂</m:t>
                          </m:r>
                        </m:sub>
                      </m:sSub>
                      <m:r>
                        <a:rPr lang="pt-BR" sz="2800" b="1" i="1" smtClean="0">
                          <a:solidFill>
                            <a:schemeClr val="tx1"/>
                          </a:solidFill>
                          <a:latin typeface="Cambria Math" panose="02040503050406030204" pitchFamily="18" charset="0"/>
                          <a:cs typeface="Arial" panose="020B0604020202020204" pitchFamily="34" charset="0"/>
                        </a:rPr>
                        <m:t>=(</m:t>
                      </m:r>
                      <m:sSub>
                        <m:sSubPr>
                          <m:ctrlPr>
                            <a:rPr lang="pt-BR" sz="2800" b="1" i="1" smtClean="0">
                              <a:solidFill>
                                <a:schemeClr val="tx1"/>
                              </a:solidFill>
                              <a:latin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cs typeface="Arial" panose="020B0604020202020204" pitchFamily="34" charset="0"/>
                            </a:rPr>
                            <m:t>𝒗</m:t>
                          </m:r>
                        </m:e>
                        <m:sub>
                          <m:r>
                            <a:rPr lang="pt-BR" sz="2800" b="1" i="1" smtClean="0">
                              <a:solidFill>
                                <a:schemeClr val="tx1"/>
                              </a:solidFill>
                              <a:latin typeface="Cambria Math" panose="02040503050406030204" pitchFamily="18" charset="0"/>
                              <a:cs typeface="Arial" panose="020B0604020202020204" pitchFamily="34" charset="0"/>
                            </a:rPr>
                            <m:t>𝒓𝒆𝒍</m:t>
                          </m:r>
                        </m:sub>
                      </m:sSub>
                      <m:r>
                        <a:rPr lang="pt-BR" sz="2800" b="1" i="1" smtClean="0">
                          <a:solidFill>
                            <a:schemeClr val="tx1"/>
                          </a:solidFill>
                          <a:latin typeface="Cambria Math" panose="02040503050406030204" pitchFamily="18" charset="0"/>
                          <a:cs typeface="Arial" panose="020B0604020202020204" pitchFamily="34" charset="0"/>
                        </a:rPr>
                        <m:t>+</m:t>
                      </m:r>
                      <m:sSub>
                        <m:sSubPr>
                          <m:ctrlPr>
                            <a:rPr lang="pt-BR" sz="2800" b="1" i="1">
                              <a:latin typeface="Cambria Math" panose="02040503050406030204" pitchFamily="18" charset="0"/>
                              <a:cs typeface="Arial" panose="020B0604020202020204" pitchFamily="34" charset="0"/>
                            </a:rPr>
                          </m:ctrlPr>
                        </m:sSubPr>
                        <m:e>
                          <m:r>
                            <a:rPr lang="pt-BR" sz="2800" b="1" i="1">
                              <a:latin typeface="Cambria Math" panose="02040503050406030204" pitchFamily="18" charset="0"/>
                              <a:cs typeface="Arial" panose="020B0604020202020204" pitchFamily="34" charset="0"/>
                            </a:rPr>
                            <m:t>𝒗</m:t>
                          </m:r>
                        </m:e>
                        <m:sub>
                          <m:r>
                            <a:rPr lang="pt-BR" sz="2800" b="1" i="1">
                              <a:latin typeface="Cambria Math" panose="02040503050406030204" pitchFamily="18" charset="0"/>
                              <a:cs typeface="Arial" panose="020B0604020202020204" pitchFamily="34" charset="0"/>
                            </a:rPr>
                            <m:t>𝑨</m:t>
                          </m:r>
                        </m:sub>
                      </m:sSub>
                      <m:r>
                        <a:rPr lang="pt-BR" sz="2800" b="1" i="1" smtClean="0">
                          <a:solidFill>
                            <a:schemeClr val="tx1"/>
                          </a:solidFill>
                          <a:latin typeface="Cambria Math" panose="02040503050406030204" pitchFamily="18" charset="0"/>
                          <a:cs typeface="Arial" panose="020B0604020202020204" pitchFamily="34" charset="0"/>
                        </a:rPr>
                        <m:t>).</m:t>
                      </m:r>
                      <m:r>
                        <a:rPr lang="pt-BR" sz="2800" b="1" i="1">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pt-BR" sz="2800" b="1" i="1">
                          <a:solidFill>
                            <a:schemeClr val="tx1"/>
                          </a:solidFill>
                          <a:latin typeface="Cambria Math" panose="02040503050406030204" pitchFamily="18" charset="0"/>
                          <a:ea typeface="Cambria Math" panose="02040503050406030204" pitchFamily="18" charset="0"/>
                          <a:cs typeface="Arial" panose="020B0604020202020204" pitchFamily="34" charset="0"/>
                        </a:rPr>
                        <m:t>𝒕</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11" name="CaixaDeTexto 10">
                <a:extLst>
                  <a:ext uri="{FF2B5EF4-FFF2-40B4-BE49-F238E27FC236}">
                    <a16:creationId xmlns:a16="http://schemas.microsoft.com/office/drawing/2014/main" id="{04D51E9B-D7D5-4D31-8DB7-B1650AF414D4}"/>
                  </a:ext>
                </a:extLst>
              </p:cNvPr>
              <p:cNvSpPr txBox="1">
                <a:spLocks noRot="1" noChangeAspect="1" noMove="1" noResize="1" noEditPoints="1" noAdjustHandles="1" noChangeArrowheads="1" noChangeShapeType="1" noTextEdit="1"/>
              </p:cNvSpPr>
              <p:nvPr/>
            </p:nvSpPr>
            <p:spPr>
              <a:xfrm>
                <a:off x="3297554" y="3880634"/>
                <a:ext cx="4032204" cy="523220"/>
              </a:xfrm>
              <a:prstGeom prst="rect">
                <a:avLst/>
              </a:prstGeom>
              <a:blipFill>
                <a:blip r:embed="rId6"/>
                <a:stretch>
                  <a:fillRect/>
                </a:stretch>
              </a:blipFill>
            </p:spPr>
            <p:txBody>
              <a:bodyPr/>
              <a:lstStyle/>
              <a:p>
                <a:r>
                  <a:rPr lang="pt-BR">
                    <a:noFill/>
                  </a:rPr>
                  <a:t> </a:t>
                </a:r>
              </a:p>
            </p:txBody>
          </p:sp>
        </mc:Fallback>
      </mc:AlternateContent>
      <p:sp>
        <p:nvSpPr>
          <p:cNvPr id="12" name="Seta: para a Direita 11">
            <a:extLst>
              <a:ext uri="{FF2B5EF4-FFF2-40B4-BE49-F238E27FC236}">
                <a16:creationId xmlns:a16="http://schemas.microsoft.com/office/drawing/2014/main" id="{90BF82F3-928B-4706-A448-C144DD0B75AD}"/>
              </a:ext>
            </a:extLst>
          </p:cNvPr>
          <p:cNvSpPr/>
          <p:nvPr/>
        </p:nvSpPr>
        <p:spPr>
          <a:xfrm>
            <a:off x="7391323" y="3866453"/>
            <a:ext cx="490331" cy="439254"/>
          </a:xfrm>
          <a:prstGeom prst="rightArrow">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0800000" scaled="1"/>
            <a:tileRect/>
          </a:gra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E8275278-F6B2-4660-A561-E14F849057AE}"/>
                  </a:ext>
                </a:extLst>
              </p:cNvPr>
              <p:cNvSpPr txBox="1"/>
              <p:nvPr/>
            </p:nvSpPr>
            <p:spPr>
              <a:xfrm>
                <a:off x="7933502" y="3785030"/>
                <a:ext cx="3684032"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𝑺</m:t>
                          </m:r>
                        </m:e>
                        <m:sub>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𝒊𝒅𝒂</m:t>
                          </m:r>
                        </m:sub>
                      </m:sSub>
                      <m:r>
                        <a:rPr lang="pt-BR" sz="2800" b="1" i="1" smtClean="0">
                          <a:solidFill>
                            <a:schemeClr val="tx1"/>
                          </a:solidFill>
                          <a:latin typeface="Cambria Math" panose="02040503050406030204" pitchFamily="18" charset="0"/>
                          <a:cs typeface="Arial" panose="020B0604020202020204" pitchFamily="34" charset="0"/>
                        </a:rPr>
                        <m:t>=</m:t>
                      </m:r>
                      <m:d>
                        <m:dPr>
                          <m:ctrlPr>
                            <a:rPr lang="pt-BR" sz="2800" b="1" i="1" smtClean="0">
                              <a:solidFill>
                                <a:schemeClr val="tx1"/>
                              </a:solidFill>
                              <a:latin typeface="Cambria Math" panose="02040503050406030204" pitchFamily="18" charset="0"/>
                              <a:cs typeface="Arial" panose="020B0604020202020204" pitchFamily="34" charset="0"/>
                            </a:rPr>
                          </m:ctrlPr>
                        </m:dPr>
                        <m:e>
                          <m:sSub>
                            <m:sSubPr>
                              <m:ctrlPr>
                                <a:rPr lang="pt-BR" sz="2800" b="1" i="1" smtClean="0">
                                  <a:solidFill>
                                    <a:schemeClr val="tx1"/>
                                  </a:solidFill>
                                  <a:latin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cs typeface="Arial" panose="020B0604020202020204" pitchFamily="34" charset="0"/>
                                </a:rPr>
                                <m:t>𝒗</m:t>
                              </m:r>
                            </m:e>
                            <m:sub>
                              <m:r>
                                <a:rPr lang="pt-BR" sz="2800" b="1" i="1" smtClean="0">
                                  <a:solidFill>
                                    <a:schemeClr val="tx1"/>
                                  </a:solidFill>
                                  <a:latin typeface="Cambria Math" panose="02040503050406030204" pitchFamily="18" charset="0"/>
                                  <a:cs typeface="Arial" panose="020B0604020202020204" pitchFamily="34" charset="0"/>
                                </a:rPr>
                                <m:t>𝑩</m:t>
                              </m:r>
                            </m:sub>
                          </m:sSub>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𝟑</m:t>
                          </m:r>
                        </m:e>
                      </m:d>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𝟏</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𝟐</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13" name="CaixaDeTexto 12">
                <a:extLst>
                  <a:ext uri="{FF2B5EF4-FFF2-40B4-BE49-F238E27FC236}">
                    <a16:creationId xmlns:a16="http://schemas.microsoft.com/office/drawing/2014/main" id="{E8275278-F6B2-4660-A561-E14F849057AE}"/>
                  </a:ext>
                </a:extLst>
              </p:cNvPr>
              <p:cNvSpPr txBox="1">
                <a:spLocks noRot="1" noChangeAspect="1" noMove="1" noResize="1" noEditPoints="1" noAdjustHandles="1" noChangeArrowheads="1" noChangeShapeType="1" noTextEdit="1"/>
              </p:cNvSpPr>
              <p:nvPr/>
            </p:nvSpPr>
            <p:spPr>
              <a:xfrm>
                <a:off x="7933502" y="3785030"/>
                <a:ext cx="3684032" cy="523220"/>
              </a:xfrm>
              <a:prstGeom prst="rect">
                <a:avLst/>
              </a:prstGeom>
              <a:blipFill>
                <a:blip r:embed="rId7"/>
                <a:stretch>
                  <a:fillRect/>
                </a:stretch>
              </a:blipFill>
            </p:spPr>
            <p:txBody>
              <a:bodyPr/>
              <a:lstStyle/>
              <a:p>
                <a:r>
                  <a:rPr lang="pt-BR">
                    <a:noFill/>
                  </a:rPr>
                  <a:t> </a:t>
                </a:r>
              </a:p>
            </p:txBody>
          </p:sp>
        </mc:Fallback>
      </mc:AlternateContent>
      <p:sp>
        <p:nvSpPr>
          <p:cNvPr id="14" name="Seta: para a Direita 13">
            <a:extLst>
              <a:ext uri="{FF2B5EF4-FFF2-40B4-BE49-F238E27FC236}">
                <a16:creationId xmlns:a16="http://schemas.microsoft.com/office/drawing/2014/main" id="{834DC6DA-C20F-4682-A08E-DCE6C3C6BA7A}"/>
              </a:ext>
            </a:extLst>
          </p:cNvPr>
          <p:cNvSpPr/>
          <p:nvPr/>
        </p:nvSpPr>
        <p:spPr>
          <a:xfrm>
            <a:off x="2807223" y="4521842"/>
            <a:ext cx="490331" cy="439254"/>
          </a:xfrm>
          <a:prstGeom prst="rightArrow">
            <a:avLst/>
          </a:prstGeom>
          <a:solidFill>
            <a:srgbClr val="00B0F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5" name="CaixaDeTexto 14">
                <a:extLst>
                  <a:ext uri="{FF2B5EF4-FFF2-40B4-BE49-F238E27FC236}">
                    <a16:creationId xmlns:a16="http://schemas.microsoft.com/office/drawing/2014/main" id="{FE4D3D81-D325-44BC-8D6A-EA19CAB1850C}"/>
                  </a:ext>
                </a:extLst>
              </p:cNvPr>
              <p:cNvSpPr txBox="1"/>
              <p:nvPr/>
            </p:nvSpPr>
            <p:spPr>
              <a:xfrm>
                <a:off x="3239925" y="4434283"/>
                <a:ext cx="417241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𝑺</m:t>
                          </m:r>
                        </m:e>
                        <m:sub>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𝒗𝒐𝒍𝒕𝒂</m:t>
                          </m:r>
                        </m:sub>
                      </m:sSub>
                      <m:r>
                        <a:rPr lang="pt-BR" sz="2800" b="1" i="1" smtClean="0">
                          <a:solidFill>
                            <a:schemeClr val="tx1"/>
                          </a:solidFill>
                          <a:latin typeface="Cambria Math" panose="02040503050406030204" pitchFamily="18" charset="0"/>
                          <a:cs typeface="Arial" panose="020B0604020202020204" pitchFamily="34" charset="0"/>
                        </a:rPr>
                        <m:t>=(</m:t>
                      </m:r>
                      <m:sSub>
                        <m:sSubPr>
                          <m:ctrlPr>
                            <a:rPr lang="pt-BR" sz="2800" b="1" i="1" smtClean="0">
                              <a:solidFill>
                                <a:schemeClr val="tx1"/>
                              </a:solidFill>
                              <a:latin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cs typeface="Arial" panose="020B0604020202020204" pitchFamily="34" charset="0"/>
                            </a:rPr>
                            <m:t>𝒗</m:t>
                          </m:r>
                        </m:e>
                        <m:sub>
                          <m:r>
                            <a:rPr lang="pt-BR" sz="2800" b="1" i="1" smtClean="0">
                              <a:solidFill>
                                <a:schemeClr val="tx1"/>
                              </a:solidFill>
                              <a:latin typeface="Cambria Math" panose="02040503050406030204" pitchFamily="18" charset="0"/>
                              <a:cs typeface="Arial" panose="020B0604020202020204" pitchFamily="34" charset="0"/>
                            </a:rPr>
                            <m:t>𝒓𝒆𝒍</m:t>
                          </m:r>
                        </m:sub>
                      </m:sSub>
                      <m:r>
                        <a:rPr lang="pt-BR" sz="2800" b="1" i="1" smtClean="0">
                          <a:solidFill>
                            <a:schemeClr val="tx1"/>
                          </a:solidFill>
                          <a:latin typeface="Cambria Math" panose="02040503050406030204" pitchFamily="18" charset="0"/>
                          <a:cs typeface="Arial" panose="020B0604020202020204" pitchFamily="34" charset="0"/>
                        </a:rPr>
                        <m:t>−</m:t>
                      </m:r>
                      <m:sSub>
                        <m:sSubPr>
                          <m:ctrlPr>
                            <a:rPr lang="pt-BR" sz="2800" b="1" i="1">
                              <a:latin typeface="Cambria Math" panose="02040503050406030204" pitchFamily="18" charset="0"/>
                              <a:cs typeface="Arial" panose="020B0604020202020204" pitchFamily="34" charset="0"/>
                            </a:rPr>
                          </m:ctrlPr>
                        </m:sSubPr>
                        <m:e>
                          <m:r>
                            <a:rPr lang="pt-BR" sz="2800" b="1" i="1">
                              <a:latin typeface="Cambria Math" panose="02040503050406030204" pitchFamily="18" charset="0"/>
                              <a:cs typeface="Arial" panose="020B0604020202020204" pitchFamily="34" charset="0"/>
                            </a:rPr>
                            <m:t>𝒗</m:t>
                          </m:r>
                        </m:e>
                        <m:sub>
                          <m:r>
                            <a:rPr lang="pt-BR" sz="2800" b="1" i="1">
                              <a:latin typeface="Cambria Math" panose="02040503050406030204" pitchFamily="18" charset="0"/>
                              <a:cs typeface="Arial" panose="020B0604020202020204" pitchFamily="34" charset="0"/>
                            </a:rPr>
                            <m:t>𝑨</m:t>
                          </m:r>
                        </m:sub>
                      </m:sSub>
                      <m:r>
                        <a:rPr lang="pt-BR" sz="2800" b="1" i="1" smtClean="0">
                          <a:solidFill>
                            <a:schemeClr val="tx1"/>
                          </a:solidFill>
                          <a:latin typeface="Cambria Math" panose="02040503050406030204" pitchFamily="18" charset="0"/>
                          <a:cs typeface="Arial" panose="020B0604020202020204" pitchFamily="34" charset="0"/>
                        </a:rPr>
                        <m:t>).</m:t>
                      </m:r>
                      <m:r>
                        <a:rPr lang="pt-BR" sz="2800" b="1" i="1">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pt-BR" sz="2800" b="1" i="1">
                          <a:solidFill>
                            <a:schemeClr val="tx1"/>
                          </a:solidFill>
                          <a:latin typeface="Cambria Math" panose="02040503050406030204" pitchFamily="18" charset="0"/>
                          <a:ea typeface="Cambria Math" panose="02040503050406030204" pitchFamily="18" charset="0"/>
                          <a:cs typeface="Arial" panose="020B0604020202020204" pitchFamily="34" charset="0"/>
                        </a:rPr>
                        <m:t>𝒕</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15" name="CaixaDeTexto 14">
                <a:extLst>
                  <a:ext uri="{FF2B5EF4-FFF2-40B4-BE49-F238E27FC236}">
                    <a16:creationId xmlns:a16="http://schemas.microsoft.com/office/drawing/2014/main" id="{FE4D3D81-D325-44BC-8D6A-EA19CAB1850C}"/>
                  </a:ext>
                </a:extLst>
              </p:cNvPr>
              <p:cNvSpPr txBox="1">
                <a:spLocks noRot="1" noChangeAspect="1" noMove="1" noResize="1" noEditPoints="1" noAdjustHandles="1" noChangeArrowheads="1" noChangeShapeType="1" noTextEdit="1"/>
              </p:cNvSpPr>
              <p:nvPr/>
            </p:nvSpPr>
            <p:spPr>
              <a:xfrm>
                <a:off x="3239925" y="4434283"/>
                <a:ext cx="4172410" cy="523220"/>
              </a:xfrm>
              <a:prstGeom prst="rect">
                <a:avLst/>
              </a:prstGeom>
              <a:blipFill>
                <a:blip r:embed="rId8"/>
                <a:stretch>
                  <a:fillRect/>
                </a:stretch>
              </a:blipFill>
            </p:spPr>
            <p:txBody>
              <a:bodyPr/>
              <a:lstStyle/>
              <a:p>
                <a:r>
                  <a:rPr lang="pt-BR">
                    <a:noFill/>
                  </a:rPr>
                  <a:t> </a:t>
                </a:r>
              </a:p>
            </p:txBody>
          </p:sp>
        </mc:Fallback>
      </mc:AlternateContent>
      <p:sp>
        <p:nvSpPr>
          <p:cNvPr id="16" name="Seta: para a Direita 15">
            <a:extLst>
              <a:ext uri="{FF2B5EF4-FFF2-40B4-BE49-F238E27FC236}">
                <a16:creationId xmlns:a16="http://schemas.microsoft.com/office/drawing/2014/main" id="{7AA40672-CEAC-4F64-978C-7984FFFD81A5}"/>
              </a:ext>
            </a:extLst>
          </p:cNvPr>
          <p:cNvSpPr/>
          <p:nvPr/>
        </p:nvSpPr>
        <p:spPr>
          <a:xfrm>
            <a:off x="7402601" y="4465092"/>
            <a:ext cx="490331" cy="439254"/>
          </a:xfrm>
          <a:prstGeom prst="rightArrow">
            <a:avLst/>
          </a:prstGeom>
          <a:solidFill>
            <a:schemeClr val="accent1">
              <a:lumMod val="60000"/>
              <a:lumOff val="4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7" name="CaixaDeTexto 16">
                <a:extLst>
                  <a:ext uri="{FF2B5EF4-FFF2-40B4-BE49-F238E27FC236}">
                    <a16:creationId xmlns:a16="http://schemas.microsoft.com/office/drawing/2014/main" id="{94AA4867-4FCF-4683-814C-1374DFB1CA67}"/>
                  </a:ext>
                </a:extLst>
              </p:cNvPr>
              <p:cNvSpPr txBox="1"/>
              <p:nvPr/>
            </p:nvSpPr>
            <p:spPr>
              <a:xfrm>
                <a:off x="7752042" y="4390510"/>
                <a:ext cx="4046952"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𝑺</m:t>
                          </m:r>
                        </m:e>
                        <m:sub>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𝒗𝒐𝒍𝒕𝒂</m:t>
                          </m:r>
                        </m:sub>
                      </m:sSub>
                      <m:r>
                        <a:rPr lang="pt-BR" sz="2800" b="1" i="1" smtClean="0">
                          <a:solidFill>
                            <a:schemeClr val="tx1"/>
                          </a:solidFill>
                          <a:latin typeface="Cambria Math" panose="02040503050406030204" pitchFamily="18" charset="0"/>
                          <a:cs typeface="Arial" panose="020B0604020202020204" pitchFamily="34" charset="0"/>
                        </a:rPr>
                        <m:t>=</m:t>
                      </m:r>
                      <m:d>
                        <m:dPr>
                          <m:ctrlPr>
                            <a:rPr lang="pt-BR" sz="2800" b="1" i="1" smtClean="0">
                              <a:solidFill>
                                <a:schemeClr val="tx1"/>
                              </a:solidFill>
                              <a:latin typeface="Cambria Math" panose="02040503050406030204" pitchFamily="18" charset="0"/>
                              <a:cs typeface="Arial" panose="020B0604020202020204" pitchFamily="34" charset="0"/>
                            </a:rPr>
                          </m:ctrlPr>
                        </m:dPr>
                        <m:e>
                          <m:sSub>
                            <m:sSubPr>
                              <m:ctrlPr>
                                <a:rPr lang="pt-BR" sz="2800" b="1" i="1" smtClean="0">
                                  <a:solidFill>
                                    <a:schemeClr val="tx1"/>
                                  </a:solidFill>
                                  <a:latin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cs typeface="Arial" panose="020B0604020202020204" pitchFamily="34" charset="0"/>
                                </a:rPr>
                                <m:t>𝒗</m:t>
                              </m:r>
                            </m:e>
                            <m:sub>
                              <m:r>
                                <a:rPr lang="pt-BR" sz="2800" b="1" i="1" smtClean="0">
                                  <a:solidFill>
                                    <a:schemeClr val="tx1"/>
                                  </a:solidFill>
                                  <a:latin typeface="Cambria Math" panose="02040503050406030204" pitchFamily="18" charset="0"/>
                                  <a:cs typeface="Arial" panose="020B0604020202020204" pitchFamily="34" charset="0"/>
                                </a:rPr>
                                <m:t>𝑩</m:t>
                              </m:r>
                            </m:sub>
                          </m:sSub>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𝟑</m:t>
                          </m:r>
                        </m:e>
                      </m:d>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𝟏</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𝟖</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17" name="CaixaDeTexto 16">
                <a:extLst>
                  <a:ext uri="{FF2B5EF4-FFF2-40B4-BE49-F238E27FC236}">
                    <a16:creationId xmlns:a16="http://schemas.microsoft.com/office/drawing/2014/main" id="{94AA4867-4FCF-4683-814C-1374DFB1CA67}"/>
                  </a:ext>
                </a:extLst>
              </p:cNvPr>
              <p:cNvSpPr txBox="1">
                <a:spLocks noRot="1" noChangeAspect="1" noMove="1" noResize="1" noEditPoints="1" noAdjustHandles="1" noChangeArrowheads="1" noChangeShapeType="1" noTextEdit="1"/>
              </p:cNvSpPr>
              <p:nvPr/>
            </p:nvSpPr>
            <p:spPr>
              <a:xfrm>
                <a:off x="7752042" y="4390510"/>
                <a:ext cx="4046952" cy="523220"/>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8" name="CaixaDeTexto 17">
                <a:extLst>
                  <a:ext uri="{FF2B5EF4-FFF2-40B4-BE49-F238E27FC236}">
                    <a16:creationId xmlns:a16="http://schemas.microsoft.com/office/drawing/2014/main" id="{3DBC9A3A-28D1-4C5D-95B4-5ABA388F1353}"/>
                  </a:ext>
                </a:extLst>
              </p:cNvPr>
              <p:cNvSpPr txBox="1"/>
              <p:nvPr/>
            </p:nvSpPr>
            <p:spPr>
              <a:xfrm>
                <a:off x="0" y="4954968"/>
                <a:ext cx="4801704"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pt-BR" sz="2800" b="1" i="1" smtClean="0">
                              <a:solidFill>
                                <a:srgbClr val="002060"/>
                              </a:solidFill>
                              <a:latin typeface="Cambria Math" panose="02040503050406030204" pitchFamily="18" charset="0"/>
                              <a:cs typeface="Arial" panose="020B0604020202020204" pitchFamily="34" charset="0"/>
                            </a:rPr>
                          </m:ctrlPr>
                        </m:dPr>
                        <m:e>
                          <m:sSub>
                            <m:sSubPr>
                              <m:ctrlPr>
                                <a:rPr lang="pt-BR" sz="2800" b="1" i="1">
                                  <a:solidFill>
                                    <a:srgbClr val="002060"/>
                                  </a:solidFill>
                                  <a:latin typeface="Cambria Math" panose="02040503050406030204" pitchFamily="18" charset="0"/>
                                  <a:cs typeface="Arial" panose="020B0604020202020204" pitchFamily="34" charset="0"/>
                                </a:rPr>
                              </m:ctrlPr>
                            </m:sSubPr>
                            <m:e>
                              <m:r>
                                <a:rPr lang="pt-BR" sz="2800" b="1" i="1">
                                  <a:solidFill>
                                    <a:srgbClr val="002060"/>
                                  </a:solidFill>
                                  <a:latin typeface="Cambria Math" panose="02040503050406030204" pitchFamily="18" charset="0"/>
                                  <a:cs typeface="Arial" panose="020B0604020202020204" pitchFamily="34" charset="0"/>
                                </a:rPr>
                                <m:t>𝒗</m:t>
                              </m:r>
                            </m:e>
                            <m:sub>
                              <m:r>
                                <a:rPr lang="pt-BR" sz="2800" b="1" i="1">
                                  <a:solidFill>
                                    <a:srgbClr val="002060"/>
                                  </a:solidFill>
                                  <a:latin typeface="Cambria Math" panose="02040503050406030204" pitchFamily="18" charset="0"/>
                                  <a:cs typeface="Arial" panose="020B0604020202020204" pitchFamily="34" charset="0"/>
                                </a:rPr>
                                <m:t>𝑩</m:t>
                              </m:r>
                            </m:sub>
                          </m:sSub>
                          <m:r>
                            <a:rPr lang="pt-BR" sz="2800" b="1" i="1">
                              <a:solidFill>
                                <a:srgbClr val="002060"/>
                              </a:solidFill>
                              <a:latin typeface="Cambria Math" panose="02040503050406030204" pitchFamily="18" charset="0"/>
                              <a:cs typeface="Arial" panose="020B0604020202020204" pitchFamily="34" charset="0"/>
                            </a:rPr>
                            <m:t>+</m:t>
                          </m:r>
                          <m:r>
                            <a:rPr lang="pt-BR" sz="2800" b="1" i="1">
                              <a:solidFill>
                                <a:srgbClr val="002060"/>
                              </a:solidFill>
                              <a:latin typeface="Cambria Math" panose="02040503050406030204" pitchFamily="18" charset="0"/>
                              <a:cs typeface="Arial" panose="020B0604020202020204" pitchFamily="34" charset="0"/>
                            </a:rPr>
                            <m:t>𝟑</m:t>
                          </m:r>
                        </m:e>
                      </m:d>
                      <m:r>
                        <a:rPr lang="pt-BR" sz="2800" b="1" i="1">
                          <a:solidFill>
                            <a:srgbClr val="002060"/>
                          </a:solidFill>
                          <a:latin typeface="Cambria Math" panose="02040503050406030204" pitchFamily="18" charset="0"/>
                          <a:cs typeface="Arial" panose="020B0604020202020204" pitchFamily="34" charset="0"/>
                        </a:rPr>
                        <m:t>.</m:t>
                      </m:r>
                      <m:r>
                        <a:rPr lang="pt-BR" sz="2800" b="1" i="1">
                          <a:solidFill>
                            <a:srgbClr val="002060"/>
                          </a:solidFill>
                          <a:latin typeface="Cambria Math" panose="02040503050406030204" pitchFamily="18" charset="0"/>
                          <a:ea typeface="Cambria Math" panose="02040503050406030204" pitchFamily="18" charset="0"/>
                          <a:cs typeface="Arial" panose="020B0604020202020204" pitchFamily="34" charset="0"/>
                        </a:rPr>
                        <m:t>𝟏</m:t>
                      </m:r>
                      <m:r>
                        <a:rPr lang="pt-BR" sz="2800" b="1" i="1">
                          <a:solidFill>
                            <a:srgbClr val="002060"/>
                          </a:solidFill>
                          <a:latin typeface="Cambria Math" panose="02040503050406030204" pitchFamily="18" charset="0"/>
                          <a:ea typeface="Cambria Math" panose="02040503050406030204" pitchFamily="18" charset="0"/>
                          <a:cs typeface="Arial" panose="020B0604020202020204" pitchFamily="34" charset="0"/>
                        </a:rPr>
                        <m:t>,</m:t>
                      </m:r>
                      <m:r>
                        <a:rPr lang="pt-BR" sz="2800" b="1" i="1">
                          <a:solidFill>
                            <a:srgbClr val="002060"/>
                          </a:solidFill>
                          <a:latin typeface="Cambria Math" panose="02040503050406030204" pitchFamily="18" charset="0"/>
                          <a:ea typeface="Cambria Math" panose="02040503050406030204" pitchFamily="18" charset="0"/>
                          <a:cs typeface="Arial" panose="020B0604020202020204" pitchFamily="34" charset="0"/>
                        </a:rPr>
                        <m:t>𝟐</m:t>
                      </m:r>
                      <m:r>
                        <a:rPr lang="pt-BR" sz="2800" b="1" i="1" smtClean="0">
                          <a:solidFill>
                            <a:srgbClr val="002060"/>
                          </a:solidFill>
                          <a:latin typeface="Cambria Math" panose="02040503050406030204" pitchFamily="18" charset="0"/>
                          <a:cs typeface="Arial" panose="020B0604020202020204" pitchFamily="34" charset="0"/>
                        </a:rPr>
                        <m:t>=</m:t>
                      </m:r>
                      <m:d>
                        <m:dPr>
                          <m:ctrlPr>
                            <a:rPr lang="pt-BR" sz="2800" b="1" i="1" smtClean="0">
                              <a:solidFill>
                                <a:srgbClr val="002060"/>
                              </a:solidFill>
                              <a:latin typeface="Cambria Math" panose="02040503050406030204" pitchFamily="18" charset="0"/>
                              <a:cs typeface="Arial" panose="020B0604020202020204" pitchFamily="34" charset="0"/>
                            </a:rPr>
                          </m:ctrlPr>
                        </m:dPr>
                        <m:e>
                          <m:sSub>
                            <m:sSubPr>
                              <m:ctrlPr>
                                <a:rPr lang="pt-BR" sz="2800" b="1" i="1" smtClean="0">
                                  <a:solidFill>
                                    <a:srgbClr val="002060"/>
                                  </a:solidFill>
                                  <a:latin typeface="Cambria Math" panose="02040503050406030204" pitchFamily="18" charset="0"/>
                                  <a:cs typeface="Arial" panose="020B0604020202020204" pitchFamily="34" charset="0"/>
                                </a:rPr>
                              </m:ctrlPr>
                            </m:sSubPr>
                            <m:e>
                              <m:r>
                                <a:rPr lang="pt-BR" sz="2800" b="1" i="1" smtClean="0">
                                  <a:solidFill>
                                    <a:srgbClr val="002060"/>
                                  </a:solidFill>
                                  <a:latin typeface="Cambria Math" panose="02040503050406030204" pitchFamily="18" charset="0"/>
                                  <a:cs typeface="Arial" panose="020B0604020202020204" pitchFamily="34" charset="0"/>
                                </a:rPr>
                                <m:t>𝒗</m:t>
                              </m:r>
                            </m:e>
                            <m:sub>
                              <m:r>
                                <a:rPr lang="pt-BR" sz="2800" b="1" i="1" smtClean="0">
                                  <a:solidFill>
                                    <a:srgbClr val="002060"/>
                                  </a:solidFill>
                                  <a:latin typeface="Cambria Math" panose="02040503050406030204" pitchFamily="18" charset="0"/>
                                  <a:cs typeface="Arial" panose="020B0604020202020204" pitchFamily="34" charset="0"/>
                                </a:rPr>
                                <m:t>𝑩</m:t>
                              </m:r>
                            </m:sub>
                          </m:sSub>
                          <m:r>
                            <a:rPr lang="pt-BR" sz="2800" b="1" i="1" smtClean="0">
                              <a:solidFill>
                                <a:srgbClr val="002060"/>
                              </a:solidFill>
                              <a:latin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cs typeface="Arial" panose="020B0604020202020204" pitchFamily="34" charset="0"/>
                            </a:rPr>
                            <m:t>𝟑</m:t>
                          </m:r>
                        </m:e>
                      </m:d>
                      <m:r>
                        <a:rPr lang="pt-BR" sz="2800" b="1" i="1" smtClean="0">
                          <a:solidFill>
                            <a:srgbClr val="002060"/>
                          </a:solidFill>
                          <a:latin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𝟏</m:t>
                      </m:r>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𝟖</m:t>
                      </m:r>
                    </m:oMath>
                  </m:oMathPara>
                </a14:m>
                <a:endParaRPr lang="pt-BR" sz="2800" b="1" dirty="0">
                  <a:solidFill>
                    <a:srgbClr val="002060"/>
                  </a:solidFill>
                  <a:latin typeface="Arial" panose="020B0604020202020204" pitchFamily="34" charset="0"/>
                  <a:cs typeface="Arial" panose="020B0604020202020204" pitchFamily="34" charset="0"/>
                </a:endParaRPr>
              </a:p>
            </p:txBody>
          </p:sp>
        </mc:Choice>
        <mc:Fallback xmlns="">
          <p:sp>
            <p:nvSpPr>
              <p:cNvPr id="18" name="CaixaDeTexto 17">
                <a:extLst>
                  <a:ext uri="{FF2B5EF4-FFF2-40B4-BE49-F238E27FC236}">
                    <a16:creationId xmlns:a16="http://schemas.microsoft.com/office/drawing/2014/main" id="{3DBC9A3A-28D1-4C5D-95B4-5ABA388F1353}"/>
                  </a:ext>
                </a:extLst>
              </p:cNvPr>
              <p:cNvSpPr txBox="1">
                <a:spLocks noRot="1" noChangeAspect="1" noMove="1" noResize="1" noEditPoints="1" noAdjustHandles="1" noChangeArrowheads="1" noChangeShapeType="1" noTextEdit="1"/>
              </p:cNvSpPr>
              <p:nvPr/>
            </p:nvSpPr>
            <p:spPr>
              <a:xfrm>
                <a:off x="0" y="4954968"/>
                <a:ext cx="4801704" cy="523220"/>
              </a:xfrm>
              <a:prstGeom prst="rect">
                <a:avLst/>
              </a:prstGeom>
              <a:blipFill>
                <a:blip r:embed="rId10"/>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52982B8A-72A2-404B-AEE6-AE110340E8AC}"/>
                  </a:ext>
                </a:extLst>
              </p:cNvPr>
              <p:cNvSpPr txBox="1"/>
              <p:nvPr/>
            </p:nvSpPr>
            <p:spPr>
              <a:xfrm>
                <a:off x="273489" y="5422920"/>
                <a:ext cx="4801704"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solidFill>
                                <a:srgbClr val="FF0000"/>
                              </a:solidFill>
                              <a:latin typeface="Cambria Math" panose="02040503050406030204" pitchFamily="18" charset="0"/>
                              <a:cs typeface="Arial" panose="020B0604020202020204" pitchFamily="34" charset="0"/>
                            </a:rPr>
                          </m:ctrlPr>
                        </m:sSubPr>
                        <m:e>
                          <m:r>
                            <a:rPr lang="pt-BR" sz="2800" b="1" i="1" smtClean="0">
                              <a:solidFill>
                                <a:srgbClr val="FF0000"/>
                              </a:solidFill>
                              <a:latin typeface="Cambria Math" panose="02040503050406030204" pitchFamily="18" charset="0"/>
                              <a:cs typeface="Arial" panose="020B0604020202020204" pitchFamily="34" charset="0"/>
                            </a:rPr>
                            <m:t>𝟏</m:t>
                          </m:r>
                          <m:r>
                            <a:rPr lang="pt-BR" sz="2800" b="1" i="1" smtClean="0">
                              <a:solidFill>
                                <a:srgbClr val="FF0000"/>
                              </a:solidFill>
                              <a:latin typeface="Cambria Math" panose="02040503050406030204" pitchFamily="18" charset="0"/>
                              <a:cs typeface="Arial" panose="020B0604020202020204" pitchFamily="34" charset="0"/>
                            </a:rPr>
                            <m:t>,</m:t>
                          </m:r>
                          <m:r>
                            <a:rPr lang="pt-BR" sz="2800" b="1" i="1" smtClean="0">
                              <a:solidFill>
                                <a:srgbClr val="FF0000"/>
                              </a:solidFill>
                              <a:latin typeface="Cambria Math" panose="02040503050406030204" pitchFamily="18" charset="0"/>
                              <a:cs typeface="Arial" panose="020B0604020202020204" pitchFamily="34" charset="0"/>
                            </a:rPr>
                            <m:t>𝟐</m:t>
                          </m:r>
                          <m:r>
                            <a:rPr lang="pt-BR" sz="2800" b="1" i="1" smtClean="0">
                              <a:solidFill>
                                <a:srgbClr val="FF0000"/>
                              </a:solidFill>
                              <a:latin typeface="Cambria Math" panose="02040503050406030204" pitchFamily="18" charset="0"/>
                              <a:cs typeface="Arial" panose="020B0604020202020204" pitchFamily="34" charset="0"/>
                            </a:rPr>
                            <m:t>.</m:t>
                          </m:r>
                          <m:r>
                            <a:rPr lang="pt-BR" sz="2800" b="1" i="1">
                              <a:solidFill>
                                <a:srgbClr val="FF0000"/>
                              </a:solidFill>
                              <a:latin typeface="Cambria Math" panose="02040503050406030204" pitchFamily="18" charset="0"/>
                              <a:cs typeface="Arial" panose="020B0604020202020204" pitchFamily="34" charset="0"/>
                            </a:rPr>
                            <m:t>𝒗</m:t>
                          </m:r>
                        </m:e>
                        <m:sub>
                          <m:r>
                            <a:rPr lang="pt-BR" sz="2800" b="1" i="1">
                              <a:solidFill>
                                <a:srgbClr val="FF0000"/>
                              </a:solidFill>
                              <a:latin typeface="Cambria Math" panose="02040503050406030204" pitchFamily="18" charset="0"/>
                              <a:cs typeface="Arial" panose="020B0604020202020204" pitchFamily="34" charset="0"/>
                            </a:rPr>
                            <m:t>𝑩</m:t>
                          </m:r>
                        </m:sub>
                      </m:sSub>
                      <m:r>
                        <a:rPr lang="pt-BR" sz="2800" b="1" i="1" smtClean="0">
                          <a:solidFill>
                            <a:srgbClr val="FF0000"/>
                          </a:solidFill>
                          <a:latin typeface="Cambria Math" panose="02040503050406030204" pitchFamily="18" charset="0"/>
                          <a:cs typeface="Arial" panose="020B0604020202020204" pitchFamily="34" charset="0"/>
                        </a:rPr>
                        <m:t>+</m:t>
                      </m:r>
                      <m:r>
                        <a:rPr lang="pt-BR" sz="2800" b="1" i="1" smtClean="0">
                          <a:solidFill>
                            <a:srgbClr val="FF0000"/>
                          </a:solidFill>
                          <a:latin typeface="Cambria Math" panose="02040503050406030204" pitchFamily="18" charset="0"/>
                          <a:cs typeface="Arial" panose="020B0604020202020204" pitchFamily="34" charset="0"/>
                        </a:rPr>
                        <m:t>𝟑</m:t>
                      </m:r>
                      <m:r>
                        <a:rPr lang="pt-BR" sz="2800" b="1" i="1">
                          <a:solidFill>
                            <a:srgbClr val="FF0000"/>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𝟔</m:t>
                      </m:r>
                      <m:r>
                        <a:rPr lang="pt-BR" sz="2800" b="1" i="1" smtClean="0">
                          <a:solidFill>
                            <a:srgbClr val="FF0000"/>
                          </a:solidFill>
                          <a:latin typeface="Cambria Math" panose="02040503050406030204" pitchFamily="18" charset="0"/>
                          <a:cs typeface="Arial" panose="020B0604020202020204" pitchFamily="34" charset="0"/>
                        </a:rPr>
                        <m:t>=</m:t>
                      </m:r>
                      <m:r>
                        <a:rPr lang="pt-BR" sz="2800" b="1" i="1" smtClean="0">
                          <a:solidFill>
                            <a:srgbClr val="FF0000"/>
                          </a:solidFill>
                          <a:latin typeface="Cambria Math" panose="02040503050406030204" pitchFamily="18" charset="0"/>
                          <a:cs typeface="Arial" panose="020B0604020202020204" pitchFamily="34" charset="0"/>
                        </a:rPr>
                        <m:t>𝟏</m:t>
                      </m:r>
                      <m:r>
                        <a:rPr lang="pt-BR" sz="2800" b="1" i="1" smtClean="0">
                          <a:solidFill>
                            <a:srgbClr val="FF0000"/>
                          </a:solidFill>
                          <a:latin typeface="Cambria Math" panose="02040503050406030204" pitchFamily="18" charset="0"/>
                          <a:cs typeface="Arial" panose="020B0604020202020204" pitchFamily="34" charset="0"/>
                        </a:rPr>
                        <m:t>,</m:t>
                      </m:r>
                      <m:r>
                        <a:rPr lang="pt-BR" sz="2800" b="1" i="1" smtClean="0">
                          <a:solidFill>
                            <a:srgbClr val="FF0000"/>
                          </a:solidFill>
                          <a:latin typeface="Cambria Math" panose="02040503050406030204" pitchFamily="18" charset="0"/>
                          <a:cs typeface="Arial" panose="020B0604020202020204" pitchFamily="34" charset="0"/>
                        </a:rPr>
                        <m:t>𝟖</m:t>
                      </m:r>
                      <m:sSub>
                        <m:sSubPr>
                          <m:ctrlPr>
                            <a:rPr lang="pt-BR" sz="2800" b="1" i="1">
                              <a:solidFill>
                                <a:srgbClr val="FF0000"/>
                              </a:solidFill>
                              <a:latin typeface="Cambria Math" panose="02040503050406030204" pitchFamily="18" charset="0"/>
                              <a:cs typeface="Arial" panose="020B0604020202020204" pitchFamily="34" charset="0"/>
                            </a:rPr>
                          </m:ctrlPr>
                        </m:sSubPr>
                        <m:e>
                          <m:r>
                            <a:rPr lang="pt-BR" sz="2800" b="1" i="1">
                              <a:solidFill>
                                <a:srgbClr val="FF0000"/>
                              </a:solidFill>
                              <a:latin typeface="Cambria Math" panose="02040503050406030204" pitchFamily="18" charset="0"/>
                              <a:cs typeface="Arial" panose="020B0604020202020204" pitchFamily="34" charset="0"/>
                            </a:rPr>
                            <m:t>𝒗</m:t>
                          </m:r>
                        </m:e>
                        <m:sub>
                          <m:r>
                            <a:rPr lang="pt-BR" sz="2800" b="1" i="1">
                              <a:solidFill>
                                <a:srgbClr val="FF0000"/>
                              </a:solidFill>
                              <a:latin typeface="Cambria Math" panose="02040503050406030204" pitchFamily="18" charset="0"/>
                              <a:cs typeface="Arial" panose="020B0604020202020204" pitchFamily="34" charset="0"/>
                            </a:rPr>
                            <m:t>𝑩</m:t>
                          </m:r>
                        </m:sub>
                      </m:sSub>
                      <m:r>
                        <a:rPr lang="pt-BR" sz="2800" b="1" i="1" smtClean="0">
                          <a:solidFill>
                            <a:srgbClr val="FF0000"/>
                          </a:solidFill>
                          <a:latin typeface="Cambria Math" panose="02040503050406030204" pitchFamily="18" charset="0"/>
                          <a:cs typeface="Arial" panose="020B0604020202020204" pitchFamily="34" charset="0"/>
                        </a:rPr>
                        <m:t>−</m:t>
                      </m:r>
                      <m:r>
                        <a:rPr lang="pt-BR" sz="2800" b="1" i="1" smtClean="0">
                          <a:solidFill>
                            <a:srgbClr val="FF0000"/>
                          </a:solidFill>
                          <a:latin typeface="Cambria Math" panose="02040503050406030204" pitchFamily="18" charset="0"/>
                          <a:cs typeface="Arial" panose="020B0604020202020204" pitchFamily="34" charset="0"/>
                        </a:rPr>
                        <m:t>𝟓</m:t>
                      </m:r>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𝟒</m:t>
                      </m:r>
                    </m:oMath>
                  </m:oMathPara>
                </a14:m>
                <a:endParaRPr lang="pt-BR" sz="2800" b="1" dirty="0">
                  <a:solidFill>
                    <a:srgbClr val="FF0000"/>
                  </a:solidFill>
                  <a:latin typeface="Arial" panose="020B0604020202020204" pitchFamily="34" charset="0"/>
                  <a:cs typeface="Arial" panose="020B0604020202020204" pitchFamily="34" charset="0"/>
                </a:endParaRPr>
              </a:p>
            </p:txBody>
          </p:sp>
        </mc:Choice>
        <mc:Fallback xmlns="">
          <p:sp>
            <p:nvSpPr>
              <p:cNvPr id="19" name="CaixaDeTexto 18">
                <a:extLst>
                  <a:ext uri="{FF2B5EF4-FFF2-40B4-BE49-F238E27FC236}">
                    <a16:creationId xmlns:a16="http://schemas.microsoft.com/office/drawing/2014/main" id="{52982B8A-72A2-404B-AEE6-AE110340E8AC}"/>
                  </a:ext>
                </a:extLst>
              </p:cNvPr>
              <p:cNvSpPr txBox="1">
                <a:spLocks noRot="1" noChangeAspect="1" noMove="1" noResize="1" noEditPoints="1" noAdjustHandles="1" noChangeArrowheads="1" noChangeShapeType="1" noTextEdit="1"/>
              </p:cNvSpPr>
              <p:nvPr/>
            </p:nvSpPr>
            <p:spPr>
              <a:xfrm>
                <a:off x="273489" y="5422920"/>
                <a:ext cx="4801704" cy="523220"/>
              </a:xfrm>
              <a:prstGeom prst="rect">
                <a:avLst/>
              </a:prstGeom>
              <a:blipFill>
                <a:blip r:embed="rId11"/>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0" name="CaixaDeTexto 19">
                <a:extLst>
                  <a:ext uri="{FF2B5EF4-FFF2-40B4-BE49-F238E27FC236}">
                    <a16:creationId xmlns:a16="http://schemas.microsoft.com/office/drawing/2014/main" id="{CCB81AA2-13D4-4EAC-BEC6-BDF36DAF5745}"/>
                  </a:ext>
                </a:extLst>
              </p:cNvPr>
              <p:cNvSpPr txBox="1"/>
              <p:nvPr/>
            </p:nvSpPr>
            <p:spPr>
              <a:xfrm>
                <a:off x="1297097" y="5740595"/>
                <a:ext cx="2371041"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latin typeface="Cambria Math" panose="02040503050406030204" pitchFamily="18" charset="0"/>
                          <a:cs typeface="Arial" panose="020B0604020202020204" pitchFamily="34" charset="0"/>
                        </a:rPr>
                        <m:t>𝟎</m:t>
                      </m:r>
                      <m:r>
                        <a:rPr lang="pt-BR" sz="2800" b="1" i="1" smtClean="0">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𝟔</m:t>
                      </m:r>
                      <m:sSub>
                        <m:sSubPr>
                          <m:ctrlPr>
                            <a:rPr lang="pt-BR" sz="2800" b="1" i="1">
                              <a:latin typeface="Cambria Math" panose="02040503050406030204" pitchFamily="18" charset="0"/>
                              <a:cs typeface="Arial" panose="020B0604020202020204" pitchFamily="34" charset="0"/>
                            </a:rPr>
                          </m:ctrlPr>
                        </m:sSubPr>
                        <m:e>
                          <m:r>
                            <a:rPr lang="pt-BR" sz="2800" b="1" i="1">
                              <a:latin typeface="Cambria Math" panose="02040503050406030204" pitchFamily="18" charset="0"/>
                              <a:cs typeface="Arial" panose="020B0604020202020204" pitchFamily="34" charset="0"/>
                            </a:rPr>
                            <m:t>𝒗</m:t>
                          </m:r>
                        </m:e>
                        <m:sub>
                          <m:r>
                            <a:rPr lang="pt-BR" sz="2800" b="1" i="1">
                              <a:latin typeface="Cambria Math" panose="02040503050406030204" pitchFamily="18" charset="0"/>
                              <a:cs typeface="Arial" panose="020B0604020202020204" pitchFamily="34" charset="0"/>
                            </a:rPr>
                            <m:t>𝑩</m:t>
                          </m:r>
                        </m:sub>
                      </m:sSub>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𝟗</m:t>
                      </m:r>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𝟎</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20" name="CaixaDeTexto 19">
                <a:extLst>
                  <a:ext uri="{FF2B5EF4-FFF2-40B4-BE49-F238E27FC236}">
                    <a16:creationId xmlns:a16="http://schemas.microsoft.com/office/drawing/2014/main" id="{CCB81AA2-13D4-4EAC-BEC6-BDF36DAF5745}"/>
                  </a:ext>
                </a:extLst>
              </p:cNvPr>
              <p:cNvSpPr txBox="1">
                <a:spLocks noRot="1" noChangeAspect="1" noMove="1" noResize="1" noEditPoints="1" noAdjustHandles="1" noChangeArrowheads="1" noChangeShapeType="1" noTextEdit="1"/>
              </p:cNvSpPr>
              <p:nvPr/>
            </p:nvSpPr>
            <p:spPr>
              <a:xfrm>
                <a:off x="1297097" y="5740595"/>
                <a:ext cx="2371041" cy="523220"/>
              </a:xfrm>
              <a:prstGeom prst="rect">
                <a:avLst/>
              </a:prstGeom>
              <a:blipFill>
                <a:blip r:embed="rId1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1" name="CaixaDeTexto 20">
                <a:extLst>
                  <a:ext uri="{FF2B5EF4-FFF2-40B4-BE49-F238E27FC236}">
                    <a16:creationId xmlns:a16="http://schemas.microsoft.com/office/drawing/2014/main" id="{66642427-6B34-4907-9675-946919448386}"/>
                  </a:ext>
                </a:extLst>
              </p:cNvPr>
              <p:cNvSpPr txBox="1"/>
              <p:nvPr/>
            </p:nvSpPr>
            <p:spPr>
              <a:xfrm>
                <a:off x="1510976" y="6265410"/>
                <a:ext cx="2797788" cy="523220"/>
              </a:xfrm>
              <a:custGeom>
                <a:avLst/>
                <a:gdLst>
                  <a:gd name="connsiteX0" fmla="*/ 0 w 2797788"/>
                  <a:gd name="connsiteY0" fmla="*/ 0 h 523220"/>
                  <a:gd name="connsiteX1" fmla="*/ 559558 w 2797788"/>
                  <a:gd name="connsiteY1" fmla="*/ 0 h 523220"/>
                  <a:gd name="connsiteX2" fmla="*/ 1091137 w 2797788"/>
                  <a:gd name="connsiteY2" fmla="*/ 0 h 523220"/>
                  <a:gd name="connsiteX3" fmla="*/ 1678673 w 2797788"/>
                  <a:gd name="connsiteY3" fmla="*/ 0 h 523220"/>
                  <a:gd name="connsiteX4" fmla="*/ 2294186 w 2797788"/>
                  <a:gd name="connsiteY4" fmla="*/ 0 h 523220"/>
                  <a:gd name="connsiteX5" fmla="*/ 2797788 w 2797788"/>
                  <a:gd name="connsiteY5" fmla="*/ 0 h 523220"/>
                  <a:gd name="connsiteX6" fmla="*/ 2797788 w 2797788"/>
                  <a:gd name="connsiteY6" fmla="*/ 523220 h 523220"/>
                  <a:gd name="connsiteX7" fmla="*/ 2238230 w 2797788"/>
                  <a:gd name="connsiteY7" fmla="*/ 523220 h 523220"/>
                  <a:gd name="connsiteX8" fmla="*/ 1734629 w 2797788"/>
                  <a:gd name="connsiteY8" fmla="*/ 523220 h 523220"/>
                  <a:gd name="connsiteX9" fmla="*/ 1175071 w 2797788"/>
                  <a:gd name="connsiteY9" fmla="*/ 523220 h 523220"/>
                  <a:gd name="connsiteX10" fmla="*/ 587535 w 2797788"/>
                  <a:gd name="connsiteY10" fmla="*/ 523220 h 523220"/>
                  <a:gd name="connsiteX11" fmla="*/ 0 w 2797788"/>
                  <a:gd name="connsiteY11" fmla="*/ 523220 h 523220"/>
                  <a:gd name="connsiteX12" fmla="*/ 0 w 2797788"/>
                  <a:gd name="connsiteY12" fmla="*/ 0 h 523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97788" h="523220" extrusionOk="0">
                    <a:moveTo>
                      <a:pt x="0" y="0"/>
                    </a:moveTo>
                    <a:cubicBezTo>
                      <a:pt x="145842" y="-56066"/>
                      <a:pt x="410310" y="78"/>
                      <a:pt x="559558" y="0"/>
                    </a:cubicBezTo>
                    <a:cubicBezTo>
                      <a:pt x="708806" y="-78"/>
                      <a:pt x="919595" y="54527"/>
                      <a:pt x="1091137" y="0"/>
                    </a:cubicBezTo>
                    <a:cubicBezTo>
                      <a:pt x="1262679" y="-54527"/>
                      <a:pt x="1463720" y="31011"/>
                      <a:pt x="1678673" y="0"/>
                    </a:cubicBezTo>
                    <a:cubicBezTo>
                      <a:pt x="1893626" y="-31011"/>
                      <a:pt x="2149163" y="18342"/>
                      <a:pt x="2294186" y="0"/>
                    </a:cubicBezTo>
                    <a:cubicBezTo>
                      <a:pt x="2439209" y="-18342"/>
                      <a:pt x="2676400" y="3989"/>
                      <a:pt x="2797788" y="0"/>
                    </a:cubicBezTo>
                    <a:cubicBezTo>
                      <a:pt x="2812637" y="191864"/>
                      <a:pt x="2744496" y="264976"/>
                      <a:pt x="2797788" y="523220"/>
                    </a:cubicBezTo>
                    <a:cubicBezTo>
                      <a:pt x="2634426" y="553795"/>
                      <a:pt x="2382273" y="515357"/>
                      <a:pt x="2238230" y="523220"/>
                    </a:cubicBezTo>
                    <a:cubicBezTo>
                      <a:pt x="2094187" y="531083"/>
                      <a:pt x="1958083" y="494084"/>
                      <a:pt x="1734629" y="523220"/>
                    </a:cubicBezTo>
                    <a:cubicBezTo>
                      <a:pt x="1511175" y="552356"/>
                      <a:pt x="1312376" y="499703"/>
                      <a:pt x="1175071" y="523220"/>
                    </a:cubicBezTo>
                    <a:cubicBezTo>
                      <a:pt x="1037766" y="546737"/>
                      <a:pt x="803708" y="482940"/>
                      <a:pt x="587535" y="523220"/>
                    </a:cubicBezTo>
                    <a:cubicBezTo>
                      <a:pt x="371362" y="563500"/>
                      <a:pt x="122677" y="507177"/>
                      <a:pt x="0" y="523220"/>
                    </a:cubicBezTo>
                    <a:cubicBezTo>
                      <a:pt x="-30680" y="378444"/>
                      <a:pt x="33704" y="230068"/>
                      <a:pt x="0" y="0"/>
                    </a:cubicBezTo>
                    <a:close/>
                  </a:path>
                </a:pathLst>
              </a:custGeom>
              <a:noFill/>
              <a:ln w="57150">
                <a:solidFill>
                  <a:srgbClr val="FF0000"/>
                </a:solidFill>
                <a:extLst>
                  <a:ext uri="{C807C97D-BFC1-408E-A445-0C87EB9F89A2}">
                    <ask:lineSketchStyleProps xmlns:ask="http://schemas.microsoft.com/office/drawing/2018/sketchyshapes" sd="1617499634">
                      <a:prstGeom prst="rect">
                        <a:avLst/>
                      </a:prstGeom>
                      <ask:type>
                        <ask:lineSketchScribble/>
                      </ask:type>
                    </ask:lineSketchStyleProps>
                  </a:ext>
                </a:extLst>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a:latin typeface="Cambria Math" panose="02040503050406030204" pitchFamily="18" charset="0"/>
                              <a:cs typeface="Arial" panose="020B0604020202020204" pitchFamily="34" charset="0"/>
                            </a:rPr>
                            <m:t>𝒗</m:t>
                          </m:r>
                        </m:e>
                        <m:sub>
                          <m:r>
                            <a:rPr lang="pt-BR" sz="2800" b="1" i="1">
                              <a:latin typeface="Cambria Math" panose="02040503050406030204" pitchFamily="18" charset="0"/>
                              <a:cs typeface="Arial" panose="020B0604020202020204" pitchFamily="34" charset="0"/>
                            </a:rPr>
                            <m:t>𝑩</m:t>
                          </m:r>
                        </m:sub>
                      </m:sSub>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𝟏𝟓</m:t>
                      </m:r>
                      <m:r>
                        <a:rPr lang="pt-BR" sz="2800" b="1" i="1" smtClean="0">
                          <a:solidFill>
                            <a:schemeClr val="tx1"/>
                          </a:solidFill>
                          <a:latin typeface="Cambria Math" panose="02040503050406030204" pitchFamily="18" charset="0"/>
                          <a:cs typeface="Arial" panose="020B0604020202020204" pitchFamily="34" charset="0"/>
                        </a:rPr>
                        <m:t> </m:t>
                      </m:r>
                      <m:r>
                        <a:rPr lang="pt-BR" sz="2800" b="1" i="1" smtClean="0">
                          <a:solidFill>
                            <a:schemeClr val="tx1"/>
                          </a:solidFill>
                          <a:latin typeface="Cambria Math" panose="02040503050406030204" pitchFamily="18" charset="0"/>
                          <a:cs typeface="Arial" panose="020B0604020202020204" pitchFamily="34" charset="0"/>
                        </a:rPr>
                        <m:t>𝒌𝒎</m:t>
                      </m:r>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𝒉</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21" name="CaixaDeTexto 20">
                <a:extLst>
                  <a:ext uri="{FF2B5EF4-FFF2-40B4-BE49-F238E27FC236}">
                    <a16:creationId xmlns:a16="http://schemas.microsoft.com/office/drawing/2014/main" id="{66642427-6B34-4907-9675-946919448386}"/>
                  </a:ext>
                </a:extLst>
              </p:cNvPr>
              <p:cNvSpPr txBox="1">
                <a:spLocks noRot="1" noChangeAspect="1" noMove="1" noResize="1" noEditPoints="1" noAdjustHandles="1" noChangeArrowheads="1" noChangeShapeType="1" noTextEdit="1"/>
              </p:cNvSpPr>
              <p:nvPr/>
            </p:nvSpPr>
            <p:spPr>
              <a:xfrm>
                <a:off x="1510976" y="6265410"/>
                <a:ext cx="2797788" cy="523220"/>
              </a:xfrm>
              <a:prstGeom prst="rect">
                <a:avLst/>
              </a:prstGeom>
              <a:blipFill>
                <a:blip r:embed="rId13"/>
                <a:stretch>
                  <a:fillRect/>
                </a:stretch>
              </a:blipFill>
              <a:ln w="57150">
                <a:solidFill>
                  <a:srgbClr val="FF0000"/>
                </a:solidFill>
                <a:extLst>
                  <a:ext uri="{C807C97D-BFC1-408E-A445-0C87EB9F89A2}">
                    <ask:lineSketchStyleProps xmlns:ask="http://schemas.microsoft.com/office/drawing/2018/sketchyshapes" sd="1617499634">
                      <a:custGeom>
                        <a:avLst/>
                        <a:gdLst>
                          <a:gd name="connsiteX0" fmla="*/ 0 w 2797788"/>
                          <a:gd name="connsiteY0" fmla="*/ 0 h 523220"/>
                          <a:gd name="connsiteX1" fmla="*/ 559558 w 2797788"/>
                          <a:gd name="connsiteY1" fmla="*/ 0 h 523220"/>
                          <a:gd name="connsiteX2" fmla="*/ 1091137 w 2797788"/>
                          <a:gd name="connsiteY2" fmla="*/ 0 h 523220"/>
                          <a:gd name="connsiteX3" fmla="*/ 1678673 w 2797788"/>
                          <a:gd name="connsiteY3" fmla="*/ 0 h 523220"/>
                          <a:gd name="connsiteX4" fmla="*/ 2294186 w 2797788"/>
                          <a:gd name="connsiteY4" fmla="*/ 0 h 523220"/>
                          <a:gd name="connsiteX5" fmla="*/ 2797788 w 2797788"/>
                          <a:gd name="connsiteY5" fmla="*/ 0 h 523220"/>
                          <a:gd name="connsiteX6" fmla="*/ 2797788 w 2797788"/>
                          <a:gd name="connsiteY6" fmla="*/ 523220 h 523220"/>
                          <a:gd name="connsiteX7" fmla="*/ 2238230 w 2797788"/>
                          <a:gd name="connsiteY7" fmla="*/ 523220 h 523220"/>
                          <a:gd name="connsiteX8" fmla="*/ 1734629 w 2797788"/>
                          <a:gd name="connsiteY8" fmla="*/ 523220 h 523220"/>
                          <a:gd name="connsiteX9" fmla="*/ 1175071 w 2797788"/>
                          <a:gd name="connsiteY9" fmla="*/ 523220 h 523220"/>
                          <a:gd name="connsiteX10" fmla="*/ 587535 w 2797788"/>
                          <a:gd name="connsiteY10" fmla="*/ 523220 h 523220"/>
                          <a:gd name="connsiteX11" fmla="*/ 0 w 2797788"/>
                          <a:gd name="connsiteY11" fmla="*/ 523220 h 523220"/>
                          <a:gd name="connsiteX12" fmla="*/ 0 w 2797788"/>
                          <a:gd name="connsiteY12" fmla="*/ 0 h 523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97788" h="523220" extrusionOk="0">
                            <a:moveTo>
                              <a:pt x="0" y="0"/>
                            </a:moveTo>
                            <a:cubicBezTo>
                              <a:pt x="145842" y="-56066"/>
                              <a:pt x="410310" y="78"/>
                              <a:pt x="559558" y="0"/>
                            </a:cubicBezTo>
                            <a:cubicBezTo>
                              <a:pt x="708806" y="-78"/>
                              <a:pt x="919595" y="54527"/>
                              <a:pt x="1091137" y="0"/>
                            </a:cubicBezTo>
                            <a:cubicBezTo>
                              <a:pt x="1262679" y="-54527"/>
                              <a:pt x="1463720" y="31011"/>
                              <a:pt x="1678673" y="0"/>
                            </a:cubicBezTo>
                            <a:cubicBezTo>
                              <a:pt x="1893626" y="-31011"/>
                              <a:pt x="2149163" y="18342"/>
                              <a:pt x="2294186" y="0"/>
                            </a:cubicBezTo>
                            <a:cubicBezTo>
                              <a:pt x="2439209" y="-18342"/>
                              <a:pt x="2676400" y="3989"/>
                              <a:pt x="2797788" y="0"/>
                            </a:cubicBezTo>
                            <a:cubicBezTo>
                              <a:pt x="2812637" y="191864"/>
                              <a:pt x="2744496" y="264976"/>
                              <a:pt x="2797788" y="523220"/>
                            </a:cubicBezTo>
                            <a:cubicBezTo>
                              <a:pt x="2634426" y="553795"/>
                              <a:pt x="2382273" y="515357"/>
                              <a:pt x="2238230" y="523220"/>
                            </a:cubicBezTo>
                            <a:cubicBezTo>
                              <a:pt x="2094187" y="531083"/>
                              <a:pt x="1958083" y="494084"/>
                              <a:pt x="1734629" y="523220"/>
                            </a:cubicBezTo>
                            <a:cubicBezTo>
                              <a:pt x="1511175" y="552356"/>
                              <a:pt x="1312376" y="499703"/>
                              <a:pt x="1175071" y="523220"/>
                            </a:cubicBezTo>
                            <a:cubicBezTo>
                              <a:pt x="1037766" y="546737"/>
                              <a:pt x="803708" y="482940"/>
                              <a:pt x="587535" y="523220"/>
                            </a:cubicBezTo>
                            <a:cubicBezTo>
                              <a:pt x="371362" y="563500"/>
                              <a:pt x="122677" y="507177"/>
                              <a:pt x="0" y="523220"/>
                            </a:cubicBezTo>
                            <a:cubicBezTo>
                              <a:pt x="-30680" y="378444"/>
                              <a:pt x="33704" y="230068"/>
                              <a:pt x="0" y="0"/>
                            </a:cubicBezTo>
                            <a:close/>
                          </a:path>
                        </a:pathLst>
                      </a:custGeom>
                      <ask:type>
                        <ask:lineSketchScribble/>
                      </ask:type>
                    </ask:lineSketchStyleProps>
                  </a:ext>
                </a:extLst>
              </a:ln>
            </p:spPr>
            <p:txBody>
              <a:bodyPr/>
              <a:lstStyle/>
              <a:p>
                <a:r>
                  <a:rPr lang="pt-BR">
                    <a:noFill/>
                  </a:rPr>
                  <a:t> </a:t>
                </a:r>
              </a:p>
            </p:txBody>
          </p:sp>
        </mc:Fallback>
      </mc:AlternateContent>
      <p:cxnSp>
        <p:nvCxnSpPr>
          <p:cNvPr id="23" name="Conector reto 22">
            <a:extLst>
              <a:ext uri="{FF2B5EF4-FFF2-40B4-BE49-F238E27FC236}">
                <a16:creationId xmlns:a16="http://schemas.microsoft.com/office/drawing/2014/main" id="{53BF64A6-1F4A-417A-8149-CA27E37FBF03}"/>
              </a:ext>
            </a:extLst>
          </p:cNvPr>
          <p:cNvCxnSpPr>
            <a:cxnSpLocks/>
          </p:cNvCxnSpPr>
          <p:nvPr/>
        </p:nvCxnSpPr>
        <p:spPr>
          <a:xfrm>
            <a:off x="5110737" y="5077853"/>
            <a:ext cx="22560" cy="1581612"/>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CaixaDeTexto 28">
                <a:extLst>
                  <a:ext uri="{FF2B5EF4-FFF2-40B4-BE49-F238E27FC236}">
                    <a16:creationId xmlns:a16="http://schemas.microsoft.com/office/drawing/2014/main" id="{34E49A0D-7AD1-4D1F-A212-9D420CDFCA45}"/>
                  </a:ext>
                </a:extLst>
              </p:cNvPr>
              <p:cNvSpPr txBox="1"/>
              <p:nvPr/>
            </p:nvSpPr>
            <p:spPr>
              <a:xfrm>
                <a:off x="5245127" y="5057167"/>
                <a:ext cx="3640872"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𝑺</m:t>
                          </m:r>
                        </m:e>
                        <m:sub>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𝒊𝒅𝒂</m:t>
                          </m:r>
                        </m:sub>
                      </m:sSub>
                      <m:r>
                        <a:rPr lang="pt-BR" sz="2800" b="1" i="1" smtClean="0">
                          <a:solidFill>
                            <a:schemeClr val="tx1"/>
                          </a:solidFill>
                          <a:latin typeface="Cambria Math" panose="02040503050406030204" pitchFamily="18" charset="0"/>
                          <a:cs typeface="Arial" panose="020B0604020202020204" pitchFamily="34" charset="0"/>
                        </a:rPr>
                        <m:t>=</m:t>
                      </m:r>
                      <m:d>
                        <m:dPr>
                          <m:ctrlPr>
                            <a:rPr lang="pt-BR" sz="2800" b="1" i="1" smtClean="0">
                              <a:solidFill>
                                <a:schemeClr val="tx1"/>
                              </a:solidFill>
                              <a:latin typeface="Cambria Math" panose="02040503050406030204" pitchFamily="18" charset="0"/>
                              <a:cs typeface="Arial" panose="020B0604020202020204" pitchFamily="34" charset="0"/>
                            </a:rPr>
                          </m:ctrlPr>
                        </m:dPr>
                        <m:e>
                          <m:r>
                            <a:rPr lang="pt-BR" sz="2800" b="1" i="1" smtClean="0">
                              <a:solidFill>
                                <a:schemeClr val="tx1"/>
                              </a:solidFill>
                              <a:latin typeface="Cambria Math" panose="02040503050406030204" pitchFamily="18" charset="0"/>
                              <a:cs typeface="Arial" panose="020B0604020202020204" pitchFamily="34" charset="0"/>
                            </a:rPr>
                            <m:t>𝟏𝟓</m:t>
                          </m:r>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𝟑</m:t>
                          </m:r>
                        </m:e>
                      </m:d>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𝟏</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𝟐</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29" name="CaixaDeTexto 28">
                <a:extLst>
                  <a:ext uri="{FF2B5EF4-FFF2-40B4-BE49-F238E27FC236}">
                    <a16:creationId xmlns:a16="http://schemas.microsoft.com/office/drawing/2014/main" id="{34E49A0D-7AD1-4D1F-A212-9D420CDFCA45}"/>
                  </a:ext>
                </a:extLst>
              </p:cNvPr>
              <p:cNvSpPr txBox="1">
                <a:spLocks noRot="1" noChangeAspect="1" noMove="1" noResize="1" noEditPoints="1" noAdjustHandles="1" noChangeArrowheads="1" noChangeShapeType="1" noTextEdit="1"/>
              </p:cNvSpPr>
              <p:nvPr/>
            </p:nvSpPr>
            <p:spPr>
              <a:xfrm>
                <a:off x="5245127" y="5057167"/>
                <a:ext cx="3640872" cy="523220"/>
              </a:xfrm>
              <a:prstGeom prst="rect">
                <a:avLst/>
              </a:prstGeom>
              <a:blipFill>
                <a:blip r:embed="rId1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0" name="CaixaDeTexto 29">
                <a:extLst>
                  <a:ext uri="{FF2B5EF4-FFF2-40B4-BE49-F238E27FC236}">
                    <a16:creationId xmlns:a16="http://schemas.microsoft.com/office/drawing/2014/main" id="{1A1B4989-45DB-40B3-B527-8347AFF66598}"/>
                  </a:ext>
                </a:extLst>
              </p:cNvPr>
              <p:cNvSpPr txBox="1"/>
              <p:nvPr/>
            </p:nvSpPr>
            <p:spPr>
              <a:xfrm>
                <a:off x="5361459" y="5523554"/>
                <a:ext cx="2987536"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𝑺</m:t>
                          </m:r>
                        </m:e>
                        <m:sub>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𝒊𝒅𝒂</m:t>
                          </m:r>
                        </m:sub>
                      </m:sSub>
                      <m:r>
                        <a:rPr lang="pt-BR" sz="2800" b="1" i="1" smtClean="0">
                          <a:solidFill>
                            <a:srgbClr val="002060"/>
                          </a:solidFill>
                          <a:latin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cs typeface="Arial" panose="020B0604020202020204" pitchFamily="34" charset="0"/>
                        </a:rPr>
                        <m:t>𝟐𝟏</m:t>
                      </m:r>
                      <m:r>
                        <a:rPr lang="pt-BR" sz="2800" b="1" i="1" smtClean="0">
                          <a:solidFill>
                            <a:srgbClr val="002060"/>
                          </a:solidFill>
                          <a:latin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cs typeface="Arial" panose="020B0604020202020204" pitchFamily="34" charset="0"/>
                        </a:rPr>
                        <m:t>𝟔</m:t>
                      </m:r>
                      <m:r>
                        <a:rPr lang="pt-BR" sz="2800" b="1" i="1" smtClean="0">
                          <a:solidFill>
                            <a:srgbClr val="002060"/>
                          </a:solidFill>
                          <a:latin typeface="Cambria Math" panose="02040503050406030204" pitchFamily="18" charset="0"/>
                          <a:cs typeface="Arial" panose="020B0604020202020204" pitchFamily="34" charset="0"/>
                        </a:rPr>
                        <m:t> </m:t>
                      </m:r>
                      <m:r>
                        <a:rPr lang="pt-BR" sz="2800" b="1" i="1" smtClean="0">
                          <a:solidFill>
                            <a:srgbClr val="002060"/>
                          </a:solidFill>
                          <a:latin typeface="Cambria Math" panose="02040503050406030204" pitchFamily="18" charset="0"/>
                          <a:cs typeface="Arial" panose="020B0604020202020204" pitchFamily="34" charset="0"/>
                        </a:rPr>
                        <m:t>𝒌𝒎</m:t>
                      </m:r>
                    </m:oMath>
                  </m:oMathPara>
                </a14:m>
                <a:endParaRPr lang="pt-BR" sz="2800" b="1" dirty="0">
                  <a:solidFill>
                    <a:srgbClr val="002060"/>
                  </a:solidFill>
                  <a:latin typeface="Arial" panose="020B0604020202020204" pitchFamily="34" charset="0"/>
                  <a:cs typeface="Arial" panose="020B0604020202020204" pitchFamily="34" charset="0"/>
                </a:endParaRPr>
              </a:p>
            </p:txBody>
          </p:sp>
        </mc:Choice>
        <mc:Fallback xmlns="">
          <p:sp>
            <p:nvSpPr>
              <p:cNvPr id="30" name="CaixaDeTexto 29">
                <a:extLst>
                  <a:ext uri="{FF2B5EF4-FFF2-40B4-BE49-F238E27FC236}">
                    <a16:creationId xmlns:a16="http://schemas.microsoft.com/office/drawing/2014/main" id="{1A1B4989-45DB-40B3-B527-8347AFF66598}"/>
                  </a:ext>
                </a:extLst>
              </p:cNvPr>
              <p:cNvSpPr txBox="1">
                <a:spLocks noRot="1" noChangeAspect="1" noMove="1" noResize="1" noEditPoints="1" noAdjustHandles="1" noChangeArrowheads="1" noChangeShapeType="1" noTextEdit="1"/>
              </p:cNvSpPr>
              <p:nvPr/>
            </p:nvSpPr>
            <p:spPr>
              <a:xfrm>
                <a:off x="5361459" y="5523554"/>
                <a:ext cx="2987536" cy="523220"/>
              </a:xfrm>
              <a:prstGeom prst="rect">
                <a:avLst/>
              </a:prstGeom>
              <a:blipFill>
                <a:blip r:embed="rId1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1" name="CaixaDeTexto 30">
                <a:extLst>
                  <a:ext uri="{FF2B5EF4-FFF2-40B4-BE49-F238E27FC236}">
                    <a16:creationId xmlns:a16="http://schemas.microsoft.com/office/drawing/2014/main" id="{939D94FB-0E9C-4916-933C-C5A70C370A70}"/>
                  </a:ext>
                </a:extLst>
              </p:cNvPr>
              <p:cNvSpPr txBox="1"/>
              <p:nvPr/>
            </p:nvSpPr>
            <p:spPr>
              <a:xfrm>
                <a:off x="7636488" y="5868659"/>
                <a:ext cx="2040944"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𝑫</m:t>
                      </m:r>
                      <m:r>
                        <a:rPr lang="pt-BR" sz="28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m:t>
                      </m:r>
                      <m:d>
                        <m:dPr>
                          <m:begChr m:val="|"/>
                          <m:endChr m:val="|"/>
                          <m:ctrlPr>
                            <a:rPr lang="pt-BR" sz="28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pt-BR" sz="2800" b="1" i="1">
                              <a:solidFill>
                                <a:srgbClr val="C0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sSubPr>
                            <m:e>
                              <m:r>
                                <a:rPr lang="pt-BR" sz="2800" b="1" i="1">
                                  <a:solidFill>
                                    <a:srgbClr val="C00000"/>
                                  </a:solidFill>
                                  <a:latin typeface="Cambria Math" panose="02040503050406030204" pitchFamily="18" charset="0"/>
                                  <a:ea typeface="Cambria Math" panose="02040503050406030204" pitchFamily="18" charset="0"/>
                                  <a:cs typeface="Arial" panose="020B0604020202020204" pitchFamily="34" charset="0"/>
                                </a:rPr>
                                <m:t>𝑺</m:t>
                              </m:r>
                            </m:e>
                            <m:sub>
                              <m:r>
                                <a:rPr lang="pt-BR" sz="2800" b="1" i="1">
                                  <a:solidFill>
                                    <a:srgbClr val="C00000"/>
                                  </a:solidFill>
                                  <a:latin typeface="Cambria Math" panose="02040503050406030204" pitchFamily="18" charset="0"/>
                                  <a:ea typeface="Cambria Math" panose="02040503050406030204" pitchFamily="18" charset="0"/>
                                  <a:cs typeface="Arial" panose="020B0604020202020204" pitchFamily="34" charset="0"/>
                                </a:rPr>
                                <m:t>𝒊𝒅𝒂</m:t>
                              </m:r>
                            </m:sub>
                          </m:sSub>
                        </m:e>
                      </m:d>
                    </m:oMath>
                  </m:oMathPara>
                </a14:m>
                <a:endParaRPr lang="pt-BR" sz="2800" b="1" dirty="0">
                  <a:solidFill>
                    <a:srgbClr val="C00000"/>
                  </a:solidFill>
                  <a:latin typeface="Arial" panose="020B0604020202020204" pitchFamily="34" charset="0"/>
                  <a:cs typeface="Arial" panose="020B0604020202020204" pitchFamily="34" charset="0"/>
                </a:endParaRPr>
              </a:p>
            </p:txBody>
          </p:sp>
        </mc:Choice>
        <mc:Fallback xmlns="">
          <p:sp>
            <p:nvSpPr>
              <p:cNvPr id="31" name="CaixaDeTexto 30">
                <a:extLst>
                  <a:ext uri="{FF2B5EF4-FFF2-40B4-BE49-F238E27FC236}">
                    <a16:creationId xmlns:a16="http://schemas.microsoft.com/office/drawing/2014/main" id="{939D94FB-0E9C-4916-933C-C5A70C370A70}"/>
                  </a:ext>
                </a:extLst>
              </p:cNvPr>
              <p:cNvSpPr txBox="1">
                <a:spLocks noRot="1" noChangeAspect="1" noMove="1" noResize="1" noEditPoints="1" noAdjustHandles="1" noChangeArrowheads="1" noChangeShapeType="1" noTextEdit="1"/>
              </p:cNvSpPr>
              <p:nvPr/>
            </p:nvSpPr>
            <p:spPr>
              <a:xfrm>
                <a:off x="7636488" y="5868659"/>
                <a:ext cx="2040944" cy="523220"/>
              </a:xfrm>
              <a:prstGeom prst="rect">
                <a:avLst/>
              </a:prstGeom>
              <a:blipFill>
                <a:blip r:embed="rId1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2" name="CaixaDeTexto 31">
                <a:extLst>
                  <a:ext uri="{FF2B5EF4-FFF2-40B4-BE49-F238E27FC236}">
                    <a16:creationId xmlns:a16="http://schemas.microsoft.com/office/drawing/2014/main" id="{7F11AC95-B7D2-46A6-8DF4-DA7DE12F45B4}"/>
                  </a:ext>
                </a:extLst>
              </p:cNvPr>
              <p:cNvSpPr txBox="1"/>
              <p:nvPr/>
            </p:nvSpPr>
            <p:spPr>
              <a:xfrm>
                <a:off x="5452639" y="6306050"/>
                <a:ext cx="2440293" cy="523220"/>
              </a:xfrm>
              <a:prstGeom prst="rect">
                <a:avLst/>
              </a:prstGeom>
              <a:noFill/>
              <a:ln w="38100">
                <a:solidFill>
                  <a:srgbClr val="7030A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𝑫</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𝟐𝟏</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𝟔</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 </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𝒌𝒎</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32" name="CaixaDeTexto 31">
                <a:extLst>
                  <a:ext uri="{FF2B5EF4-FFF2-40B4-BE49-F238E27FC236}">
                    <a16:creationId xmlns:a16="http://schemas.microsoft.com/office/drawing/2014/main" id="{7F11AC95-B7D2-46A6-8DF4-DA7DE12F45B4}"/>
                  </a:ext>
                </a:extLst>
              </p:cNvPr>
              <p:cNvSpPr txBox="1">
                <a:spLocks noRot="1" noChangeAspect="1" noMove="1" noResize="1" noEditPoints="1" noAdjustHandles="1" noChangeArrowheads="1" noChangeShapeType="1" noTextEdit="1"/>
              </p:cNvSpPr>
              <p:nvPr/>
            </p:nvSpPr>
            <p:spPr>
              <a:xfrm>
                <a:off x="5452639" y="6306050"/>
                <a:ext cx="2440293" cy="523220"/>
              </a:xfrm>
              <a:prstGeom prst="rect">
                <a:avLst/>
              </a:prstGeom>
              <a:blipFill>
                <a:blip r:embed="rId17"/>
                <a:stretch>
                  <a:fillRect/>
                </a:stretch>
              </a:blipFill>
              <a:ln w="38100">
                <a:solidFill>
                  <a:srgbClr val="7030A0"/>
                </a:solidFill>
              </a:ln>
            </p:spPr>
            <p:txBody>
              <a:bodyPr/>
              <a:lstStyle/>
              <a:p>
                <a:r>
                  <a:rPr lang="pt-BR">
                    <a:noFill/>
                  </a:rPr>
                  <a:t> </a:t>
                </a:r>
              </a:p>
            </p:txBody>
          </p:sp>
        </mc:Fallback>
      </mc:AlternateContent>
      <p:pic>
        <p:nvPicPr>
          <p:cNvPr id="34" name="Imagem 33" descr="Forma&#10;&#10;Descrição gerada automaticamente">
            <a:extLst>
              <a:ext uri="{FF2B5EF4-FFF2-40B4-BE49-F238E27FC236}">
                <a16:creationId xmlns:a16="http://schemas.microsoft.com/office/drawing/2014/main" id="{0894E3B7-785A-4EE4-9BA5-C3C037BF106A}"/>
              </a:ext>
            </a:extLst>
          </p:cNvPr>
          <p:cNvPicPr>
            <a:picLocks noChangeAspect="1"/>
          </p:cNvPicPr>
          <p:nvPr/>
        </p:nvPicPr>
        <p:blipFill>
          <a:blip r:embed="rId18"/>
          <a:stretch>
            <a:fillRect/>
          </a:stretch>
        </p:blipFill>
        <p:spPr>
          <a:xfrm>
            <a:off x="9941137" y="4995684"/>
            <a:ext cx="1731391" cy="1731391"/>
          </a:xfrm>
          <a:prstGeom prst="rect">
            <a:avLst/>
          </a:prstGeom>
        </p:spPr>
      </p:pic>
    </p:spTree>
    <p:extLst>
      <p:ext uri="{BB962C8B-B14F-4D97-AF65-F5344CB8AC3E}">
        <p14:creationId xmlns:p14="http://schemas.microsoft.com/office/powerpoint/2010/main" val="795406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arn(inVertical)">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wipe(down)">
                                      <p:cBhvr>
                                        <p:cTn id="45" dur="500"/>
                                        <p:tgtEl>
                                          <p:spTgt spid="13"/>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fade">
                                      <p:cBhvr>
                                        <p:cTn id="50" dur="500"/>
                                        <p:tgtEl>
                                          <p:spTgt spid="9"/>
                                        </p:tgtEl>
                                      </p:cBhvr>
                                    </p:animEffect>
                                  </p:childTnLst>
                                </p:cTn>
                              </p:par>
                            </p:childTnLst>
                          </p:cTn>
                        </p:par>
                      </p:childTnLst>
                    </p:cTn>
                  </p:par>
                  <p:par>
                    <p:cTn id="51" fill="hold">
                      <p:stCondLst>
                        <p:cond delay="indefinite"/>
                      </p:stCondLst>
                      <p:childTnLst>
                        <p:par>
                          <p:cTn id="52" fill="hold">
                            <p:stCondLst>
                              <p:cond delay="0"/>
                            </p:stCondLst>
                            <p:childTnLst>
                              <p:par>
                                <p:cTn id="53" presetID="16" presetClass="entr" presetSubtype="21" fill="hold" grpId="0" nodeType="click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barn(inVertical)">
                                      <p:cBhvr>
                                        <p:cTn id="55" dur="500"/>
                                        <p:tgtEl>
                                          <p:spTgt spid="14"/>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childTnLst>
                          </p:cTn>
                        </p:par>
                      </p:childTnLst>
                    </p:cTn>
                  </p:par>
                  <p:par>
                    <p:cTn id="61" fill="hold">
                      <p:stCondLst>
                        <p:cond delay="indefinite"/>
                      </p:stCondLst>
                      <p:childTnLst>
                        <p:par>
                          <p:cTn id="62" fill="hold">
                            <p:stCondLst>
                              <p:cond delay="0"/>
                            </p:stCondLst>
                            <p:childTnLst>
                              <p:par>
                                <p:cTn id="63" presetID="16" presetClass="entr" presetSubtype="21" fill="hold" grpId="0" nodeType="click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barn(inVertical)">
                                      <p:cBhvr>
                                        <p:cTn id="65" dur="500"/>
                                        <p:tgtEl>
                                          <p:spTgt spid="16"/>
                                        </p:tgtEl>
                                      </p:cBhvr>
                                    </p:animEffect>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1000"/>
                                        <p:tgtEl>
                                          <p:spTgt spid="17"/>
                                        </p:tgtEl>
                                      </p:cBhvr>
                                    </p:animEffect>
                                    <p:anim calcmode="lin" valueType="num">
                                      <p:cBhvr>
                                        <p:cTn id="71" dur="1000" fill="hold"/>
                                        <p:tgtEl>
                                          <p:spTgt spid="17"/>
                                        </p:tgtEl>
                                        <p:attrNameLst>
                                          <p:attrName>ppt_x</p:attrName>
                                        </p:attrNameLst>
                                      </p:cBhvr>
                                      <p:tavLst>
                                        <p:tav tm="0">
                                          <p:val>
                                            <p:strVal val="#ppt_x"/>
                                          </p:val>
                                        </p:tav>
                                        <p:tav tm="100000">
                                          <p:val>
                                            <p:strVal val="#ppt_x"/>
                                          </p:val>
                                        </p:tav>
                                      </p:tavLst>
                                    </p:anim>
                                    <p:anim calcmode="lin" valueType="num">
                                      <p:cBhvr>
                                        <p:cTn id="72"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19"/>
                                        </p:tgtEl>
                                        <p:attrNameLst>
                                          <p:attrName>style.visibility</p:attrName>
                                        </p:attrNameLst>
                                      </p:cBhvr>
                                      <p:to>
                                        <p:strVal val="visible"/>
                                      </p:to>
                                    </p:set>
                                    <p:animEffect transition="in" filter="fade">
                                      <p:cBhvr>
                                        <p:cTn id="81" dur="500"/>
                                        <p:tgtEl>
                                          <p:spTgt spid="19"/>
                                        </p:tgtEl>
                                      </p:cBhvr>
                                    </p:animEffect>
                                  </p:childTnLst>
                                </p:cTn>
                              </p:par>
                            </p:childTnLst>
                          </p:cTn>
                        </p:par>
                      </p:childTnLst>
                    </p:cTn>
                  </p:par>
                  <p:par>
                    <p:cTn id="82" fill="hold">
                      <p:stCondLst>
                        <p:cond delay="indefinite"/>
                      </p:stCondLst>
                      <p:childTnLst>
                        <p:par>
                          <p:cTn id="83" fill="hold">
                            <p:stCondLst>
                              <p:cond delay="0"/>
                            </p:stCondLst>
                            <p:childTnLst>
                              <p:par>
                                <p:cTn id="84" presetID="42" presetClass="entr" presetSubtype="0" fill="hold" grpId="0" nodeType="clickEffect">
                                  <p:stCondLst>
                                    <p:cond delay="0"/>
                                  </p:stCondLst>
                                  <p:childTnLst>
                                    <p:set>
                                      <p:cBhvr>
                                        <p:cTn id="85" dur="1" fill="hold">
                                          <p:stCondLst>
                                            <p:cond delay="0"/>
                                          </p:stCondLst>
                                        </p:cTn>
                                        <p:tgtEl>
                                          <p:spTgt spid="20"/>
                                        </p:tgtEl>
                                        <p:attrNameLst>
                                          <p:attrName>style.visibility</p:attrName>
                                        </p:attrNameLst>
                                      </p:cBhvr>
                                      <p:to>
                                        <p:strVal val="visible"/>
                                      </p:to>
                                    </p:set>
                                    <p:animEffect transition="in" filter="fade">
                                      <p:cBhvr>
                                        <p:cTn id="86" dur="1000"/>
                                        <p:tgtEl>
                                          <p:spTgt spid="20"/>
                                        </p:tgtEl>
                                      </p:cBhvr>
                                    </p:animEffect>
                                    <p:anim calcmode="lin" valueType="num">
                                      <p:cBhvr>
                                        <p:cTn id="87" dur="1000" fill="hold"/>
                                        <p:tgtEl>
                                          <p:spTgt spid="20"/>
                                        </p:tgtEl>
                                        <p:attrNameLst>
                                          <p:attrName>ppt_x</p:attrName>
                                        </p:attrNameLst>
                                      </p:cBhvr>
                                      <p:tavLst>
                                        <p:tav tm="0">
                                          <p:val>
                                            <p:strVal val="#ppt_x"/>
                                          </p:val>
                                        </p:tav>
                                        <p:tav tm="100000">
                                          <p:val>
                                            <p:strVal val="#ppt_x"/>
                                          </p:val>
                                        </p:tav>
                                      </p:tavLst>
                                    </p:anim>
                                    <p:anim calcmode="lin" valueType="num">
                                      <p:cBhvr>
                                        <p:cTn id="88"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21"/>
                                        </p:tgtEl>
                                        <p:attrNameLst>
                                          <p:attrName>style.visibility</p:attrName>
                                        </p:attrNameLst>
                                      </p:cBhvr>
                                      <p:to>
                                        <p:strVal val="visible"/>
                                      </p:to>
                                    </p:set>
                                    <p:animEffect transition="in" filter="fade">
                                      <p:cBhvr>
                                        <p:cTn id="93" dur="500"/>
                                        <p:tgtEl>
                                          <p:spTgt spid="21"/>
                                        </p:tgtEl>
                                      </p:cBhvr>
                                    </p:animEffec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nodeType="clickEffect">
                                  <p:stCondLst>
                                    <p:cond delay="0"/>
                                  </p:stCondLst>
                                  <p:childTnLst>
                                    <p:set>
                                      <p:cBhvr>
                                        <p:cTn id="97" dur="1" fill="hold">
                                          <p:stCondLst>
                                            <p:cond delay="0"/>
                                          </p:stCondLst>
                                        </p:cTn>
                                        <p:tgtEl>
                                          <p:spTgt spid="23"/>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29"/>
                                        </p:tgtEl>
                                        <p:attrNameLst>
                                          <p:attrName>style.visibility</p:attrName>
                                        </p:attrNameLst>
                                      </p:cBhvr>
                                      <p:to>
                                        <p:strVal val="visible"/>
                                      </p:to>
                                    </p:set>
                                    <p:animEffect transition="in" filter="fade">
                                      <p:cBhvr>
                                        <p:cTn id="102" dur="500"/>
                                        <p:tgtEl>
                                          <p:spTgt spid="29"/>
                                        </p:tgtEl>
                                      </p:cBhvr>
                                    </p:animEffect>
                                  </p:childTnLst>
                                </p:cTn>
                              </p:par>
                            </p:childTnLst>
                          </p:cTn>
                        </p:par>
                      </p:childTnLst>
                    </p:cTn>
                  </p:par>
                  <p:par>
                    <p:cTn id="103" fill="hold">
                      <p:stCondLst>
                        <p:cond delay="indefinite"/>
                      </p:stCondLst>
                      <p:childTnLst>
                        <p:par>
                          <p:cTn id="104" fill="hold">
                            <p:stCondLst>
                              <p:cond delay="0"/>
                            </p:stCondLst>
                            <p:childTnLst>
                              <p:par>
                                <p:cTn id="105" presetID="16" presetClass="entr" presetSubtype="21" fill="hold" grpId="0" nodeType="clickEffect">
                                  <p:stCondLst>
                                    <p:cond delay="0"/>
                                  </p:stCondLst>
                                  <p:childTnLst>
                                    <p:set>
                                      <p:cBhvr>
                                        <p:cTn id="106" dur="1" fill="hold">
                                          <p:stCondLst>
                                            <p:cond delay="0"/>
                                          </p:stCondLst>
                                        </p:cTn>
                                        <p:tgtEl>
                                          <p:spTgt spid="30"/>
                                        </p:tgtEl>
                                        <p:attrNameLst>
                                          <p:attrName>style.visibility</p:attrName>
                                        </p:attrNameLst>
                                      </p:cBhvr>
                                      <p:to>
                                        <p:strVal val="visible"/>
                                      </p:to>
                                    </p:set>
                                    <p:animEffect transition="in" filter="barn(inVertical)">
                                      <p:cBhvr>
                                        <p:cTn id="107" dur="500"/>
                                        <p:tgtEl>
                                          <p:spTgt spid="30"/>
                                        </p:tgtEl>
                                      </p:cBhvr>
                                    </p:animEffec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31"/>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42" presetClass="entr" presetSubtype="0" fill="hold" grpId="0" nodeType="clickEffect">
                                  <p:stCondLst>
                                    <p:cond delay="0"/>
                                  </p:stCondLst>
                                  <p:childTnLst>
                                    <p:set>
                                      <p:cBhvr>
                                        <p:cTn id="115" dur="1" fill="hold">
                                          <p:stCondLst>
                                            <p:cond delay="0"/>
                                          </p:stCondLst>
                                        </p:cTn>
                                        <p:tgtEl>
                                          <p:spTgt spid="32"/>
                                        </p:tgtEl>
                                        <p:attrNameLst>
                                          <p:attrName>style.visibility</p:attrName>
                                        </p:attrNameLst>
                                      </p:cBhvr>
                                      <p:to>
                                        <p:strVal val="visible"/>
                                      </p:to>
                                    </p:set>
                                    <p:animEffect transition="in" filter="fade">
                                      <p:cBhvr>
                                        <p:cTn id="116" dur="1000"/>
                                        <p:tgtEl>
                                          <p:spTgt spid="32"/>
                                        </p:tgtEl>
                                      </p:cBhvr>
                                    </p:animEffect>
                                    <p:anim calcmode="lin" valueType="num">
                                      <p:cBhvr>
                                        <p:cTn id="117" dur="1000" fill="hold"/>
                                        <p:tgtEl>
                                          <p:spTgt spid="32"/>
                                        </p:tgtEl>
                                        <p:attrNameLst>
                                          <p:attrName>ppt_x</p:attrName>
                                        </p:attrNameLst>
                                      </p:cBhvr>
                                      <p:tavLst>
                                        <p:tav tm="0">
                                          <p:val>
                                            <p:strVal val="#ppt_x"/>
                                          </p:val>
                                        </p:tav>
                                        <p:tav tm="100000">
                                          <p:val>
                                            <p:strVal val="#ppt_x"/>
                                          </p:val>
                                        </p:tav>
                                      </p:tavLst>
                                    </p:anim>
                                    <p:anim calcmode="lin" valueType="num">
                                      <p:cBhvr>
                                        <p:cTn id="118"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22" presetClass="entr" presetSubtype="4" fill="hold" nodeType="clickEffect">
                                  <p:stCondLst>
                                    <p:cond delay="0"/>
                                  </p:stCondLst>
                                  <p:childTnLst>
                                    <p:set>
                                      <p:cBhvr>
                                        <p:cTn id="122" dur="1" fill="hold">
                                          <p:stCondLst>
                                            <p:cond delay="0"/>
                                          </p:stCondLst>
                                        </p:cTn>
                                        <p:tgtEl>
                                          <p:spTgt spid="34"/>
                                        </p:tgtEl>
                                        <p:attrNameLst>
                                          <p:attrName>style.visibility</p:attrName>
                                        </p:attrNameLst>
                                      </p:cBhvr>
                                      <p:to>
                                        <p:strVal val="visible"/>
                                      </p:to>
                                    </p:set>
                                    <p:animEffect transition="in" filter="wipe(down)">
                                      <p:cBhvr>
                                        <p:cTn id="123"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3" grpId="0" animBg="1"/>
      <p:bldP spid="7" grpId="0"/>
      <p:bldP spid="8" grpId="0"/>
      <p:bldP spid="9" grpId="0"/>
      <p:bldP spid="10" grpId="0" animBg="1"/>
      <p:bldP spid="11" grpId="0"/>
      <p:bldP spid="12" grpId="0" animBg="1"/>
      <p:bldP spid="13" grpId="0"/>
      <p:bldP spid="14" grpId="0" animBg="1"/>
      <p:bldP spid="15" grpId="0"/>
      <p:bldP spid="16" grpId="0" animBg="1"/>
      <p:bldP spid="17" grpId="0"/>
      <p:bldP spid="18" grpId="0"/>
      <p:bldP spid="19" grpId="0"/>
      <p:bldP spid="20" grpId="0"/>
      <p:bldP spid="21" grpId="0" animBg="1"/>
      <p:bldP spid="29" grpId="0"/>
      <p:bldP spid="30" grpId="0"/>
      <p:bldP spid="31" grpId="0"/>
      <p:bldP spid="3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7A26DEF5-53B2-43F4-A79C-BCE5C7029A7E}"/>
              </a:ext>
            </a:extLst>
          </p:cNvPr>
          <p:cNvSpPr txBox="1"/>
          <p:nvPr/>
        </p:nvSpPr>
        <p:spPr>
          <a:xfrm>
            <a:off x="139747" y="53915"/>
            <a:ext cx="11428798" cy="2677656"/>
          </a:xfrm>
          <a:prstGeom prst="rect">
            <a:avLst/>
          </a:prstGeom>
          <a:noFill/>
        </p:spPr>
        <p:txBody>
          <a:bodyPr wrap="square">
            <a:spAutoFit/>
          </a:bodyPr>
          <a:lstStyle/>
          <a:p>
            <a:pPr algn="just"/>
            <a:r>
              <a:rPr lang="pt-BR" sz="2800" b="1" dirty="0">
                <a:solidFill>
                  <a:srgbClr val="FF0000"/>
                </a:solidFill>
                <a:latin typeface="Arial" panose="020B0604020202020204" pitchFamily="34" charset="0"/>
                <a:cs typeface="Arial" panose="020B0604020202020204" pitchFamily="34" charset="0"/>
              </a:rPr>
              <a:t>Extra 2-) </a:t>
            </a:r>
            <a:r>
              <a:rPr lang="pt-BR" sz="2800" b="1" dirty="0">
                <a:latin typeface="Arial" panose="020B0604020202020204" pitchFamily="34" charset="0"/>
                <a:cs typeface="Arial" panose="020B0604020202020204" pitchFamily="34" charset="0"/>
              </a:rPr>
              <a:t>Um artista de cinema, ao gravar uma das cenas de um filme de aventura, vai de um extremo ao outro de um vagão de um trem, que se move em trilhos retilíneos com velocidade constante de 36 km/h, gastando 20 s. Sabendo que o vagão tem comprimento de 30 m e que o artista se move no mesmo sentido do movimento do trem, calcule:</a:t>
            </a:r>
          </a:p>
        </p:txBody>
      </p:sp>
      <p:sp>
        <p:nvSpPr>
          <p:cNvPr id="4" name="CaixaDeTexto 3">
            <a:extLst>
              <a:ext uri="{FF2B5EF4-FFF2-40B4-BE49-F238E27FC236}">
                <a16:creationId xmlns:a16="http://schemas.microsoft.com/office/drawing/2014/main" id="{4C2CE904-0557-4E83-BDB3-172BF62F5103}"/>
              </a:ext>
            </a:extLst>
          </p:cNvPr>
          <p:cNvSpPr txBox="1"/>
          <p:nvPr/>
        </p:nvSpPr>
        <p:spPr>
          <a:xfrm>
            <a:off x="135834" y="2566501"/>
            <a:ext cx="10615293" cy="523220"/>
          </a:xfrm>
          <a:prstGeom prst="rect">
            <a:avLst/>
          </a:prstGeom>
          <a:noFill/>
        </p:spPr>
        <p:txBody>
          <a:bodyPr wrap="square">
            <a:spAutoFit/>
          </a:bodyPr>
          <a:lstStyle/>
          <a:p>
            <a:pPr algn="just"/>
            <a:r>
              <a:rPr lang="pt-BR" sz="2800" b="1" dirty="0">
                <a:latin typeface="Arial" panose="020B0604020202020204" pitchFamily="34" charset="0"/>
                <a:cs typeface="Arial" panose="020B0604020202020204" pitchFamily="34" charset="0"/>
              </a:rPr>
              <a:t>a) a intensidade da velocidade do artista em relação ao trem;</a:t>
            </a:r>
          </a:p>
        </p:txBody>
      </p:sp>
      <p:sp>
        <p:nvSpPr>
          <p:cNvPr id="6" name="CaixaDeTexto 5">
            <a:extLst>
              <a:ext uri="{FF2B5EF4-FFF2-40B4-BE49-F238E27FC236}">
                <a16:creationId xmlns:a16="http://schemas.microsoft.com/office/drawing/2014/main" id="{3D178DF9-231F-4108-A983-AD94155D86FF}"/>
              </a:ext>
            </a:extLst>
          </p:cNvPr>
          <p:cNvSpPr txBox="1"/>
          <p:nvPr/>
        </p:nvSpPr>
        <p:spPr>
          <a:xfrm>
            <a:off x="1424683" y="3098763"/>
            <a:ext cx="2860411" cy="523220"/>
          </a:xfrm>
          <a:prstGeom prst="rect">
            <a:avLst/>
          </a:prstGeom>
          <a:noFill/>
        </p:spPr>
        <p:txBody>
          <a:bodyPr wrap="square" rtlCol="0">
            <a:spAutoFit/>
          </a:bodyPr>
          <a:lstStyle/>
          <a:p>
            <a:r>
              <a:rPr lang="pt-BR" sz="2800" b="1" dirty="0">
                <a:solidFill>
                  <a:srgbClr val="FF0000"/>
                </a:solidFill>
                <a:latin typeface="Arial" panose="020B0604020202020204" pitchFamily="34" charset="0"/>
                <a:cs typeface="Arial" panose="020B0604020202020204" pitchFamily="34" charset="0"/>
              </a:rPr>
              <a:t>Sabemos que:</a:t>
            </a:r>
          </a:p>
        </p:txBody>
      </p:sp>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FA17D629-BB36-4DAA-90CF-F7FF5B6E30AD}"/>
                  </a:ext>
                </a:extLst>
              </p:cNvPr>
              <p:cNvSpPr txBox="1"/>
              <p:nvPr/>
            </p:nvSpPr>
            <p:spPr>
              <a:xfrm>
                <a:off x="4142741" y="2950393"/>
                <a:ext cx="1578240" cy="9017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rgbClr val="002060"/>
                          </a:solidFill>
                          <a:latin typeface="Cambria Math" panose="02040503050406030204" pitchFamily="18" charset="0"/>
                          <a:cs typeface="Arial" panose="020B0604020202020204" pitchFamily="34" charset="0"/>
                        </a:rPr>
                        <m:t>𝒗</m:t>
                      </m:r>
                      <m:r>
                        <a:rPr lang="pt-BR" sz="2800" b="1" i="1" smtClean="0">
                          <a:solidFill>
                            <a:srgbClr val="002060"/>
                          </a:solidFill>
                          <a:latin typeface="Cambria Math" panose="02040503050406030204" pitchFamily="18" charset="0"/>
                          <a:cs typeface="Arial" panose="020B0604020202020204" pitchFamily="34" charset="0"/>
                        </a:rPr>
                        <m:t>=</m:t>
                      </m:r>
                      <m:f>
                        <m:fPr>
                          <m:ctrlPr>
                            <a:rPr lang="pt-BR" sz="2800" b="1" i="1" smtClean="0">
                              <a:solidFill>
                                <a:srgbClr val="002060"/>
                              </a:solidFill>
                              <a:latin typeface="Cambria Math" panose="02040503050406030204" pitchFamily="18" charset="0"/>
                              <a:cs typeface="Arial" panose="020B0604020202020204" pitchFamily="34" charset="0"/>
                            </a:rPr>
                          </m:ctrlPr>
                        </m:fPr>
                        <m:num>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𝑺</m:t>
                          </m:r>
                        </m:num>
                        <m:den>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𝒕</m:t>
                          </m:r>
                        </m:den>
                      </m:f>
                    </m:oMath>
                  </m:oMathPara>
                </a14:m>
                <a:endParaRPr lang="pt-BR" sz="2800" b="1" dirty="0">
                  <a:solidFill>
                    <a:srgbClr val="002060"/>
                  </a:solidFill>
                  <a:latin typeface="Arial" panose="020B0604020202020204" pitchFamily="34" charset="0"/>
                  <a:cs typeface="Arial" panose="020B0604020202020204" pitchFamily="34" charset="0"/>
                </a:endParaRPr>
              </a:p>
            </p:txBody>
          </p:sp>
        </mc:Choice>
        <mc:Fallback xmlns="">
          <p:sp>
            <p:nvSpPr>
              <p:cNvPr id="7" name="CaixaDeTexto 6">
                <a:extLst>
                  <a:ext uri="{FF2B5EF4-FFF2-40B4-BE49-F238E27FC236}">
                    <a16:creationId xmlns:a16="http://schemas.microsoft.com/office/drawing/2014/main" id="{FA17D629-BB36-4DAA-90CF-F7FF5B6E30AD}"/>
                  </a:ext>
                </a:extLst>
              </p:cNvPr>
              <p:cNvSpPr txBox="1">
                <a:spLocks noRot="1" noChangeAspect="1" noMove="1" noResize="1" noEditPoints="1" noAdjustHandles="1" noChangeArrowheads="1" noChangeShapeType="1" noTextEdit="1"/>
              </p:cNvSpPr>
              <p:nvPr/>
            </p:nvSpPr>
            <p:spPr>
              <a:xfrm>
                <a:off x="4142741" y="2950393"/>
                <a:ext cx="1578240" cy="901785"/>
              </a:xfrm>
              <a:prstGeom prst="rect">
                <a:avLst/>
              </a:prstGeom>
              <a:blipFill>
                <a:blip r:embed="rId2"/>
                <a:stretch>
                  <a:fillRect/>
                </a:stretch>
              </a:blipFill>
            </p:spPr>
            <p:txBody>
              <a:bodyPr/>
              <a:lstStyle/>
              <a:p>
                <a:r>
                  <a:rPr lang="pt-BR">
                    <a:noFill/>
                  </a:rPr>
                  <a:t> </a:t>
                </a:r>
              </a:p>
            </p:txBody>
          </p:sp>
        </mc:Fallback>
      </mc:AlternateContent>
      <p:sp>
        <p:nvSpPr>
          <p:cNvPr id="8" name="Seta: para a Direita 7">
            <a:extLst>
              <a:ext uri="{FF2B5EF4-FFF2-40B4-BE49-F238E27FC236}">
                <a16:creationId xmlns:a16="http://schemas.microsoft.com/office/drawing/2014/main" id="{7F1495F2-4A86-4E2D-B002-868FB2E3D7FF}"/>
              </a:ext>
            </a:extLst>
          </p:cNvPr>
          <p:cNvSpPr/>
          <p:nvPr/>
        </p:nvSpPr>
        <p:spPr>
          <a:xfrm>
            <a:off x="5941289" y="3119059"/>
            <a:ext cx="490331" cy="439254"/>
          </a:xfrm>
          <a:prstGeom prst="rightArrow">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9" name="CaixaDeTexto 8">
                <a:extLst>
                  <a:ext uri="{FF2B5EF4-FFF2-40B4-BE49-F238E27FC236}">
                    <a16:creationId xmlns:a16="http://schemas.microsoft.com/office/drawing/2014/main" id="{D523CF1E-A837-46A0-A4D5-5B6D1830255F}"/>
                  </a:ext>
                </a:extLst>
              </p:cNvPr>
              <p:cNvSpPr txBox="1"/>
              <p:nvPr/>
            </p:nvSpPr>
            <p:spPr>
              <a:xfrm>
                <a:off x="6821095" y="3065636"/>
                <a:ext cx="2131484"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𝑺</m:t>
                      </m:r>
                      <m:r>
                        <a:rPr lang="pt-BR" sz="2800" b="1" i="1" smtClean="0">
                          <a:solidFill>
                            <a:srgbClr val="002060"/>
                          </a:solidFill>
                          <a:latin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cs typeface="Arial" panose="020B0604020202020204" pitchFamily="34" charset="0"/>
                        </a:rPr>
                        <m:t>𝒗</m:t>
                      </m:r>
                      <m:r>
                        <a:rPr lang="pt-BR" sz="2800" b="1" i="1" smtClean="0">
                          <a:solidFill>
                            <a:srgbClr val="002060"/>
                          </a:solidFill>
                          <a:latin typeface="Cambria Math" panose="02040503050406030204" pitchFamily="18" charset="0"/>
                          <a:cs typeface="Arial" panose="020B0604020202020204" pitchFamily="34" charset="0"/>
                        </a:rPr>
                        <m:t>.∆</m:t>
                      </m:r>
                      <m:r>
                        <a:rPr lang="pt-BR" sz="2800" b="1" i="1">
                          <a:solidFill>
                            <a:srgbClr val="002060"/>
                          </a:solidFill>
                          <a:latin typeface="Cambria Math" panose="02040503050406030204" pitchFamily="18" charset="0"/>
                          <a:ea typeface="Cambria Math" panose="02040503050406030204" pitchFamily="18" charset="0"/>
                          <a:cs typeface="Arial" panose="020B0604020202020204" pitchFamily="34" charset="0"/>
                        </a:rPr>
                        <m:t>𝒕</m:t>
                      </m:r>
                    </m:oMath>
                  </m:oMathPara>
                </a14:m>
                <a:endParaRPr lang="pt-BR" sz="2800" b="1" dirty="0">
                  <a:solidFill>
                    <a:srgbClr val="002060"/>
                  </a:solidFill>
                  <a:latin typeface="Arial" panose="020B0604020202020204" pitchFamily="34" charset="0"/>
                  <a:cs typeface="Arial" panose="020B0604020202020204" pitchFamily="34" charset="0"/>
                </a:endParaRPr>
              </a:p>
            </p:txBody>
          </p:sp>
        </mc:Choice>
        <mc:Fallback xmlns="">
          <p:sp>
            <p:nvSpPr>
              <p:cNvPr id="9" name="CaixaDeTexto 8">
                <a:extLst>
                  <a:ext uri="{FF2B5EF4-FFF2-40B4-BE49-F238E27FC236}">
                    <a16:creationId xmlns:a16="http://schemas.microsoft.com/office/drawing/2014/main" id="{D523CF1E-A837-46A0-A4D5-5B6D1830255F}"/>
                  </a:ext>
                </a:extLst>
              </p:cNvPr>
              <p:cNvSpPr txBox="1">
                <a:spLocks noRot="1" noChangeAspect="1" noMove="1" noResize="1" noEditPoints="1" noAdjustHandles="1" noChangeArrowheads="1" noChangeShapeType="1" noTextEdit="1"/>
              </p:cNvSpPr>
              <p:nvPr/>
            </p:nvSpPr>
            <p:spPr>
              <a:xfrm>
                <a:off x="6821095" y="3065636"/>
                <a:ext cx="2131484" cy="523220"/>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541A68A3-DEC7-49F7-BADB-EEF00FF5B3C4}"/>
                  </a:ext>
                </a:extLst>
              </p:cNvPr>
              <p:cNvSpPr txBox="1"/>
              <p:nvPr/>
            </p:nvSpPr>
            <p:spPr>
              <a:xfrm>
                <a:off x="1108590" y="3762609"/>
                <a:ext cx="227371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𝟑𝟎</m:t>
                      </m:r>
                      <m:r>
                        <a:rPr lang="pt-BR" sz="2800" b="1" i="1" smtClean="0">
                          <a:solidFill>
                            <a:schemeClr val="tx1"/>
                          </a:solidFill>
                          <a:latin typeface="Cambria Math" panose="02040503050406030204" pitchFamily="18" charset="0"/>
                          <a:cs typeface="Arial" panose="020B0604020202020204" pitchFamily="34" charset="0"/>
                        </a:rPr>
                        <m:t>=</m:t>
                      </m:r>
                      <m:sSub>
                        <m:sSubPr>
                          <m:ctrlPr>
                            <a:rPr lang="pt-BR" sz="2800" b="1" i="1" smtClean="0">
                              <a:solidFill>
                                <a:schemeClr val="tx1"/>
                              </a:solidFill>
                              <a:latin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cs typeface="Arial" panose="020B0604020202020204" pitchFamily="34" charset="0"/>
                            </a:rPr>
                            <m:t>𝒗</m:t>
                          </m:r>
                        </m:e>
                        <m:sub>
                          <m:r>
                            <a:rPr lang="pt-BR" sz="2800" b="1" i="1" smtClean="0">
                              <a:solidFill>
                                <a:schemeClr val="tx1"/>
                              </a:solidFill>
                              <a:latin typeface="Cambria Math" panose="02040503050406030204" pitchFamily="18" charset="0"/>
                              <a:cs typeface="Arial" panose="020B0604020202020204" pitchFamily="34" charset="0"/>
                            </a:rPr>
                            <m:t>𝑨</m:t>
                          </m:r>
                        </m:sub>
                      </m:sSub>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𝟐𝟎</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10" name="CaixaDeTexto 9">
                <a:extLst>
                  <a:ext uri="{FF2B5EF4-FFF2-40B4-BE49-F238E27FC236}">
                    <a16:creationId xmlns:a16="http://schemas.microsoft.com/office/drawing/2014/main" id="{541A68A3-DEC7-49F7-BADB-EEF00FF5B3C4}"/>
                  </a:ext>
                </a:extLst>
              </p:cNvPr>
              <p:cNvSpPr txBox="1">
                <a:spLocks noRot="1" noChangeAspect="1" noMove="1" noResize="1" noEditPoints="1" noAdjustHandles="1" noChangeArrowheads="1" noChangeShapeType="1" noTextEdit="1"/>
              </p:cNvSpPr>
              <p:nvPr/>
            </p:nvSpPr>
            <p:spPr>
              <a:xfrm>
                <a:off x="1108590" y="3762609"/>
                <a:ext cx="2273717" cy="523220"/>
              </a:xfrm>
              <a:prstGeom prst="rect">
                <a:avLst/>
              </a:prstGeom>
              <a:blipFill>
                <a:blip r:embed="rId4"/>
                <a:stretch>
                  <a:fillRect/>
                </a:stretch>
              </a:blipFill>
            </p:spPr>
            <p:txBody>
              <a:bodyPr/>
              <a:lstStyle/>
              <a:p>
                <a:r>
                  <a:rPr lang="pt-BR">
                    <a:noFill/>
                  </a:rPr>
                  <a:t> </a:t>
                </a:r>
              </a:p>
            </p:txBody>
          </p:sp>
        </mc:Fallback>
      </mc:AlternateContent>
      <p:sp>
        <p:nvSpPr>
          <p:cNvPr id="11" name="Seta: para a Direita 10">
            <a:extLst>
              <a:ext uri="{FF2B5EF4-FFF2-40B4-BE49-F238E27FC236}">
                <a16:creationId xmlns:a16="http://schemas.microsoft.com/office/drawing/2014/main" id="{99A23F04-0D15-4DA6-A10C-301D9AF9B29B}"/>
              </a:ext>
            </a:extLst>
          </p:cNvPr>
          <p:cNvSpPr/>
          <p:nvPr/>
        </p:nvSpPr>
        <p:spPr>
          <a:xfrm>
            <a:off x="3382307" y="3781578"/>
            <a:ext cx="490331" cy="439254"/>
          </a:xfrm>
          <a:prstGeom prst="rightArrow">
            <a:avLst/>
          </a:prstGeom>
          <a:solidFill>
            <a:srgbClr val="FF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20700D30-9948-4D49-BA76-0D42667009A2}"/>
                  </a:ext>
                </a:extLst>
              </p:cNvPr>
              <p:cNvSpPr txBox="1"/>
              <p:nvPr/>
            </p:nvSpPr>
            <p:spPr>
              <a:xfrm>
                <a:off x="3931851" y="3794152"/>
                <a:ext cx="2499769"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𝒗</m:t>
                          </m:r>
                        </m:e>
                        <m:sub>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𝑨</m:t>
                          </m:r>
                        </m:sub>
                      </m:sSub>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𝟏</m:t>
                      </m:r>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𝟓</m:t>
                      </m:r>
                      <m:r>
                        <a:rPr lang="pt-BR" sz="2800" b="1" i="1" smtClean="0">
                          <a:solidFill>
                            <a:schemeClr val="tx1"/>
                          </a:solidFill>
                          <a:latin typeface="Cambria Math" panose="02040503050406030204" pitchFamily="18" charset="0"/>
                          <a:cs typeface="Arial" panose="020B0604020202020204" pitchFamily="34" charset="0"/>
                        </a:rPr>
                        <m:t> </m:t>
                      </m:r>
                      <m:r>
                        <a:rPr lang="pt-BR" sz="2800" b="1" i="1" smtClean="0">
                          <a:solidFill>
                            <a:schemeClr val="tx1"/>
                          </a:solidFill>
                          <a:latin typeface="Cambria Math" panose="02040503050406030204" pitchFamily="18" charset="0"/>
                          <a:cs typeface="Arial" panose="020B0604020202020204" pitchFamily="34" charset="0"/>
                        </a:rPr>
                        <m:t>𝒎</m:t>
                      </m:r>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𝒔</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12" name="CaixaDeTexto 11">
                <a:extLst>
                  <a:ext uri="{FF2B5EF4-FFF2-40B4-BE49-F238E27FC236}">
                    <a16:creationId xmlns:a16="http://schemas.microsoft.com/office/drawing/2014/main" id="{20700D30-9948-4D49-BA76-0D42667009A2}"/>
                  </a:ext>
                </a:extLst>
              </p:cNvPr>
              <p:cNvSpPr txBox="1">
                <a:spLocks noRot="1" noChangeAspect="1" noMove="1" noResize="1" noEditPoints="1" noAdjustHandles="1" noChangeArrowheads="1" noChangeShapeType="1" noTextEdit="1"/>
              </p:cNvSpPr>
              <p:nvPr/>
            </p:nvSpPr>
            <p:spPr>
              <a:xfrm>
                <a:off x="3931851" y="3794152"/>
                <a:ext cx="2499769" cy="523220"/>
              </a:xfrm>
              <a:prstGeom prst="rect">
                <a:avLst/>
              </a:prstGeom>
              <a:blipFill>
                <a:blip r:embed="rId5"/>
                <a:stretch>
                  <a:fillRect/>
                </a:stretch>
              </a:blipFill>
            </p:spPr>
            <p:txBody>
              <a:bodyPr/>
              <a:lstStyle/>
              <a:p>
                <a:r>
                  <a:rPr lang="pt-BR">
                    <a:noFill/>
                  </a:rPr>
                  <a:t> </a:t>
                </a:r>
              </a:p>
            </p:txBody>
          </p:sp>
        </mc:Fallback>
      </mc:AlternateContent>
      <p:sp>
        <p:nvSpPr>
          <p:cNvPr id="17" name="CaixaDeTexto 16">
            <a:extLst>
              <a:ext uri="{FF2B5EF4-FFF2-40B4-BE49-F238E27FC236}">
                <a16:creationId xmlns:a16="http://schemas.microsoft.com/office/drawing/2014/main" id="{426AB047-E0E7-4E69-9194-8F59DAC7E532}"/>
              </a:ext>
            </a:extLst>
          </p:cNvPr>
          <p:cNvSpPr txBox="1"/>
          <p:nvPr/>
        </p:nvSpPr>
        <p:spPr>
          <a:xfrm>
            <a:off x="182216" y="4349121"/>
            <a:ext cx="9452114" cy="954107"/>
          </a:xfrm>
          <a:prstGeom prst="rect">
            <a:avLst/>
          </a:prstGeom>
          <a:noFill/>
        </p:spPr>
        <p:txBody>
          <a:bodyPr wrap="square">
            <a:spAutoFit/>
          </a:bodyPr>
          <a:lstStyle/>
          <a:p>
            <a:pPr algn="just"/>
            <a:r>
              <a:rPr lang="pt-BR" sz="2800" b="1" dirty="0">
                <a:latin typeface="Arial" panose="020B0604020202020204" pitchFamily="34" charset="0"/>
                <a:cs typeface="Arial" panose="020B0604020202020204" pitchFamily="34" charset="0"/>
              </a:rPr>
              <a:t>b) o intervalo de tempo necessário para que o artista percorra 230 m em relação ao solo.</a:t>
            </a:r>
          </a:p>
        </p:txBody>
      </p:sp>
      <mc:AlternateContent xmlns:mc="http://schemas.openxmlformats.org/markup-compatibility/2006" xmlns:a14="http://schemas.microsoft.com/office/drawing/2010/main">
        <mc:Choice Requires="a14">
          <p:sp>
            <p:nvSpPr>
              <p:cNvPr id="18" name="CaixaDeTexto 17">
                <a:extLst>
                  <a:ext uri="{FF2B5EF4-FFF2-40B4-BE49-F238E27FC236}">
                    <a16:creationId xmlns:a16="http://schemas.microsoft.com/office/drawing/2014/main" id="{EEC496C1-CCFD-4995-87C8-EA0BD2593978}"/>
                  </a:ext>
                </a:extLst>
              </p:cNvPr>
              <p:cNvSpPr txBox="1"/>
              <p:nvPr/>
            </p:nvSpPr>
            <p:spPr>
              <a:xfrm>
                <a:off x="135834" y="5202486"/>
                <a:ext cx="2077279"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𝑺</m:t>
                      </m:r>
                      <m:r>
                        <a:rPr lang="pt-BR" sz="2800" b="1" i="1" smtClean="0">
                          <a:solidFill>
                            <a:srgbClr val="C00000"/>
                          </a:solidFill>
                          <a:latin typeface="Cambria Math" panose="02040503050406030204" pitchFamily="18" charset="0"/>
                          <a:cs typeface="Arial" panose="020B0604020202020204" pitchFamily="34" charset="0"/>
                        </a:rPr>
                        <m:t>=</m:t>
                      </m:r>
                      <m:sSub>
                        <m:sSubPr>
                          <m:ctrlPr>
                            <a:rPr lang="pt-BR" sz="2800" b="1" i="1" smtClean="0">
                              <a:solidFill>
                                <a:srgbClr val="C00000"/>
                              </a:solidFill>
                              <a:latin typeface="Cambria Math" panose="02040503050406030204" pitchFamily="18" charset="0"/>
                              <a:cs typeface="Arial" panose="020B0604020202020204" pitchFamily="34" charset="0"/>
                            </a:rPr>
                          </m:ctrlPr>
                        </m:sSubPr>
                        <m:e>
                          <m:r>
                            <a:rPr lang="pt-BR" sz="2800" b="1" i="1" smtClean="0">
                              <a:solidFill>
                                <a:srgbClr val="C00000"/>
                              </a:solidFill>
                              <a:latin typeface="Cambria Math" panose="02040503050406030204" pitchFamily="18" charset="0"/>
                              <a:cs typeface="Arial" panose="020B0604020202020204" pitchFamily="34" charset="0"/>
                            </a:rPr>
                            <m:t>𝒗</m:t>
                          </m:r>
                        </m:e>
                        <m:sub>
                          <m:r>
                            <a:rPr lang="pt-BR" sz="2800" b="1" i="1" smtClean="0">
                              <a:solidFill>
                                <a:srgbClr val="C00000"/>
                              </a:solidFill>
                              <a:latin typeface="Cambria Math" panose="02040503050406030204" pitchFamily="18" charset="0"/>
                              <a:cs typeface="Arial" panose="020B0604020202020204" pitchFamily="34" charset="0"/>
                            </a:rPr>
                            <m:t>𝑹</m:t>
                          </m:r>
                        </m:sub>
                      </m:sSub>
                      <m:r>
                        <a:rPr lang="pt-BR" sz="2800" b="1" i="1" smtClean="0">
                          <a:solidFill>
                            <a:srgbClr val="C00000"/>
                          </a:solidFill>
                          <a:latin typeface="Cambria Math" panose="02040503050406030204" pitchFamily="18" charset="0"/>
                          <a:cs typeface="Arial" panose="020B0604020202020204" pitchFamily="34" charset="0"/>
                        </a:rPr>
                        <m:t>.</m:t>
                      </m:r>
                      <m:r>
                        <a:rPr lang="pt-BR" sz="2800" b="1" i="1">
                          <a:solidFill>
                            <a:srgbClr val="C00000"/>
                          </a:solidFill>
                          <a:latin typeface="Cambria Math" panose="02040503050406030204" pitchFamily="18" charset="0"/>
                          <a:ea typeface="Cambria Math" panose="02040503050406030204" pitchFamily="18" charset="0"/>
                          <a:cs typeface="Arial" panose="020B0604020202020204" pitchFamily="34" charset="0"/>
                        </a:rPr>
                        <m:t>∆</m:t>
                      </m:r>
                      <m:r>
                        <a:rPr lang="pt-BR" sz="2800" b="1" i="1">
                          <a:solidFill>
                            <a:srgbClr val="C00000"/>
                          </a:solidFill>
                          <a:latin typeface="Cambria Math" panose="02040503050406030204" pitchFamily="18" charset="0"/>
                          <a:ea typeface="Cambria Math" panose="02040503050406030204" pitchFamily="18" charset="0"/>
                          <a:cs typeface="Arial" panose="020B0604020202020204" pitchFamily="34" charset="0"/>
                        </a:rPr>
                        <m:t>𝒕</m:t>
                      </m:r>
                    </m:oMath>
                  </m:oMathPara>
                </a14:m>
                <a:endParaRPr lang="pt-BR" sz="2800" b="1" dirty="0">
                  <a:solidFill>
                    <a:srgbClr val="C00000"/>
                  </a:solidFill>
                  <a:latin typeface="Arial" panose="020B0604020202020204" pitchFamily="34" charset="0"/>
                  <a:cs typeface="Arial" panose="020B0604020202020204" pitchFamily="34" charset="0"/>
                </a:endParaRPr>
              </a:p>
            </p:txBody>
          </p:sp>
        </mc:Choice>
        <mc:Fallback xmlns="">
          <p:sp>
            <p:nvSpPr>
              <p:cNvPr id="18" name="CaixaDeTexto 17">
                <a:extLst>
                  <a:ext uri="{FF2B5EF4-FFF2-40B4-BE49-F238E27FC236}">
                    <a16:creationId xmlns:a16="http://schemas.microsoft.com/office/drawing/2014/main" id="{EEC496C1-CCFD-4995-87C8-EA0BD2593978}"/>
                  </a:ext>
                </a:extLst>
              </p:cNvPr>
              <p:cNvSpPr txBox="1">
                <a:spLocks noRot="1" noChangeAspect="1" noMove="1" noResize="1" noEditPoints="1" noAdjustHandles="1" noChangeArrowheads="1" noChangeShapeType="1" noTextEdit="1"/>
              </p:cNvSpPr>
              <p:nvPr/>
            </p:nvSpPr>
            <p:spPr>
              <a:xfrm>
                <a:off x="135834" y="5202486"/>
                <a:ext cx="2077279" cy="523220"/>
              </a:xfrm>
              <a:prstGeom prst="rect">
                <a:avLst/>
              </a:prstGeom>
              <a:blipFill>
                <a:blip r:embed="rId6"/>
                <a:stretch>
                  <a:fillRect/>
                </a:stretch>
              </a:blipFill>
            </p:spPr>
            <p:txBody>
              <a:bodyPr/>
              <a:lstStyle/>
              <a:p>
                <a:r>
                  <a:rPr lang="pt-BR">
                    <a:noFill/>
                  </a:rPr>
                  <a:t> </a:t>
                </a:r>
              </a:p>
            </p:txBody>
          </p:sp>
        </mc:Fallback>
      </mc:AlternateContent>
      <p:sp>
        <p:nvSpPr>
          <p:cNvPr id="19" name="Seta: para a Direita 18">
            <a:extLst>
              <a:ext uri="{FF2B5EF4-FFF2-40B4-BE49-F238E27FC236}">
                <a16:creationId xmlns:a16="http://schemas.microsoft.com/office/drawing/2014/main" id="{97F1D7BC-37BE-48BB-ABA8-42F409BA572B}"/>
              </a:ext>
            </a:extLst>
          </p:cNvPr>
          <p:cNvSpPr/>
          <p:nvPr/>
        </p:nvSpPr>
        <p:spPr>
          <a:xfrm>
            <a:off x="2335361" y="5226283"/>
            <a:ext cx="490331" cy="439254"/>
          </a:xfrm>
          <a:prstGeom prst="rightArrow">
            <a:avLst/>
          </a:prstGeom>
          <a:solidFill>
            <a:schemeClr val="accent4">
              <a:lumMod val="60000"/>
              <a:lumOff val="4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20" name="CaixaDeTexto 19">
                <a:extLst>
                  <a:ext uri="{FF2B5EF4-FFF2-40B4-BE49-F238E27FC236}">
                    <a16:creationId xmlns:a16="http://schemas.microsoft.com/office/drawing/2014/main" id="{A602DF3B-E43C-462C-A91B-0EC0F7EBBFE1}"/>
                  </a:ext>
                </a:extLst>
              </p:cNvPr>
              <p:cNvSpPr txBox="1"/>
              <p:nvPr/>
            </p:nvSpPr>
            <p:spPr>
              <a:xfrm>
                <a:off x="2870766" y="5303228"/>
                <a:ext cx="3329335"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𝑺</m:t>
                      </m:r>
                      <m:r>
                        <a:rPr lang="pt-BR" sz="2800" b="1" i="1" smtClean="0">
                          <a:solidFill>
                            <a:schemeClr val="tx1"/>
                          </a:solidFill>
                          <a:latin typeface="Cambria Math" panose="02040503050406030204" pitchFamily="18" charset="0"/>
                          <a:cs typeface="Arial" panose="020B0604020202020204" pitchFamily="34" charset="0"/>
                        </a:rPr>
                        <m:t>=(</m:t>
                      </m:r>
                      <m:sSub>
                        <m:sSubPr>
                          <m:ctrlPr>
                            <a:rPr lang="pt-BR" sz="2800" b="1" i="1" smtClean="0">
                              <a:solidFill>
                                <a:schemeClr val="tx1"/>
                              </a:solidFill>
                              <a:latin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cs typeface="Arial" panose="020B0604020202020204" pitchFamily="34" charset="0"/>
                            </a:rPr>
                            <m:t>𝒗</m:t>
                          </m:r>
                        </m:e>
                        <m:sub>
                          <m:r>
                            <a:rPr lang="pt-BR" sz="2800" b="1" i="1" smtClean="0">
                              <a:solidFill>
                                <a:schemeClr val="tx1"/>
                              </a:solidFill>
                              <a:latin typeface="Cambria Math" panose="02040503050406030204" pitchFamily="18" charset="0"/>
                              <a:cs typeface="Arial" panose="020B0604020202020204" pitchFamily="34" charset="0"/>
                            </a:rPr>
                            <m:t>𝒓𝒆𝒍</m:t>
                          </m:r>
                        </m:sub>
                      </m:sSub>
                      <m:r>
                        <a:rPr lang="pt-BR" sz="2800" b="1" i="1" smtClean="0">
                          <a:solidFill>
                            <a:schemeClr val="tx1"/>
                          </a:solidFill>
                          <a:latin typeface="Cambria Math" panose="02040503050406030204" pitchFamily="18" charset="0"/>
                          <a:cs typeface="Arial" panose="020B0604020202020204" pitchFamily="34" charset="0"/>
                        </a:rPr>
                        <m:t>+</m:t>
                      </m:r>
                      <m:sSub>
                        <m:sSubPr>
                          <m:ctrlPr>
                            <a:rPr lang="pt-BR" sz="2800" b="1" i="1">
                              <a:latin typeface="Cambria Math" panose="02040503050406030204" pitchFamily="18" charset="0"/>
                              <a:cs typeface="Arial" panose="020B0604020202020204" pitchFamily="34" charset="0"/>
                            </a:rPr>
                          </m:ctrlPr>
                        </m:sSubPr>
                        <m:e>
                          <m:r>
                            <a:rPr lang="pt-BR" sz="2800" b="1" i="1">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𝑨</m:t>
                          </m:r>
                        </m:sub>
                      </m:sSub>
                      <m:r>
                        <a:rPr lang="pt-BR" sz="2800" b="1" i="1" smtClean="0">
                          <a:solidFill>
                            <a:schemeClr val="tx1"/>
                          </a:solidFill>
                          <a:latin typeface="Cambria Math" panose="02040503050406030204" pitchFamily="18" charset="0"/>
                          <a:cs typeface="Arial" panose="020B0604020202020204" pitchFamily="34" charset="0"/>
                        </a:rPr>
                        <m:t>).</m:t>
                      </m:r>
                      <m:r>
                        <a:rPr lang="pt-BR" sz="2800" b="1" i="1">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pt-BR" sz="2800" b="1" i="1">
                          <a:solidFill>
                            <a:schemeClr val="tx1"/>
                          </a:solidFill>
                          <a:latin typeface="Cambria Math" panose="02040503050406030204" pitchFamily="18" charset="0"/>
                          <a:ea typeface="Cambria Math" panose="02040503050406030204" pitchFamily="18" charset="0"/>
                          <a:cs typeface="Arial" panose="020B0604020202020204" pitchFamily="34" charset="0"/>
                        </a:rPr>
                        <m:t>𝒕</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20" name="CaixaDeTexto 19">
                <a:extLst>
                  <a:ext uri="{FF2B5EF4-FFF2-40B4-BE49-F238E27FC236}">
                    <a16:creationId xmlns:a16="http://schemas.microsoft.com/office/drawing/2014/main" id="{A602DF3B-E43C-462C-A91B-0EC0F7EBBFE1}"/>
                  </a:ext>
                </a:extLst>
              </p:cNvPr>
              <p:cNvSpPr txBox="1">
                <a:spLocks noRot="1" noChangeAspect="1" noMove="1" noResize="1" noEditPoints="1" noAdjustHandles="1" noChangeArrowheads="1" noChangeShapeType="1" noTextEdit="1"/>
              </p:cNvSpPr>
              <p:nvPr/>
            </p:nvSpPr>
            <p:spPr>
              <a:xfrm>
                <a:off x="2870766" y="5303228"/>
                <a:ext cx="3329335" cy="523220"/>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1" name="CaixaDeTexto 20">
                <a:extLst>
                  <a:ext uri="{FF2B5EF4-FFF2-40B4-BE49-F238E27FC236}">
                    <a16:creationId xmlns:a16="http://schemas.microsoft.com/office/drawing/2014/main" id="{69965160-3D22-4C2B-B260-C37A8EA545ED}"/>
                  </a:ext>
                </a:extLst>
              </p:cNvPr>
              <p:cNvSpPr txBox="1"/>
              <p:nvPr/>
            </p:nvSpPr>
            <p:spPr>
              <a:xfrm>
                <a:off x="543426" y="5882761"/>
                <a:ext cx="4353788" cy="9106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𝒗</m:t>
                          </m:r>
                        </m:e>
                        <m:sub>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𝒕𝒓𝒆𝒎</m:t>
                          </m:r>
                        </m:sub>
                      </m:sSub>
                      <m:r>
                        <a:rPr lang="pt-BR" sz="2800" b="1" i="1" smtClean="0">
                          <a:solidFill>
                            <a:srgbClr val="FF0000"/>
                          </a:solidFill>
                          <a:latin typeface="Cambria Math" panose="02040503050406030204" pitchFamily="18" charset="0"/>
                          <a:cs typeface="Arial" panose="020B0604020202020204" pitchFamily="34" charset="0"/>
                        </a:rPr>
                        <m:t>=</m:t>
                      </m:r>
                      <m:r>
                        <a:rPr lang="pt-BR" sz="2800" b="1" i="1" smtClean="0">
                          <a:solidFill>
                            <a:srgbClr val="FF0000"/>
                          </a:solidFill>
                          <a:latin typeface="Cambria Math" panose="02040503050406030204" pitchFamily="18" charset="0"/>
                          <a:cs typeface="Arial" panose="020B0604020202020204" pitchFamily="34" charset="0"/>
                        </a:rPr>
                        <m:t>𝟑𝟔</m:t>
                      </m:r>
                      <m:f>
                        <m:fPr>
                          <m:ctrlPr>
                            <a:rPr lang="pt-BR" sz="2800" b="1" i="1" smtClean="0">
                              <a:solidFill>
                                <a:srgbClr val="FF0000"/>
                              </a:solidFill>
                              <a:latin typeface="Cambria Math" panose="02040503050406030204" pitchFamily="18" charset="0"/>
                              <a:cs typeface="Arial" panose="020B0604020202020204" pitchFamily="34" charset="0"/>
                            </a:rPr>
                          </m:ctrlPr>
                        </m:fPr>
                        <m:num>
                          <m:r>
                            <a:rPr lang="pt-BR" sz="2800" b="1" i="1" smtClean="0">
                              <a:solidFill>
                                <a:srgbClr val="FF0000"/>
                              </a:solidFill>
                              <a:latin typeface="Cambria Math" panose="02040503050406030204" pitchFamily="18" charset="0"/>
                              <a:cs typeface="Arial" panose="020B0604020202020204" pitchFamily="34" charset="0"/>
                            </a:rPr>
                            <m:t>𝒌𝒎</m:t>
                          </m:r>
                        </m:num>
                        <m:den>
                          <m:r>
                            <a:rPr lang="pt-BR" sz="2800" b="1" i="1" smtClean="0">
                              <a:solidFill>
                                <a:srgbClr val="FF0000"/>
                              </a:solidFill>
                              <a:latin typeface="Cambria Math" panose="02040503050406030204" pitchFamily="18" charset="0"/>
                              <a:cs typeface="Arial" panose="020B0604020202020204" pitchFamily="34" charset="0"/>
                            </a:rPr>
                            <m:t>𝒉</m:t>
                          </m:r>
                        </m:den>
                      </m:f>
                      <m:r>
                        <a:rPr lang="pt-BR" sz="2800" b="1" i="1" smtClean="0">
                          <a:solidFill>
                            <a:srgbClr val="FF0000"/>
                          </a:solidFill>
                          <a:latin typeface="Cambria Math" panose="02040503050406030204" pitchFamily="18" charset="0"/>
                          <a:cs typeface="Arial" panose="020B0604020202020204" pitchFamily="34" charset="0"/>
                        </a:rPr>
                        <m:t>=</m:t>
                      </m:r>
                      <m:r>
                        <a:rPr lang="pt-BR" sz="2800" b="1" i="1" smtClean="0">
                          <a:solidFill>
                            <a:srgbClr val="FF0000"/>
                          </a:solidFill>
                          <a:latin typeface="Cambria Math" panose="02040503050406030204" pitchFamily="18" charset="0"/>
                          <a:cs typeface="Arial" panose="020B0604020202020204" pitchFamily="34" charset="0"/>
                        </a:rPr>
                        <m:t>𝟏𝟎</m:t>
                      </m:r>
                      <m:r>
                        <a:rPr lang="pt-BR" sz="2800" b="1" i="1" smtClean="0">
                          <a:solidFill>
                            <a:srgbClr val="FF0000"/>
                          </a:solidFill>
                          <a:latin typeface="Cambria Math" panose="02040503050406030204" pitchFamily="18" charset="0"/>
                          <a:cs typeface="Arial" panose="020B0604020202020204" pitchFamily="34" charset="0"/>
                        </a:rPr>
                        <m:t> </m:t>
                      </m:r>
                      <m:r>
                        <a:rPr lang="pt-BR" sz="2800" b="1" i="1" smtClean="0">
                          <a:solidFill>
                            <a:srgbClr val="FF0000"/>
                          </a:solidFill>
                          <a:latin typeface="Cambria Math" panose="02040503050406030204" pitchFamily="18" charset="0"/>
                          <a:cs typeface="Arial" panose="020B0604020202020204" pitchFamily="34" charset="0"/>
                        </a:rPr>
                        <m:t>𝒎</m:t>
                      </m:r>
                      <m:r>
                        <a:rPr lang="pt-BR" sz="2800" b="1" i="1" smtClean="0">
                          <a:solidFill>
                            <a:srgbClr val="FF0000"/>
                          </a:solidFill>
                          <a:latin typeface="Cambria Math" panose="02040503050406030204" pitchFamily="18" charset="0"/>
                          <a:cs typeface="Arial" panose="020B0604020202020204" pitchFamily="34" charset="0"/>
                        </a:rPr>
                        <m:t>/</m:t>
                      </m:r>
                      <m:r>
                        <a:rPr lang="pt-BR" sz="2800" b="1" i="1" smtClean="0">
                          <a:solidFill>
                            <a:srgbClr val="FF0000"/>
                          </a:solidFill>
                          <a:latin typeface="Cambria Math" panose="02040503050406030204" pitchFamily="18" charset="0"/>
                          <a:cs typeface="Arial" panose="020B0604020202020204" pitchFamily="34" charset="0"/>
                        </a:rPr>
                        <m:t>𝒔</m:t>
                      </m:r>
                    </m:oMath>
                  </m:oMathPara>
                </a14:m>
                <a:endParaRPr lang="pt-BR" sz="2800" b="1" dirty="0">
                  <a:solidFill>
                    <a:srgbClr val="FF0000"/>
                  </a:solidFill>
                  <a:latin typeface="Arial" panose="020B0604020202020204" pitchFamily="34" charset="0"/>
                  <a:cs typeface="Arial" panose="020B0604020202020204" pitchFamily="34" charset="0"/>
                </a:endParaRPr>
              </a:p>
            </p:txBody>
          </p:sp>
        </mc:Choice>
        <mc:Fallback xmlns="">
          <p:sp>
            <p:nvSpPr>
              <p:cNvPr id="21" name="CaixaDeTexto 20">
                <a:extLst>
                  <a:ext uri="{FF2B5EF4-FFF2-40B4-BE49-F238E27FC236}">
                    <a16:creationId xmlns:a16="http://schemas.microsoft.com/office/drawing/2014/main" id="{69965160-3D22-4C2B-B260-C37A8EA545ED}"/>
                  </a:ext>
                </a:extLst>
              </p:cNvPr>
              <p:cNvSpPr txBox="1">
                <a:spLocks noRot="1" noChangeAspect="1" noMove="1" noResize="1" noEditPoints="1" noAdjustHandles="1" noChangeArrowheads="1" noChangeShapeType="1" noTextEdit="1"/>
              </p:cNvSpPr>
              <p:nvPr/>
            </p:nvSpPr>
            <p:spPr>
              <a:xfrm>
                <a:off x="543426" y="5882761"/>
                <a:ext cx="4353788" cy="910699"/>
              </a:xfrm>
              <a:prstGeom prst="rect">
                <a:avLst/>
              </a:prstGeom>
              <a:blipFill>
                <a:blip r:embed="rId8"/>
                <a:stretch>
                  <a:fillRect/>
                </a:stretch>
              </a:blipFill>
            </p:spPr>
            <p:txBody>
              <a:bodyPr/>
              <a:lstStyle/>
              <a:p>
                <a:r>
                  <a:rPr lang="pt-BR">
                    <a:noFill/>
                  </a:rPr>
                  <a:t> </a:t>
                </a:r>
              </a:p>
            </p:txBody>
          </p:sp>
        </mc:Fallback>
      </mc:AlternateContent>
      <p:cxnSp>
        <p:nvCxnSpPr>
          <p:cNvPr id="22" name="Conector reto 21">
            <a:extLst>
              <a:ext uri="{FF2B5EF4-FFF2-40B4-BE49-F238E27FC236}">
                <a16:creationId xmlns:a16="http://schemas.microsoft.com/office/drawing/2014/main" id="{F6A30B3A-0D2F-407D-815F-B7EA910E72AA}"/>
              </a:ext>
            </a:extLst>
          </p:cNvPr>
          <p:cNvCxnSpPr>
            <a:cxnSpLocks/>
          </p:cNvCxnSpPr>
          <p:nvPr/>
        </p:nvCxnSpPr>
        <p:spPr>
          <a:xfrm>
            <a:off x="6270728" y="5213366"/>
            <a:ext cx="0" cy="1388748"/>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CaixaDeTexto 23">
                <a:extLst>
                  <a:ext uri="{FF2B5EF4-FFF2-40B4-BE49-F238E27FC236}">
                    <a16:creationId xmlns:a16="http://schemas.microsoft.com/office/drawing/2014/main" id="{A53A51CB-4D0A-47CB-9BC0-38B48ADBBE0E}"/>
                  </a:ext>
                </a:extLst>
              </p:cNvPr>
              <p:cNvSpPr txBox="1"/>
              <p:nvPr/>
            </p:nvSpPr>
            <p:spPr>
              <a:xfrm>
                <a:off x="6270728" y="4848256"/>
                <a:ext cx="348585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𝟐𝟑𝟎</m:t>
                      </m:r>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𝟏</m:t>
                      </m:r>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𝟓</m:t>
                      </m:r>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latin typeface="Cambria Math" panose="02040503050406030204" pitchFamily="18" charset="0"/>
                          <a:cs typeface="Arial" panose="020B0604020202020204" pitchFamily="34" charset="0"/>
                        </a:rPr>
                        <m:t>𝟏𝟎</m:t>
                      </m:r>
                      <m:r>
                        <a:rPr lang="pt-BR" sz="2800" b="1" i="1" smtClean="0">
                          <a:solidFill>
                            <a:schemeClr val="tx1"/>
                          </a:solidFill>
                          <a:latin typeface="Cambria Math" panose="02040503050406030204" pitchFamily="18" charset="0"/>
                          <a:cs typeface="Arial" panose="020B0604020202020204" pitchFamily="34" charset="0"/>
                        </a:rPr>
                        <m:t>).</m:t>
                      </m:r>
                      <m:r>
                        <a:rPr lang="pt-BR" sz="2800" b="1" i="1">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pt-BR" sz="2800" b="1" i="1">
                          <a:solidFill>
                            <a:schemeClr val="tx1"/>
                          </a:solidFill>
                          <a:latin typeface="Cambria Math" panose="02040503050406030204" pitchFamily="18" charset="0"/>
                          <a:ea typeface="Cambria Math" panose="02040503050406030204" pitchFamily="18" charset="0"/>
                          <a:cs typeface="Arial" panose="020B0604020202020204" pitchFamily="34" charset="0"/>
                        </a:rPr>
                        <m:t>𝒕</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24" name="CaixaDeTexto 23">
                <a:extLst>
                  <a:ext uri="{FF2B5EF4-FFF2-40B4-BE49-F238E27FC236}">
                    <a16:creationId xmlns:a16="http://schemas.microsoft.com/office/drawing/2014/main" id="{A53A51CB-4D0A-47CB-9BC0-38B48ADBBE0E}"/>
                  </a:ext>
                </a:extLst>
              </p:cNvPr>
              <p:cNvSpPr txBox="1">
                <a:spLocks noRot="1" noChangeAspect="1" noMove="1" noResize="1" noEditPoints="1" noAdjustHandles="1" noChangeArrowheads="1" noChangeShapeType="1" noTextEdit="1"/>
              </p:cNvSpPr>
              <p:nvPr/>
            </p:nvSpPr>
            <p:spPr>
              <a:xfrm>
                <a:off x="6270728" y="4848256"/>
                <a:ext cx="3485850" cy="523220"/>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5" name="CaixaDeTexto 24">
                <a:extLst>
                  <a:ext uri="{FF2B5EF4-FFF2-40B4-BE49-F238E27FC236}">
                    <a16:creationId xmlns:a16="http://schemas.microsoft.com/office/drawing/2014/main" id="{0015F1EA-BDEA-435C-8143-985BBBD79ECF}"/>
                  </a:ext>
                </a:extLst>
              </p:cNvPr>
              <p:cNvSpPr txBox="1"/>
              <p:nvPr/>
            </p:nvSpPr>
            <p:spPr>
              <a:xfrm>
                <a:off x="6533768" y="5363276"/>
                <a:ext cx="2205184" cy="9017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𝒕</m:t>
                      </m:r>
                      <m:r>
                        <a:rPr lang="pt-BR" sz="2800" b="1" i="1" smtClean="0">
                          <a:solidFill>
                            <a:srgbClr val="002060"/>
                          </a:solidFill>
                          <a:latin typeface="Cambria Math" panose="02040503050406030204" pitchFamily="18" charset="0"/>
                          <a:cs typeface="Arial" panose="020B0604020202020204" pitchFamily="34" charset="0"/>
                        </a:rPr>
                        <m:t>=</m:t>
                      </m:r>
                      <m:f>
                        <m:fPr>
                          <m:ctrlPr>
                            <a:rPr lang="pt-BR" sz="2800" b="1" i="1" smtClean="0">
                              <a:solidFill>
                                <a:srgbClr val="002060"/>
                              </a:solidFill>
                              <a:latin typeface="Cambria Math" panose="02040503050406030204" pitchFamily="18" charset="0"/>
                              <a:cs typeface="Arial" panose="020B0604020202020204" pitchFamily="34" charset="0"/>
                            </a:rPr>
                          </m:ctrlPr>
                        </m:fPr>
                        <m:num>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𝟐𝟑𝟎</m:t>
                          </m:r>
                        </m:num>
                        <m:den>
                          <m:r>
                            <a:rPr lang="pt-BR" sz="2800" b="1" i="1" smtClean="0">
                              <a:solidFill>
                                <a:srgbClr val="002060"/>
                              </a:solidFill>
                              <a:latin typeface="Cambria Math" panose="02040503050406030204" pitchFamily="18" charset="0"/>
                              <a:cs typeface="Arial" panose="020B0604020202020204" pitchFamily="34" charset="0"/>
                            </a:rPr>
                            <m:t>𝟏𝟏</m:t>
                          </m:r>
                          <m:r>
                            <a:rPr lang="pt-BR" sz="2800" b="1" i="1" smtClean="0">
                              <a:solidFill>
                                <a:srgbClr val="002060"/>
                              </a:solidFill>
                              <a:latin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cs typeface="Arial" panose="020B0604020202020204" pitchFamily="34" charset="0"/>
                            </a:rPr>
                            <m:t>𝟓</m:t>
                          </m:r>
                        </m:den>
                      </m:f>
                    </m:oMath>
                  </m:oMathPara>
                </a14:m>
                <a:endParaRPr lang="pt-BR" sz="2800" b="1" dirty="0">
                  <a:solidFill>
                    <a:srgbClr val="002060"/>
                  </a:solidFill>
                  <a:latin typeface="Arial" panose="020B0604020202020204" pitchFamily="34" charset="0"/>
                  <a:cs typeface="Arial" panose="020B0604020202020204" pitchFamily="34" charset="0"/>
                </a:endParaRPr>
              </a:p>
            </p:txBody>
          </p:sp>
        </mc:Choice>
        <mc:Fallback xmlns="">
          <p:sp>
            <p:nvSpPr>
              <p:cNvPr id="25" name="CaixaDeTexto 24">
                <a:extLst>
                  <a:ext uri="{FF2B5EF4-FFF2-40B4-BE49-F238E27FC236}">
                    <a16:creationId xmlns:a16="http://schemas.microsoft.com/office/drawing/2014/main" id="{0015F1EA-BDEA-435C-8143-985BBBD79ECF}"/>
                  </a:ext>
                </a:extLst>
              </p:cNvPr>
              <p:cNvSpPr txBox="1">
                <a:spLocks noRot="1" noChangeAspect="1" noMove="1" noResize="1" noEditPoints="1" noAdjustHandles="1" noChangeArrowheads="1" noChangeShapeType="1" noTextEdit="1"/>
              </p:cNvSpPr>
              <p:nvPr/>
            </p:nvSpPr>
            <p:spPr>
              <a:xfrm>
                <a:off x="6533768" y="5363276"/>
                <a:ext cx="2205184" cy="901785"/>
              </a:xfrm>
              <a:prstGeom prst="rect">
                <a:avLst/>
              </a:prstGeom>
              <a:blipFill>
                <a:blip r:embed="rId10"/>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4115278D-A151-4F7C-B201-76A23C63C18E}"/>
                  </a:ext>
                </a:extLst>
              </p:cNvPr>
              <p:cNvSpPr txBox="1"/>
              <p:nvPr/>
            </p:nvSpPr>
            <p:spPr>
              <a:xfrm>
                <a:off x="7206478" y="6270240"/>
                <a:ext cx="2019299" cy="523220"/>
              </a:xfrm>
              <a:prstGeom prst="rect">
                <a:avLst/>
              </a:prstGeom>
              <a:noFill/>
              <a:ln w="5715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𝒕</m:t>
                      </m:r>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𝟐𝟎</m:t>
                      </m:r>
                      <m:r>
                        <a:rPr lang="pt-BR" sz="2800" b="1" i="1" smtClean="0">
                          <a:solidFill>
                            <a:schemeClr val="tx1"/>
                          </a:solidFill>
                          <a:latin typeface="Cambria Math" panose="02040503050406030204" pitchFamily="18" charset="0"/>
                          <a:cs typeface="Arial" panose="020B0604020202020204" pitchFamily="34" charset="0"/>
                        </a:rPr>
                        <m:t> </m:t>
                      </m:r>
                      <m:r>
                        <a:rPr lang="pt-BR" sz="2800" b="1" i="1" smtClean="0">
                          <a:solidFill>
                            <a:schemeClr val="tx1"/>
                          </a:solidFill>
                          <a:latin typeface="Cambria Math" panose="02040503050406030204" pitchFamily="18" charset="0"/>
                          <a:cs typeface="Arial" panose="020B0604020202020204" pitchFamily="34" charset="0"/>
                        </a:rPr>
                        <m:t>𝒔</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26" name="CaixaDeTexto 25">
                <a:extLst>
                  <a:ext uri="{FF2B5EF4-FFF2-40B4-BE49-F238E27FC236}">
                    <a16:creationId xmlns:a16="http://schemas.microsoft.com/office/drawing/2014/main" id="{4115278D-A151-4F7C-B201-76A23C63C18E}"/>
                  </a:ext>
                </a:extLst>
              </p:cNvPr>
              <p:cNvSpPr txBox="1">
                <a:spLocks noRot="1" noChangeAspect="1" noMove="1" noResize="1" noEditPoints="1" noAdjustHandles="1" noChangeArrowheads="1" noChangeShapeType="1" noTextEdit="1"/>
              </p:cNvSpPr>
              <p:nvPr/>
            </p:nvSpPr>
            <p:spPr>
              <a:xfrm>
                <a:off x="7206478" y="6270240"/>
                <a:ext cx="2019299" cy="523220"/>
              </a:xfrm>
              <a:prstGeom prst="rect">
                <a:avLst/>
              </a:prstGeom>
              <a:blipFill>
                <a:blip r:embed="rId11"/>
                <a:stretch>
                  <a:fillRect/>
                </a:stretch>
              </a:blipFill>
              <a:ln w="57150">
                <a:solidFill>
                  <a:schemeClr val="tx1"/>
                </a:solidFill>
              </a:ln>
            </p:spPr>
            <p:txBody>
              <a:bodyPr/>
              <a:lstStyle/>
              <a:p>
                <a:r>
                  <a:rPr lang="pt-BR">
                    <a:noFill/>
                  </a:rPr>
                  <a:t> </a:t>
                </a:r>
              </a:p>
            </p:txBody>
          </p:sp>
        </mc:Fallback>
      </mc:AlternateContent>
      <p:pic>
        <p:nvPicPr>
          <p:cNvPr id="28" name="Imagem 27" descr="Uma imagem contendo bola&#10;&#10;Descrição gerada automaticamente">
            <a:extLst>
              <a:ext uri="{FF2B5EF4-FFF2-40B4-BE49-F238E27FC236}">
                <a16:creationId xmlns:a16="http://schemas.microsoft.com/office/drawing/2014/main" id="{9495C660-AC15-4207-929C-6230C929BABE}"/>
              </a:ext>
            </a:extLst>
          </p:cNvPr>
          <p:cNvPicPr>
            <a:picLocks noChangeAspect="1"/>
          </p:cNvPicPr>
          <p:nvPr/>
        </p:nvPicPr>
        <p:blipFill>
          <a:blip r:embed="rId12"/>
          <a:stretch>
            <a:fillRect/>
          </a:stretch>
        </p:blipFill>
        <p:spPr>
          <a:xfrm>
            <a:off x="9899070" y="4226710"/>
            <a:ext cx="2019300" cy="2438400"/>
          </a:xfrm>
          <a:prstGeom prst="rect">
            <a:avLst/>
          </a:prstGeom>
        </p:spPr>
      </p:pic>
    </p:spTree>
    <p:extLst>
      <p:ext uri="{BB962C8B-B14F-4D97-AF65-F5344CB8AC3E}">
        <p14:creationId xmlns:p14="http://schemas.microsoft.com/office/powerpoint/2010/main" val="710863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barn(inVertical)">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21"/>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22"/>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500"/>
                                        <p:tgtEl>
                                          <p:spTgt spid="2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500"/>
                                        <p:tgtEl>
                                          <p:spTgt spid="26"/>
                                        </p:tgtEl>
                                      </p:cBhvr>
                                    </p:animEffect>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1000"/>
                                        <p:tgtEl>
                                          <p:spTgt spid="28"/>
                                        </p:tgtEl>
                                      </p:cBhvr>
                                    </p:animEffect>
                                    <p:anim calcmode="lin" valueType="num">
                                      <p:cBhvr>
                                        <p:cTn id="78" dur="1000" fill="hold"/>
                                        <p:tgtEl>
                                          <p:spTgt spid="28"/>
                                        </p:tgtEl>
                                        <p:attrNameLst>
                                          <p:attrName>ppt_x</p:attrName>
                                        </p:attrNameLst>
                                      </p:cBhvr>
                                      <p:tavLst>
                                        <p:tav tm="0">
                                          <p:val>
                                            <p:strVal val="#ppt_x"/>
                                          </p:val>
                                        </p:tav>
                                        <p:tav tm="100000">
                                          <p:val>
                                            <p:strVal val="#ppt_x"/>
                                          </p:val>
                                        </p:tav>
                                      </p:tavLst>
                                    </p:anim>
                                    <p:anim calcmode="lin" valueType="num">
                                      <p:cBhvr>
                                        <p:cTn id="7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animBg="1"/>
      <p:bldP spid="9" grpId="0"/>
      <p:bldP spid="10" grpId="0"/>
      <p:bldP spid="11" grpId="0" animBg="1"/>
      <p:bldP spid="12" grpId="0"/>
      <p:bldP spid="18" grpId="0"/>
      <p:bldP spid="19" grpId="0" animBg="1"/>
      <p:bldP spid="20" grpId="0"/>
      <p:bldP spid="21" grpId="0"/>
      <p:bldP spid="24" grpId="0"/>
      <p:bldP spid="25" grpId="0"/>
      <p:bldP spid="2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tângulo: Cantos Arredondados 44">
            <a:extLst>
              <a:ext uri="{FF2B5EF4-FFF2-40B4-BE49-F238E27FC236}">
                <a16:creationId xmlns:a16="http://schemas.microsoft.com/office/drawing/2014/main" id="{BD6EC194-8267-445C-B03B-8978E7C20A2D}"/>
              </a:ext>
            </a:extLst>
          </p:cNvPr>
          <p:cNvSpPr/>
          <p:nvPr/>
        </p:nvSpPr>
        <p:spPr>
          <a:xfrm>
            <a:off x="7073050" y="3267897"/>
            <a:ext cx="2074571" cy="541559"/>
          </a:xfrm>
          <a:prstGeom prst="round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path path="circle">
              <a:fillToRect l="50000" t="50000" r="50000" b="50000"/>
            </a:path>
            <a:tileRect/>
          </a:gra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CaixaDeTexto 2">
            <a:extLst>
              <a:ext uri="{FF2B5EF4-FFF2-40B4-BE49-F238E27FC236}">
                <a16:creationId xmlns:a16="http://schemas.microsoft.com/office/drawing/2014/main" id="{EBE31CDB-F049-490D-B7B2-3E6338E8B932}"/>
              </a:ext>
            </a:extLst>
          </p:cNvPr>
          <p:cNvSpPr txBox="1"/>
          <p:nvPr/>
        </p:nvSpPr>
        <p:spPr>
          <a:xfrm>
            <a:off x="179991" y="67524"/>
            <a:ext cx="11637936" cy="3108543"/>
          </a:xfrm>
          <a:prstGeom prst="rect">
            <a:avLst/>
          </a:prstGeom>
          <a:noFill/>
        </p:spPr>
        <p:txBody>
          <a:bodyPr wrap="square">
            <a:spAutoFit/>
          </a:bodyPr>
          <a:lstStyle/>
          <a:p>
            <a:pPr algn="just"/>
            <a:r>
              <a:rPr lang="pt-BR" sz="2800" b="1" dirty="0">
                <a:solidFill>
                  <a:srgbClr val="FF0000"/>
                </a:solidFill>
                <a:latin typeface="Arial" panose="020B0604020202020204" pitchFamily="34" charset="0"/>
                <a:cs typeface="Arial" panose="020B0604020202020204" pitchFamily="34" charset="0"/>
              </a:rPr>
              <a:t>Extra 3-) </a:t>
            </a:r>
            <a:r>
              <a:rPr lang="pt-BR" sz="2800" b="1" dirty="0">
                <a:latin typeface="Arial" panose="020B0604020202020204" pitchFamily="34" charset="0"/>
                <a:cs typeface="Arial" panose="020B0604020202020204" pitchFamily="34" charset="0"/>
              </a:rPr>
              <a:t>Uma pessoa deseja atravessar um rio cujas águas correm com velocidade constante de 6,0 m/s em relação às margens. Para tanto, usa um barco provido de motor de popa capaz de impulsionar a embarcação com uma velocidade constante de módulo igual a 8,0 m/s em relação às águas. Se o barco é pilotado perpendicularmente às margens, e mantendo-se o leme nessa direção, sua velocidade em relação à Terra será:</a:t>
            </a:r>
          </a:p>
        </p:txBody>
      </p:sp>
      <p:sp>
        <p:nvSpPr>
          <p:cNvPr id="5" name="CaixaDeTexto 4">
            <a:extLst>
              <a:ext uri="{FF2B5EF4-FFF2-40B4-BE49-F238E27FC236}">
                <a16:creationId xmlns:a16="http://schemas.microsoft.com/office/drawing/2014/main" id="{337BB2A0-CBFE-453D-86ED-DDDD96C77202}"/>
              </a:ext>
            </a:extLst>
          </p:cNvPr>
          <p:cNvSpPr txBox="1"/>
          <p:nvPr/>
        </p:nvSpPr>
        <p:spPr>
          <a:xfrm>
            <a:off x="308111" y="3170684"/>
            <a:ext cx="2287805" cy="523220"/>
          </a:xfrm>
          <a:prstGeom prst="rect">
            <a:avLst/>
          </a:prstGeom>
          <a:noFill/>
        </p:spPr>
        <p:txBody>
          <a:bodyPr wrap="square">
            <a:spAutoFit/>
          </a:bodyPr>
          <a:lstStyle/>
          <a:p>
            <a:r>
              <a:rPr lang="pt-BR" sz="2800" b="1" dirty="0">
                <a:latin typeface="Arial" panose="020B0604020202020204" pitchFamily="34" charset="0"/>
                <a:cs typeface="Arial" panose="020B0604020202020204" pitchFamily="34" charset="0"/>
              </a:rPr>
              <a:t>a) 2,0 m/s.</a:t>
            </a:r>
          </a:p>
        </p:txBody>
      </p:sp>
      <p:sp>
        <p:nvSpPr>
          <p:cNvPr id="6" name="CaixaDeTexto 5">
            <a:extLst>
              <a:ext uri="{FF2B5EF4-FFF2-40B4-BE49-F238E27FC236}">
                <a16:creationId xmlns:a16="http://schemas.microsoft.com/office/drawing/2014/main" id="{68616D19-B434-468C-B9DB-A7A174928363}"/>
              </a:ext>
            </a:extLst>
          </p:cNvPr>
          <p:cNvSpPr txBox="1"/>
          <p:nvPr/>
        </p:nvSpPr>
        <p:spPr>
          <a:xfrm>
            <a:off x="9206043" y="3225652"/>
            <a:ext cx="2287805" cy="523220"/>
          </a:xfrm>
          <a:prstGeom prst="rect">
            <a:avLst/>
          </a:prstGeom>
          <a:noFill/>
        </p:spPr>
        <p:txBody>
          <a:bodyPr wrap="square">
            <a:spAutoFit/>
          </a:bodyPr>
          <a:lstStyle/>
          <a:p>
            <a:r>
              <a:rPr lang="pt-BR" sz="2800" b="1" dirty="0">
                <a:latin typeface="Arial" panose="020B0604020202020204" pitchFamily="34" charset="0"/>
                <a:cs typeface="Arial" panose="020B0604020202020204" pitchFamily="34" charset="0"/>
              </a:rPr>
              <a:t>e) 14,0 m/s.</a:t>
            </a:r>
          </a:p>
        </p:txBody>
      </p:sp>
      <p:sp>
        <p:nvSpPr>
          <p:cNvPr id="7" name="CaixaDeTexto 6">
            <a:extLst>
              <a:ext uri="{FF2B5EF4-FFF2-40B4-BE49-F238E27FC236}">
                <a16:creationId xmlns:a16="http://schemas.microsoft.com/office/drawing/2014/main" id="{0AE2D774-D50E-4B4E-8362-B106C2E00088}"/>
              </a:ext>
            </a:extLst>
          </p:cNvPr>
          <p:cNvSpPr txBox="1"/>
          <p:nvPr/>
        </p:nvSpPr>
        <p:spPr>
          <a:xfrm>
            <a:off x="2686221" y="3140287"/>
            <a:ext cx="2376651" cy="523220"/>
          </a:xfrm>
          <a:prstGeom prst="rect">
            <a:avLst/>
          </a:prstGeom>
          <a:noFill/>
        </p:spPr>
        <p:txBody>
          <a:bodyPr wrap="square">
            <a:spAutoFit/>
          </a:bodyPr>
          <a:lstStyle/>
          <a:p>
            <a:r>
              <a:rPr lang="pt-BR" sz="2800" b="1" dirty="0">
                <a:latin typeface="Arial" panose="020B0604020202020204" pitchFamily="34" charset="0"/>
                <a:cs typeface="Arial" panose="020B0604020202020204" pitchFamily="34" charset="0"/>
              </a:rPr>
              <a:t>b) 6,0 m/s.</a:t>
            </a:r>
          </a:p>
        </p:txBody>
      </p:sp>
      <p:sp>
        <p:nvSpPr>
          <p:cNvPr id="8" name="CaixaDeTexto 7">
            <a:extLst>
              <a:ext uri="{FF2B5EF4-FFF2-40B4-BE49-F238E27FC236}">
                <a16:creationId xmlns:a16="http://schemas.microsoft.com/office/drawing/2014/main" id="{83BD09E6-3C37-4576-A3FA-5EF596D2FA10}"/>
              </a:ext>
            </a:extLst>
          </p:cNvPr>
          <p:cNvSpPr txBox="1"/>
          <p:nvPr/>
        </p:nvSpPr>
        <p:spPr>
          <a:xfrm>
            <a:off x="4726823" y="3184891"/>
            <a:ext cx="2287805" cy="523220"/>
          </a:xfrm>
          <a:prstGeom prst="rect">
            <a:avLst/>
          </a:prstGeom>
          <a:noFill/>
        </p:spPr>
        <p:txBody>
          <a:bodyPr wrap="square">
            <a:spAutoFit/>
          </a:bodyPr>
          <a:lstStyle/>
          <a:p>
            <a:r>
              <a:rPr lang="pt-BR" sz="2800" b="1" dirty="0">
                <a:latin typeface="Arial" panose="020B0604020202020204" pitchFamily="34" charset="0"/>
                <a:cs typeface="Arial" panose="020B0604020202020204" pitchFamily="34" charset="0"/>
              </a:rPr>
              <a:t>c) 8,0 m/s.</a:t>
            </a:r>
          </a:p>
        </p:txBody>
      </p:sp>
      <p:sp>
        <p:nvSpPr>
          <p:cNvPr id="9" name="CaixaDeTexto 8">
            <a:extLst>
              <a:ext uri="{FF2B5EF4-FFF2-40B4-BE49-F238E27FC236}">
                <a16:creationId xmlns:a16="http://schemas.microsoft.com/office/drawing/2014/main" id="{D613C8BA-A72E-4A38-A6BB-2237D465A8F7}"/>
              </a:ext>
            </a:extLst>
          </p:cNvPr>
          <p:cNvSpPr txBox="1"/>
          <p:nvPr/>
        </p:nvSpPr>
        <p:spPr>
          <a:xfrm>
            <a:off x="7081333" y="3275237"/>
            <a:ext cx="2414756" cy="523220"/>
          </a:xfrm>
          <a:prstGeom prst="rect">
            <a:avLst/>
          </a:prstGeom>
          <a:noFill/>
        </p:spPr>
        <p:txBody>
          <a:bodyPr wrap="square">
            <a:spAutoFit/>
          </a:bodyPr>
          <a:lstStyle/>
          <a:p>
            <a:r>
              <a:rPr lang="pt-BR" sz="2800" b="1" dirty="0">
                <a:latin typeface="Arial" panose="020B0604020202020204" pitchFamily="34" charset="0"/>
                <a:cs typeface="Arial" panose="020B0604020202020204" pitchFamily="34" charset="0"/>
              </a:rPr>
              <a:t>d) 10,0 m/s.</a:t>
            </a:r>
          </a:p>
        </p:txBody>
      </p:sp>
      <p:sp>
        <p:nvSpPr>
          <p:cNvPr id="10" name="CaixaDeTexto 9">
            <a:extLst>
              <a:ext uri="{FF2B5EF4-FFF2-40B4-BE49-F238E27FC236}">
                <a16:creationId xmlns:a16="http://schemas.microsoft.com/office/drawing/2014/main" id="{1D5A55C2-2679-4844-A676-4DF6C8AF84B2}"/>
              </a:ext>
            </a:extLst>
          </p:cNvPr>
          <p:cNvSpPr txBox="1"/>
          <p:nvPr/>
        </p:nvSpPr>
        <p:spPr>
          <a:xfrm>
            <a:off x="308111" y="3687317"/>
            <a:ext cx="2867585" cy="523220"/>
          </a:xfrm>
          <a:prstGeom prst="rect">
            <a:avLst/>
          </a:prstGeom>
          <a:noFill/>
        </p:spPr>
        <p:txBody>
          <a:bodyPr wrap="square" rtlCol="0">
            <a:spAutoFit/>
          </a:bodyPr>
          <a:lstStyle/>
          <a:p>
            <a:r>
              <a:rPr lang="pt-BR" sz="2800" b="1" dirty="0">
                <a:solidFill>
                  <a:srgbClr val="FF0000"/>
                </a:solidFill>
                <a:latin typeface="Arial" panose="020B0604020202020204" pitchFamily="34" charset="0"/>
                <a:cs typeface="Arial" panose="020B0604020202020204" pitchFamily="34" charset="0"/>
              </a:rPr>
              <a:t>Sabemos que:</a:t>
            </a:r>
          </a:p>
        </p:txBody>
      </p:sp>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1C9E45EB-1125-4B65-BFD8-B55300F13E3D}"/>
                  </a:ext>
                </a:extLst>
              </p:cNvPr>
              <p:cNvSpPr txBox="1"/>
              <p:nvPr/>
            </p:nvSpPr>
            <p:spPr>
              <a:xfrm>
                <a:off x="229661" y="4062517"/>
                <a:ext cx="2596661"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𝒗</m:t>
                          </m:r>
                        </m:e>
                        <m:sub>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𝑨</m:t>
                          </m:r>
                        </m:sub>
                      </m:sSub>
                      <m:r>
                        <a:rPr lang="pt-BR" sz="2800" b="1" i="1" smtClean="0">
                          <a:solidFill>
                            <a:srgbClr val="002060"/>
                          </a:solidFill>
                          <a:latin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cs typeface="Arial" panose="020B0604020202020204" pitchFamily="34" charset="0"/>
                        </a:rPr>
                        <m:t>𝟔</m:t>
                      </m:r>
                      <m:r>
                        <a:rPr lang="pt-BR" sz="2800" b="1" i="1" smtClean="0">
                          <a:solidFill>
                            <a:srgbClr val="002060"/>
                          </a:solidFill>
                          <a:latin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cs typeface="Arial" panose="020B0604020202020204" pitchFamily="34" charset="0"/>
                        </a:rPr>
                        <m:t>𝟎</m:t>
                      </m:r>
                      <m:r>
                        <a:rPr lang="pt-BR" sz="2800" b="1" i="1" smtClean="0">
                          <a:solidFill>
                            <a:srgbClr val="002060"/>
                          </a:solidFill>
                          <a:latin typeface="Cambria Math" panose="02040503050406030204" pitchFamily="18" charset="0"/>
                          <a:cs typeface="Arial" panose="020B0604020202020204" pitchFamily="34" charset="0"/>
                        </a:rPr>
                        <m:t>𝒎</m:t>
                      </m:r>
                      <m:r>
                        <a:rPr lang="pt-BR" sz="2800" b="1" i="1" smtClean="0">
                          <a:solidFill>
                            <a:srgbClr val="002060"/>
                          </a:solidFill>
                          <a:latin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cs typeface="Arial" panose="020B0604020202020204" pitchFamily="34" charset="0"/>
                        </a:rPr>
                        <m:t>𝒔</m:t>
                      </m:r>
                      <m:r>
                        <a:rPr lang="pt-BR" sz="2800" b="1" i="1" smtClean="0">
                          <a:solidFill>
                            <a:srgbClr val="002060"/>
                          </a:solidFill>
                          <a:latin typeface="Cambria Math" panose="02040503050406030204" pitchFamily="18" charset="0"/>
                          <a:cs typeface="Arial" panose="020B0604020202020204" pitchFamily="34" charset="0"/>
                        </a:rPr>
                        <m:t>;</m:t>
                      </m:r>
                    </m:oMath>
                  </m:oMathPara>
                </a14:m>
                <a:endParaRPr lang="pt-BR" sz="2800" b="1" dirty="0">
                  <a:solidFill>
                    <a:srgbClr val="002060"/>
                  </a:solidFill>
                  <a:latin typeface="Arial" panose="020B0604020202020204" pitchFamily="34" charset="0"/>
                  <a:cs typeface="Arial" panose="020B0604020202020204" pitchFamily="34" charset="0"/>
                </a:endParaRPr>
              </a:p>
            </p:txBody>
          </p:sp>
        </mc:Choice>
        <mc:Fallback xmlns="">
          <p:sp>
            <p:nvSpPr>
              <p:cNvPr id="11" name="CaixaDeTexto 10">
                <a:extLst>
                  <a:ext uri="{FF2B5EF4-FFF2-40B4-BE49-F238E27FC236}">
                    <a16:creationId xmlns:a16="http://schemas.microsoft.com/office/drawing/2014/main" id="{1C9E45EB-1125-4B65-BFD8-B55300F13E3D}"/>
                  </a:ext>
                </a:extLst>
              </p:cNvPr>
              <p:cNvSpPr txBox="1">
                <a:spLocks noRot="1" noChangeAspect="1" noMove="1" noResize="1" noEditPoints="1" noAdjustHandles="1" noChangeArrowheads="1" noChangeShapeType="1" noTextEdit="1"/>
              </p:cNvSpPr>
              <p:nvPr/>
            </p:nvSpPr>
            <p:spPr>
              <a:xfrm>
                <a:off x="229661" y="4062517"/>
                <a:ext cx="2596661" cy="523220"/>
              </a:xfrm>
              <a:prstGeom prst="rect">
                <a:avLst/>
              </a:prstGeom>
              <a:blipFill>
                <a:blip r:embed="rId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CD2CC818-BE83-473D-A77E-8618E0FFD1D2}"/>
                  </a:ext>
                </a:extLst>
              </p:cNvPr>
              <p:cNvSpPr txBox="1"/>
              <p:nvPr/>
            </p:nvSpPr>
            <p:spPr>
              <a:xfrm>
                <a:off x="179991" y="4573722"/>
                <a:ext cx="2660636"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𝒗</m:t>
                          </m:r>
                        </m:e>
                        <m:sub>
                          <m:r>
                            <a:rPr lang="pt-BR" sz="28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𝒓𝒆𝒍</m:t>
                          </m:r>
                        </m:sub>
                      </m:sSub>
                      <m:r>
                        <a:rPr lang="pt-BR" sz="2800" b="1" i="1" smtClean="0">
                          <a:solidFill>
                            <a:srgbClr val="C00000"/>
                          </a:solidFill>
                          <a:latin typeface="Cambria Math" panose="02040503050406030204" pitchFamily="18" charset="0"/>
                          <a:cs typeface="Arial" panose="020B0604020202020204" pitchFamily="34" charset="0"/>
                        </a:rPr>
                        <m:t>=</m:t>
                      </m:r>
                      <m:r>
                        <a:rPr lang="pt-BR" sz="2800" b="1" i="1" smtClean="0">
                          <a:solidFill>
                            <a:srgbClr val="C00000"/>
                          </a:solidFill>
                          <a:latin typeface="Cambria Math" panose="02040503050406030204" pitchFamily="18" charset="0"/>
                          <a:cs typeface="Arial" panose="020B0604020202020204" pitchFamily="34" charset="0"/>
                        </a:rPr>
                        <m:t>𝟖</m:t>
                      </m:r>
                      <m:r>
                        <a:rPr lang="pt-BR" sz="2800" b="1" i="1" smtClean="0">
                          <a:solidFill>
                            <a:srgbClr val="C00000"/>
                          </a:solidFill>
                          <a:latin typeface="Cambria Math" panose="02040503050406030204" pitchFamily="18" charset="0"/>
                          <a:cs typeface="Arial" panose="020B0604020202020204" pitchFamily="34" charset="0"/>
                        </a:rPr>
                        <m:t>,</m:t>
                      </m:r>
                      <m:r>
                        <a:rPr lang="pt-BR" sz="2800" b="1" i="1" smtClean="0">
                          <a:solidFill>
                            <a:srgbClr val="C00000"/>
                          </a:solidFill>
                          <a:latin typeface="Cambria Math" panose="02040503050406030204" pitchFamily="18" charset="0"/>
                          <a:cs typeface="Arial" panose="020B0604020202020204" pitchFamily="34" charset="0"/>
                        </a:rPr>
                        <m:t>𝟎</m:t>
                      </m:r>
                      <m:r>
                        <a:rPr lang="pt-BR" sz="2800" b="1" i="1" smtClean="0">
                          <a:solidFill>
                            <a:srgbClr val="C00000"/>
                          </a:solidFill>
                          <a:latin typeface="Cambria Math" panose="02040503050406030204" pitchFamily="18" charset="0"/>
                          <a:cs typeface="Arial" panose="020B0604020202020204" pitchFamily="34" charset="0"/>
                        </a:rPr>
                        <m:t> </m:t>
                      </m:r>
                      <m:r>
                        <a:rPr lang="pt-BR" sz="2800" b="1" i="1" smtClean="0">
                          <a:solidFill>
                            <a:srgbClr val="C00000"/>
                          </a:solidFill>
                          <a:latin typeface="Cambria Math" panose="02040503050406030204" pitchFamily="18" charset="0"/>
                          <a:cs typeface="Arial" panose="020B0604020202020204" pitchFamily="34" charset="0"/>
                        </a:rPr>
                        <m:t>𝒎</m:t>
                      </m:r>
                      <m:r>
                        <a:rPr lang="pt-BR" sz="2800" b="1" i="1" smtClean="0">
                          <a:solidFill>
                            <a:srgbClr val="C00000"/>
                          </a:solidFill>
                          <a:latin typeface="Cambria Math" panose="02040503050406030204" pitchFamily="18" charset="0"/>
                          <a:cs typeface="Arial" panose="020B0604020202020204" pitchFamily="34" charset="0"/>
                        </a:rPr>
                        <m:t>/</m:t>
                      </m:r>
                      <m:r>
                        <a:rPr lang="pt-BR" sz="2800" b="1" i="1" smtClean="0">
                          <a:solidFill>
                            <a:srgbClr val="C00000"/>
                          </a:solidFill>
                          <a:latin typeface="Cambria Math" panose="02040503050406030204" pitchFamily="18" charset="0"/>
                          <a:cs typeface="Arial" panose="020B0604020202020204" pitchFamily="34" charset="0"/>
                        </a:rPr>
                        <m:t>𝒔</m:t>
                      </m:r>
                    </m:oMath>
                  </m:oMathPara>
                </a14:m>
                <a:endParaRPr lang="pt-BR" sz="2800" b="1" dirty="0">
                  <a:solidFill>
                    <a:srgbClr val="C00000"/>
                  </a:solidFill>
                  <a:latin typeface="Arial" panose="020B0604020202020204" pitchFamily="34" charset="0"/>
                  <a:cs typeface="Arial" panose="020B0604020202020204" pitchFamily="34" charset="0"/>
                </a:endParaRPr>
              </a:p>
            </p:txBody>
          </p:sp>
        </mc:Choice>
        <mc:Fallback xmlns="">
          <p:sp>
            <p:nvSpPr>
              <p:cNvPr id="12" name="CaixaDeTexto 11">
                <a:extLst>
                  <a:ext uri="{FF2B5EF4-FFF2-40B4-BE49-F238E27FC236}">
                    <a16:creationId xmlns:a16="http://schemas.microsoft.com/office/drawing/2014/main" id="{CD2CC818-BE83-473D-A77E-8618E0FFD1D2}"/>
                  </a:ext>
                </a:extLst>
              </p:cNvPr>
              <p:cNvSpPr txBox="1">
                <a:spLocks noRot="1" noChangeAspect="1" noMove="1" noResize="1" noEditPoints="1" noAdjustHandles="1" noChangeArrowheads="1" noChangeShapeType="1" noTextEdit="1"/>
              </p:cNvSpPr>
              <p:nvPr/>
            </p:nvSpPr>
            <p:spPr>
              <a:xfrm>
                <a:off x="179991" y="4573722"/>
                <a:ext cx="2660636" cy="523220"/>
              </a:xfrm>
              <a:prstGeom prst="rect">
                <a:avLst/>
              </a:prstGeom>
              <a:blipFill>
                <a:blip r:embed="rId3"/>
                <a:stretch>
                  <a:fillRect/>
                </a:stretch>
              </a:blipFill>
            </p:spPr>
            <p:txBody>
              <a:bodyPr/>
              <a:lstStyle/>
              <a:p>
                <a:r>
                  <a:rPr lang="pt-BR">
                    <a:noFill/>
                  </a:rPr>
                  <a:t> </a:t>
                </a:r>
              </a:p>
            </p:txBody>
          </p:sp>
        </mc:Fallback>
      </mc:AlternateContent>
      <p:cxnSp>
        <p:nvCxnSpPr>
          <p:cNvPr id="20" name="Conector de Seta Reta 19">
            <a:extLst>
              <a:ext uri="{FF2B5EF4-FFF2-40B4-BE49-F238E27FC236}">
                <a16:creationId xmlns:a16="http://schemas.microsoft.com/office/drawing/2014/main" id="{46A2332F-9196-41C8-9601-409D998BDC48}"/>
              </a:ext>
            </a:extLst>
          </p:cNvPr>
          <p:cNvCxnSpPr/>
          <p:nvPr/>
        </p:nvCxnSpPr>
        <p:spPr>
          <a:xfrm flipV="1">
            <a:off x="1801379" y="5216912"/>
            <a:ext cx="0" cy="926603"/>
          </a:xfrm>
          <a:prstGeom prst="straightConnector1">
            <a:avLst/>
          </a:prstGeom>
          <a:ln w="3810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Conector de Seta Reta 20">
            <a:extLst>
              <a:ext uri="{FF2B5EF4-FFF2-40B4-BE49-F238E27FC236}">
                <a16:creationId xmlns:a16="http://schemas.microsoft.com/office/drawing/2014/main" id="{F15171F8-9348-416A-AA8A-AFA22917F7FD}"/>
              </a:ext>
            </a:extLst>
          </p:cNvPr>
          <p:cNvCxnSpPr/>
          <p:nvPr/>
        </p:nvCxnSpPr>
        <p:spPr>
          <a:xfrm>
            <a:off x="898574" y="5203660"/>
            <a:ext cx="904461" cy="0"/>
          </a:xfrm>
          <a:prstGeom prst="straightConnector1">
            <a:avLst/>
          </a:prstGeom>
          <a:ln w="3810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9" name="Agrupar 38">
            <a:extLst>
              <a:ext uri="{FF2B5EF4-FFF2-40B4-BE49-F238E27FC236}">
                <a16:creationId xmlns:a16="http://schemas.microsoft.com/office/drawing/2014/main" id="{6BC1D563-F123-40BA-AB1B-7E65A82DCCF9}"/>
              </a:ext>
            </a:extLst>
          </p:cNvPr>
          <p:cNvGrpSpPr/>
          <p:nvPr/>
        </p:nvGrpSpPr>
        <p:grpSpPr>
          <a:xfrm>
            <a:off x="896766" y="5224961"/>
            <a:ext cx="1479869" cy="926603"/>
            <a:chOff x="1324954" y="4147342"/>
            <a:chExt cx="1479869" cy="926603"/>
          </a:xfrm>
        </p:grpSpPr>
        <p:grpSp>
          <p:nvGrpSpPr>
            <p:cNvPr id="26" name="Agrupar 25">
              <a:extLst>
                <a:ext uri="{FF2B5EF4-FFF2-40B4-BE49-F238E27FC236}">
                  <a16:creationId xmlns:a16="http://schemas.microsoft.com/office/drawing/2014/main" id="{12B2AC12-BF45-4830-A523-5984AC4203EC}"/>
                </a:ext>
              </a:extLst>
            </p:cNvPr>
            <p:cNvGrpSpPr/>
            <p:nvPr/>
          </p:nvGrpSpPr>
          <p:grpSpPr>
            <a:xfrm>
              <a:off x="1324954" y="4147342"/>
              <a:ext cx="1479869" cy="926603"/>
              <a:chOff x="1311702" y="4162232"/>
              <a:chExt cx="1479869" cy="926603"/>
            </a:xfrm>
          </p:grpSpPr>
          <p:sp>
            <p:nvSpPr>
              <p:cNvPr id="15" name="CaixaDeTexto 14">
                <a:extLst>
                  <a:ext uri="{FF2B5EF4-FFF2-40B4-BE49-F238E27FC236}">
                    <a16:creationId xmlns:a16="http://schemas.microsoft.com/office/drawing/2014/main" id="{A58E9665-C748-45AA-8D68-BA8BC6AA3B92}"/>
                  </a:ext>
                </a:extLst>
              </p:cNvPr>
              <p:cNvSpPr txBox="1"/>
              <p:nvPr/>
            </p:nvSpPr>
            <p:spPr>
              <a:xfrm>
                <a:off x="2287907" y="4178625"/>
                <a:ext cx="503664" cy="461665"/>
              </a:xfrm>
              <a:prstGeom prst="rect">
                <a:avLst/>
              </a:prstGeom>
              <a:noFill/>
            </p:spPr>
            <p:txBody>
              <a:bodyPr wrap="none" rtlCol="0">
                <a:spAutoFit/>
              </a:bodyPr>
              <a:lstStyle/>
              <a:p>
                <a:r>
                  <a:rPr lang="pt-BR" sz="2400" b="1" dirty="0" err="1">
                    <a:latin typeface="Arial" panose="020B0604020202020204" pitchFamily="34" charset="0"/>
                    <a:cs typeface="Arial" panose="020B0604020202020204" pitchFamily="34" charset="0"/>
                  </a:rPr>
                  <a:t>v</a:t>
                </a:r>
                <a:r>
                  <a:rPr lang="pt-BR" sz="2400" b="1" baseline="-25000" dirty="0" err="1">
                    <a:latin typeface="Arial" panose="020B0604020202020204" pitchFamily="34" charset="0"/>
                    <a:cs typeface="Arial" panose="020B0604020202020204" pitchFamily="34" charset="0"/>
                  </a:rPr>
                  <a:t>R</a:t>
                </a:r>
                <a:endParaRPr lang="pt-BR" b="1" baseline="-25000" dirty="0">
                  <a:latin typeface="Arial" panose="020B0604020202020204" pitchFamily="34" charset="0"/>
                  <a:cs typeface="Arial" panose="020B0604020202020204" pitchFamily="34" charset="0"/>
                </a:endParaRPr>
              </a:p>
            </p:txBody>
          </p:sp>
          <p:cxnSp>
            <p:nvCxnSpPr>
              <p:cNvPr id="23" name="Conector de Seta Reta 22">
                <a:extLst>
                  <a:ext uri="{FF2B5EF4-FFF2-40B4-BE49-F238E27FC236}">
                    <a16:creationId xmlns:a16="http://schemas.microsoft.com/office/drawing/2014/main" id="{04791577-3C0E-46DA-9A7E-91B5AEDD9D20}"/>
                  </a:ext>
                </a:extLst>
              </p:cNvPr>
              <p:cNvCxnSpPr/>
              <p:nvPr/>
            </p:nvCxnSpPr>
            <p:spPr>
              <a:xfrm flipV="1">
                <a:off x="1311702" y="4162232"/>
                <a:ext cx="904461" cy="926603"/>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34" name="Conector de Seta Reta 33">
              <a:extLst>
                <a:ext uri="{FF2B5EF4-FFF2-40B4-BE49-F238E27FC236}">
                  <a16:creationId xmlns:a16="http://schemas.microsoft.com/office/drawing/2014/main" id="{FE318548-7CAD-45AF-BA15-2D6F0C88F374}"/>
                </a:ext>
              </a:extLst>
            </p:cNvPr>
            <p:cNvCxnSpPr/>
            <p:nvPr/>
          </p:nvCxnSpPr>
          <p:spPr>
            <a:xfrm>
              <a:off x="2343558" y="4241321"/>
              <a:ext cx="34124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8" name="Agrupar 37">
            <a:extLst>
              <a:ext uri="{FF2B5EF4-FFF2-40B4-BE49-F238E27FC236}">
                <a16:creationId xmlns:a16="http://schemas.microsoft.com/office/drawing/2014/main" id="{CF572CBC-F97D-49BC-9074-AD2E28FAC7A0}"/>
              </a:ext>
            </a:extLst>
          </p:cNvPr>
          <p:cNvGrpSpPr/>
          <p:nvPr/>
        </p:nvGrpSpPr>
        <p:grpSpPr>
          <a:xfrm>
            <a:off x="252354" y="5151967"/>
            <a:ext cx="638201" cy="978296"/>
            <a:chOff x="673501" y="4097287"/>
            <a:chExt cx="638201" cy="978296"/>
          </a:xfrm>
        </p:grpSpPr>
        <p:grpSp>
          <p:nvGrpSpPr>
            <p:cNvPr id="25" name="Agrupar 24">
              <a:extLst>
                <a:ext uri="{FF2B5EF4-FFF2-40B4-BE49-F238E27FC236}">
                  <a16:creationId xmlns:a16="http://schemas.microsoft.com/office/drawing/2014/main" id="{6971BE8F-3B04-4400-89E8-0E52B58E7863}"/>
                </a:ext>
              </a:extLst>
            </p:cNvPr>
            <p:cNvGrpSpPr/>
            <p:nvPr/>
          </p:nvGrpSpPr>
          <p:grpSpPr>
            <a:xfrm>
              <a:off x="673501" y="4097287"/>
              <a:ext cx="638201" cy="978296"/>
              <a:chOff x="673501" y="4097287"/>
              <a:chExt cx="638201" cy="978296"/>
            </a:xfrm>
          </p:grpSpPr>
          <p:cxnSp>
            <p:nvCxnSpPr>
              <p:cNvPr id="19" name="Conector de Seta Reta 18">
                <a:extLst>
                  <a:ext uri="{FF2B5EF4-FFF2-40B4-BE49-F238E27FC236}">
                    <a16:creationId xmlns:a16="http://schemas.microsoft.com/office/drawing/2014/main" id="{174D6AE7-9783-4876-9F24-DB3D85947719}"/>
                  </a:ext>
                </a:extLst>
              </p:cNvPr>
              <p:cNvCxnSpPr/>
              <p:nvPr/>
            </p:nvCxnSpPr>
            <p:spPr>
              <a:xfrm flipV="1">
                <a:off x="1311702" y="4148980"/>
                <a:ext cx="0" cy="92660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CaixaDeTexto 23">
                <a:extLst>
                  <a:ext uri="{FF2B5EF4-FFF2-40B4-BE49-F238E27FC236}">
                    <a16:creationId xmlns:a16="http://schemas.microsoft.com/office/drawing/2014/main" id="{ACE42B22-F92D-40A3-9FAD-BC42FE658249}"/>
                  </a:ext>
                </a:extLst>
              </p:cNvPr>
              <p:cNvSpPr txBox="1"/>
              <p:nvPr/>
            </p:nvSpPr>
            <p:spPr>
              <a:xfrm>
                <a:off x="673501" y="4097287"/>
                <a:ext cx="607859" cy="461665"/>
              </a:xfrm>
              <a:prstGeom prst="rect">
                <a:avLst/>
              </a:prstGeom>
              <a:noFill/>
            </p:spPr>
            <p:txBody>
              <a:bodyPr wrap="none" rtlCol="0">
                <a:spAutoFit/>
              </a:bodyPr>
              <a:lstStyle/>
              <a:p>
                <a:r>
                  <a:rPr lang="pt-BR" sz="2400" b="1" dirty="0" err="1">
                    <a:latin typeface="Arial" panose="020B0604020202020204" pitchFamily="34" charset="0"/>
                    <a:cs typeface="Arial" panose="020B0604020202020204" pitchFamily="34" charset="0"/>
                  </a:rPr>
                  <a:t>v</a:t>
                </a:r>
                <a:r>
                  <a:rPr lang="pt-BR" sz="2400" b="1" baseline="-25000" dirty="0" err="1">
                    <a:latin typeface="Arial" panose="020B0604020202020204" pitchFamily="34" charset="0"/>
                    <a:cs typeface="Arial" panose="020B0604020202020204" pitchFamily="34" charset="0"/>
                  </a:rPr>
                  <a:t>rel</a:t>
                </a:r>
                <a:endParaRPr lang="pt-BR" b="1" baseline="-25000" dirty="0">
                  <a:latin typeface="Arial" panose="020B0604020202020204" pitchFamily="34" charset="0"/>
                  <a:cs typeface="Arial" panose="020B0604020202020204" pitchFamily="34" charset="0"/>
                </a:endParaRPr>
              </a:p>
            </p:txBody>
          </p:sp>
        </p:grpSp>
        <p:cxnSp>
          <p:nvCxnSpPr>
            <p:cNvPr id="35" name="Conector de Seta Reta 34">
              <a:extLst>
                <a:ext uri="{FF2B5EF4-FFF2-40B4-BE49-F238E27FC236}">
                  <a16:creationId xmlns:a16="http://schemas.microsoft.com/office/drawing/2014/main" id="{ABFAD70C-C880-4792-942C-8DB20F9979D2}"/>
                </a:ext>
              </a:extLst>
            </p:cNvPr>
            <p:cNvCxnSpPr/>
            <p:nvPr/>
          </p:nvCxnSpPr>
          <p:spPr>
            <a:xfrm>
              <a:off x="673501" y="4220229"/>
              <a:ext cx="34124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7" name="Agrupar 36">
            <a:extLst>
              <a:ext uri="{FF2B5EF4-FFF2-40B4-BE49-F238E27FC236}">
                <a16:creationId xmlns:a16="http://schemas.microsoft.com/office/drawing/2014/main" id="{9B361D83-3F7C-445A-ACB8-034448006A9B}"/>
              </a:ext>
            </a:extLst>
          </p:cNvPr>
          <p:cNvGrpSpPr/>
          <p:nvPr/>
        </p:nvGrpSpPr>
        <p:grpSpPr>
          <a:xfrm>
            <a:off x="898574" y="6159614"/>
            <a:ext cx="1193119" cy="461665"/>
            <a:chOff x="1441813" y="5396485"/>
            <a:chExt cx="1193119" cy="461665"/>
          </a:xfrm>
        </p:grpSpPr>
        <p:grpSp>
          <p:nvGrpSpPr>
            <p:cNvPr id="17" name="Agrupar 16">
              <a:extLst>
                <a:ext uri="{FF2B5EF4-FFF2-40B4-BE49-F238E27FC236}">
                  <a16:creationId xmlns:a16="http://schemas.microsoft.com/office/drawing/2014/main" id="{32B052CE-7FC9-4D35-AB66-C97859616859}"/>
                </a:ext>
              </a:extLst>
            </p:cNvPr>
            <p:cNvGrpSpPr/>
            <p:nvPr/>
          </p:nvGrpSpPr>
          <p:grpSpPr>
            <a:xfrm>
              <a:off x="1441813" y="5396485"/>
              <a:ext cx="1193119" cy="461665"/>
              <a:chOff x="1325217" y="4863548"/>
              <a:chExt cx="1193119" cy="461665"/>
            </a:xfrm>
          </p:grpSpPr>
          <p:cxnSp>
            <p:nvCxnSpPr>
              <p:cNvPr id="14" name="Conector de Seta Reta 13">
                <a:extLst>
                  <a:ext uri="{FF2B5EF4-FFF2-40B4-BE49-F238E27FC236}">
                    <a16:creationId xmlns:a16="http://schemas.microsoft.com/office/drawing/2014/main" id="{F67560E9-65E9-4BD1-A208-B47D9309450C}"/>
                  </a:ext>
                </a:extLst>
              </p:cNvPr>
              <p:cNvCxnSpPr/>
              <p:nvPr/>
            </p:nvCxnSpPr>
            <p:spPr>
              <a:xfrm>
                <a:off x="1325217" y="4863548"/>
                <a:ext cx="90446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CaixaDeTexto 15">
                <a:extLst>
                  <a:ext uri="{FF2B5EF4-FFF2-40B4-BE49-F238E27FC236}">
                    <a16:creationId xmlns:a16="http://schemas.microsoft.com/office/drawing/2014/main" id="{D6B849D7-48F1-4658-85EB-9EB5C11531DB}"/>
                  </a:ext>
                </a:extLst>
              </p:cNvPr>
              <p:cNvSpPr txBox="1"/>
              <p:nvPr/>
            </p:nvSpPr>
            <p:spPr>
              <a:xfrm>
                <a:off x="2014672" y="4863548"/>
                <a:ext cx="503664" cy="461665"/>
              </a:xfrm>
              <a:prstGeom prst="rect">
                <a:avLst/>
              </a:prstGeom>
              <a:noFill/>
            </p:spPr>
            <p:txBody>
              <a:bodyPr wrap="none" rtlCol="0">
                <a:spAutoFit/>
              </a:bodyPr>
              <a:lstStyle/>
              <a:p>
                <a:r>
                  <a:rPr lang="pt-BR" sz="2400" b="1" dirty="0" err="1">
                    <a:latin typeface="Arial" panose="020B0604020202020204" pitchFamily="34" charset="0"/>
                    <a:cs typeface="Arial" panose="020B0604020202020204" pitchFamily="34" charset="0"/>
                  </a:rPr>
                  <a:t>v</a:t>
                </a:r>
                <a:r>
                  <a:rPr lang="pt-BR" sz="2400" b="1" baseline="-25000" dirty="0" err="1">
                    <a:latin typeface="Arial" panose="020B0604020202020204" pitchFamily="34" charset="0"/>
                    <a:cs typeface="Arial" panose="020B0604020202020204" pitchFamily="34" charset="0"/>
                  </a:rPr>
                  <a:t>A</a:t>
                </a:r>
                <a:endParaRPr lang="pt-BR" b="1" baseline="-25000" dirty="0">
                  <a:latin typeface="Arial" panose="020B0604020202020204" pitchFamily="34" charset="0"/>
                  <a:cs typeface="Arial" panose="020B0604020202020204" pitchFamily="34" charset="0"/>
                </a:endParaRPr>
              </a:p>
            </p:txBody>
          </p:sp>
        </p:grpSp>
        <p:cxnSp>
          <p:nvCxnSpPr>
            <p:cNvPr id="36" name="Conector de Seta Reta 35">
              <a:extLst>
                <a:ext uri="{FF2B5EF4-FFF2-40B4-BE49-F238E27FC236}">
                  <a16:creationId xmlns:a16="http://schemas.microsoft.com/office/drawing/2014/main" id="{FD7367E8-C1B1-4B80-9078-F78F49EE11A7}"/>
                </a:ext>
              </a:extLst>
            </p:cNvPr>
            <p:cNvCxnSpPr/>
            <p:nvPr/>
          </p:nvCxnSpPr>
          <p:spPr>
            <a:xfrm>
              <a:off x="2175652" y="5524519"/>
              <a:ext cx="34124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0" name="CaixaDeTexto 39">
            <a:extLst>
              <a:ext uri="{FF2B5EF4-FFF2-40B4-BE49-F238E27FC236}">
                <a16:creationId xmlns:a16="http://schemas.microsoft.com/office/drawing/2014/main" id="{911AD7AC-0C5E-4A7D-930F-69F6C982A3AB}"/>
              </a:ext>
            </a:extLst>
          </p:cNvPr>
          <p:cNvSpPr txBox="1"/>
          <p:nvPr/>
        </p:nvSpPr>
        <p:spPr>
          <a:xfrm>
            <a:off x="3874546" y="3899625"/>
            <a:ext cx="4698722" cy="523220"/>
          </a:xfrm>
          <a:prstGeom prst="rect">
            <a:avLst/>
          </a:prstGeom>
          <a:noFill/>
        </p:spPr>
        <p:txBody>
          <a:bodyPr wrap="none" rtlCol="0">
            <a:spAutoFit/>
          </a:bodyPr>
          <a:lstStyle/>
          <a:p>
            <a:r>
              <a:rPr lang="pt-BR" sz="2800" b="1" dirty="0">
                <a:latin typeface="Arial" panose="020B0604020202020204" pitchFamily="34" charset="0"/>
                <a:cs typeface="Arial" panose="020B0604020202020204" pitchFamily="34" charset="0"/>
              </a:rPr>
              <a:t>Aplicando Pitágoras, vem:</a:t>
            </a:r>
          </a:p>
        </p:txBody>
      </p:sp>
      <mc:AlternateContent xmlns:mc="http://schemas.openxmlformats.org/markup-compatibility/2006" xmlns:a14="http://schemas.microsoft.com/office/drawing/2010/main">
        <mc:Choice Requires="a14">
          <p:sp>
            <p:nvSpPr>
              <p:cNvPr id="41" name="CaixaDeTexto 40">
                <a:extLst>
                  <a:ext uri="{FF2B5EF4-FFF2-40B4-BE49-F238E27FC236}">
                    <a16:creationId xmlns:a16="http://schemas.microsoft.com/office/drawing/2014/main" id="{FB57B3A2-A564-4B18-A447-85E028D1F4B2}"/>
                  </a:ext>
                </a:extLst>
              </p:cNvPr>
              <p:cNvSpPr txBox="1"/>
              <p:nvPr/>
            </p:nvSpPr>
            <p:spPr>
              <a:xfrm>
                <a:off x="5703116" y="4436124"/>
                <a:ext cx="4236204" cy="61645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𝒗</m:t>
                          </m:r>
                        </m:e>
                        <m:sub>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𝑹</m:t>
                          </m:r>
                        </m:sub>
                      </m:sSub>
                      <m:r>
                        <a:rPr lang="pt-BR" sz="2800" b="1" i="1" smtClean="0">
                          <a:solidFill>
                            <a:srgbClr val="002060"/>
                          </a:solidFill>
                          <a:latin typeface="Cambria Math" panose="02040503050406030204" pitchFamily="18" charset="0"/>
                          <a:cs typeface="Arial" panose="020B0604020202020204" pitchFamily="34" charset="0"/>
                        </a:rPr>
                        <m:t>=</m:t>
                      </m:r>
                      <m:rad>
                        <m:radPr>
                          <m:degHide m:val="on"/>
                          <m:ctrlPr>
                            <a:rPr lang="pt-BR" sz="2800" b="1" i="1" smtClean="0">
                              <a:solidFill>
                                <a:srgbClr val="002060"/>
                              </a:solidFill>
                              <a:latin typeface="Cambria Math" panose="02040503050406030204" pitchFamily="18" charset="0"/>
                              <a:cs typeface="Arial" panose="020B0604020202020204" pitchFamily="34" charset="0"/>
                            </a:rPr>
                          </m:ctrlPr>
                        </m:radPr>
                        <m:deg/>
                        <m:e>
                          <m:sSup>
                            <m:sSupPr>
                              <m:ctrlPr>
                                <a:rPr lang="pt-BR" sz="2800" b="1" i="1" smtClean="0">
                                  <a:solidFill>
                                    <a:srgbClr val="002060"/>
                                  </a:solidFill>
                                  <a:latin typeface="Cambria Math" panose="02040503050406030204" pitchFamily="18" charset="0"/>
                                  <a:cs typeface="Arial" panose="020B0604020202020204" pitchFamily="34" charset="0"/>
                                </a:rPr>
                              </m:ctrlPr>
                            </m:sSupPr>
                            <m:e>
                              <m:d>
                                <m:dPr>
                                  <m:ctrlPr>
                                    <a:rPr lang="pt-BR" sz="2800" b="1" i="1" smtClean="0">
                                      <a:solidFill>
                                        <a:srgbClr val="002060"/>
                                      </a:solidFill>
                                      <a:latin typeface="Cambria Math" panose="02040503050406030204" pitchFamily="18" charset="0"/>
                                      <a:cs typeface="Arial" panose="020B0604020202020204" pitchFamily="34" charset="0"/>
                                    </a:rPr>
                                  </m:ctrlPr>
                                </m:dPr>
                                <m:e>
                                  <m:sSub>
                                    <m:sSubPr>
                                      <m:ctrlPr>
                                        <a:rPr lang="pt-BR" sz="2800" b="1" i="1" smtClean="0">
                                          <a:solidFill>
                                            <a:srgbClr val="002060"/>
                                          </a:solidFill>
                                          <a:latin typeface="Cambria Math" panose="02040503050406030204" pitchFamily="18" charset="0"/>
                                          <a:cs typeface="Arial" panose="020B0604020202020204" pitchFamily="34" charset="0"/>
                                        </a:rPr>
                                      </m:ctrlPr>
                                    </m:sSubPr>
                                    <m:e>
                                      <m:r>
                                        <a:rPr lang="pt-BR" sz="2800" b="1" i="1" smtClean="0">
                                          <a:solidFill>
                                            <a:srgbClr val="002060"/>
                                          </a:solidFill>
                                          <a:latin typeface="Cambria Math" panose="02040503050406030204" pitchFamily="18" charset="0"/>
                                          <a:cs typeface="Arial" panose="020B0604020202020204" pitchFamily="34" charset="0"/>
                                        </a:rPr>
                                        <m:t>𝒗</m:t>
                                      </m:r>
                                    </m:e>
                                    <m:sub>
                                      <m:r>
                                        <a:rPr lang="pt-BR" sz="2800" b="1" i="1" smtClean="0">
                                          <a:solidFill>
                                            <a:srgbClr val="002060"/>
                                          </a:solidFill>
                                          <a:latin typeface="Cambria Math" panose="02040503050406030204" pitchFamily="18" charset="0"/>
                                          <a:cs typeface="Arial" panose="020B0604020202020204" pitchFamily="34" charset="0"/>
                                        </a:rPr>
                                        <m:t>𝒓𝒆𝒍</m:t>
                                      </m:r>
                                    </m:sub>
                                  </m:sSub>
                                </m:e>
                              </m:d>
                            </m:e>
                            <m:sup>
                              <m:r>
                                <a:rPr lang="pt-BR" sz="2800" b="1" i="1" smtClean="0">
                                  <a:solidFill>
                                    <a:srgbClr val="002060"/>
                                  </a:solidFill>
                                  <a:latin typeface="Cambria Math" panose="02040503050406030204" pitchFamily="18" charset="0"/>
                                  <a:cs typeface="Arial" panose="020B0604020202020204" pitchFamily="34" charset="0"/>
                                </a:rPr>
                                <m:t>𝟐</m:t>
                              </m:r>
                            </m:sup>
                          </m:sSup>
                          <m:r>
                            <a:rPr lang="pt-BR" sz="2800" b="1" i="1" smtClean="0">
                              <a:solidFill>
                                <a:srgbClr val="002060"/>
                              </a:solidFill>
                              <a:latin typeface="Cambria Math" panose="02040503050406030204" pitchFamily="18" charset="0"/>
                              <a:cs typeface="Arial" panose="020B0604020202020204" pitchFamily="34" charset="0"/>
                            </a:rPr>
                            <m:t>+</m:t>
                          </m:r>
                          <m:sSup>
                            <m:sSupPr>
                              <m:ctrlPr>
                                <a:rPr lang="pt-BR" sz="2800" b="1" i="1">
                                  <a:solidFill>
                                    <a:srgbClr val="002060"/>
                                  </a:solidFill>
                                  <a:latin typeface="Cambria Math" panose="02040503050406030204" pitchFamily="18" charset="0"/>
                                  <a:cs typeface="Arial" panose="020B0604020202020204" pitchFamily="34" charset="0"/>
                                </a:rPr>
                              </m:ctrlPr>
                            </m:sSupPr>
                            <m:e>
                              <m:d>
                                <m:dPr>
                                  <m:ctrlPr>
                                    <a:rPr lang="pt-BR" sz="2800" b="1" i="1">
                                      <a:solidFill>
                                        <a:srgbClr val="002060"/>
                                      </a:solidFill>
                                      <a:latin typeface="Cambria Math" panose="02040503050406030204" pitchFamily="18" charset="0"/>
                                      <a:cs typeface="Arial" panose="020B0604020202020204" pitchFamily="34" charset="0"/>
                                    </a:rPr>
                                  </m:ctrlPr>
                                </m:dPr>
                                <m:e>
                                  <m:sSub>
                                    <m:sSubPr>
                                      <m:ctrlPr>
                                        <a:rPr lang="pt-BR" sz="2800" b="1" i="1">
                                          <a:solidFill>
                                            <a:srgbClr val="002060"/>
                                          </a:solidFill>
                                          <a:latin typeface="Cambria Math" panose="02040503050406030204" pitchFamily="18" charset="0"/>
                                          <a:cs typeface="Arial" panose="020B0604020202020204" pitchFamily="34" charset="0"/>
                                        </a:rPr>
                                      </m:ctrlPr>
                                    </m:sSubPr>
                                    <m:e>
                                      <m:r>
                                        <a:rPr lang="pt-BR" sz="2800" b="1" i="1">
                                          <a:solidFill>
                                            <a:srgbClr val="002060"/>
                                          </a:solidFill>
                                          <a:latin typeface="Cambria Math" panose="02040503050406030204" pitchFamily="18" charset="0"/>
                                          <a:cs typeface="Arial" panose="020B0604020202020204" pitchFamily="34" charset="0"/>
                                        </a:rPr>
                                        <m:t>𝒗</m:t>
                                      </m:r>
                                    </m:e>
                                    <m:sub>
                                      <m:r>
                                        <a:rPr lang="pt-BR" sz="2800" b="1" i="1">
                                          <a:solidFill>
                                            <a:srgbClr val="002060"/>
                                          </a:solidFill>
                                          <a:latin typeface="Cambria Math" panose="02040503050406030204" pitchFamily="18" charset="0"/>
                                          <a:cs typeface="Arial" panose="020B0604020202020204" pitchFamily="34" charset="0"/>
                                        </a:rPr>
                                        <m:t>𝑨</m:t>
                                      </m:r>
                                    </m:sub>
                                  </m:sSub>
                                </m:e>
                              </m:d>
                            </m:e>
                            <m:sup>
                              <m:r>
                                <a:rPr lang="pt-BR" sz="2800" b="1" i="1">
                                  <a:solidFill>
                                    <a:srgbClr val="002060"/>
                                  </a:solidFill>
                                  <a:latin typeface="Cambria Math" panose="02040503050406030204" pitchFamily="18" charset="0"/>
                                  <a:cs typeface="Arial" panose="020B0604020202020204" pitchFamily="34" charset="0"/>
                                </a:rPr>
                                <m:t>𝟐</m:t>
                              </m:r>
                            </m:sup>
                          </m:sSup>
                        </m:e>
                      </m:rad>
                    </m:oMath>
                  </m:oMathPara>
                </a14:m>
                <a:endParaRPr lang="pt-BR" sz="2800" b="1" dirty="0">
                  <a:solidFill>
                    <a:srgbClr val="002060"/>
                  </a:solidFill>
                  <a:latin typeface="Arial" panose="020B0604020202020204" pitchFamily="34" charset="0"/>
                  <a:cs typeface="Arial" panose="020B0604020202020204" pitchFamily="34" charset="0"/>
                </a:endParaRPr>
              </a:p>
            </p:txBody>
          </p:sp>
        </mc:Choice>
        <mc:Fallback xmlns="">
          <p:sp>
            <p:nvSpPr>
              <p:cNvPr id="41" name="CaixaDeTexto 40">
                <a:extLst>
                  <a:ext uri="{FF2B5EF4-FFF2-40B4-BE49-F238E27FC236}">
                    <a16:creationId xmlns:a16="http://schemas.microsoft.com/office/drawing/2014/main" id="{FB57B3A2-A564-4B18-A447-85E028D1F4B2}"/>
                  </a:ext>
                </a:extLst>
              </p:cNvPr>
              <p:cNvSpPr txBox="1">
                <a:spLocks noRot="1" noChangeAspect="1" noMove="1" noResize="1" noEditPoints="1" noAdjustHandles="1" noChangeArrowheads="1" noChangeShapeType="1" noTextEdit="1"/>
              </p:cNvSpPr>
              <p:nvPr/>
            </p:nvSpPr>
            <p:spPr>
              <a:xfrm>
                <a:off x="5703116" y="4436124"/>
                <a:ext cx="4236204" cy="616451"/>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2" name="CaixaDeTexto 41">
                <a:extLst>
                  <a:ext uri="{FF2B5EF4-FFF2-40B4-BE49-F238E27FC236}">
                    <a16:creationId xmlns:a16="http://schemas.microsoft.com/office/drawing/2014/main" id="{A952C075-8E40-4C9A-80E5-1674338A16F4}"/>
                  </a:ext>
                </a:extLst>
              </p:cNvPr>
              <p:cNvSpPr txBox="1"/>
              <p:nvPr/>
            </p:nvSpPr>
            <p:spPr>
              <a:xfrm>
                <a:off x="5348334" y="5000328"/>
                <a:ext cx="3465997" cy="61645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𝒗</m:t>
                          </m:r>
                        </m:e>
                        <m:sub>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𝑹</m:t>
                          </m:r>
                        </m:sub>
                      </m:sSub>
                      <m:r>
                        <a:rPr lang="pt-BR" sz="2800" b="1" i="1" smtClean="0">
                          <a:solidFill>
                            <a:schemeClr val="tx1"/>
                          </a:solidFill>
                          <a:latin typeface="Cambria Math" panose="02040503050406030204" pitchFamily="18" charset="0"/>
                          <a:cs typeface="Arial" panose="020B0604020202020204" pitchFamily="34" charset="0"/>
                        </a:rPr>
                        <m:t>=</m:t>
                      </m:r>
                      <m:rad>
                        <m:radPr>
                          <m:degHide m:val="on"/>
                          <m:ctrlPr>
                            <a:rPr lang="pt-BR" sz="2800" b="1" i="1" smtClean="0">
                              <a:solidFill>
                                <a:schemeClr val="tx1"/>
                              </a:solidFill>
                              <a:latin typeface="Cambria Math" panose="02040503050406030204" pitchFamily="18" charset="0"/>
                              <a:cs typeface="Arial" panose="020B0604020202020204" pitchFamily="34" charset="0"/>
                            </a:rPr>
                          </m:ctrlPr>
                        </m:radPr>
                        <m:deg/>
                        <m:e>
                          <m:sSup>
                            <m:sSupPr>
                              <m:ctrlPr>
                                <a:rPr lang="pt-BR" sz="2800" b="1" i="1" smtClean="0">
                                  <a:solidFill>
                                    <a:schemeClr val="tx1"/>
                                  </a:solidFill>
                                  <a:latin typeface="Cambria Math" panose="02040503050406030204" pitchFamily="18" charset="0"/>
                                  <a:cs typeface="Arial" panose="020B0604020202020204" pitchFamily="34" charset="0"/>
                                </a:rPr>
                              </m:ctrlPr>
                            </m:sSupPr>
                            <m:e>
                              <m:d>
                                <m:dPr>
                                  <m:ctrlPr>
                                    <a:rPr lang="pt-BR" sz="2800" b="1" i="1" smtClean="0">
                                      <a:solidFill>
                                        <a:schemeClr val="tx1"/>
                                      </a:solidFill>
                                      <a:latin typeface="Cambria Math" panose="02040503050406030204" pitchFamily="18" charset="0"/>
                                      <a:cs typeface="Arial" panose="020B0604020202020204" pitchFamily="34" charset="0"/>
                                    </a:rPr>
                                  </m:ctrlPr>
                                </m:dPr>
                                <m:e>
                                  <m:r>
                                    <a:rPr lang="pt-BR" sz="2800" b="1" i="1" smtClean="0">
                                      <a:solidFill>
                                        <a:schemeClr val="tx1"/>
                                      </a:solidFill>
                                      <a:latin typeface="Cambria Math" panose="02040503050406030204" pitchFamily="18" charset="0"/>
                                      <a:cs typeface="Arial" panose="020B0604020202020204" pitchFamily="34" charset="0"/>
                                    </a:rPr>
                                    <m:t>𝟖</m:t>
                                  </m:r>
                                </m:e>
                              </m:d>
                            </m:e>
                            <m:sup>
                              <m:r>
                                <a:rPr lang="pt-BR" sz="2800" b="1" i="1" smtClean="0">
                                  <a:solidFill>
                                    <a:schemeClr val="tx1"/>
                                  </a:solidFill>
                                  <a:latin typeface="Cambria Math" panose="02040503050406030204" pitchFamily="18" charset="0"/>
                                  <a:cs typeface="Arial" panose="020B0604020202020204" pitchFamily="34" charset="0"/>
                                </a:rPr>
                                <m:t>𝟐</m:t>
                              </m:r>
                            </m:sup>
                          </m:sSup>
                          <m:r>
                            <a:rPr lang="pt-BR" sz="2800" b="1" i="1" smtClean="0">
                              <a:solidFill>
                                <a:schemeClr val="tx1"/>
                              </a:solidFill>
                              <a:latin typeface="Cambria Math" panose="02040503050406030204" pitchFamily="18" charset="0"/>
                              <a:cs typeface="Arial" panose="020B0604020202020204" pitchFamily="34" charset="0"/>
                            </a:rPr>
                            <m:t>+</m:t>
                          </m:r>
                          <m:sSup>
                            <m:sSupPr>
                              <m:ctrlPr>
                                <a:rPr lang="pt-BR" sz="2800" b="1" i="1">
                                  <a:solidFill>
                                    <a:schemeClr val="tx1"/>
                                  </a:solidFill>
                                  <a:latin typeface="Cambria Math" panose="02040503050406030204" pitchFamily="18" charset="0"/>
                                  <a:cs typeface="Arial" panose="020B0604020202020204" pitchFamily="34" charset="0"/>
                                </a:rPr>
                              </m:ctrlPr>
                            </m:sSupPr>
                            <m:e>
                              <m:d>
                                <m:dPr>
                                  <m:ctrlPr>
                                    <a:rPr lang="pt-BR" sz="2800" b="1" i="1">
                                      <a:solidFill>
                                        <a:schemeClr val="tx1"/>
                                      </a:solidFill>
                                      <a:latin typeface="Cambria Math" panose="02040503050406030204" pitchFamily="18" charset="0"/>
                                      <a:cs typeface="Arial" panose="020B0604020202020204" pitchFamily="34" charset="0"/>
                                    </a:rPr>
                                  </m:ctrlPr>
                                </m:dPr>
                                <m:e>
                                  <m:r>
                                    <a:rPr lang="pt-BR" sz="2800" b="1" i="1" smtClean="0">
                                      <a:solidFill>
                                        <a:schemeClr val="tx1"/>
                                      </a:solidFill>
                                      <a:latin typeface="Cambria Math" panose="02040503050406030204" pitchFamily="18" charset="0"/>
                                      <a:cs typeface="Arial" panose="020B0604020202020204" pitchFamily="34" charset="0"/>
                                    </a:rPr>
                                    <m:t>𝟔</m:t>
                                  </m:r>
                                </m:e>
                              </m:d>
                            </m:e>
                            <m:sup>
                              <m:r>
                                <a:rPr lang="pt-BR" sz="2800" b="1" i="1">
                                  <a:solidFill>
                                    <a:schemeClr val="tx1"/>
                                  </a:solidFill>
                                  <a:latin typeface="Cambria Math" panose="02040503050406030204" pitchFamily="18" charset="0"/>
                                  <a:cs typeface="Arial" panose="020B0604020202020204" pitchFamily="34" charset="0"/>
                                </a:rPr>
                                <m:t>𝟐</m:t>
                              </m:r>
                            </m:sup>
                          </m:sSup>
                        </m:e>
                      </m:rad>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42" name="CaixaDeTexto 41">
                <a:extLst>
                  <a:ext uri="{FF2B5EF4-FFF2-40B4-BE49-F238E27FC236}">
                    <a16:creationId xmlns:a16="http://schemas.microsoft.com/office/drawing/2014/main" id="{A952C075-8E40-4C9A-80E5-1674338A16F4}"/>
                  </a:ext>
                </a:extLst>
              </p:cNvPr>
              <p:cNvSpPr txBox="1">
                <a:spLocks noRot="1" noChangeAspect="1" noMove="1" noResize="1" noEditPoints="1" noAdjustHandles="1" noChangeArrowheads="1" noChangeShapeType="1" noTextEdit="1"/>
              </p:cNvSpPr>
              <p:nvPr/>
            </p:nvSpPr>
            <p:spPr>
              <a:xfrm>
                <a:off x="5348334" y="5000328"/>
                <a:ext cx="3465997" cy="616451"/>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3" name="CaixaDeTexto 42">
                <a:extLst>
                  <a:ext uri="{FF2B5EF4-FFF2-40B4-BE49-F238E27FC236}">
                    <a16:creationId xmlns:a16="http://schemas.microsoft.com/office/drawing/2014/main" id="{AC165007-D6D0-4FD0-84DC-C5C2913BFED7}"/>
                  </a:ext>
                </a:extLst>
              </p:cNvPr>
              <p:cNvSpPr txBox="1"/>
              <p:nvPr/>
            </p:nvSpPr>
            <p:spPr>
              <a:xfrm>
                <a:off x="5725921" y="5526095"/>
                <a:ext cx="2997923" cy="57394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𝒗</m:t>
                          </m:r>
                        </m:e>
                        <m:sub>
                          <m:r>
                            <a:rPr lang="pt-BR" sz="28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𝑹</m:t>
                          </m:r>
                        </m:sub>
                      </m:sSub>
                      <m:r>
                        <a:rPr lang="pt-BR" sz="2800" b="1" i="1" smtClean="0">
                          <a:solidFill>
                            <a:srgbClr val="C00000"/>
                          </a:solidFill>
                          <a:latin typeface="Cambria Math" panose="02040503050406030204" pitchFamily="18" charset="0"/>
                          <a:cs typeface="Arial" panose="020B0604020202020204" pitchFamily="34" charset="0"/>
                        </a:rPr>
                        <m:t>=</m:t>
                      </m:r>
                      <m:rad>
                        <m:radPr>
                          <m:degHide m:val="on"/>
                          <m:ctrlPr>
                            <a:rPr lang="pt-BR" sz="2800" b="1" i="1" smtClean="0">
                              <a:solidFill>
                                <a:srgbClr val="C00000"/>
                              </a:solidFill>
                              <a:latin typeface="Cambria Math" panose="02040503050406030204" pitchFamily="18" charset="0"/>
                              <a:cs typeface="Arial" panose="020B0604020202020204" pitchFamily="34" charset="0"/>
                            </a:rPr>
                          </m:ctrlPr>
                        </m:radPr>
                        <m:deg/>
                        <m:e>
                          <m:r>
                            <a:rPr lang="pt-BR" sz="2800" b="1" i="1" smtClean="0">
                              <a:solidFill>
                                <a:srgbClr val="C00000"/>
                              </a:solidFill>
                              <a:latin typeface="Cambria Math" panose="02040503050406030204" pitchFamily="18" charset="0"/>
                              <a:cs typeface="Arial" panose="020B0604020202020204" pitchFamily="34" charset="0"/>
                            </a:rPr>
                            <m:t>𝟔𝟒</m:t>
                          </m:r>
                          <m:r>
                            <a:rPr lang="pt-BR" sz="2800" b="1" i="1" smtClean="0">
                              <a:solidFill>
                                <a:srgbClr val="C00000"/>
                              </a:solidFill>
                              <a:latin typeface="Cambria Math" panose="02040503050406030204" pitchFamily="18" charset="0"/>
                              <a:cs typeface="Arial" panose="020B0604020202020204" pitchFamily="34" charset="0"/>
                            </a:rPr>
                            <m:t>+</m:t>
                          </m:r>
                          <m:r>
                            <a:rPr lang="pt-BR" sz="2800" b="1" i="1" smtClean="0">
                              <a:solidFill>
                                <a:srgbClr val="C00000"/>
                              </a:solidFill>
                              <a:latin typeface="Cambria Math" panose="02040503050406030204" pitchFamily="18" charset="0"/>
                              <a:cs typeface="Arial" panose="020B0604020202020204" pitchFamily="34" charset="0"/>
                            </a:rPr>
                            <m:t>𝟑𝟔</m:t>
                          </m:r>
                        </m:e>
                      </m:rad>
                    </m:oMath>
                  </m:oMathPara>
                </a14:m>
                <a:endParaRPr lang="pt-BR" sz="2800" b="1" dirty="0">
                  <a:solidFill>
                    <a:srgbClr val="C00000"/>
                  </a:solidFill>
                  <a:latin typeface="Arial" panose="020B0604020202020204" pitchFamily="34" charset="0"/>
                  <a:cs typeface="Arial" panose="020B0604020202020204" pitchFamily="34" charset="0"/>
                </a:endParaRPr>
              </a:p>
            </p:txBody>
          </p:sp>
        </mc:Choice>
        <mc:Fallback xmlns="">
          <p:sp>
            <p:nvSpPr>
              <p:cNvPr id="43" name="CaixaDeTexto 42">
                <a:extLst>
                  <a:ext uri="{FF2B5EF4-FFF2-40B4-BE49-F238E27FC236}">
                    <a16:creationId xmlns:a16="http://schemas.microsoft.com/office/drawing/2014/main" id="{AC165007-D6D0-4FD0-84DC-C5C2913BFED7}"/>
                  </a:ext>
                </a:extLst>
              </p:cNvPr>
              <p:cNvSpPr txBox="1">
                <a:spLocks noRot="1" noChangeAspect="1" noMove="1" noResize="1" noEditPoints="1" noAdjustHandles="1" noChangeArrowheads="1" noChangeShapeType="1" noTextEdit="1"/>
              </p:cNvSpPr>
              <p:nvPr/>
            </p:nvSpPr>
            <p:spPr>
              <a:xfrm>
                <a:off x="5725921" y="5526095"/>
                <a:ext cx="2997923" cy="573940"/>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4" name="CaixaDeTexto 43">
                <a:extLst>
                  <a:ext uri="{FF2B5EF4-FFF2-40B4-BE49-F238E27FC236}">
                    <a16:creationId xmlns:a16="http://schemas.microsoft.com/office/drawing/2014/main" id="{81F21ED3-EA3D-4455-BB64-89C26702B9B1}"/>
                  </a:ext>
                </a:extLst>
              </p:cNvPr>
              <p:cNvSpPr txBox="1"/>
              <p:nvPr/>
            </p:nvSpPr>
            <p:spPr>
              <a:xfrm>
                <a:off x="5725921" y="6159614"/>
                <a:ext cx="2694258" cy="523220"/>
              </a:xfrm>
              <a:custGeom>
                <a:avLst/>
                <a:gdLst>
                  <a:gd name="connsiteX0" fmla="*/ 0 w 2694258"/>
                  <a:gd name="connsiteY0" fmla="*/ 0 h 523220"/>
                  <a:gd name="connsiteX1" fmla="*/ 565794 w 2694258"/>
                  <a:gd name="connsiteY1" fmla="*/ 0 h 523220"/>
                  <a:gd name="connsiteX2" fmla="*/ 1104646 w 2694258"/>
                  <a:gd name="connsiteY2" fmla="*/ 0 h 523220"/>
                  <a:gd name="connsiteX3" fmla="*/ 1697383 w 2694258"/>
                  <a:gd name="connsiteY3" fmla="*/ 0 h 523220"/>
                  <a:gd name="connsiteX4" fmla="*/ 2694258 w 2694258"/>
                  <a:gd name="connsiteY4" fmla="*/ 0 h 523220"/>
                  <a:gd name="connsiteX5" fmla="*/ 2694258 w 2694258"/>
                  <a:gd name="connsiteY5" fmla="*/ 523220 h 523220"/>
                  <a:gd name="connsiteX6" fmla="*/ 2182349 w 2694258"/>
                  <a:gd name="connsiteY6" fmla="*/ 523220 h 523220"/>
                  <a:gd name="connsiteX7" fmla="*/ 1697383 w 2694258"/>
                  <a:gd name="connsiteY7" fmla="*/ 523220 h 523220"/>
                  <a:gd name="connsiteX8" fmla="*/ 1131588 w 2694258"/>
                  <a:gd name="connsiteY8" fmla="*/ 523220 h 523220"/>
                  <a:gd name="connsiteX9" fmla="*/ 646622 w 2694258"/>
                  <a:gd name="connsiteY9" fmla="*/ 523220 h 523220"/>
                  <a:gd name="connsiteX10" fmla="*/ 0 w 2694258"/>
                  <a:gd name="connsiteY10" fmla="*/ 523220 h 523220"/>
                  <a:gd name="connsiteX11" fmla="*/ 0 w 2694258"/>
                  <a:gd name="connsiteY11" fmla="*/ 0 h 523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94258" h="523220" fill="none" extrusionOk="0">
                    <a:moveTo>
                      <a:pt x="0" y="0"/>
                    </a:moveTo>
                    <a:cubicBezTo>
                      <a:pt x="234946" y="-14909"/>
                      <a:pt x="346160" y="13732"/>
                      <a:pt x="565794" y="0"/>
                    </a:cubicBezTo>
                    <a:cubicBezTo>
                      <a:pt x="785428" y="-13732"/>
                      <a:pt x="915488" y="10969"/>
                      <a:pt x="1104646" y="0"/>
                    </a:cubicBezTo>
                    <a:cubicBezTo>
                      <a:pt x="1293804" y="-10969"/>
                      <a:pt x="1447980" y="26411"/>
                      <a:pt x="1697383" y="0"/>
                    </a:cubicBezTo>
                    <a:cubicBezTo>
                      <a:pt x="1946786" y="-26411"/>
                      <a:pt x="2260371" y="71202"/>
                      <a:pt x="2694258" y="0"/>
                    </a:cubicBezTo>
                    <a:cubicBezTo>
                      <a:pt x="2732884" y="203518"/>
                      <a:pt x="2662177" y="317597"/>
                      <a:pt x="2694258" y="523220"/>
                    </a:cubicBezTo>
                    <a:cubicBezTo>
                      <a:pt x="2582559" y="572036"/>
                      <a:pt x="2387288" y="516218"/>
                      <a:pt x="2182349" y="523220"/>
                    </a:cubicBezTo>
                    <a:cubicBezTo>
                      <a:pt x="1977410" y="530222"/>
                      <a:pt x="1914465" y="520549"/>
                      <a:pt x="1697383" y="523220"/>
                    </a:cubicBezTo>
                    <a:cubicBezTo>
                      <a:pt x="1480301" y="525891"/>
                      <a:pt x="1388642" y="503452"/>
                      <a:pt x="1131588" y="523220"/>
                    </a:cubicBezTo>
                    <a:cubicBezTo>
                      <a:pt x="874534" y="542988"/>
                      <a:pt x="833484" y="486234"/>
                      <a:pt x="646622" y="523220"/>
                    </a:cubicBezTo>
                    <a:cubicBezTo>
                      <a:pt x="459760" y="560206"/>
                      <a:pt x="195631" y="445811"/>
                      <a:pt x="0" y="523220"/>
                    </a:cubicBezTo>
                    <a:cubicBezTo>
                      <a:pt x="-42475" y="360450"/>
                      <a:pt x="7394" y="194434"/>
                      <a:pt x="0" y="0"/>
                    </a:cubicBezTo>
                    <a:close/>
                  </a:path>
                  <a:path w="2694258" h="523220" stroke="0" extrusionOk="0">
                    <a:moveTo>
                      <a:pt x="0" y="0"/>
                    </a:moveTo>
                    <a:cubicBezTo>
                      <a:pt x="223010" y="-53310"/>
                      <a:pt x="272593" y="34131"/>
                      <a:pt x="511909" y="0"/>
                    </a:cubicBezTo>
                    <a:cubicBezTo>
                      <a:pt x="751225" y="-34131"/>
                      <a:pt x="899996" y="39396"/>
                      <a:pt x="1104646" y="0"/>
                    </a:cubicBezTo>
                    <a:cubicBezTo>
                      <a:pt x="1309296" y="-39396"/>
                      <a:pt x="1530549" y="9050"/>
                      <a:pt x="1697383" y="0"/>
                    </a:cubicBezTo>
                    <a:cubicBezTo>
                      <a:pt x="1864217" y="-9050"/>
                      <a:pt x="2230500" y="53878"/>
                      <a:pt x="2694258" y="0"/>
                    </a:cubicBezTo>
                    <a:cubicBezTo>
                      <a:pt x="2715323" y="144859"/>
                      <a:pt x="2691403" y="383557"/>
                      <a:pt x="2694258" y="523220"/>
                    </a:cubicBezTo>
                    <a:cubicBezTo>
                      <a:pt x="2521931" y="526559"/>
                      <a:pt x="2333177" y="473493"/>
                      <a:pt x="2101521" y="523220"/>
                    </a:cubicBezTo>
                    <a:cubicBezTo>
                      <a:pt x="1869865" y="572947"/>
                      <a:pt x="1789363" y="476902"/>
                      <a:pt x="1562670" y="523220"/>
                    </a:cubicBezTo>
                    <a:cubicBezTo>
                      <a:pt x="1335977" y="569538"/>
                      <a:pt x="1169839" y="491556"/>
                      <a:pt x="996875" y="523220"/>
                    </a:cubicBezTo>
                    <a:cubicBezTo>
                      <a:pt x="823911" y="554884"/>
                      <a:pt x="609329" y="486066"/>
                      <a:pt x="511909" y="523220"/>
                    </a:cubicBezTo>
                    <a:cubicBezTo>
                      <a:pt x="414489" y="560374"/>
                      <a:pt x="129692" y="493044"/>
                      <a:pt x="0" y="523220"/>
                    </a:cubicBezTo>
                    <a:cubicBezTo>
                      <a:pt x="-53839" y="267477"/>
                      <a:pt x="51859" y="164979"/>
                      <a:pt x="0" y="0"/>
                    </a:cubicBezTo>
                    <a:close/>
                  </a:path>
                </a:pathLst>
              </a:custGeom>
              <a:solidFill>
                <a:srgbClr val="FFFF00"/>
              </a:solidFill>
              <a:ln w="57150">
                <a:solidFill>
                  <a:srgbClr val="7030A0"/>
                </a:solidFill>
                <a:extLst>
                  <a:ext uri="{C807C97D-BFC1-408E-A445-0C87EB9F89A2}">
                    <ask:lineSketchStyleProps xmlns:ask="http://schemas.microsoft.com/office/drawing/2018/sketchyshapes" sd="527296766">
                      <a:prstGeom prst="rect">
                        <a:avLst/>
                      </a:prstGeom>
                      <ask:type>
                        <ask:lineSketchScribble/>
                      </ask:type>
                    </ask:lineSketchStyleProps>
                  </a:ext>
                </a:extLst>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𝒗</m:t>
                          </m:r>
                        </m:e>
                        <m:sub>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𝑹</m:t>
                          </m:r>
                        </m:sub>
                      </m:sSub>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𝟏𝟎</m:t>
                      </m:r>
                      <m:r>
                        <a:rPr lang="pt-BR" sz="2800" b="1" i="1" smtClean="0">
                          <a:solidFill>
                            <a:schemeClr val="tx1"/>
                          </a:solidFill>
                          <a:latin typeface="Cambria Math" panose="02040503050406030204" pitchFamily="18" charset="0"/>
                          <a:cs typeface="Arial" panose="020B0604020202020204" pitchFamily="34" charset="0"/>
                        </a:rPr>
                        <m:t> </m:t>
                      </m:r>
                      <m:r>
                        <a:rPr lang="pt-BR" sz="2800" b="1" i="1" smtClean="0">
                          <a:solidFill>
                            <a:schemeClr val="tx1"/>
                          </a:solidFill>
                          <a:latin typeface="Cambria Math" panose="02040503050406030204" pitchFamily="18" charset="0"/>
                          <a:cs typeface="Arial" panose="020B0604020202020204" pitchFamily="34" charset="0"/>
                        </a:rPr>
                        <m:t>𝒎</m:t>
                      </m:r>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𝒔</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44" name="CaixaDeTexto 43">
                <a:extLst>
                  <a:ext uri="{FF2B5EF4-FFF2-40B4-BE49-F238E27FC236}">
                    <a16:creationId xmlns:a16="http://schemas.microsoft.com/office/drawing/2014/main" id="{81F21ED3-EA3D-4455-BB64-89C26702B9B1}"/>
                  </a:ext>
                </a:extLst>
              </p:cNvPr>
              <p:cNvSpPr txBox="1">
                <a:spLocks noRot="1" noChangeAspect="1" noMove="1" noResize="1" noEditPoints="1" noAdjustHandles="1" noChangeArrowheads="1" noChangeShapeType="1" noTextEdit="1"/>
              </p:cNvSpPr>
              <p:nvPr/>
            </p:nvSpPr>
            <p:spPr>
              <a:xfrm>
                <a:off x="5725921" y="6159614"/>
                <a:ext cx="2694258" cy="523220"/>
              </a:xfrm>
              <a:prstGeom prst="rect">
                <a:avLst/>
              </a:prstGeom>
              <a:blipFill>
                <a:blip r:embed="rId7"/>
                <a:stretch>
                  <a:fillRect/>
                </a:stretch>
              </a:blipFill>
              <a:ln w="57150">
                <a:solidFill>
                  <a:srgbClr val="7030A0"/>
                </a:solidFill>
                <a:extLst>
                  <a:ext uri="{C807C97D-BFC1-408E-A445-0C87EB9F89A2}">
                    <ask:lineSketchStyleProps xmlns:ask="http://schemas.microsoft.com/office/drawing/2018/sketchyshapes" sd="527296766">
                      <a:custGeom>
                        <a:avLst/>
                        <a:gdLst>
                          <a:gd name="connsiteX0" fmla="*/ 0 w 2694258"/>
                          <a:gd name="connsiteY0" fmla="*/ 0 h 523220"/>
                          <a:gd name="connsiteX1" fmla="*/ 565794 w 2694258"/>
                          <a:gd name="connsiteY1" fmla="*/ 0 h 523220"/>
                          <a:gd name="connsiteX2" fmla="*/ 1104646 w 2694258"/>
                          <a:gd name="connsiteY2" fmla="*/ 0 h 523220"/>
                          <a:gd name="connsiteX3" fmla="*/ 1697383 w 2694258"/>
                          <a:gd name="connsiteY3" fmla="*/ 0 h 523220"/>
                          <a:gd name="connsiteX4" fmla="*/ 2694258 w 2694258"/>
                          <a:gd name="connsiteY4" fmla="*/ 0 h 523220"/>
                          <a:gd name="connsiteX5" fmla="*/ 2694258 w 2694258"/>
                          <a:gd name="connsiteY5" fmla="*/ 523220 h 523220"/>
                          <a:gd name="connsiteX6" fmla="*/ 2182349 w 2694258"/>
                          <a:gd name="connsiteY6" fmla="*/ 523220 h 523220"/>
                          <a:gd name="connsiteX7" fmla="*/ 1697383 w 2694258"/>
                          <a:gd name="connsiteY7" fmla="*/ 523220 h 523220"/>
                          <a:gd name="connsiteX8" fmla="*/ 1131588 w 2694258"/>
                          <a:gd name="connsiteY8" fmla="*/ 523220 h 523220"/>
                          <a:gd name="connsiteX9" fmla="*/ 646622 w 2694258"/>
                          <a:gd name="connsiteY9" fmla="*/ 523220 h 523220"/>
                          <a:gd name="connsiteX10" fmla="*/ 0 w 2694258"/>
                          <a:gd name="connsiteY10" fmla="*/ 523220 h 523220"/>
                          <a:gd name="connsiteX11" fmla="*/ 0 w 2694258"/>
                          <a:gd name="connsiteY11" fmla="*/ 0 h 523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94258" h="523220" fill="none" extrusionOk="0">
                            <a:moveTo>
                              <a:pt x="0" y="0"/>
                            </a:moveTo>
                            <a:cubicBezTo>
                              <a:pt x="234946" y="-14909"/>
                              <a:pt x="346160" y="13732"/>
                              <a:pt x="565794" y="0"/>
                            </a:cubicBezTo>
                            <a:cubicBezTo>
                              <a:pt x="785428" y="-13732"/>
                              <a:pt x="915488" y="10969"/>
                              <a:pt x="1104646" y="0"/>
                            </a:cubicBezTo>
                            <a:cubicBezTo>
                              <a:pt x="1293804" y="-10969"/>
                              <a:pt x="1447980" y="26411"/>
                              <a:pt x="1697383" y="0"/>
                            </a:cubicBezTo>
                            <a:cubicBezTo>
                              <a:pt x="1946786" y="-26411"/>
                              <a:pt x="2260371" y="71202"/>
                              <a:pt x="2694258" y="0"/>
                            </a:cubicBezTo>
                            <a:cubicBezTo>
                              <a:pt x="2732884" y="203518"/>
                              <a:pt x="2662177" y="317597"/>
                              <a:pt x="2694258" y="523220"/>
                            </a:cubicBezTo>
                            <a:cubicBezTo>
                              <a:pt x="2582559" y="572036"/>
                              <a:pt x="2387288" y="516218"/>
                              <a:pt x="2182349" y="523220"/>
                            </a:cubicBezTo>
                            <a:cubicBezTo>
                              <a:pt x="1977410" y="530222"/>
                              <a:pt x="1914465" y="520549"/>
                              <a:pt x="1697383" y="523220"/>
                            </a:cubicBezTo>
                            <a:cubicBezTo>
                              <a:pt x="1480301" y="525891"/>
                              <a:pt x="1388642" y="503452"/>
                              <a:pt x="1131588" y="523220"/>
                            </a:cubicBezTo>
                            <a:cubicBezTo>
                              <a:pt x="874534" y="542988"/>
                              <a:pt x="833484" y="486234"/>
                              <a:pt x="646622" y="523220"/>
                            </a:cubicBezTo>
                            <a:cubicBezTo>
                              <a:pt x="459760" y="560206"/>
                              <a:pt x="195631" y="445811"/>
                              <a:pt x="0" y="523220"/>
                            </a:cubicBezTo>
                            <a:cubicBezTo>
                              <a:pt x="-42475" y="360450"/>
                              <a:pt x="7394" y="194434"/>
                              <a:pt x="0" y="0"/>
                            </a:cubicBezTo>
                            <a:close/>
                          </a:path>
                          <a:path w="2694258" h="523220" stroke="0" extrusionOk="0">
                            <a:moveTo>
                              <a:pt x="0" y="0"/>
                            </a:moveTo>
                            <a:cubicBezTo>
                              <a:pt x="223010" y="-53310"/>
                              <a:pt x="272593" y="34131"/>
                              <a:pt x="511909" y="0"/>
                            </a:cubicBezTo>
                            <a:cubicBezTo>
                              <a:pt x="751225" y="-34131"/>
                              <a:pt x="899996" y="39396"/>
                              <a:pt x="1104646" y="0"/>
                            </a:cubicBezTo>
                            <a:cubicBezTo>
                              <a:pt x="1309296" y="-39396"/>
                              <a:pt x="1530549" y="9050"/>
                              <a:pt x="1697383" y="0"/>
                            </a:cubicBezTo>
                            <a:cubicBezTo>
                              <a:pt x="1864217" y="-9050"/>
                              <a:pt x="2230500" y="53878"/>
                              <a:pt x="2694258" y="0"/>
                            </a:cubicBezTo>
                            <a:cubicBezTo>
                              <a:pt x="2715323" y="144859"/>
                              <a:pt x="2691403" y="383557"/>
                              <a:pt x="2694258" y="523220"/>
                            </a:cubicBezTo>
                            <a:cubicBezTo>
                              <a:pt x="2521931" y="526559"/>
                              <a:pt x="2333177" y="473493"/>
                              <a:pt x="2101521" y="523220"/>
                            </a:cubicBezTo>
                            <a:cubicBezTo>
                              <a:pt x="1869865" y="572947"/>
                              <a:pt x="1789363" y="476902"/>
                              <a:pt x="1562670" y="523220"/>
                            </a:cubicBezTo>
                            <a:cubicBezTo>
                              <a:pt x="1335977" y="569538"/>
                              <a:pt x="1169839" y="491556"/>
                              <a:pt x="996875" y="523220"/>
                            </a:cubicBezTo>
                            <a:cubicBezTo>
                              <a:pt x="823911" y="554884"/>
                              <a:pt x="609329" y="486066"/>
                              <a:pt x="511909" y="523220"/>
                            </a:cubicBezTo>
                            <a:cubicBezTo>
                              <a:pt x="414489" y="560374"/>
                              <a:pt x="129692" y="493044"/>
                              <a:pt x="0" y="523220"/>
                            </a:cubicBezTo>
                            <a:cubicBezTo>
                              <a:pt x="-53839" y="267477"/>
                              <a:pt x="51859" y="164979"/>
                              <a:pt x="0" y="0"/>
                            </a:cubicBezTo>
                            <a:close/>
                          </a:path>
                        </a:pathLst>
                      </a:custGeom>
                      <ask:type>
                        <ask:lineSketchScribble/>
                      </ask:type>
                    </ask:lineSketchStyleProps>
                  </a:ext>
                </a:extLst>
              </a:ln>
            </p:spPr>
            <p:txBody>
              <a:bodyPr/>
              <a:lstStyle/>
              <a:p>
                <a:r>
                  <a:rPr lang="pt-BR">
                    <a:noFill/>
                  </a:rPr>
                  <a:t> </a:t>
                </a:r>
              </a:p>
            </p:txBody>
          </p:sp>
        </mc:Fallback>
      </mc:AlternateContent>
      <p:pic>
        <p:nvPicPr>
          <p:cNvPr id="47" name="Imagem 46" descr="Desenho de personagem de desenho animado&#10;&#10;Descrição gerada automaticamente com confiança média">
            <a:extLst>
              <a:ext uri="{FF2B5EF4-FFF2-40B4-BE49-F238E27FC236}">
                <a16:creationId xmlns:a16="http://schemas.microsoft.com/office/drawing/2014/main" id="{A92D2104-9B42-4A15-A318-80535BAD038A}"/>
              </a:ext>
            </a:extLst>
          </p:cNvPr>
          <p:cNvPicPr>
            <a:picLocks noChangeAspect="1"/>
          </p:cNvPicPr>
          <p:nvPr/>
        </p:nvPicPr>
        <p:blipFill>
          <a:blip r:embed="rId8"/>
          <a:stretch>
            <a:fillRect/>
          </a:stretch>
        </p:blipFill>
        <p:spPr>
          <a:xfrm>
            <a:off x="9953625" y="4554312"/>
            <a:ext cx="2238375" cy="2238375"/>
          </a:xfrm>
          <a:prstGeom prst="rect">
            <a:avLst/>
          </a:prstGeom>
        </p:spPr>
      </p:pic>
    </p:spTree>
    <p:extLst>
      <p:ext uri="{BB962C8B-B14F-4D97-AF65-F5344CB8AC3E}">
        <p14:creationId xmlns:p14="http://schemas.microsoft.com/office/powerpoint/2010/main" val="30747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fade">
                                      <p:cBhvr>
                                        <p:cTn id="23" dur="500"/>
                                        <p:tgtEl>
                                          <p:spTgt spid="3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fade">
                                      <p:cBhvr>
                                        <p:cTn id="37" dur="500"/>
                                        <p:tgtEl>
                                          <p:spTgt spid="39"/>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40"/>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41"/>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42"/>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43"/>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44"/>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45"/>
                                        </p:tgtEl>
                                        <p:attrNameLst>
                                          <p:attrName>style.visibility</p:attrName>
                                        </p:attrNameLst>
                                      </p:cBhvr>
                                      <p:to>
                                        <p:strVal val="visible"/>
                                      </p:to>
                                    </p:set>
                                    <p:animEffect transition="in" filter="wipe(down)">
                                      <p:cBhvr>
                                        <p:cTn id="62" dur="500"/>
                                        <p:tgtEl>
                                          <p:spTgt spid="45"/>
                                        </p:tgtEl>
                                      </p:cBhvr>
                                    </p:animEffect>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nodeType="clickEffect">
                                  <p:stCondLst>
                                    <p:cond delay="0"/>
                                  </p:stCondLst>
                                  <p:childTnLst>
                                    <p:set>
                                      <p:cBhvr>
                                        <p:cTn id="66" dur="1" fill="hold">
                                          <p:stCondLst>
                                            <p:cond delay="0"/>
                                          </p:stCondLst>
                                        </p:cTn>
                                        <p:tgtEl>
                                          <p:spTgt spid="47"/>
                                        </p:tgtEl>
                                        <p:attrNameLst>
                                          <p:attrName>style.visibility</p:attrName>
                                        </p:attrNameLst>
                                      </p:cBhvr>
                                      <p:to>
                                        <p:strVal val="visible"/>
                                      </p:to>
                                    </p:set>
                                    <p:animEffect transition="in" filter="fade">
                                      <p:cBhvr>
                                        <p:cTn id="67" dur="1000"/>
                                        <p:tgtEl>
                                          <p:spTgt spid="47"/>
                                        </p:tgtEl>
                                      </p:cBhvr>
                                    </p:animEffect>
                                    <p:anim calcmode="lin" valueType="num">
                                      <p:cBhvr>
                                        <p:cTn id="68" dur="1000" fill="hold"/>
                                        <p:tgtEl>
                                          <p:spTgt spid="47"/>
                                        </p:tgtEl>
                                        <p:attrNameLst>
                                          <p:attrName>ppt_x</p:attrName>
                                        </p:attrNameLst>
                                      </p:cBhvr>
                                      <p:tavLst>
                                        <p:tav tm="0">
                                          <p:val>
                                            <p:strVal val="#ppt_x"/>
                                          </p:val>
                                        </p:tav>
                                        <p:tav tm="100000">
                                          <p:val>
                                            <p:strVal val="#ppt_x"/>
                                          </p:val>
                                        </p:tav>
                                      </p:tavLst>
                                    </p:anim>
                                    <p:anim calcmode="lin" valueType="num">
                                      <p:cBhvr>
                                        <p:cTn id="69"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10" grpId="0"/>
      <p:bldP spid="11" grpId="0"/>
      <p:bldP spid="12" grpId="0"/>
      <p:bldP spid="40" grpId="0"/>
      <p:bldP spid="41" grpId="0"/>
      <p:bldP spid="42" grpId="0"/>
      <p:bldP spid="43" grpId="0"/>
      <p:bldP spid="4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1AC940A6-AE66-46D9-9066-FF75F664CAB3}"/>
              </a:ext>
            </a:extLst>
          </p:cNvPr>
          <p:cNvSpPr txBox="1"/>
          <p:nvPr/>
        </p:nvSpPr>
        <p:spPr>
          <a:xfrm>
            <a:off x="177099" y="56487"/>
            <a:ext cx="11405301" cy="1815882"/>
          </a:xfrm>
          <a:prstGeom prst="rect">
            <a:avLst/>
          </a:prstGeom>
          <a:noFill/>
        </p:spPr>
        <p:txBody>
          <a:bodyPr wrap="square">
            <a:spAutoFit/>
          </a:bodyPr>
          <a:lstStyle/>
          <a:p>
            <a:pPr algn="just"/>
            <a:r>
              <a:rPr lang="pt-BR" sz="2800" b="1" dirty="0">
                <a:solidFill>
                  <a:srgbClr val="FF0000"/>
                </a:solidFill>
                <a:latin typeface="Arial" panose="020B0604020202020204" pitchFamily="34" charset="0"/>
                <a:cs typeface="Arial" panose="020B0604020202020204" pitchFamily="34" charset="0"/>
              </a:rPr>
              <a:t>Extra 4-) </a:t>
            </a:r>
            <a:r>
              <a:rPr lang="pt-BR" sz="2800" b="1" dirty="0">
                <a:latin typeface="Arial" panose="020B0604020202020204" pitchFamily="34" charset="0"/>
                <a:cs typeface="Arial" panose="020B0604020202020204" pitchFamily="34" charset="0"/>
              </a:rPr>
              <a:t>Um barco provido de um motor que lhe imprime velocidade de 20 km/h em relação às águas é posto a navegar em um rio de margens paralelas e largura igual a 5,0 km, cujas águas correm com velocidade de 15 km/h em relação às margens.</a:t>
            </a:r>
          </a:p>
        </p:txBody>
      </p:sp>
      <p:sp>
        <p:nvSpPr>
          <p:cNvPr id="4" name="CaixaDeTexto 3">
            <a:extLst>
              <a:ext uri="{FF2B5EF4-FFF2-40B4-BE49-F238E27FC236}">
                <a16:creationId xmlns:a16="http://schemas.microsoft.com/office/drawing/2014/main" id="{A67C5378-76FA-4690-BEC2-D73367C32EE5}"/>
              </a:ext>
            </a:extLst>
          </p:cNvPr>
          <p:cNvSpPr txBox="1"/>
          <p:nvPr/>
        </p:nvSpPr>
        <p:spPr>
          <a:xfrm>
            <a:off x="218845" y="1772486"/>
            <a:ext cx="11363555" cy="1384995"/>
          </a:xfrm>
          <a:prstGeom prst="rect">
            <a:avLst/>
          </a:prstGeom>
          <a:noFill/>
        </p:spPr>
        <p:txBody>
          <a:bodyPr wrap="square">
            <a:spAutoFit/>
          </a:bodyPr>
          <a:lstStyle/>
          <a:p>
            <a:pPr algn="just"/>
            <a:r>
              <a:rPr lang="pt-BR" sz="2800" b="1" dirty="0">
                <a:latin typeface="Arial" panose="020B0604020202020204" pitchFamily="34" charset="0"/>
                <a:cs typeface="Arial" panose="020B0604020202020204" pitchFamily="34" charset="0"/>
              </a:rPr>
              <a:t>a) Qual o menor intervalo de tempo para que o barco atravesse o rio? Esse intervalo de tempo depende da velocidade da correnteza?</a:t>
            </a:r>
          </a:p>
        </p:txBody>
      </p:sp>
      <p:sp>
        <p:nvSpPr>
          <p:cNvPr id="5" name="CaixaDeTexto 4">
            <a:extLst>
              <a:ext uri="{FF2B5EF4-FFF2-40B4-BE49-F238E27FC236}">
                <a16:creationId xmlns:a16="http://schemas.microsoft.com/office/drawing/2014/main" id="{D9C7C24F-AFC6-458C-906C-5D629F9A178B}"/>
              </a:ext>
            </a:extLst>
          </p:cNvPr>
          <p:cNvSpPr txBox="1"/>
          <p:nvPr/>
        </p:nvSpPr>
        <p:spPr>
          <a:xfrm>
            <a:off x="218845" y="3000975"/>
            <a:ext cx="11363555" cy="954107"/>
          </a:xfrm>
          <a:prstGeom prst="rect">
            <a:avLst/>
          </a:prstGeom>
          <a:noFill/>
        </p:spPr>
        <p:txBody>
          <a:bodyPr wrap="square" rtlCol="0">
            <a:spAutoFit/>
          </a:bodyPr>
          <a:lstStyle/>
          <a:p>
            <a:pPr algn="just"/>
            <a:r>
              <a:rPr lang="pt-BR" sz="2800" b="1" dirty="0">
                <a:solidFill>
                  <a:srgbClr val="002060"/>
                </a:solidFill>
                <a:latin typeface="Arial" panose="020B0604020202020204" pitchFamily="34" charset="0"/>
                <a:cs typeface="Arial" panose="020B0604020202020204" pitchFamily="34" charset="0"/>
              </a:rPr>
              <a:t>Para que o barco atravesse o rio no menor tempo possível, devemos posicioná-lo perpendicularmente às margens, assim:</a:t>
            </a:r>
          </a:p>
        </p:txBody>
      </p:sp>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id="{A1DE1F7D-FE0B-4BE7-A7A8-50C53C106ACC}"/>
                  </a:ext>
                </a:extLst>
              </p:cNvPr>
              <p:cNvSpPr txBox="1"/>
              <p:nvPr/>
            </p:nvSpPr>
            <p:spPr>
              <a:xfrm>
                <a:off x="146427" y="4157053"/>
                <a:ext cx="1662189" cy="9714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𝒕</m:t>
                      </m:r>
                      <m:r>
                        <a:rPr lang="pt-BR" sz="2800" b="1" i="1" smtClean="0">
                          <a:solidFill>
                            <a:srgbClr val="FF0000"/>
                          </a:solidFill>
                          <a:latin typeface="Cambria Math" panose="02040503050406030204" pitchFamily="18" charset="0"/>
                          <a:cs typeface="Arial" panose="020B0604020202020204" pitchFamily="34" charset="0"/>
                        </a:rPr>
                        <m:t>=</m:t>
                      </m:r>
                      <m:f>
                        <m:fPr>
                          <m:ctrlPr>
                            <a:rPr lang="pt-BR" sz="2800" b="1" i="1" smtClean="0">
                              <a:solidFill>
                                <a:srgbClr val="FF0000"/>
                              </a:solidFill>
                              <a:latin typeface="Cambria Math" panose="02040503050406030204" pitchFamily="18" charset="0"/>
                              <a:cs typeface="Arial" panose="020B0604020202020204" pitchFamily="34" charset="0"/>
                            </a:rPr>
                          </m:ctrlPr>
                        </m:fPr>
                        <m:num>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𝑳</m:t>
                          </m:r>
                        </m:num>
                        <m:den>
                          <m:sSub>
                            <m:sSubPr>
                              <m:ctrlPr>
                                <a:rPr lang="pt-BR" sz="2800" b="1" i="1">
                                  <a:solidFill>
                                    <a:srgbClr val="FF0000"/>
                                  </a:solidFill>
                                  <a:latin typeface="Cambria Math" panose="02040503050406030204" pitchFamily="18" charset="0"/>
                                  <a:ea typeface="Cambria Math" panose="02040503050406030204" pitchFamily="18" charset="0"/>
                                  <a:cs typeface="Arial" panose="020B0604020202020204" pitchFamily="34" charset="0"/>
                                </a:rPr>
                              </m:ctrlPr>
                            </m:sSubPr>
                            <m:e>
                              <m:r>
                                <a:rPr lang="pt-BR" sz="2800" b="1" i="1">
                                  <a:solidFill>
                                    <a:srgbClr val="FF0000"/>
                                  </a:solidFill>
                                  <a:latin typeface="Cambria Math" panose="02040503050406030204" pitchFamily="18" charset="0"/>
                                  <a:ea typeface="Cambria Math" panose="02040503050406030204" pitchFamily="18" charset="0"/>
                                  <a:cs typeface="Arial" panose="020B0604020202020204" pitchFamily="34" charset="0"/>
                                </a:rPr>
                                <m:t>𝒗</m:t>
                              </m:r>
                            </m:e>
                            <m:sub>
                              <m:r>
                                <a:rPr lang="pt-BR" sz="2800" b="1" i="1">
                                  <a:solidFill>
                                    <a:srgbClr val="FF0000"/>
                                  </a:solidFill>
                                  <a:latin typeface="Cambria Math" panose="02040503050406030204" pitchFamily="18" charset="0"/>
                                  <a:ea typeface="Cambria Math" panose="02040503050406030204" pitchFamily="18" charset="0"/>
                                  <a:cs typeface="Arial" panose="020B0604020202020204" pitchFamily="34" charset="0"/>
                                </a:rPr>
                                <m:t>𝒓𝒆𝒍</m:t>
                              </m:r>
                            </m:sub>
                          </m:sSub>
                        </m:den>
                      </m:f>
                    </m:oMath>
                  </m:oMathPara>
                </a14:m>
                <a:endParaRPr lang="pt-BR" sz="2800" b="1" dirty="0">
                  <a:solidFill>
                    <a:srgbClr val="FF0000"/>
                  </a:solidFill>
                  <a:latin typeface="Arial" panose="020B0604020202020204" pitchFamily="34" charset="0"/>
                  <a:cs typeface="Arial" panose="020B0604020202020204" pitchFamily="34" charset="0"/>
                </a:endParaRPr>
              </a:p>
            </p:txBody>
          </p:sp>
        </mc:Choice>
        <mc:Fallback xmlns="">
          <p:sp>
            <p:nvSpPr>
              <p:cNvPr id="6" name="CaixaDeTexto 5">
                <a:extLst>
                  <a:ext uri="{FF2B5EF4-FFF2-40B4-BE49-F238E27FC236}">
                    <a16:creationId xmlns:a16="http://schemas.microsoft.com/office/drawing/2014/main" id="{A1DE1F7D-FE0B-4BE7-A7A8-50C53C106ACC}"/>
                  </a:ext>
                </a:extLst>
              </p:cNvPr>
              <p:cNvSpPr txBox="1">
                <a:spLocks noRot="1" noChangeAspect="1" noMove="1" noResize="1" noEditPoints="1" noAdjustHandles="1" noChangeArrowheads="1" noChangeShapeType="1" noTextEdit="1"/>
              </p:cNvSpPr>
              <p:nvPr/>
            </p:nvSpPr>
            <p:spPr>
              <a:xfrm>
                <a:off x="146427" y="4157053"/>
                <a:ext cx="1662189" cy="971484"/>
              </a:xfrm>
              <a:prstGeom prst="rect">
                <a:avLst/>
              </a:prstGeom>
              <a:blipFill>
                <a:blip r:embed="rId2"/>
                <a:stretch>
                  <a:fillRect/>
                </a:stretch>
              </a:blipFill>
            </p:spPr>
            <p:txBody>
              <a:bodyPr/>
              <a:lstStyle/>
              <a:p>
                <a:r>
                  <a:rPr lang="pt-BR">
                    <a:noFill/>
                  </a:rPr>
                  <a:t> </a:t>
                </a:r>
              </a:p>
            </p:txBody>
          </p:sp>
        </mc:Fallback>
      </mc:AlternateContent>
      <p:sp>
        <p:nvSpPr>
          <p:cNvPr id="7" name="Seta: para a Direita 6">
            <a:extLst>
              <a:ext uri="{FF2B5EF4-FFF2-40B4-BE49-F238E27FC236}">
                <a16:creationId xmlns:a16="http://schemas.microsoft.com/office/drawing/2014/main" id="{E2679D58-C151-462E-A4A4-E92933A1BB8A}"/>
              </a:ext>
            </a:extLst>
          </p:cNvPr>
          <p:cNvSpPr/>
          <p:nvPr/>
        </p:nvSpPr>
        <p:spPr>
          <a:xfrm>
            <a:off x="1870943" y="4456809"/>
            <a:ext cx="490331" cy="439254"/>
          </a:xfrm>
          <a:prstGeom prst="rightArrow">
            <a:avLst/>
          </a:prstGeom>
          <a:solidFill>
            <a:srgbClr val="FF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8" name="CaixaDeTexto 7">
                <a:extLst>
                  <a:ext uri="{FF2B5EF4-FFF2-40B4-BE49-F238E27FC236}">
                    <a16:creationId xmlns:a16="http://schemas.microsoft.com/office/drawing/2014/main" id="{18FA7706-6495-4A13-8826-4E67D45F176D}"/>
                  </a:ext>
                </a:extLst>
              </p:cNvPr>
              <p:cNvSpPr txBox="1"/>
              <p:nvPr/>
            </p:nvSpPr>
            <p:spPr>
              <a:xfrm>
                <a:off x="2419754" y="4187510"/>
                <a:ext cx="1662189" cy="9105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𝒕</m:t>
                      </m:r>
                      <m:r>
                        <a:rPr lang="pt-BR" sz="2800" b="1" i="1" smtClean="0">
                          <a:solidFill>
                            <a:schemeClr val="tx1"/>
                          </a:solidFill>
                          <a:latin typeface="Cambria Math" panose="02040503050406030204" pitchFamily="18" charset="0"/>
                          <a:cs typeface="Arial" panose="020B0604020202020204" pitchFamily="34" charset="0"/>
                        </a:rPr>
                        <m:t>=</m:t>
                      </m:r>
                      <m:f>
                        <m:fPr>
                          <m:ctrlPr>
                            <a:rPr lang="pt-BR" sz="2800" b="1" i="1" smtClean="0">
                              <a:solidFill>
                                <a:schemeClr val="tx1"/>
                              </a:solidFill>
                              <a:latin typeface="Cambria Math" panose="02040503050406030204" pitchFamily="18" charset="0"/>
                              <a:cs typeface="Arial" panose="020B0604020202020204" pitchFamily="34" charset="0"/>
                            </a:rPr>
                          </m:ctrlPr>
                        </m:fPr>
                        <m:num>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𝟓</m:t>
                          </m:r>
                        </m:num>
                        <m:den>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𝟐𝟎</m:t>
                          </m:r>
                        </m:den>
                      </m:f>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8" name="CaixaDeTexto 7">
                <a:extLst>
                  <a:ext uri="{FF2B5EF4-FFF2-40B4-BE49-F238E27FC236}">
                    <a16:creationId xmlns:a16="http://schemas.microsoft.com/office/drawing/2014/main" id="{18FA7706-6495-4A13-8826-4E67D45F176D}"/>
                  </a:ext>
                </a:extLst>
              </p:cNvPr>
              <p:cNvSpPr txBox="1">
                <a:spLocks noRot="1" noChangeAspect="1" noMove="1" noResize="1" noEditPoints="1" noAdjustHandles="1" noChangeArrowheads="1" noChangeShapeType="1" noTextEdit="1"/>
              </p:cNvSpPr>
              <p:nvPr/>
            </p:nvSpPr>
            <p:spPr>
              <a:xfrm>
                <a:off x="2419754" y="4187510"/>
                <a:ext cx="1662189" cy="910570"/>
              </a:xfrm>
              <a:prstGeom prst="rect">
                <a:avLst/>
              </a:prstGeom>
              <a:blipFill>
                <a:blip r:embed="rId3"/>
                <a:stretch>
                  <a:fillRect/>
                </a:stretch>
              </a:blipFill>
            </p:spPr>
            <p:txBody>
              <a:bodyPr/>
              <a:lstStyle/>
              <a:p>
                <a:r>
                  <a:rPr lang="pt-BR">
                    <a:noFill/>
                  </a:rPr>
                  <a:t> </a:t>
                </a:r>
              </a:p>
            </p:txBody>
          </p:sp>
        </mc:Fallback>
      </mc:AlternateContent>
      <p:sp>
        <p:nvSpPr>
          <p:cNvPr id="9" name="Seta: para a Direita 8">
            <a:extLst>
              <a:ext uri="{FF2B5EF4-FFF2-40B4-BE49-F238E27FC236}">
                <a16:creationId xmlns:a16="http://schemas.microsoft.com/office/drawing/2014/main" id="{EAE1BADB-B7C6-4CFB-951C-60B3A7EE08EE}"/>
              </a:ext>
            </a:extLst>
          </p:cNvPr>
          <p:cNvSpPr/>
          <p:nvPr/>
        </p:nvSpPr>
        <p:spPr>
          <a:xfrm>
            <a:off x="4097618" y="4521869"/>
            <a:ext cx="490331" cy="439254"/>
          </a:xfrm>
          <a:prstGeom prst="rightArrow">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0800000" scaled="1"/>
            <a:tileRect/>
          </a:gra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060E2B37-6D5E-4AE7-A766-D030404E5BA7}"/>
                  </a:ext>
                </a:extLst>
              </p:cNvPr>
              <p:cNvSpPr txBox="1"/>
              <p:nvPr/>
            </p:nvSpPr>
            <p:spPr>
              <a:xfrm>
                <a:off x="4631892" y="4465280"/>
                <a:ext cx="2157335" cy="523220"/>
              </a:xfrm>
              <a:prstGeom prst="rect">
                <a:avLst/>
              </a:prstGeom>
              <a:noFill/>
              <a:ln w="3810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𝒕</m:t>
                      </m:r>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𝟎</m:t>
                      </m:r>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𝟐𝟓</m:t>
                      </m:r>
                      <m:r>
                        <a:rPr lang="pt-BR" sz="2800" b="1" i="1" smtClean="0">
                          <a:solidFill>
                            <a:schemeClr val="tx1"/>
                          </a:solidFill>
                          <a:latin typeface="Cambria Math" panose="02040503050406030204" pitchFamily="18" charset="0"/>
                          <a:cs typeface="Arial" panose="020B0604020202020204" pitchFamily="34" charset="0"/>
                        </a:rPr>
                        <m:t> </m:t>
                      </m:r>
                      <m:r>
                        <a:rPr lang="pt-BR" sz="2800" b="1" i="1" smtClean="0">
                          <a:solidFill>
                            <a:schemeClr val="tx1"/>
                          </a:solidFill>
                          <a:latin typeface="Cambria Math" panose="02040503050406030204" pitchFamily="18" charset="0"/>
                          <a:cs typeface="Arial" panose="020B0604020202020204" pitchFamily="34" charset="0"/>
                        </a:rPr>
                        <m:t>𝒉</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10" name="CaixaDeTexto 9">
                <a:extLst>
                  <a:ext uri="{FF2B5EF4-FFF2-40B4-BE49-F238E27FC236}">
                    <a16:creationId xmlns:a16="http://schemas.microsoft.com/office/drawing/2014/main" id="{060E2B37-6D5E-4AE7-A766-D030404E5BA7}"/>
                  </a:ext>
                </a:extLst>
              </p:cNvPr>
              <p:cNvSpPr txBox="1">
                <a:spLocks noRot="1" noChangeAspect="1" noMove="1" noResize="1" noEditPoints="1" noAdjustHandles="1" noChangeArrowheads="1" noChangeShapeType="1" noTextEdit="1"/>
              </p:cNvSpPr>
              <p:nvPr/>
            </p:nvSpPr>
            <p:spPr>
              <a:xfrm>
                <a:off x="4631892" y="4465280"/>
                <a:ext cx="2157335" cy="523220"/>
              </a:xfrm>
              <a:prstGeom prst="rect">
                <a:avLst/>
              </a:prstGeom>
              <a:blipFill>
                <a:blip r:embed="rId4"/>
                <a:stretch>
                  <a:fillRect/>
                </a:stretch>
              </a:blipFill>
              <a:ln w="38100">
                <a:noFill/>
              </a:ln>
            </p:spPr>
            <p:txBody>
              <a:bodyPr/>
              <a:lstStyle/>
              <a:p>
                <a:r>
                  <a:rPr lang="pt-BR">
                    <a:noFill/>
                  </a:rPr>
                  <a:t> </a:t>
                </a:r>
              </a:p>
            </p:txBody>
          </p:sp>
        </mc:Fallback>
      </mc:AlternateContent>
      <p:sp>
        <p:nvSpPr>
          <p:cNvPr id="11" name="Seta: para a Direita 10">
            <a:extLst>
              <a:ext uri="{FF2B5EF4-FFF2-40B4-BE49-F238E27FC236}">
                <a16:creationId xmlns:a16="http://schemas.microsoft.com/office/drawing/2014/main" id="{B575E714-2B52-4818-86B8-1811833CD8F4}"/>
              </a:ext>
            </a:extLst>
          </p:cNvPr>
          <p:cNvSpPr/>
          <p:nvPr/>
        </p:nvSpPr>
        <p:spPr>
          <a:xfrm>
            <a:off x="6848845" y="4577841"/>
            <a:ext cx="490331" cy="439254"/>
          </a:xfrm>
          <a:prstGeom prst="rightArrow">
            <a:avLst/>
          </a:prstGeom>
          <a:solidFill>
            <a:schemeClr val="accent2"/>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6BC3421B-C4F4-42C2-B8E9-C0132E8EE237}"/>
                  </a:ext>
                </a:extLst>
              </p:cNvPr>
              <p:cNvSpPr txBox="1"/>
              <p:nvPr/>
            </p:nvSpPr>
            <p:spPr>
              <a:xfrm>
                <a:off x="7449757" y="4514131"/>
                <a:ext cx="2305240" cy="523220"/>
              </a:xfrm>
              <a:prstGeom prst="rect">
                <a:avLst/>
              </a:prstGeom>
              <a:noFill/>
              <a:ln w="38100">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𝒕</m:t>
                      </m:r>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𝟏𝟓</m:t>
                      </m:r>
                      <m:r>
                        <a:rPr lang="pt-BR" sz="2800" b="1" i="1" smtClean="0">
                          <a:solidFill>
                            <a:schemeClr val="tx1"/>
                          </a:solidFill>
                          <a:latin typeface="Cambria Math" panose="02040503050406030204" pitchFamily="18" charset="0"/>
                          <a:cs typeface="Arial" panose="020B0604020202020204" pitchFamily="34" charset="0"/>
                        </a:rPr>
                        <m:t> </m:t>
                      </m:r>
                      <m:r>
                        <a:rPr lang="pt-BR" sz="2800" b="1" i="1" smtClean="0">
                          <a:solidFill>
                            <a:schemeClr val="tx1"/>
                          </a:solidFill>
                          <a:latin typeface="Cambria Math" panose="02040503050406030204" pitchFamily="18" charset="0"/>
                          <a:cs typeface="Arial" panose="020B0604020202020204" pitchFamily="34" charset="0"/>
                        </a:rPr>
                        <m:t>𝒎𝒊𝒏</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12" name="CaixaDeTexto 11">
                <a:extLst>
                  <a:ext uri="{FF2B5EF4-FFF2-40B4-BE49-F238E27FC236}">
                    <a16:creationId xmlns:a16="http://schemas.microsoft.com/office/drawing/2014/main" id="{6BC3421B-C4F4-42C2-B8E9-C0132E8EE237}"/>
                  </a:ext>
                </a:extLst>
              </p:cNvPr>
              <p:cNvSpPr txBox="1">
                <a:spLocks noRot="1" noChangeAspect="1" noMove="1" noResize="1" noEditPoints="1" noAdjustHandles="1" noChangeArrowheads="1" noChangeShapeType="1" noTextEdit="1"/>
              </p:cNvSpPr>
              <p:nvPr/>
            </p:nvSpPr>
            <p:spPr>
              <a:xfrm>
                <a:off x="7449757" y="4514131"/>
                <a:ext cx="2305240" cy="523220"/>
              </a:xfrm>
              <a:prstGeom prst="rect">
                <a:avLst/>
              </a:prstGeom>
              <a:blipFill>
                <a:blip r:embed="rId5"/>
                <a:stretch>
                  <a:fillRect/>
                </a:stretch>
              </a:blipFill>
              <a:ln w="38100">
                <a:solidFill>
                  <a:srgbClr val="FF0000"/>
                </a:solidFill>
              </a:ln>
            </p:spPr>
            <p:txBody>
              <a:bodyPr/>
              <a:lstStyle/>
              <a:p>
                <a:r>
                  <a:rPr lang="pt-BR">
                    <a:noFill/>
                  </a:rPr>
                  <a:t> </a:t>
                </a:r>
              </a:p>
            </p:txBody>
          </p:sp>
        </mc:Fallback>
      </mc:AlternateContent>
      <p:sp>
        <p:nvSpPr>
          <p:cNvPr id="13" name="CaixaDeTexto 12">
            <a:extLst>
              <a:ext uri="{FF2B5EF4-FFF2-40B4-BE49-F238E27FC236}">
                <a16:creationId xmlns:a16="http://schemas.microsoft.com/office/drawing/2014/main" id="{E6AAE78D-A4A1-469E-B55A-709F24A4D799}"/>
              </a:ext>
            </a:extLst>
          </p:cNvPr>
          <p:cNvSpPr txBox="1"/>
          <p:nvPr/>
        </p:nvSpPr>
        <p:spPr>
          <a:xfrm>
            <a:off x="218845" y="5539097"/>
            <a:ext cx="9405731" cy="954107"/>
          </a:xfrm>
          <a:prstGeom prst="rect">
            <a:avLst/>
          </a:prstGeom>
          <a:noFill/>
        </p:spPr>
        <p:txBody>
          <a:bodyPr wrap="square" rtlCol="0">
            <a:spAutoFit/>
          </a:bodyPr>
          <a:lstStyle/>
          <a:p>
            <a:pPr algn="just"/>
            <a:r>
              <a:rPr lang="pt-BR" sz="2800" b="1" dirty="0">
                <a:latin typeface="Arial" panose="020B0604020202020204" pitchFamily="34" charset="0"/>
                <a:cs typeface="Arial" panose="020B0604020202020204" pitchFamily="34" charset="0"/>
              </a:rPr>
              <a:t>O tempo de travessia independe da velocidade da correnteza, pois são movimentos independentes.</a:t>
            </a:r>
          </a:p>
        </p:txBody>
      </p:sp>
      <p:pic>
        <p:nvPicPr>
          <p:cNvPr id="15" name="Imagem 14" descr="Cachorro sentado na grama&#10;&#10;Descrição gerada automaticamente">
            <a:extLst>
              <a:ext uri="{FF2B5EF4-FFF2-40B4-BE49-F238E27FC236}">
                <a16:creationId xmlns:a16="http://schemas.microsoft.com/office/drawing/2014/main" id="{EC93A1B2-FBE5-499E-8E5B-0766474D4753}"/>
              </a:ext>
            </a:extLst>
          </p:cNvPr>
          <p:cNvPicPr>
            <a:picLocks noChangeAspect="1"/>
          </p:cNvPicPr>
          <p:nvPr/>
        </p:nvPicPr>
        <p:blipFill>
          <a:blip r:embed="rId6"/>
          <a:stretch>
            <a:fillRect/>
          </a:stretch>
        </p:blipFill>
        <p:spPr>
          <a:xfrm>
            <a:off x="9885417" y="3984770"/>
            <a:ext cx="1998773" cy="2665031"/>
          </a:xfrm>
          <a:prstGeom prst="rect">
            <a:avLst/>
          </a:prstGeom>
        </p:spPr>
      </p:pic>
    </p:spTree>
    <p:extLst>
      <p:ext uri="{BB962C8B-B14F-4D97-AF65-F5344CB8AC3E}">
        <p14:creationId xmlns:p14="http://schemas.microsoft.com/office/powerpoint/2010/main" val="614537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3"/>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1000"/>
                                        <p:tgtEl>
                                          <p:spTgt spid="15"/>
                                        </p:tgtEl>
                                      </p:cBhvr>
                                    </p:animEffect>
                                    <p:anim calcmode="lin" valueType="num">
                                      <p:cBhvr>
                                        <p:cTn id="51" dur="1000" fill="hold"/>
                                        <p:tgtEl>
                                          <p:spTgt spid="15"/>
                                        </p:tgtEl>
                                        <p:attrNameLst>
                                          <p:attrName>ppt_x</p:attrName>
                                        </p:attrNameLst>
                                      </p:cBhvr>
                                      <p:tavLst>
                                        <p:tav tm="0">
                                          <p:val>
                                            <p:strVal val="#ppt_x"/>
                                          </p:val>
                                        </p:tav>
                                        <p:tav tm="100000">
                                          <p:val>
                                            <p:strVal val="#ppt_x"/>
                                          </p:val>
                                        </p:tav>
                                      </p:tavLst>
                                    </p:anim>
                                    <p:anim calcmode="lin" valueType="num">
                                      <p:cBhvr>
                                        <p:cTn id="52"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p:bldP spid="9" grpId="0" animBg="1"/>
      <p:bldP spid="10" grpId="0" animBg="1"/>
      <p:bldP spid="11" grpId="0" animBg="1"/>
      <p:bldP spid="12" grpId="0" animBg="1"/>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C7F78BED-1936-4F8B-B06E-6FFE85A5FF92}"/>
              </a:ext>
            </a:extLst>
          </p:cNvPr>
          <p:cNvSpPr txBox="1"/>
          <p:nvPr/>
        </p:nvSpPr>
        <p:spPr>
          <a:xfrm>
            <a:off x="236086" y="119242"/>
            <a:ext cx="10570459" cy="1384995"/>
          </a:xfrm>
          <a:prstGeom prst="rect">
            <a:avLst/>
          </a:prstGeom>
          <a:noFill/>
        </p:spPr>
        <p:txBody>
          <a:bodyPr wrap="square">
            <a:spAutoFit/>
          </a:bodyPr>
          <a:lstStyle/>
          <a:p>
            <a:pPr algn="just"/>
            <a:r>
              <a:rPr lang="pt-BR" sz="2800" b="1" dirty="0">
                <a:latin typeface="Arial" panose="020B0604020202020204" pitchFamily="34" charset="0"/>
                <a:cs typeface="Arial" panose="020B0604020202020204" pitchFamily="34" charset="0"/>
              </a:rPr>
              <a:t>b) Supondo que o barco atravesse o rio no menor intervalo de tempo possível, qual a distância percorrida por ele em relação às margens?</a:t>
            </a:r>
          </a:p>
        </p:txBody>
      </p:sp>
      <p:sp>
        <p:nvSpPr>
          <p:cNvPr id="3" name="CaixaDeTexto 2">
            <a:extLst>
              <a:ext uri="{FF2B5EF4-FFF2-40B4-BE49-F238E27FC236}">
                <a16:creationId xmlns:a16="http://schemas.microsoft.com/office/drawing/2014/main" id="{0FF47002-24C5-4D41-A9AE-F707BCD484E9}"/>
              </a:ext>
            </a:extLst>
          </p:cNvPr>
          <p:cNvSpPr txBox="1"/>
          <p:nvPr/>
        </p:nvSpPr>
        <p:spPr>
          <a:xfrm>
            <a:off x="188805" y="1346644"/>
            <a:ext cx="4339073" cy="523220"/>
          </a:xfrm>
          <a:prstGeom prst="rect">
            <a:avLst/>
          </a:prstGeom>
          <a:noFill/>
        </p:spPr>
        <p:txBody>
          <a:bodyPr wrap="none" rtlCol="0">
            <a:spAutoFit/>
          </a:bodyPr>
          <a:lstStyle/>
          <a:p>
            <a:r>
              <a:rPr lang="pt-BR" sz="2800" b="1" dirty="0">
                <a:solidFill>
                  <a:srgbClr val="002060"/>
                </a:solidFill>
                <a:latin typeface="Arial" panose="020B0604020202020204" pitchFamily="34" charset="0"/>
                <a:cs typeface="Arial" panose="020B0604020202020204" pitchFamily="34" charset="0"/>
              </a:rPr>
              <a:t>Vamos fazer uma figura:</a:t>
            </a:r>
          </a:p>
        </p:txBody>
      </p:sp>
      <p:pic>
        <p:nvPicPr>
          <p:cNvPr id="4" name="Imagem 3">
            <a:extLst>
              <a:ext uri="{FF2B5EF4-FFF2-40B4-BE49-F238E27FC236}">
                <a16:creationId xmlns:a16="http://schemas.microsoft.com/office/drawing/2014/main" id="{7CE87D99-7D13-402E-A533-ED0AE8B695AC}"/>
              </a:ext>
            </a:extLst>
          </p:cNvPr>
          <p:cNvPicPr>
            <a:picLocks noChangeAspect="1"/>
          </p:cNvPicPr>
          <p:nvPr/>
        </p:nvPicPr>
        <p:blipFill>
          <a:blip r:embed="rId2"/>
          <a:stretch>
            <a:fillRect/>
          </a:stretch>
        </p:blipFill>
        <p:spPr>
          <a:xfrm>
            <a:off x="1636424" y="2274017"/>
            <a:ext cx="54395" cy="1148953"/>
          </a:xfrm>
          <a:prstGeom prst="rect">
            <a:avLst/>
          </a:prstGeom>
        </p:spPr>
      </p:pic>
      <p:pic>
        <p:nvPicPr>
          <p:cNvPr id="5" name="Imagem 4">
            <a:extLst>
              <a:ext uri="{FF2B5EF4-FFF2-40B4-BE49-F238E27FC236}">
                <a16:creationId xmlns:a16="http://schemas.microsoft.com/office/drawing/2014/main" id="{42C9B530-F495-47E2-9BB5-B1E0BA76FA58}"/>
              </a:ext>
            </a:extLst>
          </p:cNvPr>
          <p:cNvPicPr>
            <a:picLocks noChangeAspect="1"/>
          </p:cNvPicPr>
          <p:nvPr/>
        </p:nvPicPr>
        <p:blipFill>
          <a:blip r:embed="rId3"/>
          <a:stretch>
            <a:fillRect/>
          </a:stretch>
        </p:blipFill>
        <p:spPr>
          <a:xfrm>
            <a:off x="1460065" y="3528128"/>
            <a:ext cx="352425" cy="704850"/>
          </a:xfrm>
          <a:prstGeom prst="rect">
            <a:avLst/>
          </a:prstGeom>
        </p:spPr>
      </p:pic>
      <p:pic>
        <p:nvPicPr>
          <p:cNvPr id="6" name="Imagem 5">
            <a:extLst>
              <a:ext uri="{FF2B5EF4-FFF2-40B4-BE49-F238E27FC236}">
                <a16:creationId xmlns:a16="http://schemas.microsoft.com/office/drawing/2014/main" id="{EB72B378-AE9F-44BC-BA96-EDA70B79EE33}"/>
              </a:ext>
            </a:extLst>
          </p:cNvPr>
          <p:cNvPicPr>
            <a:picLocks noChangeAspect="1"/>
          </p:cNvPicPr>
          <p:nvPr/>
        </p:nvPicPr>
        <p:blipFill>
          <a:blip r:embed="rId4"/>
          <a:stretch>
            <a:fillRect/>
          </a:stretch>
        </p:blipFill>
        <p:spPr>
          <a:xfrm>
            <a:off x="676586" y="2221965"/>
            <a:ext cx="3426905" cy="2017453"/>
          </a:xfrm>
          <a:prstGeom prst="rect">
            <a:avLst/>
          </a:prstGeom>
        </p:spPr>
      </p:pic>
      <p:pic>
        <p:nvPicPr>
          <p:cNvPr id="7" name="Imagem 6">
            <a:extLst>
              <a:ext uri="{FF2B5EF4-FFF2-40B4-BE49-F238E27FC236}">
                <a16:creationId xmlns:a16="http://schemas.microsoft.com/office/drawing/2014/main" id="{E63B597A-9230-48A0-8F55-E35BE7ADB79E}"/>
              </a:ext>
            </a:extLst>
          </p:cNvPr>
          <p:cNvPicPr>
            <a:picLocks noChangeAspect="1"/>
          </p:cNvPicPr>
          <p:nvPr/>
        </p:nvPicPr>
        <p:blipFill>
          <a:blip r:embed="rId5"/>
          <a:stretch>
            <a:fillRect/>
          </a:stretch>
        </p:blipFill>
        <p:spPr>
          <a:xfrm>
            <a:off x="188805" y="4175023"/>
            <a:ext cx="1251092" cy="1230375"/>
          </a:xfrm>
          <a:prstGeom prst="rect">
            <a:avLst/>
          </a:prstGeom>
        </p:spPr>
      </p:pic>
      <p:pic>
        <p:nvPicPr>
          <p:cNvPr id="8" name="Imagem 7">
            <a:extLst>
              <a:ext uri="{FF2B5EF4-FFF2-40B4-BE49-F238E27FC236}">
                <a16:creationId xmlns:a16="http://schemas.microsoft.com/office/drawing/2014/main" id="{B42131EB-C1B1-4557-9105-C3EF81D42685}"/>
              </a:ext>
            </a:extLst>
          </p:cNvPr>
          <p:cNvPicPr>
            <a:picLocks noChangeAspect="1"/>
          </p:cNvPicPr>
          <p:nvPr/>
        </p:nvPicPr>
        <p:blipFill>
          <a:blip r:embed="rId6"/>
          <a:stretch>
            <a:fillRect/>
          </a:stretch>
        </p:blipFill>
        <p:spPr>
          <a:xfrm>
            <a:off x="3238927" y="2546996"/>
            <a:ext cx="1230802" cy="385325"/>
          </a:xfrm>
          <a:prstGeom prst="rect">
            <a:avLst/>
          </a:prstGeom>
        </p:spPr>
      </p:pic>
      <p:pic>
        <p:nvPicPr>
          <p:cNvPr id="9" name="Imagem 8">
            <a:extLst>
              <a:ext uri="{FF2B5EF4-FFF2-40B4-BE49-F238E27FC236}">
                <a16:creationId xmlns:a16="http://schemas.microsoft.com/office/drawing/2014/main" id="{4BDA9A0F-734E-4EEF-A986-96F730D82D6C}"/>
              </a:ext>
            </a:extLst>
          </p:cNvPr>
          <p:cNvPicPr>
            <a:picLocks noChangeAspect="1"/>
          </p:cNvPicPr>
          <p:nvPr/>
        </p:nvPicPr>
        <p:blipFill>
          <a:blip r:embed="rId7"/>
          <a:stretch>
            <a:fillRect/>
          </a:stretch>
        </p:blipFill>
        <p:spPr>
          <a:xfrm>
            <a:off x="3271320" y="2194748"/>
            <a:ext cx="1445469" cy="466244"/>
          </a:xfrm>
          <a:prstGeom prst="rect">
            <a:avLst/>
          </a:prstGeom>
        </p:spPr>
      </p:pic>
      <p:pic>
        <p:nvPicPr>
          <p:cNvPr id="10" name="Imagem 9">
            <a:extLst>
              <a:ext uri="{FF2B5EF4-FFF2-40B4-BE49-F238E27FC236}">
                <a16:creationId xmlns:a16="http://schemas.microsoft.com/office/drawing/2014/main" id="{1A7CEBB8-FC7A-4404-A6F7-85350C6D7AB1}"/>
              </a:ext>
            </a:extLst>
          </p:cNvPr>
          <p:cNvPicPr>
            <a:picLocks noChangeAspect="1"/>
          </p:cNvPicPr>
          <p:nvPr/>
        </p:nvPicPr>
        <p:blipFill>
          <a:blip r:embed="rId8"/>
          <a:stretch>
            <a:fillRect/>
          </a:stretch>
        </p:blipFill>
        <p:spPr>
          <a:xfrm>
            <a:off x="3721426" y="2960650"/>
            <a:ext cx="610309" cy="528894"/>
          </a:xfrm>
          <a:prstGeom prst="rect">
            <a:avLst/>
          </a:prstGeom>
        </p:spPr>
      </p:pic>
      <p:pic>
        <p:nvPicPr>
          <p:cNvPr id="11" name="Imagem 10">
            <a:extLst>
              <a:ext uri="{FF2B5EF4-FFF2-40B4-BE49-F238E27FC236}">
                <a16:creationId xmlns:a16="http://schemas.microsoft.com/office/drawing/2014/main" id="{84C2519B-99D8-4D5C-93D0-8A97574854A8}"/>
              </a:ext>
            </a:extLst>
          </p:cNvPr>
          <p:cNvPicPr>
            <a:picLocks noChangeAspect="1"/>
          </p:cNvPicPr>
          <p:nvPr/>
        </p:nvPicPr>
        <p:blipFill>
          <a:blip r:embed="rId9"/>
          <a:stretch>
            <a:fillRect/>
          </a:stretch>
        </p:blipFill>
        <p:spPr>
          <a:xfrm>
            <a:off x="1440810" y="4114703"/>
            <a:ext cx="362002" cy="469614"/>
          </a:xfrm>
          <a:prstGeom prst="rect">
            <a:avLst/>
          </a:prstGeom>
        </p:spPr>
      </p:pic>
      <p:pic>
        <p:nvPicPr>
          <p:cNvPr id="12" name="Imagem 11">
            <a:extLst>
              <a:ext uri="{FF2B5EF4-FFF2-40B4-BE49-F238E27FC236}">
                <a16:creationId xmlns:a16="http://schemas.microsoft.com/office/drawing/2014/main" id="{BA1E8587-0309-4B38-88B5-2996C4FDEB4C}"/>
              </a:ext>
            </a:extLst>
          </p:cNvPr>
          <p:cNvPicPr>
            <a:picLocks noChangeAspect="1"/>
          </p:cNvPicPr>
          <p:nvPr/>
        </p:nvPicPr>
        <p:blipFill>
          <a:blip r:embed="rId10"/>
          <a:stretch>
            <a:fillRect/>
          </a:stretch>
        </p:blipFill>
        <p:spPr>
          <a:xfrm>
            <a:off x="1482621" y="1903807"/>
            <a:ext cx="362002" cy="421450"/>
          </a:xfrm>
          <a:prstGeom prst="rect">
            <a:avLst/>
          </a:prstGeom>
        </p:spPr>
      </p:pic>
      <p:pic>
        <p:nvPicPr>
          <p:cNvPr id="14" name="Imagem 13">
            <a:extLst>
              <a:ext uri="{FF2B5EF4-FFF2-40B4-BE49-F238E27FC236}">
                <a16:creationId xmlns:a16="http://schemas.microsoft.com/office/drawing/2014/main" id="{72BA8A3B-7E1C-4284-97E2-3849FBBB088C}"/>
              </a:ext>
            </a:extLst>
          </p:cNvPr>
          <p:cNvPicPr>
            <a:picLocks noChangeAspect="1"/>
          </p:cNvPicPr>
          <p:nvPr/>
        </p:nvPicPr>
        <p:blipFill>
          <a:blip r:embed="rId11"/>
          <a:stretch>
            <a:fillRect/>
          </a:stretch>
        </p:blipFill>
        <p:spPr>
          <a:xfrm>
            <a:off x="2552093" y="3153907"/>
            <a:ext cx="72401" cy="999436"/>
          </a:xfrm>
          <a:prstGeom prst="rect">
            <a:avLst/>
          </a:prstGeom>
        </p:spPr>
      </p:pic>
      <p:pic>
        <p:nvPicPr>
          <p:cNvPr id="15" name="Imagem 14">
            <a:extLst>
              <a:ext uri="{FF2B5EF4-FFF2-40B4-BE49-F238E27FC236}">
                <a16:creationId xmlns:a16="http://schemas.microsoft.com/office/drawing/2014/main" id="{9B95E3E1-C53B-4DFE-B3C5-15C91CCBA12C}"/>
              </a:ext>
            </a:extLst>
          </p:cNvPr>
          <p:cNvPicPr>
            <a:picLocks noChangeAspect="1"/>
          </p:cNvPicPr>
          <p:nvPr/>
        </p:nvPicPr>
        <p:blipFill>
          <a:blip r:embed="rId12"/>
          <a:stretch>
            <a:fillRect/>
          </a:stretch>
        </p:blipFill>
        <p:spPr>
          <a:xfrm>
            <a:off x="1622028" y="3101730"/>
            <a:ext cx="968956" cy="79473"/>
          </a:xfrm>
          <a:prstGeom prst="rect">
            <a:avLst/>
          </a:prstGeom>
        </p:spPr>
      </p:pic>
      <p:pic>
        <p:nvPicPr>
          <p:cNvPr id="17" name="Imagem 16">
            <a:extLst>
              <a:ext uri="{FF2B5EF4-FFF2-40B4-BE49-F238E27FC236}">
                <a16:creationId xmlns:a16="http://schemas.microsoft.com/office/drawing/2014/main" id="{0438C226-2F78-4941-9C65-5D8ABBA6063B}"/>
              </a:ext>
            </a:extLst>
          </p:cNvPr>
          <p:cNvPicPr>
            <a:picLocks noChangeAspect="1"/>
          </p:cNvPicPr>
          <p:nvPr/>
        </p:nvPicPr>
        <p:blipFill>
          <a:blip r:embed="rId13"/>
          <a:stretch>
            <a:fillRect/>
          </a:stretch>
        </p:blipFill>
        <p:spPr>
          <a:xfrm>
            <a:off x="3230193" y="1895952"/>
            <a:ext cx="362002" cy="421450"/>
          </a:xfrm>
          <a:prstGeom prst="rect">
            <a:avLst/>
          </a:prstGeom>
        </p:spPr>
      </p:pic>
      <p:pic>
        <p:nvPicPr>
          <p:cNvPr id="19" name="Imagem 18">
            <a:extLst>
              <a:ext uri="{FF2B5EF4-FFF2-40B4-BE49-F238E27FC236}">
                <a16:creationId xmlns:a16="http://schemas.microsoft.com/office/drawing/2014/main" id="{B265197F-0532-46C0-8261-FA3789C2A1B0}"/>
              </a:ext>
            </a:extLst>
          </p:cNvPr>
          <p:cNvPicPr>
            <a:picLocks noChangeAspect="1"/>
          </p:cNvPicPr>
          <p:nvPr/>
        </p:nvPicPr>
        <p:blipFill>
          <a:blip r:embed="rId14"/>
          <a:stretch>
            <a:fillRect/>
          </a:stretch>
        </p:blipFill>
        <p:spPr>
          <a:xfrm>
            <a:off x="2240037" y="2228301"/>
            <a:ext cx="1191582" cy="1338967"/>
          </a:xfrm>
          <a:prstGeom prst="rect">
            <a:avLst/>
          </a:prstGeom>
        </p:spPr>
      </p:pic>
      <p:grpSp>
        <p:nvGrpSpPr>
          <p:cNvPr id="20" name="Agrupar 19">
            <a:extLst>
              <a:ext uri="{FF2B5EF4-FFF2-40B4-BE49-F238E27FC236}">
                <a16:creationId xmlns:a16="http://schemas.microsoft.com/office/drawing/2014/main" id="{8FE608F1-F04F-414E-8B7E-97C7569963BD}"/>
              </a:ext>
            </a:extLst>
          </p:cNvPr>
          <p:cNvGrpSpPr/>
          <p:nvPr/>
        </p:nvGrpSpPr>
        <p:grpSpPr>
          <a:xfrm>
            <a:off x="504381" y="2214859"/>
            <a:ext cx="461665" cy="1899844"/>
            <a:chOff x="626229" y="3609986"/>
            <a:chExt cx="461665" cy="1899844"/>
          </a:xfrm>
        </p:grpSpPr>
        <p:pic>
          <p:nvPicPr>
            <p:cNvPr id="21" name="Imagem 20">
              <a:extLst>
                <a:ext uri="{FF2B5EF4-FFF2-40B4-BE49-F238E27FC236}">
                  <a16:creationId xmlns:a16="http://schemas.microsoft.com/office/drawing/2014/main" id="{4253BBB5-8F61-4B26-92A4-B6FD0AEDE3CC}"/>
                </a:ext>
              </a:extLst>
            </p:cNvPr>
            <p:cNvPicPr>
              <a:picLocks noChangeAspect="1"/>
            </p:cNvPicPr>
            <p:nvPr/>
          </p:nvPicPr>
          <p:blipFill>
            <a:blip r:embed="rId15"/>
            <a:stretch>
              <a:fillRect/>
            </a:stretch>
          </p:blipFill>
          <p:spPr>
            <a:xfrm>
              <a:off x="695840" y="3609986"/>
              <a:ext cx="290108" cy="1899844"/>
            </a:xfrm>
            <a:prstGeom prst="rect">
              <a:avLst/>
            </a:prstGeom>
          </p:spPr>
        </p:pic>
        <p:grpSp>
          <p:nvGrpSpPr>
            <p:cNvPr id="22" name="Agrupar 21">
              <a:extLst>
                <a:ext uri="{FF2B5EF4-FFF2-40B4-BE49-F238E27FC236}">
                  <a16:creationId xmlns:a16="http://schemas.microsoft.com/office/drawing/2014/main" id="{BB3294CF-425C-4BAB-B8AE-46C0DF9CD30C}"/>
                </a:ext>
              </a:extLst>
            </p:cNvPr>
            <p:cNvGrpSpPr/>
            <p:nvPr/>
          </p:nvGrpSpPr>
          <p:grpSpPr>
            <a:xfrm rot="5400000">
              <a:off x="413671" y="4444893"/>
              <a:ext cx="886781" cy="461665"/>
              <a:chOff x="2393058" y="6165758"/>
              <a:chExt cx="886781" cy="461665"/>
            </a:xfrm>
          </p:grpSpPr>
          <p:sp>
            <p:nvSpPr>
              <p:cNvPr id="23" name="Retângulo 22">
                <a:extLst>
                  <a:ext uri="{FF2B5EF4-FFF2-40B4-BE49-F238E27FC236}">
                    <a16:creationId xmlns:a16="http://schemas.microsoft.com/office/drawing/2014/main" id="{2B9C3ACD-B983-4378-AA75-B634FC4E1BF0}"/>
                  </a:ext>
                </a:extLst>
              </p:cNvPr>
              <p:cNvSpPr/>
              <p:nvPr/>
            </p:nvSpPr>
            <p:spPr>
              <a:xfrm>
                <a:off x="2417290" y="6185337"/>
                <a:ext cx="792857" cy="3961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4" name="CaixaDeTexto 23">
                <a:extLst>
                  <a:ext uri="{FF2B5EF4-FFF2-40B4-BE49-F238E27FC236}">
                    <a16:creationId xmlns:a16="http://schemas.microsoft.com/office/drawing/2014/main" id="{EA12D672-DCC1-4E51-B7BA-6D9FC66F96D1}"/>
                  </a:ext>
                </a:extLst>
              </p:cNvPr>
              <p:cNvSpPr txBox="1"/>
              <p:nvPr/>
            </p:nvSpPr>
            <p:spPr>
              <a:xfrm>
                <a:off x="2393058" y="6165758"/>
                <a:ext cx="886781" cy="461665"/>
              </a:xfrm>
              <a:prstGeom prst="rect">
                <a:avLst/>
              </a:prstGeom>
              <a:solidFill>
                <a:schemeClr val="bg1"/>
              </a:solidFill>
              <a:ln>
                <a:solidFill>
                  <a:schemeClr val="bg1"/>
                </a:solidFill>
              </a:ln>
            </p:spPr>
            <p:txBody>
              <a:bodyPr wrap="none" rtlCol="0">
                <a:spAutoFit/>
              </a:bodyPr>
              <a:lstStyle/>
              <a:p>
                <a:r>
                  <a:rPr lang="pt-BR" sz="2400" b="1" dirty="0">
                    <a:latin typeface="Arial" panose="020B0604020202020204" pitchFamily="34" charset="0"/>
                    <a:cs typeface="Arial" panose="020B0604020202020204" pitchFamily="34" charset="0"/>
                  </a:rPr>
                  <a:t>5 km</a:t>
                </a:r>
              </a:p>
            </p:txBody>
          </p:sp>
        </p:grpSp>
      </p:grpSp>
      <mc:AlternateContent xmlns:mc="http://schemas.openxmlformats.org/markup-compatibility/2006" xmlns:a14="http://schemas.microsoft.com/office/drawing/2010/main">
        <mc:Choice Requires="a14">
          <p:sp>
            <p:nvSpPr>
              <p:cNvPr id="25" name="CaixaDeTexto 24">
                <a:extLst>
                  <a:ext uri="{FF2B5EF4-FFF2-40B4-BE49-F238E27FC236}">
                    <a16:creationId xmlns:a16="http://schemas.microsoft.com/office/drawing/2014/main" id="{F6E9DB54-8CD3-43FD-831D-B926F1B08CB8}"/>
                  </a:ext>
                </a:extLst>
              </p:cNvPr>
              <p:cNvSpPr txBox="1"/>
              <p:nvPr/>
            </p:nvSpPr>
            <p:spPr>
              <a:xfrm>
                <a:off x="2566442" y="2954207"/>
                <a:ext cx="771301"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400" b="1" i="1" smtClean="0">
                              <a:latin typeface="Cambria Math" panose="02040503050406030204" pitchFamily="18" charset="0"/>
                              <a:cs typeface="Arial" panose="020B0604020202020204" pitchFamily="34" charset="0"/>
                            </a:rPr>
                          </m:ctrlPr>
                        </m:sSubPr>
                        <m:e>
                          <m:r>
                            <a:rPr lang="pt-BR" sz="2400" b="1" i="1" smtClean="0">
                              <a:latin typeface="Cambria Math" panose="02040503050406030204" pitchFamily="18" charset="0"/>
                              <a:cs typeface="Arial" panose="020B0604020202020204" pitchFamily="34" charset="0"/>
                            </a:rPr>
                            <m:t>𝒅</m:t>
                          </m:r>
                        </m:e>
                        <m:sub>
                          <m:r>
                            <a:rPr lang="pt-BR" sz="2400" b="1" i="1" smtClean="0">
                              <a:latin typeface="Cambria Math" panose="02040503050406030204" pitchFamily="18" charset="0"/>
                              <a:cs typeface="Arial" panose="020B0604020202020204" pitchFamily="34" charset="0"/>
                            </a:rPr>
                            <m:t>𝑨𝑪</m:t>
                          </m:r>
                        </m:sub>
                      </m:sSub>
                    </m:oMath>
                  </m:oMathPara>
                </a14:m>
                <a:endParaRPr lang="pt-BR" sz="2400" b="1" dirty="0">
                  <a:latin typeface="Arial" panose="020B0604020202020204" pitchFamily="34" charset="0"/>
                  <a:cs typeface="Arial" panose="020B0604020202020204" pitchFamily="34" charset="0"/>
                </a:endParaRPr>
              </a:p>
            </p:txBody>
          </p:sp>
        </mc:Choice>
        <mc:Fallback xmlns="">
          <p:sp>
            <p:nvSpPr>
              <p:cNvPr id="25" name="CaixaDeTexto 24">
                <a:extLst>
                  <a:ext uri="{FF2B5EF4-FFF2-40B4-BE49-F238E27FC236}">
                    <a16:creationId xmlns:a16="http://schemas.microsoft.com/office/drawing/2014/main" id="{F6E9DB54-8CD3-43FD-831D-B926F1B08CB8}"/>
                  </a:ext>
                </a:extLst>
              </p:cNvPr>
              <p:cNvSpPr txBox="1">
                <a:spLocks noRot="1" noChangeAspect="1" noMove="1" noResize="1" noEditPoints="1" noAdjustHandles="1" noChangeArrowheads="1" noChangeShapeType="1" noTextEdit="1"/>
              </p:cNvSpPr>
              <p:nvPr/>
            </p:nvSpPr>
            <p:spPr>
              <a:xfrm>
                <a:off x="2566442" y="2954207"/>
                <a:ext cx="771301" cy="461665"/>
              </a:xfrm>
              <a:prstGeom prst="rect">
                <a:avLst/>
              </a:prstGeom>
              <a:blipFill>
                <a:blip r:embed="rId19"/>
                <a:stretch>
                  <a:fillRect b="-533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536F0F62-ED31-4638-AD74-470F1FB2B651}"/>
                  </a:ext>
                </a:extLst>
              </p:cNvPr>
              <p:cNvSpPr txBox="1"/>
              <p:nvPr/>
            </p:nvSpPr>
            <p:spPr>
              <a:xfrm>
                <a:off x="4966294" y="1181224"/>
                <a:ext cx="5891224" cy="1384995"/>
              </a:xfrm>
              <a:prstGeom prst="rect">
                <a:avLst/>
              </a:prstGeom>
              <a:noFill/>
            </p:spPr>
            <p:txBody>
              <a:bodyPr wrap="square" rtlCol="0">
                <a:spAutoFit/>
              </a:bodyPr>
              <a:lstStyle/>
              <a:p>
                <a:pPr algn="just"/>
                <a:r>
                  <a:rPr lang="pt-BR" sz="2800" b="1" dirty="0">
                    <a:solidFill>
                      <a:srgbClr val="C00000"/>
                    </a:solidFill>
                    <a:latin typeface="Arial" panose="020B0604020202020204" pitchFamily="34" charset="0"/>
                    <a:cs typeface="Arial" panose="020B0604020202020204" pitchFamily="34" charset="0"/>
                  </a:rPr>
                  <a:t>Da figura, observa-se que a velocidade responsável para o barco ir de A até C é </a:t>
                </a:r>
                <a14:m>
                  <m:oMath xmlns:m="http://schemas.openxmlformats.org/officeDocument/2006/math">
                    <m:acc>
                      <m:accPr>
                        <m:chr m:val="⃗"/>
                        <m:ctrlPr>
                          <a:rPr lang="pt-BR" sz="2800" b="1" i="1" smtClean="0">
                            <a:solidFill>
                              <a:schemeClr val="tx1"/>
                            </a:solidFill>
                            <a:latin typeface="Cambria Math" panose="02040503050406030204" pitchFamily="18" charset="0"/>
                            <a:cs typeface="Arial" panose="020B0604020202020204" pitchFamily="34" charset="0"/>
                          </a:rPr>
                        </m:ctrlPr>
                      </m:accPr>
                      <m:e>
                        <m:sSub>
                          <m:sSubPr>
                            <m:ctrlPr>
                              <a:rPr lang="pt-BR" sz="2800" b="1" i="1" smtClean="0">
                                <a:solidFill>
                                  <a:schemeClr val="tx1"/>
                                </a:solidFill>
                                <a:latin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cs typeface="Arial" panose="020B0604020202020204" pitchFamily="34" charset="0"/>
                              </a:rPr>
                              <m:t>𝒗</m:t>
                            </m:r>
                          </m:e>
                          <m:sub>
                            <m:r>
                              <a:rPr lang="pt-BR" sz="2800" b="1" i="1" smtClean="0">
                                <a:solidFill>
                                  <a:schemeClr val="tx1"/>
                                </a:solidFill>
                                <a:latin typeface="Cambria Math" panose="02040503050406030204" pitchFamily="18" charset="0"/>
                                <a:cs typeface="Arial" panose="020B0604020202020204" pitchFamily="34" charset="0"/>
                              </a:rPr>
                              <m:t>𝑹</m:t>
                            </m:r>
                          </m:sub>
                        </m:sSub>
                      </m:e>
                    </m:acc>
                  </m:oMath>
                </a14:m>
                <a:r>
                  <a:rPr lang="pt-BR" sz="2800" b="1" dirty="0">
                    <a:solidFill>
                      <a:srgbClr val="C00000"/>
                    </a:solidFill>
                    <a:latin typeface="Arial" panose="020B0604020202020204" pitchFamily="34" charset="0"/>
                    <a:cs typeface="Arial" panose="020B0604020202020204" pitchFamily="34" charset="0"/>
                  </a:rPr>
                  <a:t> </a:t>
                </a:r>
              </a:p>
            </p:txBody>
          </p:sp>
        </mc:Choice>
        <mc:Fallback xmlns="">
          <p:sp>
            <p:nvSpPr>
              <p:cNvPr id="26" name="CaixaDeTexto 25">
                <a:extLst>
                  <a:ext uri="{FF2B5EF4-FFF2-40B4-BE49-F238E27FC236}">
                    <a16:creationId xmlns:a16="http://schemas.microsoft.com/office/drawing/2014/main" id="{536F0F62-ED31-4638-AD74-470F1FB2B651}"/>
                  </a:ext>
                </a:extLst>
              </p:cNvPr>
              <p:cNvSpPr txBox="1">
                <a:spLocks noRot="1" noChangeAspect="1" noMove="1" noResize="1" noEditPoints="1" noAdjustHandles="1" noChangeArrowheads="1" noChangeShapeType="1" noTextEdit="1"/>
              </p:cNvSpPr>
              <p:nvPr/>
            </p:nvSpPr>
            <p:spPr>
              <a:xfrm>
                <a:off x="4966294" y="1181224"/>
                <a:ext cx="5891224" cy="1384995"/>
              </a:xfrm>
              <a:prstGeom prst="rect">
                <a:avLst/>
              </a:prstGeom>
              <a:blipFill>
                <a:blip r:embed="rId20"/>
                <a:stretch>
                  <a:fillRect l="-2174" t="-4846" r="-2070" b="-11454"/>
                </a:stretch>
              </a:blipFill>
            </p:spPr>
            <p:txBody>
              <a:bodyPr/>
              <a:lstStyle/>
              <a:p>
                <a:r>
                  <a:rPr lang="pt-BR">
                    <a:noFill/>
                  </a:rPr>
                  <a:t> </a:t>
                </a:r>
              </a:p>
            </p:txBody>
          </p:sp>
        </mc:Fallback>
      </mc:AlternateContent>
      <p:sp>
        <p:nvSpPr>
          <p:cNvPr id="37" name="CaixaDeTexto 36">
            <a:extLst>
              <a:ext uri="{FF2B5EF4-FFF2-40B4-BE49-F238E27FC236}">
                <a16:creationId xmlns:a16="http://schemas.microsoft.com/office/drawing/2014/main" id="{4C65E647-326D-43FE-8EB6-E15574F0214F}"/>
              </a:ext>
            </a:extLst>
          </p:cNvPr>
          <p:cNvSpPr txBox="1"/>
          <p:nvPr/>
        </p:nvSpPr>
        <p:spPr>
          <a:xfrm>
            <a:off x="5065157" y="2571805"/>
            <a:ext cx="3920689" cy="523220"/>
          </a:xfrm>
          <a:prstGeom prst="rect">
            <a:avLst/>
          </a:prstGeom>
          <a:noFill/>
        </p:spPr>
        <p:txBody>
          <a:bodyPr wrap="none" rtlCol="0">
            <a:spAutoFit/>
          </a:bodyPr>
          <a:lstStyle/>
          <a:p>
            <a:r>
              <a:rPr lang="pt-BR" sz="2800" b="1" dirty="0">
                <a:solidFill>
                  <a:srgbClr val="002060"/>
                </a:solidFill>
                <a:latin typeface="Arial" panose="020B0604020202020204" pitchFamily="34" charset="0"/>
                <a:cs typeface="Arial" panose="020B0604020202020204" pitchFamily="34" charset="0"/>
              </a:rPr>
              <a:t>Vetorialmente, temos:</a:t>
            </a:r>
          </a:p>
        </p:txBody>
      </p:sp>
      <mc:AlternateContent xmlns:mc="http://schemas.openxmlformats.org/markup-compatibility/2006" xmlns:a14="http://schemas.microsoft.com/office/drawing/2010/main">
        <mc:Choice Requires="a14">
          <p:sp>
            <p:nvSpPr>
              <p:cNvPr id="38" name="CaixaDeTexto 37">
                <a:extLst>
                  <a:ext uri="{FF2B5EF4-FFF2-40B4-BE49-F238E27FC236}">
                    <a16:creationId xmlns:a16="http://schemas.microsoft.com/office/drawing/2014/main" id="{FD1159C3-A576-49EE-BF7E-1216ACD371D6}"/>
                  </a:ext>
                </a:extLst>
              </p:cNvPr>
              <p:cNvSpPr txBox="1"/>
              <p:nvPr/>
            </p:nvSpPr>
            <p:spPr>
              <a:xfrm>
                <a:off x="5996775" y="2941167"/>
                <a:ext cx="2606547"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pt-BR" sz="2800" b="1" i="1" smtClean="0">
                              <a:solidFill>
                                <a:srgbClr val="7030A0"/>
                              </a:solidFill>
                              <a:latin typeface="Cambria Math" panose="02040503050406030204" pitchFamily="18" charset="0"/>
                              <a:cs typeface="Arial" panose="020B0604020202020204" pitchFamily="34" charset="0"/>
                            </a:rPr>
                          </m:ctrlPr>
                        </m:accPr>
                        <m:e>
                          <m:sSub>
                            <m:sSubPr>
                              <m:ctrlPr>
                                <a:rPr lang="pt-BR" sz="2800" b="1" i="1" smtClean="0">
                                  <a:solidFill>
                                    <a:srgbClr val="7030A0"/>
                                  </a:solidFill>
                                  <a:latin typeface="Cambria Math" panose="02040503050406030204" pitchFamily="18" charset="0"/>
                                  <a:cs typeface="Arial" panose="020B0604020202020204" pitchFamily="34" charset="0"/>
                                </a:rPr>
                              </m:ctrlPr>
                            </m:sSubPr>
                            <m:e>
                              <m:r>
                                <a:rPr lang="pt-BR" sz="2800" b="1" i="1" smtClean="0">
                                  <a:solidFill>
                                    <a:srgbClr val="7030A0"/>
                                  </a:solidFill>
                                  <a:latin typeface="Cambria Math" panose="02040503050406030204" pitchFamily="18" charset="0"/>
                                  <a:cs typeface="Arial" panose="020B0604020202020204" pitchFamily="34" charset="0"/>
                                </a:rPr>
                                <m:t>𝒗</m:t>
                              </m:r>
                            </m:e>
                            <m:sub>
                              <m:r>
                                <a:rPr lang="pt-BR" sz="2800" b="1" i="1" smtClean="0">
                                  <a:solidFill>
                                    <a:srgbClr val="7030A0"/>
                                  </a:solidFill>
                                  <a:latin typeface="Cambria Math" panose="02040503050406030204" pitchFamily="18" charset="0"/>
                                  <a:cs typeface="Arial" panose="020B0604020202020204" pitchFamily="34" charset="0"/>
                                </a:rPr>
                                <m:t>𝑹</m:t>
                              </m:r>
                            </m:sub>
                          </m:sSub>
                        </m:e>
                      </m:acc>
                      <m:r>
                        <a:rPr lang="pt-BR" sz="2800" b="1" i="1" smtClean="0">
                          <a:solidFill>
                            <a:srgbClr val="7030A0"/>
                          </a:solidFill>
                          <a:latin typeface="Cambria Math" panose="02040503050406030204" pitchFamily="18" charset="0"/>
                          <a:cs typeface="Arial" panose="020B0604020202020204" pitchFamily="34" charset="0"/>
                        </a:rPr>
                        <m:t>=</m:t>
                      </m:r>
                      <m:acc>
                        <m:accPr>
                          <m:chr m:val="⃗"/>
                          <m:ctrlPr>
                            <a:rPr lang="pt-BR" sz="2800" b="1" i="1" smtClean="0">
                              <a:solidFill>
                                <a:srgbClr val="7030A0"/>
                              </a:solidFill>
                              <a:latin typeface="Cambria Math" panose="02040503050406030204" pitchFamily="18" charset="0"/>
                              <a:cs typeface="Arial" panose="020B0604020202020204" pitchFamily="34" charset="0"/>
                            </a:rPr>
                          </m:ctrlPr>
                        </m:accPr>
                        <m:e>
                          <m:sSub>
                            <m:sSubPr>
                              <m:ctrlPr>
                                <a:rPr lang="pt-BR" sz="2800" b="1" i="1" smtClean="0">
                                  <a:solidFill>
                                    <a:srgbClr val="7030A0"/>
                                  </a:solidFill>
                                  <a:latin typeface="Cambria Math" panose="02040503050406030204" pitchFamily="18" charset="0"/>
                                  <a:cs typeface="Arial" panose="020B0604020202020204" pitchFamily="34" charset="0"/>
                                </a:rPr>
                              </m:ctrlPr>
                            </m:sSubPr>
                            <m:e>
                              <m:r>
                                <a:rPr lang="pt-BR" sz="2800" b="1" i="1" smtClean="0">
                                  <a:solidFill>
                                    <a:srgbClr val="7030A0"/>
                                  </a:solidFill>
                                  <a:latin typeface="Cambria Math" panose="02040503050406030204" pitchFamily="18" charset="0"/>
                                  <a:cs typeface="Arial" panose="020B0604020202020204" pitchFamily="34" charset="0"/>
                                </a:rPr>
                                <m:t>𝒗</m:t>
                              </m:r>
                            </m:e>
                            <m:sub>
                              <m:r>
                                <a:rPr lang="pt-BR" sz="2800" b="1" i="1" smtClean="0">
                                  <a:solidFill>
                                    <a:srgbClr val="7030A0"/>
                                  </a:solidFill>
                                  <a:latin typeface="Cambria Math" panose="02040503050406030204" pitchFamily="18" charset="0"/>
                                  <a:cs typeface="Arial" panose="020B0604020202020204" pitchFamily="34" charset="0"/>
                                </a:rPr>
                                <m:t>𝒓𝒆𝒍</m:t>
                              </m:r>
                            </m:sub>
                          </m:sSub>
                        </m:e>
                      </m:acc>
                      <m:r>
                        <a:rPr lang="pt-BR" sz="2800" b="1" i="1" smtClean="0">
                          <a:solidFill>
                            <a:srgbClr val="7030A0"/>
                          </a:solidFill>
                          <a:latin typeface="Cambria Math" panose="02040503050406030204" pitchFamily="18" charset="0"/>
                          <a:cs typeface="Arial" panose="020B0604020202020204" pitchFamily="34" charset="0"/>
                        </a:rPr>
                        <m:t>+</m:t>
                      </m:r>
                      <m:acc>
                        <m:accPr>
                          <m:chr m:val="⃗"/>
                          <m:ctrlPr>
                            <a:rPr lang="pt-BR" sz="2800" b="1" i="1" smtClean="0">
                              <a:solidFill>
                                <a:srgbClr val="7030A0"/>
                              </a:solidFill>
                              <a:latin typeface="Cambria Math" panose="02040503050406030204" pitchFamily="18" charset="0"/>
                              <a:cs typeface="Arial" panose="020B0604020202020204" pitchFamily="34" charset="0"/>
                            </a:rPr>
                          </m:ctrlPr>
                        </m:accPr>
                        <m:e>
                          <m:sSub>
                            <m:sSubPr>
                              <m:ctrlPr>
                                <a:rPr lang="pt-BR" sz="2800" b="1" i="1" smtClean="0">
                                  <a:solidFill>
                                    <a:srgbClr val="7030A0"/>
                                  </a:solidFill>
                                  <a:latin typeface="Cambria Math" panose="02040503050406030204" pitchFamily="18" charset="0"/>
                                  <a:cs typeface="Arial" panose="020B0604020202020204" pitchFamily="34" charset="0"/>
                                </a:rPr>
                              </m:ctrlPr>
                            </m:sSubPr>
                            <m:e>
                              <m:r>
                                <a:rPr lang="pt-BR" sz="2800" b="1" i="1" smtClean="0">
                                  <a:solidFill>
                                    <a:srgbClr val="7030A0"/>
                                  </a:solidFill>
                                  <a:latin typeface="Cambria Math" panose="02040503050406030204" pitchFamily="18" charset="0"/>
                                  <a:cs typeface="Arial" panose="020B0604020202020204" pitchFamily="34" charset="0"/>
                                </a:rPr>
                                <m:t>𝒗</m:t>
                              </m:r>
                            </m:e>
                            <m:sub>
                              <m:r>
                                <a:rPr lang="pt-BR" sz="2800" b="1" i="1" smtClean="0">
                                  <a:solidFill>
                                    <a:srgbClr val="7030A0"/>
                                  </a:solidFill>
                                  <a:latin typeface="Cambria Math" panose="02040503050406030204" pitchFamily="18" charset="0"/>
                                  <a:cs typeface="Arial" panose="020B0604020202020204" pitchFamily="34" charset="0"/>
                                </a:rPr>
                                <m:t>𝑨</m:t>
                              </m:r>
                            </m:sub>
                          </m:sSub>
                        </m:e>
                      </m:acc>
                    </m:oMath>
                  </m:oMathPara>
                </a14:m>
                <a:endParaRPr lang="pt-BR" sz="2800" b="1" dirty="0">
                  <a:solidFill>
                    <a:srgbClr val="7030A0"/>
                  </a:solidFill>
                  <a:latin typeface="Arial" panose="020B0604020202020204" pitchFamily="34" charset="0"/>
                  <a:cs typeface="Arial" panose="020B0604020202020204" pitchFamily="34" charset="0"/>
                </a:endParaRPr>
              </a:p>
            </p:txBody>
          </p:sp>
        </mc:Choice>
        <mc:Fallback xmlns="">
          <p:sp>
            <p:nvSpPr>
              <p:cNvPr id="38" name="CaixaDeTexto 37">
                <a:extLst>
                  <a:ext uri="{FF2B5EF4-FFF2-40B4-BE49-F238E27FC236}">
                    <a16:creationId xmlns:a16="http://schemas.microsoft.com/office/drawing/2014/main" id="{FD1159C3-A576-49EE-BF7E-1216ACD371D6}"/>
                  </a:ext>
                </a:extLst>
              </p:cNvPr>
              <p:cNvSpPr txBox="1">
                <a:spLocks noRot="1" noChangeAspect="1" noMove="1" noResize="1" noEditPoints="1" noAdjustHandles="1" noChangeArrowheads="1" noChangeShapeType="1" noTextEdit="1"/>
              </p:cNvSpPr>
              <p:nvPr/>
            </p:nvSpPr>
            <p:spPr>
              <a:xfrm>
                <a:off x="5996775" y="2941167"/>
                <a:ext cx="2606547" cy="523220"/>
              </a:xfrm>
              <a:prstGeom prst="rect">
                <a:avLst/>
              </a:prstGeom>
              <a:blipFill>
                <a:blip r:embed="rId21"/>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id="{D43DB343-665E-4F98-B195-A8C3A056743F}"/>
                  </a:ext>
                </a:extLst>
              </p:cNvPr>
              <p:cNvSpPr txBox="1"/>
              <p:nvPr/>
            </p:nvSpPr>
            <p:spPr>
              <a:xfrm>
                <a:off x="4812111" y="3359771"/>
                <a:ext cx="2876044" cy="96917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𝑹</m:t>
                          </m:r>
                        </m:sub>
                      </m:sSub>
                      <m:r>
                        <a:rPr lang="pt-BR" sz="2800" b="1" i="1" smtClean="0">
                          <a:latin typeface="Cambria Math" panose="02040503050406030204" pitchFamily="18" charset="0"/>
                          <a:cs typeface="Arial" panose="020B0604020202020204" pitchFamily="34" charset="0"/>
                        </a:rPr>
                        <m:t>=</m:t>
                      </m:r>
                      <m:rad>
                        <m:radPr>
                          <m:degHide m:val="on"/>
                          <m:ctrlPr>
                            <a:rPr lang="pt-BR" sz="2800" b="1" i="1" smtClean="0">
                              <a:latin typeface="Cambria Math" panose="02040503050406030204" pitchFamily="18" charset="0"/>
                              <a:cs typeface="Arial" panose="020B0604020202020204" pitchFamily="34" charset="0"/>
                            </a:rPr>
                          </m:ctrlPr>
                        </m:radPr>
                        <m:deg/>
                        <m:e>
                          <m:sSubSup>
                            <m:sSubSupPr>
                              <m:ctrlPr>
                                <a:rPr lang="pt-BR" sz="2800" b="1" i="1">
                                  <a:latin typeface="Cambria Math" panose="02040503050406030204" pitchFamily="18" charset="0"/>
                                  <a:cs typeface="Arial" panose="020B0604020202020204" pitchFamily="34" charset="0"/>
                                </a:rPr>
                              </m:ctrlPr>
                            </m:sSubSupPr>
                            <m:e>
                              <m:r>
                                <a:rPr lang="pt-BR" sz="2800" b="1" i="1">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𝒓𝒆𝒍</m:t>
                              </m:r>
                            </m:sub>
                            <m:sup>
                              <m:r>
                                <a:rPr lang="pt-BR" sz="2800" b="1" i="1">
                                  <a:latin typeface="Cambria Math" panose="02040503050406030204" pitchFamily="18" charset="0"/>
                                  <a:cs typeface="Arial" panose="020B0604020202020204" pitchFamily="34" charset="0"/>
                                </a:rPr>
                                <m:t>𝟐</m:t>
                              </m:r>
                            </m:sup>
                          </m:sSubSup>
                          <m:r>
                            <a:rPr lang="pt-BR" sz="2800" b="1" i="1">
                              <a:latin typeface="Cambria Math" panose="02040503050406030204" pitchFamily="18" charset="0"/>
                              <a:cs typeface="Arial" panose="020B0604020202020204" pitchFamily="34" charset="0"/>
                            </a:rPr>
                            <m:t>+</m:t>
                          </m:r>
                          <m:sSubSup>
                            <m:sSubSupPr>
                              <m:ctrlPr>
                                <a:rPr lang="pt-BR" sz="2800" b="1" i="1">
                                  <a:latin typeface="Cambria Math" panose="02040503050406030204" pitchFamily="18" charset="0"/>
                                  <a:cs typeface="Arial" panose="020B0604020202020204" pitchFamily="34" charset="0"/>
                                </a:rPr>
                              </m:ctrlPr>
                            </m:sSubSupPr>
                            <m:e>
                              <m:r>
                                <a:rPr lang="pt-BR" sz="2800" b="1" i="1">
                                  <a:latin typeface="Cambria Math" panose="02040503050406030204" pitchFamily="18" charset="0"/>
                                  <a:cs typeface="Arial" panose="020B0604020202020204" pitchFamily="34" charset="0"/>
                                </a:rPr>
                                <m:t>𝒗</m:t>
                              </m:r>
                            </m:e>
                            <m:sub>
                              <m:r>
                                <a:rPr lang="pt-BR" sz="2800" b="1" i="1">
                                  <a:latin typeface="Cambria Math" panose="02040503050406030204" pitchFamily="18" charset="0"/>
                                  <a:cs typeface="Arial" panose="020B0604020202020204" pitchFamily="34" charset="0"/>
                                </a:rPr>
                                <m:t>𝑨</m:t>
                              </m:r>
                            </m:sub>
                            <m:sup>
                              <m:r>
                                <a:rPr lang="pt-BR" sz="2800" b="1" i="1">
                                  <a:latin typeface="Cambria Math" panose="02040503050406030204" pitchFamily="18" charset="0"/>
                                  <a:cs typeface="Arial" panose="020B0604020202020204" pitchFamily="34" charset="0"/>
                                </a:rPr>
                                <m:t>𝟐</m:t>
                              </m:r>
                            </m:sup>
                          </m:sSubSup>
                        </m:e>
                      </m:rad>
                    </m:oMath>
                  </m:oMathPara>
                </a14:m>
                <a:endParaRPr lang="pt-BR" sz="2800" b="1" dirty="0">
                  <a:latin typeface="Arial" panose="020B0604020202020204" pitchFamily="34" charset="0"/>
                  <a:cs typeface="Arial" panose="020B0604020202020204" pitchFamily="34" charset="0"/>
                </a:endParaRPr>
              </a:p>
            </p:txBody>
          </p:sp>
        </mc:Choice>
        <mc:Fallback xmlns="">
          <p:sp>
            <p:nvSpPr>
              <p:cNvPr id="39" name="CaixaDeTexto 38">
                <a:extLst>
                  <a:ext uri="{FF2B5EF4-FFF2-40B4-BE49-F238E27FC236}">
                    <a16:creationId xmlns:a16="http://schemas.microsoft.com/office/drawing/2014/main" id="{D43DB343-665E-4F98-B195-A8C3A056743F}"/>
                  </a:ext>
                </a:extLst>
              </p:cNvPr>
              <p:cNvSpPr txBox="1">
                <a:spLocks noRot="1" noChangeAspect="1" noMove="1" noResize="1" noEditPoints="1" noAdjustHandles="1" noChangeArrowheads="1" noChangeShapeType="1" noTextEdit="1"/>
              </p:cNvSpPr>
              <p:nvPr/>
            </p:nvSpPr>
            <p:spPr>
              <a:xfrm>
                <a:off x="4812111" y="3359771"/>
                <a:ext cx="2876044" cy="969176"/>
              </a:xfrm>
              <a:prstGeom prst="rect">
                <a:avLst/>
              </a:prstGeom>
              <a:blipFill>
                <a:blip r:embed="rId2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0" name="CaixaDeTexto 39">
                <a:extLst>
                  <a:ext uri="{FF2B5EF4-FFF2-40B4-BE49-F238E27FC236}">
                    <a16:creationId xmlns:a16="http://schemas.microsoft.com/office/drawing/2014/main" id="{7CE392FC-F38F-421B-826F-D27356BB0566}"/>
                  </a:ext>
                </a:extLst>
              </p:cNvPr>
              <p:cNvSpPr txBox="1"/>
              <p:nvPr/>
            </p:nvSpPr>
            <p:spPr>
              <a:xfrm>
                <a:off x="4772347" y="4179906"/>
                <a:ext cx="3060773" cy="6315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solidFill>
                                <a:srgbClr val="FF0000"/>
                              </a:solidFill>
                              <a:latin typeface="Cambria Math" panose="02040503050406030204" pitchFamily="18" charset="0"/>
                              <a:cs typeface="Arial" panose="020B0604020202020204" pitchFamily="34" charset="0"/>
                            </a:rPr>
                          </m:ctrlPr>
                        </m:sSubPr>
                        <m:e>
                          <m:r>
                            <a:rPr lang="pt-BR" sz="2800" b="1" i="1" smtClean="0">
                              <a:solidFill>
                                <a:srgbClr val="FF0000"/>
                              </a:solidFill>
                              <a:latin typeface="Cambria Math" panose="02040503050406030204" pitchFamily="18" charset="0"/>
                              <a:cs typeface="Arial" panose="020B0604020202020204" pitchFamily="34" charset="0"/>
                            </a:rPr>
                            <m:t>𝒗</m:t>
                          </m:r>
                        </m:e>
                        <m:sub>
                          <m:r>
                            <a:rPr lang="pt-BR" sz="2800" b="1" i="1" smtClean="0">
                              <a:solidFill>
                                <a:srgbClr val="FF0000"/>
                              </a:solidFill>
                              <a:latin typeface="Cambria Math" panose="02040503050406030204" pitchFamily="18" charset="0"/>
                              <a:cs typeface="Arial" panose="020B0604020202020204" pitchFamily="34" charset="0"/>
                            </a:rPr>
                            <m:t>𝑹</m:t>
                          </m:r>
                        </m:sub>
                      </m:sSub>
                      <m:r>
                        <a:rPr lang="pt-BR" sz="2800" b="1" i="1" smtClean="0">
                          <a:solidFill>
                            <a:srgbClr val="FF0000"/>
                          </a:solidFill>
                          <a:latin typeface="Cambria Math" panose="02040503050406030204" pitchFamily="18" charset="0"/>
                          <a:cs typeface="Arial" panose="020B0604020202020204" pitchFamily="34" charset="0"/>
                        </a:rPr>
                        <m:t>=</m:t>
                      </m:r>
                      <m:rad>
                        <m:radPr>
                          <m:degHide m:val="on"/>
                          <m:ctrlPr>
                            <a:rPr lang="pt-BR" sz="2800" b="1" i="1" smtClean="0">
                              <a:solidFill>
                                <a:srgbClr val="FF0000"/>
                              </a:solidFill>
                              <a:latin typeface="Cambria Math" panose="02040503050406030204" pitchFamily="18" charset="0"/>
                              <a:cs typeface="Arial" panose="020B0604020202020204" pitchFamily="34" charset="0"/>
                            </a:rPr>
                          </m:ctrlPr>
                        </m:radPr>
                        <m:deg/>
                        <m:e>
                          <m:sSup>
                            <m:sSupPr>
                              <m:ctrlPr>
                                <a:rPr lang="pt-BR" sz="2800" b="1" i="1" smtClean="0">
                                  <a:solidFill>
                                    <a:srgbClr val="FF0000"/>
                                  </a:solidFill>
                                  <a:latin typeface="Cambria Math" panose="02040503050406030204" pitchFamily="18" charset="0"/>
                                  <a:cs typeface="Arial" panose="020B0604020202020204" pitchFamily="34" charset="0"/>
                                </a:rPr>
                              </m:ctrlPr>
                            </m:sSupPr>
                            <m:e>
                              <m:r>
                                <a:rPr lang="pt-BR" sz="2800" b="1" i="1" smtClean="0">
                                  <a:solidFill>
                                    <a:srgbClr val="FF0000"/>
                                  </a:solidFill>
                                  <a:latin typeface="Cambria Math" panose="02040503050406030204" pitchFamily="18" charset="0"/>
                                  <a:cs typeface="Arial" panose="020B0604020202020204" pitchFamily="34" charset="0"/>
                                </a:rPr>
                                <m:t>𝟐𝟎</m:t>
                              </m:r>
                            </m:e>
                            <m:sup>
                              <m:r>
                                <a:rPr lang="pt-BR" sz="2800" b="1" i="1" smtClean="0">
                                  <a:solidFill>
                                    <a:srgbClr val="FF0000"/>
                                  </a:solidFill>
                                  <a:latin typeface="Cambria Math" panose="02040503050406030204" pitchFamily="18" charset="0"/>
                                  <a:cs typeface="Arial" panose="020B0604020202020204" pitchFamily="34" charset="0"/>
                                </a:rPr>
                                <m:t>𝟐</m:t>
                              </m:r>
                            </m:sup>
                          </m:sSup>
                          <m:r>
                            <a:rPr lang="pt-BR" sz="2800" b="1" i="1">
                              <a:solidFill>
                                <a:srgbClr val="FF0000"/>
                              </a:solidFill>
                              <a:latin typeface="Cambria Math" panose="02040503050406030204" pitchFamily="18" charset="0"/>
                              <a:cs typeface="Arial" panose="020B0604020202020204" pitchFamily="34" charset="0"/>
                            </a:rPr>
                            <m:t>+</m:t>
                          </m:r>
                          <m:sSup>
                            <m:sSupPr>
                              <m:ctrlPr>
                                <a:rPr lang="pt-BR" sz="2800" b="1" i="1" smtClean="0">
                                  <a:solidFill>
                                    <a:srgbClr val="FF0000"/>
                                  </a:solidFill>
                                  <a:latin typeface="Cambria Math" panose="02040503050406030204" pitchFamily="18" charset="0"/>
                                  <a:cs typeface="Arial" panose="020B0604020202020204" pitchFamily="34" charset="0"/>
                                </a:rPr>
                              </m:ctrlPr>
                            </m:sSupPr>
                            <m:e>
                              <m:r>
                                <a:rPr lang="pt-BR" sz="2800" b="1" i="1" smtClean="0">
                                  <a:solidFill>
                                    <a:srgbClr val="FF0000"/>
                                  </a:solidFill>
                                  <a:latin typeface="Cambria Math" panose="02040503050406030204" pitchFamily="18" charset="0"/>
                                  <a:cs typeface="Arial" panose="020B0604020202020204" pitchFamily="34" charset="0"/>
                                </a:rPr>
                                <m:t>𝟏𝟓</m:t>
                              </m:r>
                            </m:e>
                            <m:sup>
                              <m:r>
                                <a:rPr lang="pt-BR" sz="2800" b="1" i="1" smtClean="0">
                                  <a:solidFill>
                                    <a:srgbClr val="FF0000"/>
                                  </a:solidFill>
                                  <a:latin typeface="Cambria Math" panose="02040503050406030204" pitchFamily="18" charset="0"/>
                                  <a:cs typeface="Arial" panose="020B0604020202020204" pitchFamily="34" charset="0"/>
                                </a:rPr>
                                <m:t>𝟐</m:t>
                              </m:r>
                            </m:sup>
                          </m:sSup>
                        </m:e>
                      </m:rad>
                    </m:oMath>
                  </m:oMathPara>
                </a14:m>
                <a:endParaRPr lang="pt-BR" sz="2800" b="1" dirty="0">
                  <a:solidFill>
                    <a:srgbClr val="FF0000"/>
                  </a:solidFill>
                  <a:latin typeface="Arial" panose="020B0604020202020204" pitchFamily="34" charset="0"/>
                  <a:cs typeface="Arial" panose="020B0604020202020204" pitchFamily="34" charset="0"/>
                </a:endParaRPr>
              </a:p>
            </p:txBody>
          </p:sp>
        </mc:Choice>
        <mc:Fallback xmlns="">
          <p:sp>
            <p:nvSpPr>
              <p:cNvPr id="40" name="CaixaDeTexto 39">
                <a:extLst>
                  <a:ext uri="{FF2B5EF4-FFF2-40B4-BE49-F238E27FC236}">
                    <a16:creationId xmlns:a16="http://schemas.microsoft.com/office/drawing/2014/main" id="{7CE392FC-F38F-421B-826F-D27356BB0566}"/>
                  </a:ext>
                </a:extLst>
              </p:cNvPr>
              <p:cNvSpPr txBox="1">
                <a:spLocks noRot="1" noChangeAspect="1" noMove="1" noResize="1" noEditPoints="1" noAdjustHandles="1" noChangeArrowheads="1" noChangeShapeType="1" noTextEdit="1"/>
              </p:cNvSpPr>
              <p:nvPr/>
            </p:nvSpPr>
            <p:spPr>
              <a:xfrm>
                <a:off x="4772347" y="4179906"/>
                <a:ext cx="3060773" cy="631583"/>
              </a:xfrm>
              <a:prstGeom prst="rect">
                <a:avLst/>
              </a:prstGeom>
              <a:blipFill>
                <a:blip r:embed="rId23"/>
                <a:stretch>
                  <a:fillRect/>
                </a:stretch>
              </a:blipFill>
            </p:spPr>
            <p:txBody>
              <a:bodyPr/>
              <a:lstStyle/>
              <a:p>
                <a:r>
                  <a:rPr lang="pt-BR">
                    <a:noFill/>
                  </a:rPr>
                  <a:t> </a:t>
                </a:r>
              </a:p>
            </p:txBody>
          </p:sp>
        </mc:Fallback>
      </mc:AlternateContent>
      <p:grpSp>
        <p:nvGrpSpPr>
          <p:cNvPr id="41" name="Grupo 13">
            <a:extLst>
              <a:ext uri="{FF2B5EF4-FFF2-40B4-BE49-F238E27FC236}">
                <a16:creationId xmlns:a16="http://schemas.microsoft.com/office/drawing/2014/main" id="{60605015-7FE3-4EBA-A3F9-562CCB10A526}"/>
              </a:ext>
            </a:extLst>
          </p:cNvPr>
          <p:cNvGrpSpPr/>
          <p:nvPr/>
        </p:nvGrpSpPr>
        <p:grpSpPr>
          <a:xfrm>
            <a:off x="5594505" y="4878409"/>
            <a:ext cx="2902065" cy="642991"/>
            <a:chOff x="4922511" y="5136971"/>
            <a:chExt cx="2902065" cy="642991"/>
          </a:xfrm>
        </p:grpSpPr>
        <p:sp>
          <p:nvSpPr>
            <p:cNvPr id="42" name="Retângulo de cantos arredondados 26">
              <a:extLst>
                <a:ext uri="{FF2B5EF4-FFF2-40B4-BE49-F238E27FC236}">
                  <a16:creationId xmlns:a16="http://schemas.microsoft.com/office/drawing/2014/main" id="{1B268486-B243-4A26-9003-393A646E24A4}"/>
                </a:ext>
              </a:extLst>
            </p:cNvPr>
            <p:cNvSpPr/>
            <p:nvPr/>
          </p:nvSpPr>
          <p:spPr>
            <a:xfrm>
              <a:off x="4922511" y="5136971"/>
              <a:ext cx="2902065" cy="642991"/>
            </a:xfrm>
            <a:prstGeom prst="round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10800000" scaled="1"/>
              <a:tileRect/>
            </a:gradFill>
            <a:ln w="38100">
              <a:solidFill>
                <a:schemeClr val="tx1"/>
              </a:solidFill>
            </a:ln>
            <a:scene3d>
              <a:camera prst="orthographicFront"/>
              <a:lightRig rig="threePt" dir="t"/>
            </a:scene3d>
            <a:sp3d>
              <a:bevelT w="139700" prst="cross"/>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3" name="CaixaDeTexto 42">
                  <a:extLst>
                    <a:ext uri="{FF2B5EF4-FFF2-40B4-BE49-F238E27FC236}">
                      <a16:creationId xmlns:a16="http://schemas.microsoft.com/office/drawing/2014/main" id="{F8BBD2ED-3FA1-4D7E-B2F7-C3C1DE75D139}"/>
                    </a:ext>
                  </a:extLst>
                </p:cNvPr>
                <p:cNvSpPr txBox="1"/>
                <p:nvPr/>
              </p:nvSpPr>
              <p:spPr>
                <a:xfrm>
                  <a:off x="4962342" y="5189980"/>
                  <a:ext cx="262886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solidFill>
                                  <a:schemeClr val="tx1"/>
                                </a:solidFill>
                                <a:latin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cs typeface="Arial" panose="020B0604020202020204" pitchFamily="34" charset="0"/>
                              </a:rPr>
                              <m:t>𝒗</m:t>
                            </m:r>
                          </m:e>
                          <m:sub>
                            <m:r>
                              <a:rPr lang="pt-BR" sz="2800" b="1" i="1" smtClean="0">
                                <a:solidFill>
                                  <a:schemeClr val="tx1"/>
                                </a:solidFill>
                                <a:latin typeface="Cambria Math" panose="02040503050406030204" pitchFamily="18" charset="0"/>
                                <a:cs typeface="Arial" panose="020B0604020202020204" pitchFamily="34" charset="0"/>
                              </a:rPr>
                              <m:t>𝑹</m:t>
                            </m:r>
                          </m:sub>
                        </m:sSub>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𝟐𝟓</m:t>
                        </m:r>
                        <m:r>
                          <a:rPr lang="pt-BR" sz="2800" b="1" i="1" smtClean="0">
                            <a:solidFill>
                              <a:schemeClr val="tx1"/>
                            </a:solidFill>
                            <a:latin typeface="Cambria Math" panose="02040503050406030204" pitchFamily="18" charset="0"/>
                            <a:cs typeface="Arial" panose="020B0604020202020204" pitchFamily="34" charset="0"/>
                          </a:rPr>
                          <m:t> </m:t>
                        </m:r>
                        <m:r>
                          <a:rPr lang="pt-BR" sz="2800" b="1" i="1" smtClean="0">
                            <a:solidFill>
                              <a:schemeClr val="tx1"/>
                            </a:solidFill>
                            <a:latin typeface="Cambria Math" panose="02040503050406030204" pitchFamily="18" charset="0"/>
                            <a:cs typeface="Arial" panose="020B0604020202020204" pitchFamily="34" charset="0"/>
                          </a:rPr>
                          <m:t>𝒌𝒎</m:t>
                        </m:r>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𝒉</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43" name="CaixaDeTexto 42">
                  <a:extLst>
                    <a:ext uri="{FF2B5EF4-FFF2-40B4-BE49-F238E27FC236}">
                      <a16:creationId xmlns:a16="http://schemas.microsoft.com/office/drawing/2014/main" id="{F8BBD2ED-3FA1-4D7E-B2F7-C3C1DE75D139}"/>
                    </a:ext>
                  </a:extLst>
                </p:cNvPr>
                <p:cNvSpPr txBox="1">
                  <a:spLocks noRot="1" noChangeAspect="1" noMove="1" noResize="1" noEditPoints="1" noAdjustHandles="1" noChangeArrowheads="1" noChangeShapeType="1" noTextEdit="1"/>
                </p:cNvSpPr>
                <p:nvPr/>
              </p:nvSpPr>
              <p:spPr>
                <a:xfrm>
                  <a:off x="4962342" y="5189980"/>
                  <a:ext cx="2628860" cy="523220"/>
                </a:xfrm>
                <a:prstGeom prst="rect">
                  <a:avLst/>
                </a:prstGeom>
                <a:blipFill>
                  <a:blip r:embed="rId24"/>
                  <a:stretch>
                    <a:fillRect/>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44" name="CaixaDeTexto 43">
                <a:extLst>
                  <a:ext uri="{FF2B5EF4-FFF2-40B4-BE49-F238E27FC236}">
                    <a16:creationId xmlns:a16="http://schemas.microsoft.com/office/drawing/2014/main" id="{34946FB0-321A-4804-868D-EB38963A05CB}"/>
                  </a:ext>
                </a:extLst>
              </p:cNvPr>
              <p:cNvSpPr txBox="1"/>
              <p:nvPr/>
            </p:nvSpPr>
            <p:spPr>
              <a:xfrm>
                <a:off x="157457" y="5371392"/>
                <a:ext cx="1382879" cy="90178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tx1"/>
                          </a:solidFill>
                          <a:latin typeface="Cambria Math" panose="02040503050406030204" pitchFamily="18" charset="0"/>
                          <a:cs typeface="Arial" panose="020B0604020202020204" pitchFamily="34" charset="0"/>
                        </a:rPr>
                        <m:t>𝒗</m:t>
                      </m:r>
                      <m:r>
                        <a:rPr lang="pt-BR" sz="2800" b="1" i="1" smtClean="0">
                          <a:solidFill>
                            <a:schemeClr val="tx1"/>
                          </a:solidFill>
                          <a:latin typeface="Cambria Math" panose="02040503050406030204" pitchFamily="18" charset="0"/>
                          <a:cs typeface="Arial" panose="020B0604020202020204" pitchFamily="34" charset="0"/>
                        </a:rPr>
                        <m:t>=</m:t>
                      </m:r>
                      <m:f>
                        <m:fPr>
                          <m:ctrlPr>
                            <a:rPr lang="pt-BR" sz="2800" b="1" i="1" smtClean="0">
                              <a:solidFill>
                                <a:schemeClr val="tx1"/>
                              </a:solidFill>
                              <a:latin typeface="Cambria Math" panose="02040503050406030204" pitchFamily="18" charset="0"/>
                              <a:cs typeface="Arial" panose="020B0604020202020204" pitchFamily="34" charset="0"/>
                            </a:rPr>
                          </m:ctrlPr>
                        </m:fPr>
                        <m:num>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𝑺</m:t>
                          </m:r>
                        </m:num>
                        <m:den>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𝒕</m:t>
                          </m:r>
                        </m:den>
                      </m:f>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44" name="CaixaDeTexto 43">
                <a:extLst>
                  <a:ext uri="{FF2B5EF4-FFF2-40B4-BE49-F238E27FC236}">
                    <a16:creationId xmlns:a16="http://schemas.microsoft.com/office/drawing/2014/main" id="{34946FB0-321A-4804-868D-EB38963A05CB}"/>
                  </a:ext>
                </a:extLst>
              </p:cNvPr>
              <p:cNvSpPr txBox="1">
                <a:spLocks noRot="1" noChangeAspect="1" noMove="1" noResize="1" noEditPoints="1" noAdjustHandles="1" noChangeArrowheads="1" noChangeShapeType="1" noTextEdit="1"/>
              </p:cNvSpPr>
              <p:nvPr/>
            </p:nvSpPr>
            <p:spPr>
              <a:xfrm>
                <a:off x="157457" y="5371392"/>
                <a:ext cx="1382879" cy="901785"/>
              </a:xfrm>
              <a:prstGeom prst="rect">
                <a:avLst/>
              </a:prstGeom>
              <a:blipFill>
                <a:blip r:embed="rId25"/>
                <a:stretch>
                  <a:fillRect/>
                </a:stretch>
              </a:blipFill>
            </p:spPr>
            <p:txBody>
              <a:bodyPr/>
              <a:lstStyle/>
              <a:p>
                <a:r>
                  <a:rPr lang="pt-BR">
                    <a:noFill/>
                  </a:rPr>
                  <a:t> </a:t>
                </a:r>
              </a:p>
            </p:txBody>
          </p:sp>
        </mc:Fallback>
      </mc:AlternateContent>
      <p:sp>
        <p:nvSpPr>
          <p:cNvPr id="45" name="Seta para a direita 45">
            <a:extLst>
              <a:ext uri="{FF2B5EF4-FFF2-40B4-BE49-F238E27FC236}">
                <a16:creationId xmlns:a16="http://schemas.microsoft.com/office/drawing/2014/main" id="{2278C0C3-7C5A-488F-AD58-A012DFF2A601}"/>
              </a:ext>
            </a:extLst>
          </p:cNvPr>
          <p:cNvSpPr/>
          <p:nvPr/>
        </p:nvSpPr>
        <p:spPr>
          <a:xfrm>
            <a:off x="1563604" y="5707053"/>
            <a:ext cx="450975" cy="370922"/>
          </a:xfrm>
          <a:prstGeom prst="rightArrow">
            <a:avLst/>
          </a:prstGeom>
          <a:solidFill>
            <a:srgbClr val="00B0F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6" name="CaixaDeTexto 45">
                <a:extLst>
                  <a:ext uri="{FF2B5EF4-FFF2-40B4-BE49-F238E27FC236}">
                    <a16:creationId xmlns:a16="http://schemas.microsoft.com/office/drawing/2014/main" id="{9209FB56-ABB8-4E5A-B369-C6E7389B0BE2}"/>
                  </a:ext>
                </a:extLst>
              </p:cNvPr>
              <p:cNvSpPr txBox="1"/>
              <p:nvPr/>
            </p:nvSpPr>
            <p:spPr>
              <a:xfrm>
                <a:off x="1950055" y="5405398"/>
                <a:ext cx="1958870" cy="9473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accent4">
                              <a:lumMod val="50000"/>
                            </a:schemeClr>
                          </a:solidFill>
                          <a:latin typeface="Cambria Math" panose="02040503050406030204" pitchFamily="18" charset="0"/>
                          <a:cs typeface="Arial" panose="020B0604020202020204" pitchFamily="34" charset="0"/>
                        </a:rPr>
                        <m:t>𝟐𝟓</m:t>
                      </m:r>
                      <m:r>
                        <a:rPr lang="pt-BR" sz="2800" b="1" i="1" smtClean="0">
                          <a:solidFill>
                            <a:schemeClr val="accent4">
                              <a:lumMod val="50000"/>
                            </a:schemeClr>
                          </a:solidFill>
                          <a:latin typeface="Cambria Math" panose="02040503050406030204" pitchFamily="18" charset="0"/>
                          <a:cs typeface="Arial" panose="020B0604020202020204" pitchFamily="34" charset="0"/>
                        </a:rPr>
                        <m:t>=</m:t>
                      </m:r>
                      <m:f>
                        <m:fPr>
                          <m:ctrlPr>
                            <a:rPr lang="pt-BR" sz="2800" b="1" i="1" smtClean="0">
                              <a:solidFill>
                                <a:schemeClr val="accent4">
                                  <a:lumMod val="50000"/>
                                </a:schemeClr>
                              </a:solidFill>
                              <a:latin typeface="Cambria Math" panose="02040503050406030204" pitchFamily="18" charset="0"/>
                              <a:cs typeface="Arial" panose="020B0604020202020204" pitchFamily="34" charset="0"/>
                            </a:rPr>
                          </m:ctrlPr>
                        </m:fPr>
                        <m:num>
                          <m:r>
                            <a:rPr lang="pt-BR" sz="2800" b="1" i="1" smtClean="0">
                              <a:solidFill>
                                <a:schemeClr val="accent4">
                                  <a:lumMod val="50000"/>
                                </a:schemeClr>
                              </a:solidFill>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a:solidFill>
                                    <a:schemeClr val="accent4">
                                      <a:lumMod val="50000"/>
                                    </a:schemeClr>
                                  </a:solidFill>
                                  <a:latin typeface="Cambria Math" panose="02040503050406030204" pitchFamily="18" charset="0"/>
                                  <a:cs typeface="Arial" panose="020B0604020202020204" pitchFamily="34" charset="0"/>
                                </a:rPr>
                              </m:ctrlPr>
                            </m:sSubPr>
                            <m:e>
                              <m:r>
                                <a:rPr lang="pt-BR" sz="2800" b="1" i="1" smtClean="0">
                                  <a:solidFill>
                                    <a:schemeClr val="accent4">
                                      <a:lumMod val="50000"/>
                                    </a:schemeClr>
                                  </a:solidFill>
                                  <a:latin typeface="Cambria Math" panose="02040503050406030204" pitchFamily="18" charset="0"/>
                                  <a:cs typeface="Arial" panose="020B0604020202020204" pitchFamily="34" charset="0"/>
                                </a:rPr>
                                <m:t>𝑺</m:t>
                              </m:r>
                            </m:e>
                            <m:sub>
                              <m:r>
                                <a:rPr lang="pt-BR" sz="2800" b="1" i="1" smtClean="0">
                                  <a:solidFill>
                                    <a:schemeClr val="accent4">
                                      <a:lumMod val="50000"/>
                                    </a:schemeClr>
                                  </a:solidFill>
                                  <a:latin typeface="Cambria Math" panose="02040503050406030204" pitchFamily="18" charset="0"/>
                                  <a:cs typeface="Arial" panose="020B0604020202020204" pitchFamily="34" charset="0"/>
                                </a:rPr>
                                <m:t>𝑨𝑪</m:t>
                              </m:r>
                            </m:sub>
                          </m:sSub>
                        </m:num>
                        <m:den>
                          <m:r>
                            <a:rPr lang="pt-BR" sz="2800" b="1" i="1" smtClean="0">
                              <a:solidFill>
                                <a:schemeClr val="accent4">
                                  <a:lumMod val="50000"/>
                                </a:schemeClr>
                              </a:solidFill>
                              <a:latin typeface="Cambria Math" panose="02040503050406030204" pitchFamily="18" charset="0"/>
                              <a:ea typeface="Cambria Math" panose="02040503050406030204" pitchFamily="18" charset="0"/>
                              <a:cs typeface="Arial" panose="020B0604020202020204" pitchFamily="34" charset="0"/>
                            </a:rPr>
                            <m:t>𝟎</m:t>
                          </m:r>
                          <m:r>
                            <a:rPr lang="pt-BR" sz="2800" b="1" i="1" smtClean="0">
                              <a:solidFill>
                                <a:schemeClr val="accent4">
                                  <a:lumMod val="50000"/>
                                </a:schemeClr>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chemeClr val="accent4">
                                  <a:lumMod val="50000"/>
                                </a:schemeClr>
                              </a:solidFill>
                              <a:latin typeface="Cambria Math" panose="02040503050406030204" pitchFamily="18" charset="0"/>
                              <a:ea typeface="Cambria Math" panose="02040503050406030204" pitchFamily="18" charset="0"/>
                              <a:cs typeface="Arial" panose="020B0604020202020204" pitchFamily="34" charset="0"/>
                            </a:rPr>
                            <m:t>𝟐𝟓</m:t>
                          </m:r>
                        </m:den>
                      </m:f>
                    </m:oMath>
                  </m:oMathPara>
                </a14:m>
                <a:endParaRPr lang="pt-BR" sz="2800" b="1" dirty="0">
                  <a:solidFill>
                    <a:schemeClr val="accent4">
                      <a:lumMod val="50000"/>
                    </a:schemeClr>
                  </a:solidFill>
                  <a:latin typeface="Arial" panose="020B0604020202020204" pitchFamily="34" charset="0"/>
                  <a:cs typeface="Arial" panose="020B0604020202020204" pitchFamily="34" charset="0"/>
                </a:endParaRPr>
              </a:p>
            </p:txBody>
          </p:sp>
        </mc:Choice>
        <mc:Fallback xmlns="">
          <p:sp>
            <p:nvSpPr>
              <p:cNvPr id="46" name="CaixaDeTexto 45">
                <a:extLst>
                  <a:ext uri="{FF2B5EF4-FFF2-40B4-BE49-F238E27FC236}">
                    <a16:creationId xmlns:a16="http://schemas.microsoft.com/office/drawing/2014/main" id="{9209FB56-ABB8-4E5A-B369-C6E7389B0BE2}"/>
                  </a:ext>
                </a:extLst>
              </p:cNvPr>
              <p:cNvSpPr txBox="1">
                <a:spLocks noRot="1" noChangeAspect="1" noMove="1" noResize="1" noEditPoints="1" noAdjustHandles="1" noChangeArrowheads="1" noChangeShapeType="1" noTextEdit="1"/>
              </p:cNvSpPr>
              <p:nvPr/>
            </p:nvSpPr>
            <p:spPr>
              <a:xfrm>
                <a:off x="1950055" y="5405398"/>
                <a:ext cx="1958870" cy="947375"/>
              </a:xfrm>
              <a:prstGeom prst="rect">
                <a:avLst/>
              </a:prstGeom>
              <a:blipFill>
                <a:blip r:embed="rId26"/>
                <a:stretch>
                  <a:fillRect/>
                </a:stretch>
              </a:blipFill>
            </p:spPr>
            <p:txBody>
              <a:bodyPr/>
              <a:lstStyle/>
              <a:p>
                <a:r>
                  <a:rPr lang="pt-BR">
                    <a:noFill/>
                  </a:rPr>
                  <a:t> </a:t>
                </a:r>
              </a:p>
            </p:txBody>
          </p:sp>
        </mc:Fallback>
      </mc:AlternateContent>
      <p:sp>
        <p:nvSpPr>
          <p:cNvPr id="47" name="Seta para a direita 47">
            <a:extLst>
              <a:ext uri="{FF2B5EF4-FFF2-40B4-BE49-F238E27FC236}">
                <a16:creationId xmlns:a16="http://schemas.microsoft.com/office/drawing/2014/main" id="{D2AD2F10-C557-4E35-A1A3-61C1097C0D44}"/>
              </a:ext>
            </a:extLst>
          </p:cNvPr>
          <p:cNvSpPr/>
          <p:nvPr/>
        </p:nvSpPr>
        <p:spPr>
          <a:xfrm>
            <a:off x="3874914" y="5734455"/>
            <a:ext cx="450975" cy="400110"/>
          </a:xfrm>
          <a:prstGeom prst="rightArrow">
            <a:avLst/>
          </a:prstGeom>
          <a:solidFill>
            <a:srgbClr val="92D05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8" name="CaixaDeTexto 47">
                <a:extLst>
                  <a:ext uri="{FF2B5EF4-FFF2-40B4-BE49-F238E27FC236}">
                    <a16:creationId xmlns:a16="http://schemas.microsoft.com/office/drawing/2014/main" id="{49B2DAA5-8CEA-4C9D-882B-A2BF24538D0D}"/>
                  </a:ext>
                </a:extLst>
              </p:cNvPr>
              <p:cNvSpPr txBox="1"/>
              <p:nvPr/>
            </p:nvSpPr>
            <p:spPr>
              <a:xfrm>
                <a:off x="4325889" y="5530666"/>
                <a:ext cx="293073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accent4">
                              <a:lumMod val="50000"/>
                            </a:schemeClr>
                          </a:solidFill>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a:solidFill>
                                <a:schemeClr val="accent4">
                                  <a:lumMod val="50000"/>
                                </a:schemeClr>
                              </a:solidFill>
                              <a:latin typeface="Cambria Math" panose="02040503050406030204" pitchFamily="18" charset="0"/>
                              <a:cs typeface="Arial" panose="020B0604020202020204" pitchFamily="34" charset="0"/>
                            </a:rPr>
                          </m:ctrlPr>
                        </m:sSubPr>
                        <m:e>
                          <m:r>
                            <a:rPr lang="pt-BR" sz="2800" b="1" i="1">
                              <a:solidFill>
                                <a:schemeClr val="accent4">
                                  <a:lumMod val="50000"/>
                                </a:schemeClr>
                              </a:solidFill>
                              <a:latin typeface="Cambria Math" panose="02040503050406030204" pitchFamily="18" charset="0"/>
                              <a:cs typeface="Arial" panose="020B0604020202020204" pitchFamily="34" charset="0"/>
                            </a:rPr>
                            <m:t>𝑺</m:t>
                          </m:r>
                        </m:e>
                        <m:sub>
                          <m:r>
                            <a:rPr lang="pt-BR" sz="2800" b="1" i="1" smtClean="0">
                              <a:solidFill>
                                <a:schemeClr val="accent4">
                                  <a:lumMod val="50000"/>
                                </a:schemeClr>
                              </a:solidFill>
                              <a:latin typeface="Cambria Math" panose="02040503050406030204" pitchFamily="18" charset="0"/>
                              <a:cs typeface="Arial" panose="020B0604020202020204" pitchFamily="34" charset="0"/>
                            </a:rPr>
                            <m:t>𝑨</m:t>
                          </m:r>
                          <m:r>
                            <a:rPr lang="pt-BR" sz="2800" b="1" i="1">
                              <a:solidFill>
                                <a:schemeClr val="accent4">
                                  <a:lumMod val="50000"/>
                                </a:schemeClr>
                              </a:solidFill>
                              <a:latin typeface="Cambria Math" panose="02040503050406030204" pitchFamily="18" charset="0"/>
                              <a:cs typeface="Arial" panose="020B0604020202020204" pitchFamily="34" charset="0"/>
                            </a:rPr>
                            <m:t>𝑪</m:t>
                          </m:r>
                        </m:sub>
                      </m:sSub>
                      <m:r>
                        <a:rPr lang="pt-BR" sz="2800" b="1" i="1" smtClean="0">
                          <a:solidFill>
                            <a:schemeClr val="accent4">
                              <a:lumMod val="50000"/>
                            </a:schemeClr>
                          </a:solidFill>
                          <a:latin typeface="Cambria Math" panose="02040503050406030204" pitchFamily="18" charset="0"/>
                          <a:cs typeface="Arial" panose="020B0604020202020204" pitchFamily="34" charset="0"/>
                        </a:rPr>
                        <m:t>=</m:t>
                      </m:r>
                      <m:r>
                        <a:rPr lang="pt-BR" sz="2800" b="1" i="1" smtClean="0">
                          <a:solidFill>
                            <a:schemeClr val="accent4">
                              <a:lumMod val="50000"/>
                            </a:schemeClr>
                          </a:solidFill>
                          <a:latin typeface="Cambria Math" panose="02040503050406030204" pitchFamily="18" charset="0"/>
                          <a:cs typeface="Arial" panose="020B0604020202020204" pitchFamily="34" charset="0"/>
                        </a:rPr>
                        <m:t>𝟔</m:t>
                      </m:r>
                      <m:r>
                        <a:rPr lang="pt-BR" sz="2800" b="1" i="1" smtClean="0">
                          <a:solidFill>
                            <a:schemeClr val="accent4">
                              <a:lumMod val="50000"/>
                            </a:schemeClr>
                          </a:solidFill>
                          <a:latin typeface="Cambria Math" panose="02040503050406030204" pitchFamily="18" charset="0"/>
                          <a:cs typeface="Arial" panose="020B0604020202020204" pitchFamily="34" charset="0"/>
                        </a:rPr>
                        <m:t>,</m:t>
                      </m:r>
                      <m:r>
                        <a:rPr lang="pt-BR" sz="2800" b="1" i="1" smtClean="0">
                          <a:solidFill>
                            <a:schemeClr val="accent4">
                              <a:lumMod val="50000"/>
                            </a:schemeClr>
                          </a:solidFill>
                          <a:latin typeface="Cambria Math" panose="02040503050406030204" pitchFamily="18" charset="0"/>
                          <a:cs typeface="Arial" panose="020B0604020202020204" pitchFamily="34" charset="0"/>
                        </a:rPr>
                        <m:t>𝟐𝟓</m:t>
                      </m:r>
                      <m:r>
                        <a:rPr lang="pt-BR" sz="2800" b="1" i="1" smtClean="0">
                          <a:solidFill>
                            <a:schemeClr val="accent4">
                              <a:lumMod val="50000"/>
                            </a:schemeClr>
                          </a:solidFill>
                          <a:latin typeface="Cambria Math" panose="02040503050406030204" pitchFamily="18" charset="0"/>
                          <a:cs typeface="Arial" panose="020B0604020202020204" pitchFamily="34" charset="0"/>
                        </a:rPr>
                        <m:t> </m:t>
                      </m:r>
                      <m:r>
                        <a:rPr lang="pt-BR" sz="2800" b="1" i="1" smtClean="0">
                          <a:solidFill>
                            <a:schemeClr val="accent4">
                              <a:lumMod val="50000"/>
                            </a:schemeClr>
                          </a:solidFill>
                          <a:latin typeface="Cambria Math" panose="02040503050406030204" pitchFamily="18" charset="0"/>
                          <a:cs typeface="Arial" panose="020B0604020202020204" pitchFamily="34" charset="0"/>
                        </a:rPr>
                        <m:t>𝒌𝒎</m:t>
                      </m:r>
                    </m:oMath>
                  </m:oMathPara>
                </a14:m>
                <a:endParaRPr lang="pt-BR" sz="2800" b="1" dirty="0">
                  <a:solidFill>
                    <a:schemeClr val="accent4">
                      <a:lumMod val="50000"/>
                    </a:schemeClr>
                  </a:solidFill>
                  <a:latin typeface="Arial" panose="020B0604020202020204" pitchFamily="34" charset="0"/>
                  <a:cs typeface="Arial" panose="020B0604020202020204" pitchFamily="34" charset="0"/>
                </a:endParaRPr>
              </a:p>
            </p:txBody>
          </p:sp>
        </mc:Choice>
        <mc:Fallback xmlns="">
          <p:sp>
            <p:nvSpPr>
              <p:cNvPr id="48" name="CaixaDeTexto 47">
                <a:extLst>
                  <a:ext uri="{FF2B5EF4-FFF2-40B4-BE49-F238E27FC236}">
                    <a16:creationId xmlns:a16="http://schemas.microsoft.com/office/drawing/2014/main" id="{49B2DAA5-8CEA-4C9D-882B-A2BF24538D0D}"/>
                  </a:ext>
                </a:extLst>
              </p:cNvPr>
              <p:cNvSpPr txBox="1">
                <a:spLocks noRot="1" noChangeAspect="1" noMove="1" noResize="1" noEditPoints="1" noAdjustHandles="1" noChangeArrowheads="1" noChangeShapeType="1" noTextEdit="1"/>
              </p:cNvSpPr>
              <p:nvPr/>
            </p:nvSpPr>
            <p:spPr>
              <a:xfrm>
                <a:off x="4325889" y="5530666"/>
                <a:ext cx="2930739" cy="523220"/>
              </a:xfrm>
              <a:prstGeom prst="rect">
                <a:avLst/>
              </a:prstGeom>
              <a:blipFill>
                <a:blip r:embed="rId2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9" name="CaixaDeTexto 48">
                <a:extLst>
                  <a:ext uri="{FF2B5EF4-FFF2-40B4-BE49-F238E27FC236}">
                    <a16:creationId xmlns:a16="http://schemas.microsoft.com/office/drawing/2014/main" id="{E0F5C06C-05B3-4279-86AC-DF25321D1881}"/>
                  </a:ext>
                </a:extLst>
              </p:cNvPr>
              <p:cNvSpPr txBox="1"/>
              <p:nvPr/>
            </p:nvSpPr>
            <p:spPr>
              <a:xfrm>
                <a:off x="3687815" y="6277093"/>
                <a:ext cx="262321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1"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𝐜𝐨𝐦𝐨</m:t>
                      </m:r>
                      <m:r>
                        <a:rPr lang="pt-BR" sz="28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 </m:t>
                      </m:r>
                      <m:r>
                        <a:rPr lang="pt-BR" sz="28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𝒅</m:t>
                      </m:r>
                      <m:r>
                        <a:rPr lang="pt-BR" sz="28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m:t>
                      </m:r>
                      <m:d>
                        <m:dPr>
                          <m:begChr m:val="|"/>
                          <m:endChr m:val="|"/>
                          <m:ctrlPr>
                            <a:rPr lang="pt-BR" sz="28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pt-BR" sz="28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𝑺</m:t>
                          </m:r>
                        </m:e>
                      </m:d>
                    </m:oMath>
                  </m:oMathPara>
                </a14:m>
                <a:endParaRPr lang="pt-BR" sz="2800" b="1" dirty="0">
                  <a:solidFill>
                    <a:srgbClr val="C00000"/>
                  </a:solidFill>
                  <a:latin typeface="Arial" panose="020B0604020202020204" pitchFamily="34" charset="0"/>
                  <a:cs typeface="Arial" panose="020B0604020202020204" pitchFamily="34" charset="0"/>
                </a:endParaRPr>
              </a:p>
            </p:txBody>
          </p:sp>
        </mc:Choice>
        <mc:Fallback xmlns="">
          <p:sp>
            <p:nvSpPr>
              <p:cNvPr id="49" name="CaixaDeTexto 48">
                <a:extLst>
                  <a:ext uri="{FF2B5EF4-FFF2-40B4-BE49-F238E27FC236}">
                    <a16:creationId xmlns:a16="http://schemas.microsoft.com/office/drawing/2014/main" id="{E0F5C06C-05B3-4279-86AC-DF25321D1881}"/>
                  </a:ext>
                </a:extLst>
              </p:cNvPr>
              <p:cNvSpPr txBox="1">
                <a:spLocks noRot="1" noChangeAspect="1" noMove="1" noResize="1" noEditPoints="1" noAdjustHandles="1" noChangeArrowheads="1" noChangeShapeType="1" noTextEdit="1"/>
              </p:cNvSpPr>
              <p:nvPr/>
            </p:nvSpPr>
            <p:spPr>
              <a:xfrm>
                <a:off x="3687815" y="6277093"/>
                <a:ext cx="2623219" cy="523220"/>
              </a:xfrm>
              <a:prstGeom prst="rect">
                <a:avLst/>
              </a:prstGeom>
              <a:blipFill>
                <a:blip r:embed="rId28"/>
                <a:stretch>
                  <a:fillRect/>
                </a:stretch>
              </a:blipFill>
            </p:spPr>
            <p:txBody>
              <a:bodyPr/>
              <a:lstStyle/>
              <a:p>
                <a:r>
                  <a:rPr lang="pt-BR">
                    <a:noFill/>
                  </a:rPr>
                  <a:t> </a:t>
                </a:r>
              </a:p>
            </p:txBody>
          </p:sp>
        </mc:Fallback>
      </mc:AlternateContent>
      <p:grpSp>
        <p:nvGrpSpPr>
          <p:cNvPr id="50" name="Grupo 19">
            <a:extLst>
              <a:ext uri="{FF2B5EF4-FFF2-40B4-BE49-F238E27FC236}">
                <a16:creationId xmlns:a16="http://schemas.microsoft.com/office/drawing/2014/main" id="{302197C0-9DD3-486C-9DEE-E248972F80F5}"/>
              </a:ext>
            </a:extLst>
          </p:cNvPr>
          <p:cNvGrpSpPr/>
          <p:nvPr/>
        </p:nvGrpSpPr>
        <p:grpSpPr>
          <a:xfrm>
            <a:off x="6484189" y="6053886"/>
            <a:ext cx="2763848" cy="596734"/>
            <a:chOff x="6941424" y="5177732"/>
            <a:chExt cx="2763848" cy="596734"/>
          </a:xfrm>
        </p:grpSpPr>
        <p:sp>
          <p:nvSpPr>
            <p:cNvPr id="51" name="Retângulo 50">
              <a:extLst>
                <a:ext uri="{FF2B5EF4-FFF2-40B4-BE49-F238E27FC236}">
                  <a16:creationId xmlns:a16="http://schemas.microsoft.com/office/drawing/2014/main" id="{699F8379-6013-44DD-9689-AF6DB08BC870}"/>
                </a:ext>
              </a:extLst>
            </p:cNvPr>
            <p:cNvSpPr/>
            <p:nvPr/>
          </p:nvSpPr>
          <p:spPr>
            <a:xfrm>
              <a:off x="6941424" y="5195135"/>
              <a:ext cx="2744789" cy="579331"/>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5400000" scaled="1"/>
              <a:tileRect/>
            </a:gradFill>
            <a:ln w="38100">
              <a:solidFill>
                <a:schemeClr val="tx1"/>
              </a:solid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52" name="CaixaDeTexto 51">
                  <a:extLst>
                    <a:ext uri="{FF2B5EF4-FFF2-40B4-BE49-F238E27FC236}">
                      <a16:creationId xmlns:a16="http://schemas.microsoft.com/office/drawing/2014/main" id="{C3FCEB3C-C3EC-4E87-B53C-CD22251D405E}"/>
                    </a:ext>
                  </a:extLst>
                </p:cNvPr>
                <p:cNvSpPr txBox="1"/>
                <p:nvPr/>
              </p:nvSpPr>
              <p:spPr>
                <a:xfrm>
                  <a:off x="6960482" y="5177732"/>
                  <a:ext cx="274479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solidFill>
                                  <a:schemeClr val="tx1"/>
                                </a:solidFill>
                                <a:latin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cs typeface="Arial" panose="020B0604020202020204" pitchFamily="34" charset="0"/>
                              </a:rPr>
                              <m:t>𝒅</m:t>
                            </m:r>
                          </m:e>
                          <m:sub>
                            <m:r>
                              <a:rPr lang="pt-BR" sz="2800" b="1" i="1">
                                <a:solidFill>
                                  <a:schemeClr val="tx1"/>
                                </a:solidFill>
                                <a:latin typeface="Cambria Math" panose="02040503050406030204" pitchFamily="18" charset="0"/>
                                <a:cs typeface="Arial" panose="020B0604020202020204" pitchFamily="34" charset="0"/>
                              </a:rPr>
                              <m:t>𝑨𝑪</m:t>
                            </m:r>
                          </m:sub>
                        </m:sSub>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𝟔</m:t>
                        </m:r>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𝟐𝟓</m:t>
                        </m:r>
                        <m:r>
                          <a:rPr lang="pt-BR" sz="2800" b="1" i="1" smtClean="0">
                            <a:solidFill>
                              <a:schemeClr val="tx1"/>
                            </a:solidFill>
                            <a:latin typeface="Cambria Math" panose="02040503050406030204" pitchFamily="18" charset="0"/>
                            <a:cs typeface="Arial" panose="020B0604020202020204" pitchFamily="34" charset="0"/>
                          </a:rPr>
                          <m:t> </m:t>
                        </m:r>
                        <m:r>
                          <a:rPr lang="pt-BR" sz="2800" b="1" i="1" smtClean="0">
                            <a:solidFill>
                              <a:schemeClr val="tx1"/>
                            </a:solidFill>
                            <a:latin typeface="Cambria Math" panose="02040503050406030204" pitchFamily="18" charset="0"/>
                            <a:cs typeface="Arial" panose="020B0604020202020204" pitchFamily="34" charset="0"/>
                          </a:rPr>
                          <m:t>𝒌𝒎</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52" name="CaixaDeTexto 51">
                  <a:extLst>
                    <a:ext uri="{FF2B5EF4-FFF2-40B4-BE49-F238E27FC236}">
                      <a16:creationId xmlns:a16="http://schemas.microsoft.com/office/drawing/2014/main" id="{C3FCEB3C-C3EC-4E87-B53C-CD22251D405E}"/>
                    </a:ext>
                  </a:extLst>
                </p:cNvPr>
                <p:cNvSpPr txBox="1">
                  <a:spLocks noRot="1" noChangeAspect="1" noMove="1" noResize="1" noEditPoints="1" noAdjustHandles="1" noChangeArrowheads="1" noChangeShapeType="1" noTextEdit="1"/>
                </p:cNvSpPr>
                <p:nvPr/>
              </p:nvSpPr>
              <p:spPr>
                <a:xfrm>
                  <a:off x="6960482" y="5177732"/>
                  <a:ext cx="2744790" cy="523220"/>
                </a:xfrm>
                <a:prstGeom prst="rect">
                  <a:avLst/>
                </a:prstGeom>
                <a:blipFill>
                  <a:blip r:embed="rId29"/>
                  <a:stretch>
                    <a:fillRect/>
                  </a:stretch>
                </a:blipFill>
              </p:spPr>
              <p:txBody>
                <a:bodyPr/>
                <a:lstStyle/>
                <a:p>
                  <a:r>
                    <a:rPr lang="pt-BR">
                      <a:noFill/>
                    </a:rPr>
                    <a:t> </a:t>
                  </a:r>
                </a:p>
              </p:txBody>
            </p:sp>
          </mc:Fallback>
        </mc:AlternateContent>
      </p:grpSp>
      <p:pic>
        <p:nvPicPr>
          <p:cNvPr id="54" name="Imagem 53" descr="Cachorro sentado em gramado&#10;&#10;Descrição gerada automaticamente">
            <a:extLst>
              <a:ext uri="{FF2B5EF4-FFF2-40B4-BE49-F238E27FC236}">
                <a16:creationId xmlns:a16="http://schemas.microsoft.com/office/drawing/2014/main" id="{987B6294-043B-4073-AA93-3071BC3BBDC8}"/>
              </a:ext>
            </a:extLst>
          </p:cNvPr>
          <p:cNvPicPr>
            <a:picLocks noChangeAspect="1"/>
          </p:cNvPicPr>
          <p:nvPr/>
        </p:nvPicPr>
        <p:blipFill>
          <a:blip r:embed="rId30"/>
          <a:stretch>
            <a:fillRect/>
          </a:stretch>
        </p:blipFill>
        <p:spPr>
          <a:xfrm>
            <a:off x="9392194" y="3353367"/>
            <a:ext cx="2528064" cy="3370752"/>
          </a:xfrm>
          <a:prstGeom prst="rect">
            <a:avLst/>
          </a:prstGeom>
        </p:spPr>
      </p:pic>
      <p:grpSp>
        <p:nvGrpSpPr>
          <p:cNvPr id="32" name="Agrupar 31">
            <a:extLst>
              <a:ext uri="{FF2B5EF4-FFF2-40B4-BE49-F238E27FC236}">
                <a16:creationId xmlns:a16="http://schemas.microsoft.com/office/drawing/2014/main" id="{604BEC34-34E2-E432-2B22-775AC566792C}"/>
              </a:ext>
            </a:extLst>
          </p:cNvPr>
          <p:cNvGrpSpPr/>
          <p:nvPr/>
        </p:nvGrpSpPr>
        <p:grpSpPr>
          <a:xfrm>
            <a:off x="1690819" y="4150258"/>
            <a:ext cx="1387819" cy="523220"/>
            <a:chOff x="3363896" y="4559802"/>
            <a:chExt cx="1387819" cy="523220"/>
          </a:xfrm>
        </p:grpSpPr>
        <p:cxnSp>
          <p:nvCxnSpPr>
            <p:cNvPr id="28" name="Conector de Seta Reta 27">
              <a:extLst>
                <a:ext uri="{FF2B5EF4-FFF2-40B4-BE49-F238E27FC236}">
                  <a16:creationId xmlns:a16="http://schemas.microsoft.com/office/drawing/2014/main" id="{48AA69D4-C6E7-C059-EBBA-4C8FB479E5C5}"/>
                </a:ext>
              </a:extLst>
            </p:cNvPr>
            <p:cNvCxnSpPr>
              <a:cxnSpLocks/>
            </p:cNvCxnSpPr>
            <p:nvPr/>
          </p:nvCxnSpPr>
          <p:spPr>
            <a:xfrm>
              <a:off x="3363896" y="4584317"/>
              <a:ext cx="888472" cy="0"/>
            </a:xfrm>
            <a:prstGeom prst="straightConnector1">
              <a:avLst/>
            </a:prstGeom>
            <a:ln w="57150">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CaixaDeTexto 29">
                  <a:extLst>
                    <a:ext uri="{FF2B5EF4-FFF2-40B4-BE49-F238E27FC236}">
                      <a16:creationId xmlns:a16="http://schemas.microsoft.com/office/drawing/2014/main" id="{44A23199-8C3D-2D53-F90D-621E356F6179}"/>
                    </a:ext>
                  </a:extLst>
                </p:cNvPr>
                <p:cNvSpPr txBox="1"/>
                <p:nvPr/>
              </p:nvSpPr>
              <p:spPr>
                <a:xfrm>
                  <a:off x="4064860" y="4559802"/>
                  <a:ext cx="68685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pt-BR" sz="2800" b="1" i="1" smtClean="0">
                                <a:latin typeface="Cambria Math" panose="02040503050406030204" pitchFamily="18" charset="0"/>
                                <a:cs typeface="Arial" panose="020B0604020202020204" pitchFamily="34" charset="0"/>
                              </a:rPr>
                            </m:ctrlPr>
                          </m:accPr>
                          <m:e>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𝑨</m:t>
                                </m:r>
                              </m:sub>
                            </m:sSub>
                          </m:e>
                        </m:acc>
                      </m:oMath>
                    </m:oMathPara>
                  </a14:m>
                  <a:endParaRPr lang="pt-BR" sz="2800" b="1" dirty="0">
                    <a:latin typeface="Arial" panose="020B0604020202020204" pitchFamily="34" charset="0"/>
                    <a:cs typeface="Arial" panose="020B0604020202020204" pitchFamily="34" charset="0"/>
                  </a:endParaRPr>
                </a:p>
              </p:txBody>
            </p:sp>
          </mc:Choice>
          <mc:Fallback xmlns="">
            <p:sp>
              <p:nvSpPr>
                <p:cNvPr id="30" name="CaixaDeTexto 29">
                  <a:extLst>
                    <a:ext uri="{FF2B5EF4-FFF2-40B4-BE49-F238E27FC236}">
                      <a16:creationId xmlns:a16="http://schemas.microsoft.com/office/drawing/2014/main" id="{44A23199-8C3D-2D53-F90D-621E356F6179}"/>
                    </a:ext>
                  </a:extLst>
                </p:cNvPr>
                <p:cNvSpPr txBox="1">
                  <a:spLocks noRot="1" noChangeAspect="1" noMove="1" noResize="1" noEditPoints="1" noAdjustHandles="1" noChangeArrowheads="1" noChangeShapeType="1" noTextEdit="1"/>
                </p:cNvSpPr>
                <p:nvPr/>
              </p:nvSpPr>
              <p:spPr>
                <a:xfrm>
                  <a:off x="4064860" y="4559802"/>
                  <a:ext cx="686855" cy="523220"/>
                </a:xfrm>
                <a:prstGeom prst="rect">
                  <a:avLst/>
                </a:prstGeom>
                <a:blipFill>
                  <a:blip r:embed="rId31"/>
                  <a:stretch>
                    <a:fillRect/>
                  </a:stretch>
                </a:blipFill>
              </p:spPr>
              <p:txBody>
                <a:bodyPr/>
                <a:lstStyle/>
                <a:p>
                  <a:r>
                    <a:rPr lang="pt-BR">
                      <a:noFill/>
                    </a:rPr>
                    <a:t> </a:t>
                  </a:r>
                </a:p>
              </p:txBody>
            </p:sp>
          </mc:Fallback>
        </mc:AlternateContent>
      </p:grpSp>
      <p:grpSp>
        <p:nvGrpSpPr>
          <p:cNvPr id="36" name="Agrupar 35">
            <a:extLst>
              <a:ext uri="{FF2B5EF4-FFF2-40B4-BE49-F238E27FC236}">
                <a16:creationId xmlns:a16="http://schemas.microsoft.com/office/drawing/2014/main" id="{5EC99771-ED50-D68F-C66D-6E06D86D11B0}"/>
              </a:ext>
            </a:extLst>
          </p:cNvPr>
          <p:cNvGrpSpPr/>
          <p:nvPr/>
        </p:nvGrpSpPr>
        <p:grpSpPr>
          <a:xfrm>
            <a:off x="748414" y="2971872"/>
            <a:ext cx="896848" cy="1127000"/>
            <a:chOff x="748414" y="2971872"/>
            <a:chExt cx="896848" cy="1127000"/>
          </a:xfrm>
        </p:grpSpPr>
        <mc:AlternateContent xmlns:mc="http://schemas.openxmlformats.org/markup-compatibility/2006" xmlns:a14="http://schemas.microsoft.com/office/drawing/2010/main">
          <mc:Choice Requires="a14">
            <p:sp>
              <p:nvSpPr>
                <p:cNvPr id="33" name="CaixaDeTexto 32">
                  <a:extLst>
                    <a:ext uri="{FF2B5EF4-FFF2-40B4-BE49-F238E27FC236}">
                      <a16:creationId xmlns:a16="http://schemas.microsoft.com/office/drawing/2014/main" id="{891CC6D5-3F38-A253-C303-DCE02EA39F08}"/>
                    </a:ext>
                  </a:extLst>
                </p:cNvPr>
                <p:cNvSpPr txBox="1"/>
                <p:nvPr/>
              </p:nvSpPr>
              <p:spPr>
                <a:xfrm>
                  <a:off x="748414" y="2971872"/>
                  <a:ext cx="89684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pt-BR" sz="2800" b="1" i="1" smtClean="0">
                                <a:latin typeface="Cambria Math" panose="02040503050406030204" pitchFamily="18" charset="0"/>
                                <a:cs typeface="Arial" panose="020B0604020202020204" pitchFamily="34" charset="0"/>
                              </a:rPr>
                            </m:ctrlPr>
                          </m:accPr>
                          <m:e>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𝒓𝒆𝒍</m:t>
                                </m:r>
                              </m:sub>
                            </m:sSub>
                          </m:e>
                        </m:acc>
                      </m:oMath>
                    </m:oMathPara>
                  </a14:m>
                  <a:endParaRPr lang="pt-BR" sz="2800" b="1" dirty="0">
                    <a:latin typeface="Arial" panose="020B0604020202020204" pitchFamily="34" charset="0"/>
                    <a:cs typeface="Arial" panose="020B0604020202020204" pitchFamily="34" charset="0"/>
                  </a:endParaRPr>
                </a:p>
              </p:txBody>
            </p:sp>
          </mc:Choice>
          <mc:Fallback xmlns="">
            <p:sp>
              <p:nvSpPr>
                <p:cNvPr id="33" name="CaixaDeTexto 32">
                  <a:extLst>
                    <a:ext uri="{FF2B5EF4-FFF2-40B4-BE49-F238E27FC236}">
                      <a16:creationId xmlns:a16="http://schemas.microsoft.com/office/drawing/2014/main" id="{891CC6D5-3F38-A253-C303-DCE02EA39F08}"/>
                    </a:ext>
                  </a:extLst>
                </p:cNvPr>
                <p:cNvSpPr txBox="1">
                  <a:spLocks noRot="1" noChangeAspect="1" noMove="1" noResize="1" noEditPoints="1" noAdjustHandles="1" noChangeArrowheads="1" noChangeShapeType="1" noTextEdit="1"/>
                </p:cNvSpPr>
                <p:nvPr/>
              </p:nvSpPr>
              <p:spPr>
                <a:xfrm>
                  <a:off x="748414" y="2971872"/>
                  <a:ext cx="896848" cy="523220"/>
                </a:xfrm>
                <a:prstGeom prst="rect">
                  <a:avLst/>
                </a:prstGeom>
                <a:blipFill>
                  <a:blip r:embed="rId32"/>
                  <a:stretch>
                    <a:fillRect/>
                  </a:stretch>
                </a:blipFill>
              </p:spPr>
              <p:txBody>
                <a:bodyPr/>
                <a:lstStyle/>
                <a:p>
                  <a:r>
                    <a:rPr lang="pt-BR">
                      <a:noFill/>
                    </a:rPr>
                    <a:t> </a:t>
                  </a:r>
                </a:p>
              </p:txBody>
            </p:sp>
          </mc:Fallback>
        </mc:AlternateContent>
        <p:cxnSp>
          <p:nvCxnSpPr>
            <p:cNvPr id="35" name="Conector de Seta Reta 34">
              <a:extLst>
                <a:ext uri="{FF2B5EF4-FFF2-40B4-BE49-F238E27FC236}">
                  <a16:creationId xmlns:a16="http://schemas.microsoft.com/office/drawing/2014/main" id="{FCFDF76C-32FB-F43E-1A15-69956CAEE463}"/>
                </a:ext>
              </a:extLst>
            </p:cNvPr>
            <p:cNvCxnSpPr>
              <a:cxnSpLocks/>
            </p:cNvCxnSpPr>
            <p:nvPr/>
          </p:nvCxnSpPr>
          <p:spPr>
            <a:xfrm flipV="1">
              <a:off x="1636277" y="3101730"/>
              <a:ext cx="0" cy="997142"/>
            </a:xfrm>
            <a:prstGeom prst="straightConnector1">
              <a:avLst/>
            </a:prstGeom>
            <a:ln w="5715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56" name="Agrupar 55">
            <a:extLst>
              <a:ext uri="{FF2B5EF4-FFF2-40B4-BE49-F238E27FC236}">
                <a16:creationId xmlns:a16="http://schemas.microsoft.com/office/drawing/2014/main" id="{AFFB8D76-D396-1E00-3B5D-A34EC2AFCB1B}"/>
              </a:ext>
            </a:extLst>
          </p:cNvPr>
          <p:cNvGrpSpPr/>
          <p:nvPr/>
        </p:nvGrpSpPr>
        <p:grpSpPr>
          <a:xfrm>
            <a:off x="1685012" y="2584331"/>
            <a:ext cx="931352" cy="1514541"/>
            <a:chOff x="3386894" y="3640331"/>
            <a:chExt cx="931352" cy="1514541"/>
          </a:xfrm>
        </p:grpSpPr>
        <mc:AlternateContent xmlns:mc="http://schemas.openxmlformats.org/markup-compatibility/2006" xmlns:a14="http://schemas.microsoft.com/office/drawing/2010/main">
          <mc:Choice Requires="a14">
            <p:sp>
              <p:nvSpPr>
                <p:cNvPr id="31" name="CaixaDeTexto 30">
                  <a:extLst>
                    <a:ext uri="{FF2B5EF4-FFF2-40B4-BE49-F238E27FC236}">
                      <a16:creationId xmlns:a16="http://schemas.microsoft.com/office/drawing/2014/main" id="{83B3A676-BDE1-7CFC-DDFA-DA6931B781FA}"/>
                    </a:ext>
                  </a:extLst>
                </p:cNvPr>
                <p:cNvSpPr txBox="1"/>
                <p:nvPr/>
              </p:nvSpPr>
              <p:spPr>
                <a:xfrm>
                  <a:off x="3621773" y="3640331"/>
                  <a:ext cx="696473"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pt-BR" sz="2800" b="1" i="1" smtClean="0">
                                <a:latin typeface="Cambria Math" panose="02040503050406030204" pitchFamily="18" charset="0"/>
                                <a:cs typeface="Arial" panose="020B0604020202020204" pitchFamily="34" charset="0"/>
                              </a:rPr>
                            </m:ctrlPr>
                          </m:accPr>
                          <m:e>
                            <m:sSub>
                              <m:sSubPr>
                                <m:ctrlPr>
                                  <a:rPr lang="pt-BR" sz="2800" b="1" i="1" smtClean="0">
                                    <a:latin typeface="Cambria Math" panose="02040503050406030204" pitchFamily="18" charset="0"/>
                                    <a:cs typeface="Arial" panose="020B0604020202020204" pitchFamily="34" charset="0"/>
                                  </a:rPr>
                                </m:ctrlPr>
                              </m:sSubPr>
                              <m:e>
                                <m:r>
                                  <a:rPr lang="pt-BR" sz="2800" b="1" i="1" smtClean="0">
                                    <a:latin typeface="Cambria Math" panose="02040503050406030204" pitchFamily="18" charset="0"/>
                                    <a:cs typeface="Arial" panose="020B0604020202020204" pitchFamily="34" charset="0"/>
                                  </a:rPr>
                                  <m:t>𝒗</m:t>
                                </m:r>
                              </m:e>
                              <m:sub>
                                <m:r>
                                  <a:rPr lang="pt-BR" sz="2800" b="1" i="1" smtClean="0">
                                    <a:latin typeface="Cambria Math" panose="02040503050406030204" pitchFamily="18" charset="0"/>
                                    <a:cs typeface="Arial" panose="020B0604020202020204" pitchFamily="34" charset="0"/>
                                  </a:rPr>
                                  <m:t>𝑹</m:t>
                                </m:r>
                              </m:sub>
                            </m:sSub>
                          </m:e>
                        </m:acc>
                      </m:oMath>
                    </m:oMathPara>
                  </a14:m>
                  <a:endParaRPr lang="pt-BR" sz="2800" b="1" dirty="0">
                    <a:latin typeface="Arial" panose="020B0604020202020204" pitchFamily="34" charset="0"/>
                    <a:cs typeface="Arial" panose="020B0604020202020204" pitchFamily="34" charset="0"/>
                  </a:endParaRPr>
                </a:p>
              </p:txBody>
            </p:sp>
          </mc:Choice>
          <mc:Fallback xmlns="">
            <p:sp>
              <p:nvSpPr>
                <p:cNvPr id="31" name="CaixaDeTexto 30">
                  <a:extLst>
                    <a:ext uri="{FF2B5EF4-FFF2-40B4-BE49-F238E27FC236}">
                      <a16:creationId xmlns:a16="http://schemas.microsoft.com/office/drawing/2014/main" id="{83B3A676-BDE1-7CFC-DDFA-DA6931B781FA}"/>
                    </a:ext>
                  </a:extLst>
                </p:cNvPr>
                <p:cNvSpPr txBox="1">
                  <a:spLocks noRot="1" noChangeAspect="1" noMove="1" noResize="1" noEditPoints="1" noAdjustHandles="1" noChangeArrowheads="1" noChangeShapeType="1" noTextEdit="1"/>
                </p:cNvSpPr>
                <p:nvPr/>
              </p:nvSpPr>
              <p:spPr>
                <a:xfrm>
                  <a:off x="3621773" y="3640331"/>
                  <a:ext cx="696473" cy="523220"/>
                </a:xfrm>
                <a:prstGeom prst="rect">
                  <a:avLst/>
                </a:prstGeom>
                <a:blipFill>
                  <a:blip r:embed="rId33"/>
                  <a:stretch>
                    <a:fillRect/>
                  </a:stretch>
                </a:blipFill>
              </p:spPr>
              <p:txBody>
                <a:bodyPr/>
                <a:lstStyle/>
                <a:p>
                  <a:r>
                    <a:rPr lang="pt-BR">
                      <a:noFill/>
                    </a:rPr>
                    <a:t> </a:t>
                  </a:r>
                </a:p>
              </p:txBody>
            </p:sp>
          </mc:Fallback>
        </mc:AlternateContent>
        <p:cxnSp>
          <p:nvCxnSpPr>
            <p:cNvPr id="55" name="Conector de Seta Reta 54">
              <a:extLst>
                <a:ext uri="{FF2B5EF4-FFF2-40B4-BE49-F238E27FC236}">
                  <a16:creationId xmlns:a16="http://schemas.microsoft.com/office/drawing/2014/main" id="{BA1C96BE-88A4-20F2-1D1D-8B9D7DDF7C7D}"/>
                </a:ext>
              </a:extLst>
            </p:cNvPr>
            <p:cNvCxnSpPr>
              <a:cxnSpLocks/>
            </p:cNvCxnSpPr>
            <p:nvPr/>
          </p:nvCxnSpPr>
          <p:spPr>
            <a:xfrm flipV="1">
              <a:off x="3386894" y="4194076"/>
              <a:ext cx="930282" cy="960796"/>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95134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arn(inVertical)">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fade">
                                      <p:cBhvr>
                                        <p:cTn id="39" dur="1000"/>
                                        <p:tgtEl>
                                          <p:spTgt spid="5"/>
                                        </p:tgtEl>
                                      </p:cBhvr>
                                    </p:animEffect>
                                    <p:anim calcmode="lin" valueType="num">
                                      <p:cBhvr>
                                        <p:cTn id="40" dur="1000" fill="hold"/>
                                        <p:tgtEl>
                                          <p:spTgt spid="5"/>
                                        </p:tgtEl>
                                        <p:attrNameLst>
                                          <p:attrName>ppt_x</p:attrName>
                                        </p:attrNameLst>
                                      </p:cBhvr>
                                      <p:tavLst>
                                        <p:tav tm="0">
                                          <p:val>
                                            <p:strVal val="#ppt_x"/>
                                          </p:val>
                                        </p:tav>
                                        <p:tav tm="100000">
                                          <p:val>
                                            <p:strVal val="#ppt_x"/>
                                          </p:val>
                                        </p:tav>
                                      </p:tavLst>
                                    </p:anim>
                                    <p:anim calcmode="lin" valueType="num">
                                      <p:cBhvr>
                                        <p:cTn id="4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11"/>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nodeType="click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barn(inVertical)">
                                      <p:cBhvr>
                                        <p:cTn id="50" dur="500"/>
                                        <p:tgtEl>
                                          <p:spTgt spid="12"/>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nodeType="clickEffect">
                                  <p:stCondLst>
                                    <p:cond delay="0"/>
                                  </p:stCondLst>
                                  <p:childTnLst>
                                    <p:set>
                                      <p:cBhvr>
                                        <p:cTn id="58" dur="1" fill="hold">
                                          <p:stCondLst>
                                            <p:cond delay="0"/>
                                          </p:stCondLst>
                                        </p:cTn>
                                        <p:tgtEl>
                                          <p:spTgt spid="36"/>
                                        </p:tgtEl>
                                        <p:attrNameLst>
                                          <p:attrName>style.visibility</p:attrName>
                                        </p:attrNameLst>
                                      </p:cBhvr>
                                      <p:to>
                                        <p:strVal val="visible"/>
                                      </p:to>
                                    </p:set>
                                    <p:animEffect transition="in" filter="fade">
                                      <p:cBhvr>
                                        <p:cTn id="59" dur="1000"/>
                                        <p:tgtEl>
                                          <p:spTgt spid="36"/>
                                        </p:tgtEl>
                                      </p:cBhvr>
                                    </p:animEffect>
                                    <p:anim calcmode="lin" valueType="num">
                                      <p:cBhvr>
                                        <p:cTn id="60" dur="1000" fill="hold"/>
                                        <p:tgtEl>
                                          <p:spTgt spid="36"/>
                                        </p:tgtEl>
                                        <p:attrNameLst>
                                          <p:attrName>ppt_x</p:attrName>
                                        </p:attrNameLst>
                                      </p:cBhvr>
                                      <p:tavLst>
                                        <p:tav tm="0">
                                          <p:val>
                                            <p:strVal val="#ppt_x"/>
                                          </p:val>
                                        </p:tav>
                                        <p:tav tm="100000">
                                          <p:val>
                                            <p:strVal val="#ppt_x"/>
                                          </p:val>
                                        </p:tav>
                                      </p:tavLst>
                                    </p:anim>
                                    <p:anim calcmode="lin" valueType="num">
                                      <p:cBhvr>
                                        <p:cTn id="61"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16" presetClass="entr" presetSubtype="21" fill="hold" nodeType="clickEffect">
                                  <p:stCondLst>
                                    <p:cond delay="0"/>
                                  </p:stCondLst>
                                  <p:childTnLst>
                                    <p:set>
                                      <p:cBhvr>
                                        <p:cTn id="65" dur="1" fill="hold">
                                          <p:stCondLst>
                                            <p:cond delay="0"/>
                                          </p:stCondLst>
                                        </p:cTn>
                                        <p:tgtEl>
                                          <p:spTgt spid="4"/>
                                        </p:tgtEl>
                                        <p:attrNameLst>
                                          <p:attrName>style.visibility</p:attrName>
                                        </p:attrNameLst>
                                      </p:cBhvr>
                                      <p:to>
                                        <p:strVal val="visible"/>
                                      </p:to>
                                    </p:set>
                                    <p:animEffect transition="in" filter="barn(inVertical)">
                                      <p:cBhvr>
                                        <p:cTn id="66" dur="500"/>
                                        <p:tgtEl>
                                          <p:spTgt spid="4"/>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fade">
                                      <p:cBhvr>
                                        <p:cTn id="71" dur="500"/>
                                        <p:tgtEl>
                                          <p:spTgt spid="14"/>
                                        </p:tgtEl>
                                      </p:cBhvr>
                                    </p:animEffect>
                                  </p:childTnLst>
                                </p:cTn>
                              </p:par>
                            </p:childTnLst>
                          </p:cTn>
                        </p:par>
                      </p:childTnLst>
                    </p:cTn>
                  </p:par>
                  <p:par>
                    <p:cTn id="72" fill="hold">
                      <p:stCondLst>
                        <p:cond delay="indefinite"/>
                      </p:stCondLst>
                      <p:childTnLst>
                        <p:par>
                          <p:cTn id="73" fill="hold">
                            <p:stCondLst>
                              <p:cond delay="0"/>
                            </p:stCondLst>
                            <p:childTnLst>
                              <p:par>
                                <p:cTn id="74" presetID="16" presetClass="entr" presetSubtype="21" fill="hold" nodeType="clickEffect">
                                  <p:stCondLst>
                                    <p:cond delay="0"/>
                                  </p:stCondLst>
                                  <p:childTnLst>
                                    <p:set>
                                      <p:cBhvr>
                                        <p:cTn id="75" dur="1" fill="hold">
                                          <p:stCondLst>
                                            <p:cond delay="0"/>
                                          </p:stCondLst>
                                        </p:cTn>
                                        <p:tgtEl>
                                          <p:spTgt spid="15"/>
                                        </p:tgtEl>
                                        <p:attrNameLst>
                                          <p:attrName>style.visibility</p:attrName>
                                        </p:attrNameLst>
                                      </p:cBhvr>
                                      <p:to>
                                        <p:strVal val="visible"/>
                                      </p:to>
                                    </p:set>
                                    <p:animEffect transition="in" filter="barn(inVertical)">
                                      <p:cBhvr>
                                        <p:cTn id="76" dur="500"/>
                                        <p:tgtEl>
                                          <p:spTgt spid="15"/>
                                        </p:tgtEl>
                                      </p:cBhvr>
                                    </p:animEffect>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nodeType="clickEffect">
                                  <p:stCondLst>
                                    <p:cond delay="0"/>
                                  </p:stCondLst>
                                  <p:childTnLst>
                                    <p:set>
                                      <p:cBhvr>
                                        <p:cTn id="80" dur="1" fill="hold">
                                          <p:stCondLst>
                                            <p:cond delay="0"/>
                                          </p:stCondLst>
                                        </p:cTn>
                                        <p:tgtEl>
                                          <p:spTgt spid="56"/>
                                        </p:tgtEl>
                                        <p:attrNameLst>
                                          <p:attrName>style.visibility</p:attrName>
                                        </p:attrNameLst>
                                      </p:cBhvr>
                                      <p:to>
                                        <p:strVal val="visible"/>
                                      </p:to>
                                    </p:set>
                                    <p:animEffect transition="in" filter="fade">
                                      <p:cBhvr>
                                        <p:cTn id="81" dur="1000"/>
                                        <p:tgtEl>
                                          <p:spTgt spid="56"/>
                                        </p:tgtEl>
                                      </p:cBhvr>
                                    </p:animEffect>
                                    <p:anim calcmode="lin" valueType="num">
                                      <p:cBhvr>
                                        <p:cTn id="82" dur="1000" fill="hold"/>
                                        <p:tgtEl>
                                          <p:spTgt spid="56"/>
                                        </p:tgtEl>
                                        <p:attrNameLst>
                                          <p:attrName>ppt_x</p:attrName>
                                        </p:attrNameLst>
                                      </p:cBhvr>
                                      <p:tavLst>
                                        <p:tav tm="0">
                                          <p:val>
                                            <p:strVal val="#ppt_x"/>
                                          </p:val>
                                        </p:tav>
                                        <p:tav tm="100000">
                                          <p:val>
                                            <p:strVal val="#ppt_x"/>
                                          </p:val>
                                        </p:tav>
                                      </p:tavLst>
                                    </p:anim>
                                    <p:anim calcmode="lin" valueType="num">
                                      <p:cBhvr>
                                        <p:cTn id="83"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nodeType="clickEffect">
                                  <p:stCondLst>
                                    <p:cond delay="0"/>
                                  </p:stCondLst>
                                  <p:childTnLst>
                                    <p:set>
                                      <p:cBhvr>
                                        <p:cTn id="87" dur="1" fill="hold">
                                          <p:stCondLst>
                                            <p:cond delay="0"/>
                                          </p:stCondLst>
                                        </p:cTn>
                                        <p:tgtEl>
                                          <p:spTgt spid="19"/>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6" presetClass="entr" presetSubtype="21" fill="hold" nodeType="clickEffect">
                                  <p:stCondLst>
                                    <p:cond delay="0"/>
                                  </p:stCondLst>
                                  <p:childTnLst>
                                    <p:set>
                                      <p:cBhvr>
                                        <p:cTn id="91" dur="1" fill="hold">
                                          <p:stCondLst>
                                            <p:cond delay="0"/>
                                          </p:stCondLst>
                                        </p:cTn>
                                        <p:tgtEl>
                                          <p:spTgt spid="17"/>
                                        </p:tgtEl>
                                        <p:attrNameLst>
                                          <p:attrName>style.visibility</p:attrName>
                                        </p:attrNameLst>
                                      </p:cBhvr>
                                      <p:to>
                                        <p:strVal val="visible"/>
                                      </p:to>
                                    </p:set>
                                    <p:animEffect transition="in" filter="barn(inVertical)">
                                      <p:cBhvr>
                                        <p:cTn id="92" dur="500"/>
                                        <p:tgtEl>
                                          <p:spTgt spid="17"/>
                                        </p:tgtEl>
                                      </p:cBhvr>
                                    </p:animEffec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25"/>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26"/>
                                        </p:tgtEl>
                                        <p:attrNameLst>
                                          <p:attrName>style.visibility</p:attrName>
                                        </p:attrNameLst>
                                      </p:cBhvr>
                                      <p:to>
                                        <p:strVal val="visible"/>
                                      </p:to>
                                    </p:set>
                                    <p:animEffect transition="in" filter="fade">
                                      <p:cBhvr>
                                        <p:cTn id="101" dur="500"/>
                                        <p:tgtEl>
                                          <p:spTgt spid="26"/>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37"/>
                                        </p:tgtEl>
                                        <p:attrNameLst>
                                          <p:attrName>style.visibility</p:attrName>
                                        </p:attrNameLst>
                                      </p:cBhvr>
                                      <p:to>
                                        <p:strVal val="visible"/>
                                      </p:to>
                                    </p:set>
                                    <p:animEffect transition="in" filter="fade">
                                      <p:cBhvr>
                                        <p:cTn id="106" dur="500"/>
                                        <p:tgtEl>
                                          <p:spTgt spid="37"/>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500"/>
                                        <p:tgtEl>
                                          <p:spTgt spid="38"/>
                                        </p:tgtEl>
                                      </p:cBhvr>
                                    </p:animEffec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grpId="0" nodeType="clickEffect">
                                  <p:stCondLst>
                                    <p:cond delay="0"/>
                                  </p:stCondLst>
                                  <p:childTnLst>
                                    <p:set>
                                      <p:cBhvr>
                                        <p:cTn id="115" dur="1" fill="hold">
                                          <p:stCondLst>
                                            <p:cond delay="0"/>
                                          </p:stCondLst>
                                        </p:cTn>
                                        <p:tgtEl>
                                          <p:spTgt spid="39"/>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40"/>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nodeType="clickEffect">
                                  <p:stCondLst>
                                    <p:cond delay="0"/>
                                  </p:stCondLst>
                                  <p:childTnLst>
                                    <p:set>
                                      <p:cBhvr>
                                        <p:cTn id="123" dur="1" fill="hold">
                                          <p:stCondLst>
                                            <p:cond delay="0"/>
                                          </p:stCondLst>
                                        </p:cTn>
                                        <p:tgtEl>
                                          <p:spTgt spid="41"/>
                                        </p:tgtEl>
                                        <p:attrNameLst>
                                          <p:attrName>style.visibility</p:attrName>
                                        </p:attrNameLst>
                                      </p:cBhvr>
                                      <p:to>
                                        <p:strVal val="visible"/>
                                      </p:to>
                                    </p:set>
                                    <p:animEffect transition="in" filter="fade">
                                      <p:cBhvr>
                                        <p:cTn id="124" dur="500"/>
                                        <p:tgtEl>
                                          <p:spTgt spid="41"/>
                                        </p:tgtEl>
                                      </p:cBhvr>
                                    </p:animEffec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44"/>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22" presetClass="entr" presetSubtype="4" fill="hold" grpId="0" nodeType="clickEffect">
                                  <p:stCondLst>
                                    <p:cond delay="0"/>
                                  </p:stCondLst>
                                  <p:childTnLst>
                                    <p:set>
                                      <p:cBhvr>
                                        <p:cTn id="132" dur="1" fill="hold">
                                          <p:stCondLst>
                                            <p:cond delay="0"/>
                                          </p:stCondLst>
                                        </p:cTn>
                                        <p:tgtEl>
                                          <p:spTgt spid="45"/>
                                        </p:tgtEl>
                                        <p:attrNameLst>
                                          <p:attrName>style.visibility</p:attrName>
                                        </p:attrNameLst>
                                      </p:cBhvr>
                                      <p:to>
                                        <p:strVal val="visible"/>
                                      </p:to>
                                    </p:set>
                                    <p:animEffect transition="in" filter="wipe(down)">
                                      <p:cBhvr>
                                        <p:cTn id="133" dur="500"/>
                                        <p:tgtEl>
                                          <p:spTgt spid="45"/>
                                        </p:tgtEl>
                                      </p:cBhvr>
                                    </p:animEffect>
                                  </p:childTnLst>
                                </p:cTn>
                              </p:par>
                            </p:childTnLst>
                          </p:cTn>
                        </p:par>
                      </p:childTnLst>
                    </p:cTn>
                  </p:par>
                  <p:par>
                    <p:cTn id="134" fill="hold">
                      <p:stCondLst>
                        <p:cond delay="indefinite"/>
                      </p:stCondLst>
                      <p:childTnLst>
                        <p:par>
                          <p:cTn id="135" fill="hold">
                            <p:stCondLst>
                              <p:cond delay="0"/>
                            </p:stCondLst>
                            <p:childTnLst>
                              <p:par>
                                <p:cTn id="136" presetID="1" presetClass="entr" presetSubtype="0" fill="hold" grpId="0" nodeType="clickEffect">
                                  <p:stCondLst>
                                    <p:cond delay="0"/>
                                  </p:stCondLst>
                                  <p:childTnLst>
                                    <p:set>
                                      <p:cBhvr>
                                        <p:cTn id="137" dur="1" fill="hold">
                                          <p:stCondLst>
                                            <p:cond delay="0"/>
                                          </p:stCondLst>
                                        </p:cTn>
                                        <p:tgtEl>
                                          <p:spTgt spid="46"/>
                                        </p:tgtEl>
                                        <p:attrNameLst>
                                          <p:attrName>style.visibility</p:attrName>
                                        </p:attrNameLst>
                                      </p:cBhvr>
                                      <p:to>
                                        <p:strVal val="visible"/>
                                      </p:to>
                                    </p:set>
                                  </p:childTnLst>
                                </p:cTn>
                              </p:par>
                            </p:childTnLst>
                          </p:cTn>
                        </p:par>
                      </p:childTnLst>
                    </p:cTn>
                  </p:par>
                  <p:par>
                    <p:cTn id="138" fill="hold">
                      <p:stCondLst>
                        <p:cond delay="indefinite"/>
                      </p:stCondLst>
                      <p:childTnLst>
                        <p:par>
                          <p:cTn id="139" fill="hold">
                            <p:stCondLst>
                              <p:cond delay="0"/>
                            </p:stCondLst>
                            <p:childTnLst>
                              <p:par>
                                <p:cTn id="140" presetID="22" presetClass="entr" presetSubtype="4" fill="hold" grpId="0" nodeType="clickEffect">
                                  <p:stCondLst>
                                    <p:cond delay="0"/>
                                  </p:stCondLst>
                                  <p:childTnLst>
                                    <p:set>
                                      <p:cBhvr>
                                        <p:cTn id="141" dur="1" fill="hold">
                                          <p:stCondLst>
                                            <p:cond delay="0"/>
                                          </p:stCondLst>
                                        </p:cTn>
                                        <p:tgtEl>
                                          <p:spTgt spid="47"/>
                                        </p:tgtEl>
                                        <p:attrNameLst>
                                          <p:attrName>style.visibility</p:attrName>
                                        </p:attrNameLst>
                                      </p:cBhvr>
                                      <p:to>
                                        <p:strVal val="visible"/>
                                      </p:to>
                                    </p:set>
                                    <p:animEffect transition="in" filter="wipe(down)">
                                      <p:cBhvr>
                                        <p:cTn id="142" dur="500"/>
                                        <p:tgtEl>
                                          <p:spTgt spid="47"/>
                                        </p:tgtEl>
                                      </p:cBhvr>
                                    </p:animEffec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48"/>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49"/>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0" presetClass="entr" presetSubtype="0" fill="hold" nodeType="clickEffect">
                                  <p:stCondLst>
                                    <p:cond delay="0"/>
                                  </p:stCondLst>
                                  <p:childTnLst>
                                    <p:set>
                                      <p:cBhvr>
                                        <p:cTn id="154" dur="1" fill="hold">
                                          <p:stCondLst>
                                            <p:cond delay="0"/>
                                          </p:stCondLst>
                                        </p:cTn>
                                        <p:tgtEl>
                                          <p:spTgt spid="50"/>
                                        </p:tgtEl>
                                        <p:attrNameLst>
                                          <p:attrName>style.visibility</p:attrName>
                                        </p:attrNameLst>
                                      </p:cBhvr>
                                      <p:to>
                                        <p:strVal val="visible"/>
                                      </p:to>
                                    </p:set>
                                    <p:animEffect transition="in" filter="fade">
                                      <p:cBhvr>
                                        <p:cTn id="155" dur="500"/>
                                        <p:tgtEl>
                                          <p:spTgt spid="50"/>
                                        </p:tgtEl>
                                      </p:cBhvr>
                                    </p:animEffect>
                                  </p:childTnLst>
                                </p:cTn>
                              </p:par>
                            </p:childTnLst>
                          </p:cTn>
                        </p:par>
                      </p:childTnLst>
                    </p:cTn>
                  </p:par>
                  <p:par>
                    <p:cTn id="156" fill="hold">
                      <p:stCondLst>
                        <p:cond delay="indefinite"/>
                      </p:stCondLst>
                      <p:childTnLst>
                        <p:par>
                          <p:cTn id="157" fill="hold">
                            <p:stCondLst>
                              <p:cond delay="0"/>
                            </p:stCondLst>
                            <p:childTnLst>
                              <p:par>
                                <p:cTn id="158" presetID="42" presetClass="entr" presetSubtype="0" fill="hold" nodeType="clickEffect">
                                  <p:stCondLst>
                                    <p:cond delay="0"/>
                                  </p:stCondLst>
                                  <p:childTnLst>
                                    <p:set>
                                      <p:cBhvr>
                                        <p:cTn id="159" dur="1" fill="hold">
                                          <p:stCondLst>
                                            <p:cond delay="0"/>
                                          </p:stCondLst>
                                        </p:cTn>
                                        <p:tgtEl>
                                          <p:spTgt spid="54"/>
                                        </p:tgtEl>
                                        <p:attrNameLst>
                                          <p:attrName>style.visibility</p:attrName>
                                        </p:attrNameLst>
                                      </p:cBhvr>
                                      <p:to>
                                        <p:strVal val="visible"/>
                                      </p:to>
                                    </p:set>
                                    <p:animEffect transition="in" filter="fade">
                                      <p:cBhvr>
                                        <p:cTn id="160" dur="1000"/>
                                        <p:tgtEl>
                                          <p:spTgt spid="54"/>
                                        </p:tgtEl>
                                      </p:cBhvr>
                                    </p:animEffect>
                                    <p:anim calcmode="lin" valueType="num">
                                      <p:cBhvr>
                                        <p:cTn id="161" dur="1000" fill="hold"/>
                                        <p:tgtEl>
                                          <p:spTgt spid="54"/>
                                        </p:tgtEl>
                                        <p:attrNameLst>
                                          <p:attrName>ppt_x</p:attrName>
                                        </p:attrNameLst>
                                      </p:cBhvr>
                                      <p:tavLst>
                                        <p:tav tm="0">
                                          <p:val>
                                            <p:strVal val="#ppt_x"/>
                                          </p:val>
                                        </p:tav>
                                        <p:tav tm="100000">
                                          <p:val>
                                            <p:strVal val="#ppt_x"/>
                                          </p:val>
                                        </p:tav>
                                      </p:tavLst>
                                    </p:anim>
                                    <p:anim calcmode="lin" valueType="num">
                                      <p:cBhvr>
                                        <p:cTn id="162"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p:bldP spid="26" grpId="0"/>
      <p:bldP spid="37" grpId="0"/>
      <p:bldP spid="38" grpId="0"/>
      <p:bldP spid="39" grpId="0"/>
      <p:bldP spid="40" grpId="0"/>
      <p:bldP spid="44" grpId="0"/>
      <p:bldP spid="45" grpId="0" animBg="1"/>
      <p:bldP spid="46" grpId="0"/>
      <p:bldP spid="47" grpId="0" animBg="1"/>
      <p:bldP spid="48" grpId="0"/>
      <p:bldP spid="4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04CA6551-555B-43EC-93BB-5B53CFFAFE56}"/>
              </a:ext>
            </a:extLst>
          </p:cNvPr>
          <p:cNvSpPr txBox="1"/>
          <p:nvPr/>
        </p:nvSpPr>
        <p:spPr>
          <a:xfrm>
            <a:off x="283579" y="37249"/>
            <a:ext cx="11549272" cy="3293209"/>
          </a:xfrm>
          <a:prstGeom prst="rect">
            <a:avLst/>
          </a:prstGeom>
          <a:noFill/>
        </p:spPr>
        <p:txBody>
          <a:bodyPr wrap="square">
            <a:spAutoFit/>
          </a:bodyPr>
          <a:lstStyle/>
          <a:p>
            <a:pPr algn="just"/>
            <a:r>
              <a:rPr lang="pt-BR" sz="2400" b="1" dirty="0">
                <a:solidFill>
                  <a:srgbClr val="FF0000"/>
                </a:solidFill>
                <a:latin typeface="Arial" panose="020B0604020202020204" pitchFamily="34" charset="0"/>
                <a:cs typeface="Arial" panose="020B0604020202020204" pitchFamily="34" charset="0"/>
              </a:rPr>
              <a:t>Extra 5-) </a:t>
            </a:r>
            <a:r>
              <a:rPr lang="pt-BR" sz="2600" b="1" dirty="0">
                <a:latin typeface="Arial" panose="020B0604020202020204" pitchFamily="34" charset="0"/>
                <a:cs typeface="Arial" panose="020B0604020202020204" pitchFamily="34" charset="0"/>
              </a:rPr>
              <a:t>Uma balsa percorre o Rio Cuiabá de Porto Cercado a Porto Jofre (Pantanal mato-grossense), gastando 9,0 h na descida e 18 h na subida. O motor da balsa funciona sempre em regime de potência máxima, tal que a velocidade da embarcação em relação às águas pode ser considerada constante. Admitindo que a velocidade das águas também seja constante, responda: quanto tempo uma rolha, lançada na água em Porto Cercado e movida sob a ação exclusiva da correnteza, gastará para chegar até Porto Jofre?</a:t>
            </a:r>
          </a:p>
        </p:txBody>
      </p:sp>
      <p:sp>
        <p:nvSpPr>
          <p:cNvPr id="3" name="CaixaDeTexto 2">
            <a:extLst>
              <a:ext uri="{FF2B5EF4-FFF2-40B4-BE49-F238E27FC236}">
                <a16:creationId xmlns:a16="http://schemas.microsoft.com/office/drawing/2014/main" id="{8F7ECED3-41D0-480E-BACC-D518A77D3009}"/>
              </a:ext>
            </a:extLst>
          </p:cNvPr>
          <p:cNvSpPr txBox="1"/>
          <p:nvPr/>
        </p:nvSpPr>
        <p:spPr>
          <a:xfrm>
            <a:off x="167028" y="3223697"/>
            <a:ext cx="2642070" cy="523220"/>
          </a:xfrm>
          <a:prstGeom prst="rect">
            <a:avLst/>
          </a:prstGeom>
          <a:noFill/>
        </p:spPr>
        <p:txBody>
          <a:bodyPr wrap="none" rtlCol="0">
            <a:spAutoFit/>
          </a:bodyPr>
          <a:lstStyle/>
          <a:p>
            <a:r>
              <a:rPr lang="pt-BR" sz="2800" b="1" dirty="0">
                <a:solidFill>
                  <a:srgbClr val="002060"/>
                </a:solidFill>
                <a:latin typeface="Arial" panose="020B0604020202020204" pitchFamily="34" charset="0"/>
                <a:cs typeface="Arial" panose="020B0604020202020204" pitchFamily="34" charset="0"/>
              </a:rPr>
              <a:t>Sabemos que:</a:t>
            </a:r>
          </a:p>
        </p:txBody>
      </p:sp>
      <mc:AlternateContent xmlns:mc="http://schemas.openxmlformats.org/markup-compatibility/2006" xmlns:a14="http://schemas.microsoft.com/office/drawing/2010/main">
        <mc:Choice Requires="a14">
          <p:sp>
            <p:nvSpPr>
              <p:cNvPr id="4" name="CaixaDeTexto 3">
                <a:extLst>
                  <a:ext uri="{FF2B5EF4-FFF2-40B4-BE49-F238E27FC236}">
                    <a16:creationId xmlns:a16="http://schemas.microsoft.com/office/drawing/2014/main" id="{DBBC2118-7385-45B5-B31F-AFD32A56AE12}"/>
                  </a:ext>
                </a:extLst>
              </p:cNvPr>
              <p:cNvSpPr txBox="1"/>
              <p:nvPr/>
            </p:nvSpPr>
            <p:spPr>
              <a:xfrm>
                <a:off x="2710736" y="3236336"/>
                <a:ext cx="2475628"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𝑺</m:t>
                          </m:r>
                        </m:e>
                        <m:sub>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𝒊𝒅𝒂</m:t>
                          </m:r>
                        </m:sub>
                      </m:sSub>
                      <m:r>
                        <a:rPr lang="pt-BR" sz="2800" b="1" i="1" smtClean="0">
                          <a:solidFill>
                            <a:schemeClr val="tx1"/>
                          </a:solidFill>
                          <a:latin typeface="Cambria Math" panose="02040503050406030204" pitchFamily="18" charset="0"/>
                          <a:cs typeface="Arial" panose="020B0604020202020204" pitchFamily="34" charset="0"/>
                        </a:rPr>
                        <m:t>=</m:t>
                      </m:r>
                      <m:sSub>
                        <m:sSubPr>
                          <m:ctrlPr>
                            <a:rPr lang="pt-BR" sz="2800" b="1" i="1" smtClean="0">
                              <a:solidFill>
                                <a:schemeClr val="tx1"/>
                              </a:solidFill>
                              <a:latin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cs typeface="Arial" panose="020B0604020202020204" pitchFamily="34" charset="0"/>
                            </a:rPr>
                            <m:t>𝒗</m:t>
                          </m:r>
                        </m:e>
                        <m:sub>
                          <m:r>
                            <a:rPr lang="pt-BR" sz="2800" b="1" i="1" smtClean="0">
                              <a:solidFill>
                                <a:schemeClr val="tx1"/>
                              </a:solidFill>
                              <a:latin typeface="Cambria Math" panose="02040503050406030204" pitchFamily="18" charset="0"/>
                              <a:cs typeface="Arial" panose="020B0604020202020204" pitchFamily="34" charset="0"/>
                            </a:rPr>
                            <m:t>𝑹</m:t>
                          </m:r>
                        </m:sub>
                      </m:sSub>
                      <m:r>
                        <a:rPr lang="pt-BR" sz="2800" b="1" i="1" smtClean="0">
                          <a:solidFill>
                            <a:schemeClr val="tx1"/>
                          </a:solidFill>
                          <a:latin typeface="Cambria Math" panose="02040503050406030204" pitchFamily="18" charset="0"/>
                          <a:cs typeface="Arial" panose="020B0604020202020204" pitchFamily="34" charset="0"/>
                        </a:rPr>
                        <m:t>.</m:t>
                      </m:r>
                      <m:r>
                        <a:rPr lang="pt-BR" sz="2800" b="1" i="1">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pt-BR" sz="2800" b="1" i="1">
                          <a:solidFill>
                            <a:schemeClr val="tx1"/>
                          </a:solidFill>
                          <a:latin typeface="Cambria Math" panose="02040503050406030204" pitchFamily="18" charset="0"/>
                          <a:ea typeface="Cambria Math" panose="02040503050406030204" pitchFamily="18" charset="0"/>
                          <a:cs typeface="Arial" panose="020B0604020202020204" pitchFamily="34" charset="0"/>
                        </a:rPr>
                        <m:t>𝒕</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4" name="CaixaDeTexto 3">
                <a:extLst>
                  <a:ext uri="{FF2B5EF4-FFF2-40B4-BE49-F238E27FC236}">
                    <a16:creationId xmlns:a16="http://schemas.microsoft.com/office/drawing/2014/main" id="{DBBC2118-7385-45B5-B31F-AFD32A56AE12}"/>
                  </a:ext>
                </a:extLst>
              </p:cNvPr>
              <p:cNvSpPr txBox="1">
                <a:spLocks noRot="1" noChangeAspect="1" noMove="1" noResize="1" noEditPoints="1" noAdjustHandles="1" noChangeArrowheads="1" noChangeShapeType="1" noTextEdit="1"/>
              </p:cNvSpPr>
              <p:nvPr/>
            </p:nvSpPr>
            <p:spPr>
              <a:xfrm>
                <a:off x="2710736" y="3236336"/>
                <a:ext cx="2475628" cy="523220"/>
              </a:xfrm>
              <a:prstGeom prst="rect">
                <a:avLst/>
              </a:prstGeom>
              <a:blipFill>
                <a:blip r:embed="rId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id="{EF518C12-816E-4F82-BA58-C8249AC9086A}"/>
                  </a:ext>
                </a:extLst>
              </p:cNvPr>
              <p:cNvSpPr txBox="1"/>
              <p:nvPr/>
            </p:nvSpPr>
            <p:spPr>
              <a:xfrm>
                <a:off x="573935" y="3732136"/>
                <a:ext cx="4056052"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𝑺</m:t>
                          </m:r>
                        </m:e>
                        <m:sub>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𝒊𝒅𝒂</m:t>
                          </m:r>
                        </m:sub>
                      </m:sSub>
                      <m:r>
                        <a:rPr lang="pt-BR" sz="2800" b="1" i="1" smtClean="0">
                          <a:solidFill>
                            <a:schemeClr val="tx1"/>
                          </a:solidFill>
                          <a:latin typeface="Cambria Math" panose="02040503050406030204" pitchFamily="18" charset="0"/>
                          <a:cs typeface="Arial" panose="020B0604020202020204" pitchFamily="34" charset="0"/>
                        </a:rPr>
                        <m:t>=(</m:t>
                      </m:r>
                      <m:sSub>
                        <m:sSubPr>
                          <m:ctrlPr>
                            <a:rPr lang="pt-BR" sz="2800" b="1" i="1" smtClean="0">
                              <a:solidFill>
                                <a:schemeClr val="tx1"/>
                              </a:solidFill>
                              <a:latin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cs typeface="Arial" panose="020B0604020202020204" pitchFamily="34" charset="0"/>
                            </a:rPr>
                            <m:t>𝒗</m:t>
                          </m:r>
                        </m:e>
                        <m:sub>
                          <m:r>
                            <a:rPr lang="pt-BR" sz="2800" b="1" i="1" smtClean="0">
                              <a:solidFill>
                                <a:schemeClr val="tx1"/>
                              </a:solidFill>
                              <a:latin typeface="Cambria Math" panose="02040503050406030204" pitchFamily="18" charset="0"/>
                              <a:cs typeface="Arial" panose="020B0604020202020204" pitchFamily="34" charset="0"/>
                            </a:rPr>
                            <m:t>𝒓𝒆𝒍</m:t>
                          </m:r>
                        </m:sub>
                      </m:sSub>
                      <m:r>
                        <a:rPr lang="pt-BR" sz="2800" b="1" i="1" smtClean="0">
                          <a:solidFill>
                            <a:schemeClr val="tx1"/>
                          </a:solidFill>
                          <a:latin typeface="Cambria Math" panose="02040503050406030204" pitchFamily="18" charset="0"/>
                          <a:cs typeface="Arial" panose="020B0604020202020204" pitchFamily="34" charset="0"/>
                        </a:rPr>
                        <m:t>+</m:t>
                      </m:r>
                      <m:sSub>
                        <m:sSubPr>
                          <m:ctrlPr>
                            <a:rPr lang="pt-BR" sz="2800" b="1" i="1">
                              <a:latin typeface="Cambria Math" panose="02040503050406030204" pitchFamily="18" charset="0"/>
                              <a:cs typeface="Arial" panose="020B0604020202020204" pitchFamily="34" charset="0"/>
                            </a:rPr>
                          </m:ctrlPr>
                        </m:sSubPr>
                        <m:e>
                          <m:r>
                            <a:rPr lang="pt-BR" sz="2800" b="1" i="1">
                              <a:latin typeface="Cambria Math" panose="02040503050406030204" pitchFamily="18" charset="0"/>
                              <a:cs typeface="Arial" panose="020B0604020202020204" pitchFamily="34" charset="0"/>
                            </a:rPr>
                            <m:t>𝒗</m:t>
                          </m:r>
                        </m:e>
                        <m:sub>
                          <m:r>
                            <a:rPr lang="pt-BR" sz="2800" b="1" i="1">
                              <a:latin typeface="Cambria Math" panose="02040503050406030204" pitchFamily="18" charset="0"/>
                              <a:cs typeface="Arial" panose="020B0604020202020204" pitchFamily="34" charset="0"/>
                            </a:rPr>
                            <m:t>𝑨</m:t>
                          </m:r>
                        </m:sub>
                      </m:sSub>
                      <m:r>
                        <a:rPr lang="pt-BR" sz="2800" b="1" i="1" smtClean="0">
                          <a:solidFill>
                            <a:schemeClr val="tx1"/>
                          </a:solidFill>
                          <a:latin typeface="Cambria Math" panose="02040503050406030204" pitchFamily="18" charset="0"/>
                          <a:cs typeface="Arial" panose="020B0604020202020204" pitchFamily="34" charset="0"/>
                        </a:rPr>
                        <m:t>).</m:t>
                      </m:r>
                      <m:r>
                        <a:rPr lang="pt-BR" sz="2800" b="1" i="1">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pt-BR" sz="2800" b="1" i="1">
                          <a:solidFill>
                            <a:schemeClr val="tx1"/>
                          </a:solidFill>
                          <a:latin typeface="Cambria Math" panose="02040503050406030204" pitchFamily="18" charset="0"/>
                          <a:ea typeface="Cambria Math" panose="02040503050406030204" pitchFamily="18" charset="0"/>
                          <a:cs typeface="Arial" panose="020B0604020202020204" pitchFamily="34" charset="0"/>
                        </a:rPr>
                        <m:t>𝒕</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6" name="CaixaDeTexto 5">
                <a:extLst>
                  <a:ext uri="{FF2B5EF4-FFF2-40B4-BE49-F238E27FC236}">
                    <a16:creationId xmlns:a16="http://schemas.microsoft.com/office/drawing/2014/main" id="{EF518C12-816E-4F82-BA58-C8249AC9086A}"/>
                  </a:ext>
                </a:extLst>
              </p:cNvPr>
              <p:cNvSpPr txBox="1">
                <a:spLocks noRot="1" noChangeAspect="1" noMove="1" noResize="1" noEditPoints="1" noAdjustHandles="1" noChangeArrowheads="1" noChangeShapeType="1" noTextEdit="1"/>
              </p:cNvSpPr>
              <p:nvPr/>
            </p:nvSpPr>
            <p:spPr>
              <a:xfrm>
                <a:off x="573935" y="3732136"/>
                <a:ext cx="4056052" cy="523220"/>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DB3282F5-2D08-4443-A493-FD3574F9D017}"/>
                  </a:ext>
                </a:extLst>
              </p:cNvPr>
              <p:cNvSpPr txBox="1"/>
              <p:nvPr/>
            </p:nvSpPr>
            <p:spPr>
              <a:xfrm>
                <a:off x="403427" y="4311818"/>
                <a:ext cx="4695147" cy="523220"/>
              </a:xfrm>
              <a:prstGeom prst="rect">
                <a:avLst/>
              </a:prstGeom>
              <a:noFill/>
              <a:ln w="19050">
                <a:solidFill>
                  <a:srgbClr val="00206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𝑺</m:t>
                          </m:r>
                        </m:e>
                        <m:sub>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𝒊𝒅𝒂</m:t>
                          </m:r>
                        </m:sub>
                      </m:sSub>
                      <m:r>
                        <a:rPr lang="pt-BR" sz="2800" b="1" i="1" smtClean="0">
                          <a:solidFill>
                            <a:srgbClr val="FF0000"/>
                          </a:solidFill>
                          <a:latin typeface="Cambria Math" panose="02040503050406030204" pitchFamily="18" charset="0"/>
                          <a:cs typeface="Arial" panose="020B0604020202020204" pitchFamily="34" charset="0"/>
                        </a:rPr>
                        <m:t>=</m:t>
                      </m:r>
                      <m:d>
                        <m:dPr>
                          <m:ctrlPr>
                            <a:rPr lang="pt-BR" sz="2800" b="1" i="1" smtClean="0">
                              <a:solidFill>
                                <a:srgbClr val="FF0000"/>
                              </a:solidFill>
                              <a:latin typeface="Cambria Math" panose="02040503050406030204" pitchFamily="18" charset="0"/>
                              <a:cs typeface="Arial" panose="020B0604020202020204" pitchFamily="34" charset="0"/>
                            </a:rPr>
                          </m:ctrlPr>
                        </m:dPr>
                        <m:e>
                          <m:sSub>
                            <m:sSubPr>
                              <m:ctrlPr>
                                <a:rPr lang="pt-BR" sz="2800" b="1" i="1" smtClean="0">
                                  <a:solidFill>
                                    <a:srgbClr val="FF0000"/>
                                  </a:solidFill>
                                  <a:latin typeface="Cambria Math" panose="02040503050406030204" pitchFamily="18" charset="0"/>
                                  <a:cs typeface="Arial" panose="020B0604020202020204" pitchFamily="34" charset="0"/>
                                </a:rPr>
                              </m:ctrlPr>
                            </m:sSubPr>
                            <m:e>
                              <m:r>
                                <a:rPr lang="pt-BR" sz="2800" b="1" i="1" smtClean="0">
                                  <a:solidFill>
                                    <a:srgbClr val="FF0000"/>
                                  </a:solidFill>
                                  <a:latin typeface="Cambria Math" panose="02040503050406030204" pitchFamily="18" charset="0"/>
                                  <a:cs typeface="Arial" panose="020B0604020202020204" pitchFamily="34" charset="0"/>
                                </a:rPr>
                                <m:t>𝒗</m:t>
                              </m:r>
                            </m:e>
                            <m:sub>
                              <m:r>
                                <a:rPr lang="pt-BR" sz="2800" b="1" i="1" smtClean="0">
                                  <a:solidFill>
                                    <a:srgbClr val="FF0000"/>
                                  </a:solidFill>
                                  <a:latin typeface="Cambria Math" panose="02040503050406030204" pitchFamily="18" charset="0"/>
                                  <a:cs typeface="Arial" panose="020B0604020202020204" pitchFamily="34" charset="0"/>
                                </a:rPr>
                                <m:t>𝒓𝒆𝒍</m:t>
                              </m:r>
                            </m:sub>
                          </m:sSub>
                          <m:r>
                            <a:rPr lang="pt-BR" sz="2800" b="1" i="1" smtClean="0">
                              <a:solidFill>
                                <a:srgbClr val="FF0000"/>
                              </a:solidFill>
                              <a:latin typeface="Cambria Math" panose="02040503050406030204" pitchFamily="18" charset="0"/>
                              <a:cs typeface="Arial" panose="020B0604020202020204" pitchFamily="34" charset="0"/>
                            </a:rPr>
                            <m:t>+</m:t>
                          </m:r>
                          <m:sSub>
                            <m:sSubPr>
                              <m:ctrlPr>
                                <a:rPr lang="pt-BR" sz="2800" b="1" i="1">
                                  <a:solidFill>
                                    <a:srgbClr val="FF0000"/>
                                  </a:solidFill>
                                  <a:latin typeface="Cambria Math" panose="02040503050406030204" pitchFamily="18" charset="0"/>
                                  <a:cs typeface="Arial" panose="020B0604020202020204" pitchFamily="34" charset="0"/>
                                </a:rPr>
                              </m:ctrlPr>
                            </m:sSubPr>
                            <m:e>
                              <m:r>
                                <a:rPr lang="pt-BR" sz="2800" b="1" i="1">
                                  <a:solidFill>
                                    <a:srgbClr val="FF0000"/>
                                  </a:solidFill>
                                  <a:latin typeface="Cambria Math" panose="02040503050406030204" pitchFamily="18" charset="0"/>
                                  <a:cs typeface="Arial" panose="020B0604020202020204" pitchFamily="34" charset="0"/>
                                </a:rPr>
                                <m:t>𝒗</m:t>
                              </m:r>
                            </m:e>
                            <m:sub>
                              <m:r>
                                <a:rPr lang="pt-BR" sz="2800" b="1" i="1">
                                  <a:solidFill>
                                    <a:srgbClr val="FF0000"/>
                                  </a:solidFill>
                                  <a:latin typeface="Cambria Math" panose="02040503050406030204" pitchFamily="18" charset="0"/>
                                  <a:cs typeface="Arial" panose="020B0604020202020204" pitchFamily="34" charset="0"/>
                                </a:rPr>
                                <m:t>𝑨</m:t>
                              </m:r>
                            </m:sub>
                          </m:sSub>
                        </m:e>
                      </m:d>
                      <m:r>
                        <a:rPr lang="pt-BR" sz="2800" b="1" i="1" smtClean="0">
                          <a:solidFill>
                            <a:srgbClr val="FF0000"/>
                          </a:solidFill>
                          <a:latin typeface="Cambria Math" panose="02040503050406030204" pitchFamily="18" charset="0"/>
                          <a:cs typeface="Arial" panose="020B0604020202020204" pitchFamily="34" charset="0"/>
                        </a:rPr>
                        <m:t>.</m:t>
                      </m:r>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𝟗</m:t>
                      </m:r>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      (</m:t>
                      </m:r>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𝑰</m:t>
                      </m:r>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m:t>
                      </m:r>
                    </m:oMath>
                  </m:oMathPara>
                </a14:m>
                <a:endParaRPr lang="pt-BR" sz="2800" b="1" dirty="0">
                  <a:solidFill>
                    <a:srgbClr val="FF0000"/>
                  </a:solidFill>
                  <a:latin typeface="Arial" panose="020B0604020202020204" pitchFamily="34" charset="0"/>
                  <a:cs typeface="Arial" panose="020B0604020202020204" pitchFamily="34" charset="0"/>
                </a:endParaRPr>
              </a:p>
            </p:txBody>
          </p:sp>
        </mc:Choice>
        <mc:Fallback xmlns="">
          <p:sp>
            <p:nvSpPr>
              <p:cNvPr id="7" name="CaixaDeTexto 6">
                <a:extLst>
                  <a:ext uri="{FF2B5EF4-FFF2-40B4-BE49-F238E27FC236}">
                    <a16:creationId xmlns:a16="http://schemas.microsoft.com/office/drawing/2014/main" id="{DB3282F5-2D08-4443-A493-FD3574F9D017}"/>
                  </a:ext>
                </a:extLst>
              </p:cNvPr>
              <p:cNvSpPr txBox="1">
                <a:spLocks noRot="1" noChangeAspect="1" noMove="1" noResize="1" noEditPoints="1" noAdjustHandles="1" noChangeArrowheads="1" noChangeShapeType="1" noTextEdit="1"/>
              </p:cNvSpPr>
              <p:nvPr/>
            </p:nvSpPr>
            <p:spPr>
              <a:xfrm>
                <a:off x="403427" y="4311818"/>
                <a:ext cx="4695147" cy="523220"/>
              </a:xfrm>
              <a:prstGeom prst="rect">
                <a:avLst/>
              </a:prstGeom>
              <a:blipFill>
                <a:blip r:embed="rId4"/>
                <a:stretch>
                  <a:fillRect/>
                </a:stretch>
              </a:blipFill>
              <a:ln w="19050">
                <a:solidFill>
                  <a:srgbClr val="002060"/>
                </a:solid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 name="CaixaDeTexto 7">
                <a:extLst>
                  <a:ext uri="{FF2B5EF4-FFF2-40B4-BE49-F238E27FC236}">
                    <a16:creationId xmlns:a16="http://schemas.microsoft.com/office/drawing/2014/main" id="{C93469EC-1D18-462B-AAA9-B1B030AA2E78}"/>
                  </a:ext>
                </a:extLst>
              </p:cNvPr>
              <p:cNvSpPr txBox="1"/>
              <p:nvPr/>
            </p:nvSpPr>
            <p:spPr>
              <a:xfrm>
                <a:off x="395197" y="4913718"/>
                <a:ext cx="4234789"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𝑺</m:t>
                          </m:r>
                        </m:e>
                        <m:sub>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𝒗𝒐𝒍𝒕𝒂</m:t>
                          </m:r>
                        </m:sub>
                      </m:sSub>
                      <m:r>
                        <a:rPr lang="pt-BR" sz="2800" b="1" i="1" smtClean="0">
                          <a:solidFill>
                            <a:schemeClr val="tx1"/>
                          </a:solidFill>
                          <a:latin typeface="Cambria Math" panose="02040503050406030204" pitchFamily="18" charset="0"/>
                          <a:cs typeface="Arial" panose="020B0604020202020204" pitchFamily="34" charset="0"/>
                        </a:rPr>
                        <m:t>=(</m:t>
                      </m:r>
                      <m:sSub>
                        <m:sSubPr>
                          <m:ctrlPr>
                            <a:rPr lang="pt-BR" sz="2800" b="1" i="1" smtClean="0">
                              <a:solidFill>
                                <a:schemeClr val="tx1"/>
                              </a:solidFill>
                              <a:latin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cs typeface="Arial" panose="020B0604020202020204" pitchFamily="34" charset="0"/>
                            </a:rPr>
                            <m:t>𝒗</m:t>
                          </m:r>
                        </m:e>
                        <m:sub>
                          <m:r>
                            <a:rPr lang="pt-BR" sz="2800" b="1" i="1" smtClean="0">
                              <a:solidFill>
                                <a:schemeClr val="tx1"/>
                              </a:solidFill>
                              <a:latin typeface="Cambria Math" panose="02040503050406030204" pitchFamily="18" charset="0"/>
                              <a:cs typeface="Arial" panose="020B0604020202020204" pitchFamily="34" charset="0"/>
                            </a:rPr>
                            <m:t>𝒓𝒆𝒍</m:t>
                          </m:r>
                        </m:sub>
                      </m:sSub>
                      <m:r>
                        <a:rPr lang="pt-BR" sz="2800" b="1" i="1" smtClean="0">
                          <a:solidFill>
                            <a:schemeClr val="tx1"/>
                          </a:solidFill>
                          <a:latin typeface="Cambria Math" panose="02040503050406030204" pitchFamily="18" charset="0"/>
                          <a:cs typeface="Arial" panose="020B0604020202020204" pitchFamily="34" charset="0"/>
                        </a:rPr>
                        <m:t>−</m:t>
                      </m:r>
                      <m:sSub>
                        <m:sSubPr>
                          <m:ctrlPr>
                            <a:rPr lang="pt-BR" sz="2800" b="1" i="1">
                              <a:latin typeface="Cambria Math" panose="02040503050406030204" pitchFamily="18" charset="0"/>
                              <a:cs typeface="Arial" panose="020B0604020202020204" pitchFamily="34" charset="0"/>
                            </a:rPr>
                          </m:ctrlPr>
                        </m:sSubPr>
                        <m:e>
                          <m:r>
                            <a:rPr lang="pt-BR" sz="2800" b="1" i="1">
                              <a:latin typeface="Cambria Math" panose="02040503050406030204" pitchFamily="18" charset="0"/>
                              <a:cs typeface="Arial" panose="020B0604020202020204" pitchFamily="34" charset="0"/>
                            </a:rPr>
                            <m:t>𝒗</m:t>
                          </m:r>
                        </m:e>
                        <m:sub>
                          <m:r>
                            <a:rPr lang="pt-BR" sz="2800" b="1" i="1">
                              <a:latin typeface="Cambria Math" panose="02040503050406030204" pitchFamily="18" charset="0"/>
                              <a:cs typeface="Arial" panose="020B0604020202020204" pitchFamily="34" charset="0"/>
                            </a:rPr>
                            <m:t>𝑨</m:t>
                          </m:r>
                        </m:sub>
                      </m:sSub>
                      <m:r>
                        <a:rPr lang="pt-BR" sz="2800" b="1" i="1" smtClean="0">
                          <a:solidFill>
                            <a:schemeClr val="tx1"/>
                          </a:solidFill>
                          <a:latin typeface="Cambria Math" panose="02040503050406030204" pitchFamily="18" charset="0"/>
                          <a:cs typeface="Arial" panose="020B0604020202020204" pitchFamily="34" charset="0"/>
                        </a:rPr>
                        <m:t>).</m:t>
                      </m:r>
                      <m:r>
                        <a:rPr lang="pt-BR" sz="2800" b="1" i="1">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pt-BR" sz="2800" b="1" i="1">
                          <a:solidFill>
                            <a:schemeClr val="tx1"/>
                          </a:solidFill>
                          <a:latin typeface="Cambria Math" panose="02040503050406030204" pitchFamily="18" charset="0"/>
                          <a:ea typeface="Cambria Math" panose="02040503050406030204" pitchFamily="18" charset="0"/>
                          <a:cs typeface="Arial" panose="020B0604020202020204" pitchFamily="34" charset="0"/>
                        </a:rPr>
                        <m:t>𝒕</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8" name="CaixaDeTexto 7">
                <a:extLst>
                  <a:ext uri="{FF2B5EF4-FFF2-40B4-BE49-F238E27FC236}">
                    <a16:creationId xmlns:a16="http://schemas.microsoft.com/office/drawing/2014/main" id="{C93469EC-1D18-462B-AAA9-B1B030AA2E78}"/>
                  </a:ext>
                </a:extLst>
              </p:cNvPr>
              <p:cNvSpPr txBox="1">
                <a:spLocks noRot="1" noChangeAspect="1" noMove="1" noResize="1" noEditPoints="1" noAdjustHandles="1" noChangeArrowheads="1" noChangeShapeType="1" noTextEdit="1"/>
              </p:cNvSpPr>
              <p:nvPr/>
            </p:nvSpPr>
            <p:spPr>
              <a:xfrm>
                <a:off x="395197" y="4913718"/>
                <a:ext cx="4234789" cy="523220"/>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 name="CaixaDeTexto 8">
                <a:extLst>
                  <a:ext uri="{FF2B5EF4-FFF2-40B4-BE49-F238E27FC236}">
                    <a16:creationId xmlns:a16="http://schemas.microsoft.com/office/drawing/2014/main" id="{BC643CC3-0BD9-4F96-9697-CA35C610E9BC}"/>
                  </a:ext>
                </a:extLst>
              </p:cNvPr>
              <p:cNvSpPr txBox="1"/>
              <p:nvPr/>
            </p:nvSpPr>
            <p:spPr>
              <a:xfrm>
                <a:off x="30408" y="5360602"/>
                <a:ext cx="5537477" cy="523220"/>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𝑺</m:t>
                          </m:r>
                        </m:e>
                        <m:sub>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𝒗𝒐𝒍𝒕𝒂</m:t>
                          </m:r>
                        </m:sub>
                      </m:sSub>
                      <m:r>
                        <a:rPr lang="pt-BR" sz="2800" b="1" i="1" smtClean="0">
                          <a:solidFill>
                            <a:srgbClr val="002060"/>
                          </a:solidFill>
                          <a:latin typeface="Cambria Math" panose="02040503050406030204" pitchFamily="18" charset="0"/>
                          <a:cs typeface="Arial" panose="020B0604020202020204" pitchFamily="34" charset="0"/>
                        </a:rPr>
                        <m:t>=</m:t>
                      </m:r>
                      <m:d>
                        <m:dPr>
                          <m:ctrlPr>
                            <a:rPr lang="pt-BR" sz="2800" b="1" i="1" smtClean="0">
                              <a:solidFill>
                                <a:srgbClr val="002060"/>
                              </a:solidFill>
                              <a:latin typeface="Cambria Math" panose="02040503050406030204" pitchFamily="18" charset="0"/>
                              <a:cs typeface="Arial" panose="020B0604020202020204" pitchFamily="34" charset="0"/>
                            </a:rPr>
                          </m:ctrlPr>
                        </m:dPr>
                        <m:e>
                          <m:sSub>
                            <m:sSubPr>
                              <m:ctrlPr>
                                <a:rPr lang="pt-BR" sz="2800" b="1" i="1" smtClean="0">
                                  <a:solidFill>
                                    <a:srgbClr val="002060"/>
                                  </a:solidFill>
                                  <a:latin typeface="Cambria Math" panose="02040503050406030204" pitchFamily="18" charset="0"/>
                                  <a:cs typeface="Arial" panose="020B0604020202020204" pitchFamily="34" charset="0"/>
                                </a:rPr>
                              </m:ctrlPr>
                            </m:sSubPr>
                            <m:e>
                              <m:r>
                                <a:rPr lang="pt-BR" sz="2800" b="1" i="1" smtClean="0">
                                  <a:solidFill>
                                    <a:srgbClr val="002060"/>
                                  </a:solidFill>
                                  <a:latin typeface="Cambria Math" panose="02040503050406030204" pitchFamily="18" charset="0"/>
                                  <a:cs typeface="Arial" panose="020B0604020202020204" pitchFamily="34" charset="0"/>
                                </a:rPr>
                                <m:t>𝒗</m:t>
                              </m:r>
                            </m:e>
                            <m:sub>
                              <m:r>
                                <a:rPr lang="pt-BR" sz="2800" b="1" i="1" smtClean="0">
                                  <a:solidFill>
                                    <a:srgbClr val="002060"/>
                                  </a:solidFill>
                                  <a:latin typeface="Cambria Math" panose="02040503050406030204" pitchFamily="18" charset="0"/>
                                  <a:cs typeface="Arial" panose="020B0604020202020204" pitchFamily="34" charset="0"/>
                                </a:rPr>
                                <m:t>𝒓𝒆𝒍</m:t>
                              </m:r>
                            </m:sub>
                          </m:sSub>
                          <m:r>
                            <a:rPr lang="pt-BR" sz="2800" b="1" i="1" smtClean="0">
                              <a:solidFill>
                                <a:srgbClr val="002060"/>
                              </a:solidFill>
                              <a:latin typeface="Cambria Math" panose="02040503050406030204" pitchFamily="18" charset="0"/>
                              <a:cs typeface="Arial" panose="020B0604020202020204" pitchFamily="34" charset="0"/>
                            </a:rPr>
                            <m:t>−</m:t>
                          </m:r>
                          <m:sSub>
                            <m:sSubPr>
                              <m:ctrlPr>
                                <a:rPr lang="pt-BR" sz="2800" b="1" i="1">
                                  <a:solidFill>
                                    <a:srgbClr val="002060"/>
                                  </a:solidFill>
                                  <a:latin typeface="Cambria Math" panose="02040503050406030204" pitchFamily="18" charset="0"/>
                                  <a:cs typeface="Arial" panose="020B0604020202020204" pitchFamily="34" charset="0"/>
                                </a:rPr>
                              </m:ctrlPr>
                            </m:sSubPr>
                            <m:e>
                              <m:r>
                                <a:rPr lang="pt-BR" sz="2800" b="1" i="1">
                                  <a:solidFill>
                                    <a:srgbClr val="002060"/>
                                  </a:solidFill>
                                  <a:latin typeface="Cambria Math" panose="02040503050406030204" pitchFamily="18" charset="0"/>
                                  <a:cs typeface="Arial" panose="020B0604020202020204" pitchFamily="34" charset="0"/>
                                </a:rPr>
                                <m:t>𝒗</m:t>
                              </m:r>
                            </m:e>
                            <m:sub>
                              <m:r>
                                <a:rPr lang="pt-BR" sz="2800" b="1" i="1">
                                  <a:solidFill>
                                    <a:srgbClr val="002060"/>
                                  </a:solidFill>
                                  <a:latin typeface="Cambria Math" panose="02040503050406030204" pitchFamily="18" charset="0"/>
                                  <a:cs typeface="Arial" panose="020B0604020202020204" pitchFamily="34" charset="0"/>
                                </a:rPr>
                                <m:t>𝑨</m:t>
                              </m:r>
                            </m:sub>
                          </m:sSub>
                        </m:e>
                      </m:d>
                      <m:r>
                        <a:rPr lang="pt-BR" sz="2800" b="1" i="1" smtClean="0">
                          <a:solidFill>
                            <a:srgbClr val="002060"/>
                          </a:solidFill>
                          <a:latin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𝟏𝟖</m:t>
                      </m:r>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       (</m:t>
                      </m:r>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𝑰𝑰</m:t>
                      </m:r>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m:t>
                      </m:r>
                    </m:oMath>
                  </m:oMathPara>
                </a14:m>
                <a:endParaRPr lang="pt-BR" sz="2800" b="1" dirty="0">
                  <a:solidFill>
                    <a:srgbClr val="002060"/>
                  </a:solidFill>
                  <a:latin typeface="Arial" panose="020B0604020202020204" pitchFamily="34" charset="0"/>
                  <a:cs typeface="Arial" panose="020B0604020202020204" pitchFamily="34" charset="0"/>
                </a:endParaRPr>
              </a:p>
            </p:txBody>
          </p:sp>
        </mc:Choice>
        <mc:Fallback xmlns="">
          <p:sp>
            <p:nvSpPr>
              <p:cNvPr id="9" name="CaixaDeTexto 8">
                <a:extLst>
                  <a:ext uri="{FF2B5EF4-FFF2-40B4-BE49-F238E27FC236}">
                    <a16:creationId xmlns:a16="http://schemas.microsoft.com/office/drawing/2014/main" id="{BC643CC3-0BD9-4F96-9697-CA35C610E9BC}"/>
                  </a:ext>
                </a:extLst>
              </p:cNvPr>
              <p:cNvSpPr txBox="1">
                <a:spLocks noRot="1" noChangeAspect="1" noMove="1" noResize="1" noEditPoints="1" noAdjustHandles="1" noChangeArrowheads="1" noChangeShapeType="1" noTextEdit="1"/>
              </p:cNvSpPr>
              <p:nvPr/>
            </p:nvSpPr>
            <p:spPr>
              <a:xfrm>
                <a:off x="30408" y="5360602"/>
                <a:ext cx="5537477" cy="523220"/>
              </a:xfrm>
              <a:prstGeom prst="rect">
                <a:avLst/>
              </a:prstGeom>
              <a:blipFill>
                <a:blip r:embed="rId6"/>
                <a:stretch>
                  <a:fillRect/>
                </a:stretch>
              </a:blipFill>
              <a:ln>
                <a:noFill/>
              </a:ln>
            </p:spPr>
            <p:txBody>
              <a:bodyPr/>
              <a:lstStyle/>
              <a:p>
                <a:r>
                  <a:rPr lang="pt-BR">
                    <a:noFill/>
                  </a:rPr>
                  <a:t> </a:t>
                </a:r>
              </a:p>
            </p:txBody>
          </p:sp>
        </mc:Fallback>
      </mc:AlternateContent>
      <p:sp>
        <p:nvSpPr>
          <p:cNvPr id="10" name="CaixaDeTexto 9">
            <a:extLst>
              <a:ext uri="{FF2B5EF4-FFF2-40B4-BE49-F238E27FC236}">
                <a16:creationId xmlns:a16="http://schemas.microsoft.com/office/drawing/2014/main" id="{C0EE7936-48AF-46EB-A80A-652BFBC2E6ED}"/>
              </a:ext>
            </a:extLst>
          </p:cNvPr>
          <p:cNvSpPr txBox="1"/>
          <p:nvPr/>
        </p:nvSpPr>
        <p:spPr>
          <a:xfrm>
            <a:off x="517114" y="5752411"/>
            <a:ext cx="4357857" cy="523220"/>
          </a:xfrm>
          <a:prstGeom prst="rect">
            <a:avLst/>
          </a:prstGeom>
          <a:noFill/>
        </p:spPr>
        <p:txBody>
          <a:bodyPr wrap="square" rtlCol="0">
            <a:spAutoFit/>
          </a:bodyPr>
          <a:lstStyle/>
          <a:p>
            <a:r>
              <a:rPr lang="pt-BR" sz="2800" b="1" dirty="0">
                <a:latin typeface="Arial" panose="020B0604020202020204" pitchFamily="34" charset="0"/>
                <a:cs typeface="Arial" panose="020B0604020202020204" pitchFamily="34" charset="0"/>
              </a:rPr>
              <a:t>A rolha descendo o rio:</a:t>
            </a:r>
          </a:p>
        </p:txBody>
      </p:sp>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38879254-7E81-4306-8A90-32CEFF783ACA}"/>
                  </a:ext>
                </a:extLst>
              </p:cNvPr>
              <p:cNvSpPr txBox="1"/>
              <p:nvPr/>
            </p:nvSpPr>
            <p:spPr>
              <a:xfrm>
                <a:off x="491374" y="6187113"/>
                <a:ext cx="4112872" cy="523220"/>
              </a:xfrm>
              <a:prstGeom prst="rect">
                <a:avLst/>
              </a:prstGeom>
              <a:no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𝑺</m:t>
                          </m:r>
                        </m:e>
                        <m:sub>
                          <m:r>
                            <a:rPr lang="pt-BR" sz="28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𝒊𝒅𝒂</m:t>
                          </m:r>
                        </m:sub>
                      </m:sSub>
                      <m:r>
                        <a:rPr lang="pt-BR" sz="2800" b="1" i="1" smtClean="0">
                          <a:solidFill>
                            <a:srgbClr val="C00000"/>
                          </a:solidFill>
                          <a:latin typeface="Cambria Math" panose="02040503050406030204" pitchFamily="18" charset="0"/>
                          <a:cs typeface="Arial" panose="020B0604020202020204" pitchFamily="34" charset="0"/>
                        </a:rPr>
                        <m:t>=</m:t>
                      </m:r>
                      <m:sSub>
                        <m:sSubPr>
                          <m:ctrlPr>
                            <a:rPr lang="pt-BR" sz="2800" b="1" i="1">
                              <a:solidFill>
                                <a:srgbClr val="C00000"/>
                              </a:solidFill>
                              <a:latin typeface="Cambria Math" panose="02040503050406030204" pitchFamily="18" charset="0"/>
                              <a:cs typeface="Arial" panose="020B0604020202020204" pitchFamily="34" charset="0"/>
                            </a:rPr>
                          </m:ctrlPr>
                        </m:sSubPr>
                        <m:e>
                          <m:r>
                            <a:rPr lang="pt-BR" sz="2800" b="1" i="1">
                              <a:solidFill>
                                <a:srgbClr val="C00000"/>
                              </a:solidFill>
                              <a:latin typeface="Cambria Math" panose="02040503050406030204" pitchFamily="18" charset="0"/>
                              <a:cs typeface="Arial" panose="020B0604020202020204" pitchFamily="34" charset="0"/>
                            </a:rPr>
                            <m:t>𝒗</m:t>
                          </m:r>
                        </m:e>
                        <m:sub>
                          <m:r>
                            <a:rPr lang="pt-BR" sz="2800" b="1" i="1">
                              <a:solidFill>
                                <a:srgbClr val="C00000"/>
                              </a:solidFill>
                              <a:latin typeface="Cambria Math" panose="02040503050406030204" pitchFamily="18" charset="0"/>
                              <a:cs typeface="Arial" panose="020B0604020202020204" pitchFamily="34" charset="0"/>
                            </a:rPr>
                            <m:t>𝑨</m:t>
                          </m:r>
                        </m:sub>
                      </m:sSub>
                      <m:r>
                        <a:rPr lang="pt-BR" sz="2800" b="1" i="1" smtClean="0">
                          <a:solidFill>
                            <a:srgbClr val="C00000"/>
                          </a:solidFill>
                          <a:latin typeface="Cambria Math" panose="02040503050406030204" pitchFamily="18" charset="0"/>
                          <a:cs typeface="Arial" panose="020B0604020202020204" pitchFamily="34" charset="0"/>
                        </a:rPr>
                        <m:t>.</m:t>
                      </m:r>
                      <m:r>
                        <a:rPr lang="pt-BR" sz="2800" b="1" i="1">
                          <a:solidFill>
                            <a:srgbClr val="C00000"/>
                          </a:solidFill>
                          <a:latin typeface="Cambria Math" panose="02040503050406030204" pitchFamily="18" charset="0"/>
                          <a:ea typeface="Cambria Math" panose="02040503050406030204" pitchFamily="18" charset="0"/>
                          <a:cs typeface="Arial" panose="020B0604020202020204" pitchFamily="34" charset="0"/>
                        </a:rPr>
                        <m:t>∆</m:t>
                      </m:r>
                      <m:sSup>
                        <m:sSupPr>
                          <m:ctrlPr>
                            <a:rPr lang="pt-BR" sz="28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ctrlPr>
                        </m:sSupPr>
                        <m:e>
                          <m:r>
                            <a:rPr lang="pt-BR" sz="2800" b="1" i="1">
                              <a:solidFill>
                                <a:srgbClr val="C00000"/>
                              </a:solidFill>
                              <a:latin typeface="Cambria Math" panose="02040503050406030204" pitchFamily="18" charset="0"/>
                              <a:ea typeface="Cambria Math" panose="02040503050406030204" pitchFamily="18" charset="0"/>
                              <a:cs typeface="Arial" panose="020B0604020202020204" pitchFamily="34" charset="0"/>
                            </a:rPr>
                            <m:t>𝒕</m:t>
                          </m:r>
                        </m:e>
                        <m:sup>
                          <m:r>
                            <a:rPr lang="pt-BR" sz="28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m:t>
                          </m:r>
                        </m:sup>
                      </m:sSup>
                      <m:r>
                        <a:rPr lang="pt-BR" sz="28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   (</m:t>
                      </m:r>
                      <m:r>
                        <a:rPr lang="pt-BR" sz="28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𝑰𝑰𝑰</m:t>
                      </m:r>
                      <m:r>
                        <a:rPr lang="pt-BR" sz="28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m:t>
                      </m:r>
                    </m:oMath>
                  </m:oMathPara>
                </a14:m>
                <a:endParaRPr lang="pt-BR" sz="2800" b="1" dirty="0">
                  <a:solidFill>
                    <a:srgbClr val="C00000"/>
                  </a:solidFill>
                  <a:latin typeface="Arial" panose="020B0604020202020204" pitchFamily="34" charset="0"/>
                  <a:cs typeface="Arial" panose="020B0604020202020204" pitchFamily="34" charset="0"/>
                </a:endParaRPr>
              </a:p>
            </p:txBody>
          </p:sp>
        </mc:Choice>
        <mc:Fallback xmlns="">
          <p:sp>
            <p:nvSpPr>
              <p:cNvPr id="11" name="CaixaDeTexto 10">
                <a:extLst>
                  <a:ext uri="{FF2B5EF4-FFF2-40B4-BE49-F238E27FC236}">
                    <a16:creationId xmlns:a16="http://schemas.microsoft.com/office/drawing/2014/main" id="{38879254-7E81-4306-8A90-32CEFF783ACA}"/>
                  </a:ext>
                </a:extLst>
              </p:cNvPr>
              <p:cNvSpPr txBox="1">
                <a:spLocks noRot="1" noChangeAspect="1" noMove="1" noResize="1" noEditPoints="1" noAdjustHandles="1" noChangeArrowheads="1" noChangeShapeType="1" noTextEdit="1"/>
              </p:cNvSpPr>
              <p:nvPr/>
            </p:nvSpPr>
            <p:spPr>
              <a:xfrm>
                <a:off x="491374" y="6187113"/>
                <a:ext cx="4112872" cy="523220"/>
              </a:xfrm>
              <a:prstGeom prst="rect">
                <a:avLst/>
              </a:prstGeom>
              <a:blipFill>
                <a:blip r:embed="rId7"/>
                <a:stretch>
                  <a:fillRect/>
                </a:stretch>
              </a:blipFill>
              <a:ln>
                <a:solidFill>
                  <a:schemeClr val="tx1"/>
                </a:solidFill>
              </a:ln>
            </p:spPr>
            <p:txBody>
              <a:bodyPr/>
              <a:lstStyle/>
              <a:p>
                <a:r>
                  <a:rPr lang="pt-BR">
                    <a:noFill/>
                  </a:rPr>
                  <a:t> </a:t>
                </a:r>
              </a:p>
            </p:txBody>
          </p:sp>
        </mc:Fallback>
      </mc:AlternateContent>
      <p:cxnSp>
        <p:nvCxnSpPr>
          <p:cNvPr id="12" name="Conector reto 11">
            <a:extLst>
              <a:ext uri="{FF2B5EF4-FFF2-40B4-BE49-F238E27FC236}">
                <a16:creationId xmlns:a16="http://schemas.microsoft.com/office/drawing/2014/main" id="{E2D26D95-42AD-4BD0-A707-3B5CA8FD72EE}"/>
              </a:ext>
            </a:extLst>
          </p:cNvPr>
          <p:cNvCxnSpPr>
            <a:cxnSpLocks/>
          </p:cNvCxnSpPr>
          <p:nvPr/>
        </p:nvCxnSpPr>
        <p:spPr>
          <a:xfrm>
            <a:off x="5442208" y="3497946"/>
            <a:ext cx="0" cy="3170823"/>
          </a:xfrm>
          <a:prstGeom prst="line">
            <a:avLst/>
          </a:prstGeom>
          <a:ln w="5715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4" name="CaixaDeTexto 13">
            <a:extLst>
              <a:ext uri="{FF2B5EF4-FFF2-40B4-BE49-F238E27FC236}">
                <a16:creationId xmlns:a16="http://schemas.microsoft.com/office/drawing/2014/main" id="{D4EDCBFE-476E-4132-8632-A018BCC7A30D}"/>
              </a:ext>
            </a:extLst>
          </p:cNvPr>
          <p:cNvSpPr txBox="1"/>
          <p:nvPr/>
        </p:nvSpPr>
        <p:spPr>
          <a:xfrm>
            <a:off x="5567884" y="3720596"/>
            <a:ext cx="6153061" cy="523220"/>
          </a:xfrm>
          <a:prstGeom prst="rect">
            <a:avLst/>
          </a:prstGeom>
          <a:noFill/>
        </p:spPr>
        <p:txBody>
          <a:bodyPr wrap="square" rtlCol="0">
            <a:spAutoFit/>
          </a:bodyPr>
          <a:lstStyle/>
          <a:p>
            <a:r>
              <a:rPr lang="pt-BR" sz="2800" b="1" dirty="0">
                <a:solidFill>
                  <a:srgbClr val="002060"/>
                </a:solidFill>
                <a:latin typeface="Arial" panose="020B0604020202020204" pitchFamily="34" charset="0"/>
                <a:cs typeface="Arial" panose="020B0604020202020204" pitchFamily="34" charset="0"/>
              </a:rPr>
              <a:t>Multiplicar I por -2 e somar com II:</a:t>
            </a:r>
          </a:p>
        </p:txBody>
      </p:sp>
      <mc:AlternateContent xmlns:mc="http://schemas.openxmlformats.org/markup-compatibility/2006" xmlns:a14="http://schemas.microsoft.com/office/drawing/2010/main">
        <mc:Choice Requires="a14">
          <p:sp>
            <p:nvSpPr>
              <p:cNvPr id="15" name="CaixaDeTexto 14">
                <a:extLst>
                  <a:ext uri="{FF2B5EF4-FFF2-40B4-BE49-F238E27FC236}">
                    <a16:creationId xmlns:a16="http://schemas.microsoft.com/office/drawing/2014/main" id="{51CAE256-D30F-41D6-B567-C2C0808BA9BF}"/>
                  </a:ext>
                </a:extLst>
              </p:cNvPr>
              <p:cNvSpPr txBox="1"/>
              <p:nvPr/>
            </p:nvSpPr>
            <p:spPr>
              <a:xfrm>
                <a:off x="5665811" y="4292382"/>
                <a:ext cx="4620957" cy="523220"/>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𝟐</m:t>
                      </m:r>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𝑺</m:t>
                      </m:r>
                      <m:r>
                        <a:rPr lang="pt-BR" sz="2800" b="1" i="1" smtClean="0">
                          <a:solidFill>
                            <a:srgbClr val="FF0000"/>
                          </a:solidFill>
                          <a:latin typeface="Cambria Math" panose="02040503050406030204" pitchFamily="18" charset="0"/>
                          <a:cs typeface="Arial" panose="020B0604020202020204" pitchFamily="34" charset="0"/>
                        </a:rPr>
                        <m:t>=</m:t>
                      </m:r>
                      <m:sSub>
                        <m:sSubPr>
                          <m:ctrlPr>
                            <a:rPr lang="pt-BR" sz="2800" b="1" i="1">
                              <a:solidFill>
                                <a:srgbClr val="FF0000"/>
                              </a:solidFill>
                              <a:latin typeface="Cambria Math" panose="02040503050406030204" pitchFamily="18" charset="0"/>
                              <a:cs typeface="Arial" panose="020B0604020202020204" pitchFamily="34" charset="0"/>
                            </a:rPr>
                          </m:ctrlPr>
                        </m:sSubPr>
                        <m:e>
                          <m:r>
                            <a:rPr lang="pt-BR" sz="2800" b="1" i="1" smtClean="0">
                              <a:solidFill>
                                <a:srgbClr val="FF0000"/>
                              </a:solidFill>
                              <a:latin typeface="Cambria Math" panose="02040503050406030204" pitchFamily="18" charset="0"/>
                              <a:cs typeface="Arial" panose="020B0604020202020204" pitchFamily="34" charset="0"/>
                            </a:rPr>
                            <m:t>−</m:t>
                          </m:r>
                          <m:r>
                            <a:rPr lang="pt-BR" sz="2800" b="1" i="1" smtClean="0">
                              <a:solidFill>
                                <a:srgbClr val="FF0000"/>
                              </a:solidFill>
                              <a:latin typeface="Cambria Math" panose="02040503050406030204" pitchFamily="18" charset="0"/>
                              <a:cs typeface="Arial" panose="020B0604020202020204" pitchFamily="34" charset="0"/>
                            </a:rPr>
                            <m:t>𝟏𝟖</m:t>
                          </m:r>
                          <m:r>
                            <a:rPr lang="pt-BR" sz="2800" b="1" i="1">
                              <a:solidFill>
                                <a:srgbClr val="FF0000"/>
                              </a:solidFill>
                              <a:latin typeface="Cambria Math" panose="02040503050406030204" pitchFamily="18" charset="0"/>
                              <a:cs typeface="Arial" panose="020B0604020202020204" pitchFamily="34" charset="0"/>
                            </a:rPr>
                            <m:t>𝒗</m:t>
                          </m:r>
                        </m:e>
                        <m:sub>
                          <m:r>
                            <a:rPr lang="pt-BR" sz="2800" b="1" i="1" smtClean="0">
                              <a:solidFill>
                                <a:srgbClr val="FF0000"/>
                              </a:solidFill>
                              <a:latin typeface="Cambria Math" panose="02040503050406030204" pitchFamily="18" charset="0"/>
                              <a:cs typeface="Arial" panose="020B0604020202020204" pitchFamily="34" charset="0"/>
                            </a:rPr>
                            <m:t>𝒓𝒆𝒍</m:t>
                          </m:r>
                        </m:sub>
                      </m:sSub>
                      <m:r>
                        <a:rPr lang="pt-BR" sz="2800" b="1" i="1" smtClean="0">
                          <a:solidFill>
                            <a:srgbClr val="FF0000"/>
                          </a:solidFill>
                          <a:latin typeface="Cambria Math" panose="02040503050406030204" pitchFamily="18" charset="0"/>
                          <a:cs typeface="Arial" panose="020B0604020202020204" pitchFamily="34" charset="0"/>
                        </a:rPr>
                        <m:t>−</m:t>
                      </m:r>
                      <m:r>
                        <a:rPr lang="pt-BR" sz="2800" b="1" i="1" smtClean="0">
                          <a:solidFill>
                            <a:srgbClr val="FF0000"/>
                          </a:solidFill>
                          <a:latin typeface="Cambria Math" panose="02040503050406030204" pitchFamily="18" charset="0"/>
                          <a:cs typeface="Arial" panose="020B0604020202020204" pitchFamily="34" charset="0"/>
                        </a:rPr>
                        <m:t>𝟏𝟖</m:t>
                      </m:r>
                      <m:sSub>
                        <m:sSubPr>
                          <m:ctrlPr>
                            <a:rPr lang="pt-BR" sz="2800" b="1" i="1">
                              <a:solidFill>
                                <a:srgbClr val="FF0000"/>
                              </a:solidFill>
                              <a:latin typeface="Cambria Math" panose="02040503050406030204" pitchFamily="18" charset="0"/>
                              <a:cs typeface="Arial" panose="020B0604020202020204" pitchFamily="34" charset="0"/>
                            </a:rPr>
                          </m:ctrlPr>
                        </m:sSubPr>
                        <m:e>
                          <m:r>
                            <a:rPr lang="pt-BR" sz="2800" b="1" i="1">
                              <a:solidFill>
                                <a:srgbClr val="FF0000"/>
                              </a:solidFill>
                              <a:latin typeface="Cambria Math" panose="02040503050406030204" pitchFamily="18" charset="0"/>
                              <a:cs typeface="Arial" panose="020B0604020202020204" pitchFamily="34" charset="0"/>
                            </a:rPr>
                            <m:t>𝒗</m:t>
                          </m:r>
                        </m:e>
                        <m:sub>
                          <m:r>
                            <a:rPr lang="pt-BR" sz="2800" b="1" i="1">
                              <a:solidFill>
                                <a:srgbClr val="FF0000"/>
                              </a:solidFill>
                              <a:latin typeface="Cambria Math" panose="02040503050406030204" pitchFamily="18" charset="0"/>
                              <a:cs typeface="Arial" panose="020B0604020202020204" pitchFamily="34" charset="0"/>
                            </a:rPr>
                            <m:t>𝑨</m:t>
                          </m:r>
                        </m:sub>
                      </m:sSub>
                    </m:oMath>
                  </m:oMathPara>
                </a14:m>
                <a:endParaRPr lang="pt-BR" sz="2800" b="1" dirty="0">
                  <a:solidFill>
                    <a:srgbClr val="FF0000"/>
                  </a:solidFill>
                  <a:latin typeface="Arial" panose="020B0604020202020204" pitchFamily="34" charset="0"/>
                  <a:cs typeface="Arial" panose="020B0604020202020204" pitchFamily="34" charset="0"/>
                </a:endParaRPr>
              </a:p>
            </p:txBody>
          </p:sp>
        </mc:Choice>
        <mc:Fallback xmlns="">
          <p:sp>
            <p:nvSpPr>
              <p:cNvPr id="15" name="CaixaDeTexto 14">
                <a:extLst>
                  <a:ext uri="{FF2B5EF4-FFF2-40B4-BE49-F238E27FC236}">
                    <a16:creationId xmlns:a16="http://schemas.microsoft.com/office/drawing/2014/main" id="{51CAE256-D30F-41D6-B567-C2C0808BA9BF}"/>
                  </a:ext>
                </a:extLst>
              </p:cNvPr>
              <p:cNvSpPr txBox="1">
                <a:spLocks noRot="1" noChangeAspect="1" noMove="1" noResize="1" noEditPoints="1" noAdjustHandles="1" noChangeArrowheads="1" noChangeShapeType="1" noTextEdit="1"/>
              </p:cNvSpPr>
              <p:nvPr/>
            </p:nvSpPr>
            <p:spPr>
              <a:xfrm>
                <a:off x="5665811" y="4292382"/>
                <a:ext cx="4620957" cy="523220"/>
              </a:xfrm>
              <a:prstGeom prst="rect">
                <a:avLst/>
              </a:prstGeom>
              <a:blipFill>
                <a:blip r:embed="rId8"/>
                <a:stretch>
                  <a:fillRect/>
                </a:stretch>
              </a:blipFill>
              <a:ln w="19050">
                <a:no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id="{2432C859-A923-4D7F-AB5A-68990304B896}"/>
                  </a:ext>
                </a:extLst>
              </p:cNvPr>
              <p:cNvSpPr txBox="1"/>
              <p:nvPr/>
            </p:nvSpPr>
            <p:spPr>
              <a:xfrm>
                <a:off x="5834678" y="4795309"/>
                <a:ext cx="4023398" cy="523220"/>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𝑺</m:t>
                      </m:r>
                      <m:r>
                        <a:rPr lang="pt-BR" sz="2800" b="1" i="1" smtClean="0">
                          <a:solidFill>
                            <a:srgbClr val="002060"/>
                          </a:solidFill>
                          <a:latin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cs typeface="Arial" panose="020B0604020202020204" pitchFamily="34" charset="0"/>
                        </a:rPr>
                        <m:t>𝟏𝟖</m:t>
                      </m:r>
                      <m:sSub>
                        <m:sSubPr>
                          <m:ctrlPr>
                            <a:rPr lang="pt-BR" sz="2800" b="1" i="1">
                              <a:solidFill>
                                <a:srgbClr val="002060"/>
                              </a:solidFill>
                              <a:latin typeface="Cambria Math" panose="02040503050406030204" pitchFamily="18" charset="0"/>
                              <a:cs typeface="Arial" panose="020B0604020202020204" pitchFamily="34" charset="0"/>
                            </a:rPr>
                          </m:ctrlPr>
                        </m:sSubPr>
                        <m:e>
                          <m:r>
                            <a:rPr lang="pt-BR" sz="2800" b="1" i="1">
                              <a:solidFill>
                                <a:srgbClr val="002060"/>
                              </a:solidFill>
                              <a:latin typeface="Cambria Math" panose="02040503050406030204" pitchFamily="18" charset="0"/>
                              <a:cs typeface="Arial" panose="020B0604020202020204" pitchFamily="34" charset="0"/>
                            </a:rPr>
                            <m:t>𝒗</m:t>
                          </m:r>
                        </m:e>
                        <m:sub>
                          <m:r>
                            <a:rPr lang="pt-BR" sz="2800" b="1" i="1" smtClean="0">
                              <a:solidFill>
                                <a:srgbClr val="002060"/>
                              </a:solidFill>
                              <a:latin typeface="Cambria Math" panose="02040503050406030204" pitchFamily="18" charset="0"/>
                              <a:cs typeface="Arial" panose="020B0604020202020204" pitchFamily="34" charset="0"/>
                            </a:rPr>
                            <m:t>𝒓𝒆𝒍</m:t>
                          </m:r>
                        </m:sub>
                      </m:sSub>
                      <m:r>
                        <a:rPr lang="pt-BR" sz="2800" b="1" i="1">
                          <a:solidFill>
                            <a:srgbClr val="002060"/>
                          </a:solidFill>
                          <a:latin typeface="Cambria Math" panose="02040503050406030204" pitchFamily="18" charset="0"/>
                          <a:cs typeface="Arial" panose="020B0604020202020204" pitchFamily="34" charset="0"/>
                        </a:rPr>
                        <m:t>−</m:t>
                      </m:r>
                      <m:sSub>
                        <m:sSubPr>
                          <m:ctrlPr>
                            <a:rPr lang="pt-BR" sz="2800" b="1" i="1">
                              <a:solidFill>
                                <a:srgbClr val="002060"/>
                              </a:solidFill>
                              <a:latin typeface="Cambria Math" panose="02040503050406030204" pitchFamily="18" charset="0"/>
                              <a:cs typeface="Arial" panose="020B0604020202020204" pitchFamily="34" charset="0"/>
                            </a:rPr>
                          </m:ctrlPr>
                        </m:sSubPr>
                        <m:e>
                          <m:r>
                            <a:rPr lang="pt-BR" sz="2800" b="1" i="1" smtClean="0">
                              <a:solidFill>
                                <a:srgbClr val="002060"/>
                              </a:solidFill>
                              <a:latin typeface="Cambria Math" panose="02040503050406030204" pitchFamily="18" charset="0"/>
                              <a:cs typeface="Arial" panose="020B0604020202020204" pitchFamily="34" charset="0"/>
                            </a:rPr>
                            <m:t>𝟏𝟖</m:t>
                          </m:r>
                          <m:r>
                            <a:rPr lang="pt-BR" sz="2800" b="1" i="1">
                              <a:solidFill>
                                <a:srgbClr val="002060"/>
                              </a:solidFill>
                              <a:latin typeface="Cambria Math" panose="02040503050406030204" pitchFamily="18" charset="0"/>
                              <a:cs typeface="Arial" panose="020B0604020202020204" pitchFamily="34" charset="0"/>
                            </a:rPr>
                            <m:t>𝒗</m:t>
                          </m:r>
                        </m:e>
                        <m:sub>
                          <m:r>
                            <a:rPr lang="pt-BR" sz="2800" b="1" i="1">
                              <a:solidFill>
                                <a:srgbClr val="002060"/>
                              </a:solidFill>
                              <a:latin typeface="Cambria Math" panose="02040503050406030204" pitchFamily="18" charset="0"/>
                              <a:cs typeface="Arial" panose="020B0604020202020204" pitchFamily="34" charset="0"/>
                            </a:rPr>
                            <m:t>𝑨</m:t>
                          </m:r>
                        </m:sub>
                      </m:sSub>
                    </m:oMath>
                  </m:oMathPara>
                </a14:m>
                <a:endParaRPr lang="pt-BR" sz="2800" b="1" dirty="0">
                  <a:solidFill>
                    <a:srgbClr val="002060"/>
                  </a:solidFill>
                  <a:latin typeface="Arial" panose="020B0604020202020204" pitchFamily="34" charset="0"/>
                  <a:cs typeface="Arial" panose="020B0604020202020204" pitchFamily="34" charset="0"/>
                </a:endParaRPr>
              </a:p>
            </p:txBody>
          </p:sp>
        </mc:Choice>
        <mc:Fallback xmlns="">
          <p:sp>
            <p:nvSpPr>
              <p:cNvPr id="16" name="CaixaDeTexto 15">
                <a:extLst>
                  <a:ext uri="{FF2B5EF4-FFF2-40B4-BE49-F238E27FC236}">
                    <a16:creationId xmlns:a16="http://schemas.microsoft.com/office/drawing/2014/main" id="{2432C859-A923-4D7F-AB5A-68990304B896}"/>
                  </a:ext>
                </a:extLst>
              </p:cNvPr>
              <p:cNvSpPr txBox="1">
                <a:spLocks noRot="1" noChangeAspect="1" noMove="1" noResize="1" noEditPoints="1" noAdjustHandles="1" noChangeArrowheads="1" noChangeShapeType="1" noTextEdit="1"/>
              </p:cNvSpPr>
              <p:nvPr/>
            </p:nvSpPr>
            <p:spPr>
              <a:xfrm>
                <a:off x="5834678" y="4795309"/>
                <a:ext cx="4023398" cy="523220"/>
              </a:xfrm>
              <a:prstGeom prst="rect">
                <a:avLst/>
              </a:prstGeom>
              <a:blipFill>
                <a:blip r:embed="rId9"/>
                <a:stretch>
                  <a:fillRect/>
                </a:stretch>
              </a:blipFill>
              <a:ln>
                <a:noFill/>
              </a:ln>
            </p:spPr>
            <p:txBody>
              <a:bodyPr/>
              <a:lstStyle/>
              <a:p>
                <a:r>
                  <a:rPr lang="pt-BR">
                    <a:noFill/>
                  </a:rPr>
                  <a:t> </a:t>
                </a:r>
              </a:p>
            </p:txBody>
          </p:sp>
        </mc:Fallback>
      </mc:AlternateContent>
      <p:sp>
        <p:nvSpPr>
          <p:cNvPr id="17" name="Chave Esquerda 16">
            <a:extLst>
              <a:ext uri="{FF2B5EF4-FFF2-40B4-BE49-F238E27FC236}">
                <a16:creationId xmlns:a16="http://schemas.microsoft.com/office/drawing/2014/main" id="{CF4C3BFA-E3AF-47E8-9279-FF79D20E560D}"/>
              </a:ext>
            </a:extLst>
          </p:cNvPr>
          <p:cNvSpPr/>
          <p:nvPr/>
        </p:nvSpPr>
        <p:spPr>
          <a:xfrm>
            <a:off x="5489315" y="4491210"/>
            <a:ext cx="314851" cy="722914"/>
          </a:xfrm>
          <a:prstGeom prst="lef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cxnSp>
        <p:nvCxnSpPr>
          <p:cNvPr id="19" name="Conector reto 18">
            <a:extLst>
              <a:ext uri="{FF2B5EF4-FFF2-40B4-BE49-F238E27FC236}">
                <a16:creationId xmlns:a16="http://schemas.microsoft.com/office/drawing/2014/main" id="{D1563CD8-2DA5-4D68-822B-216237A39224}"/>
              </a:ext>
            </a:extLst>
          </p:cNvPr>
          <p:cNvCxnSpPr>
            <a:cxnSpLocks/>
          </p:cNvCxnSpPr>
          <p:nvPr/>
        </p:nvCxnSpPr>
        <p:spPr>
          <a:xfrm flipV="1">
            <a:off x="7542487" y="4327817"/>
            <a:ext cx="502979" cy="9735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CaixaDeTexto 21">
                <a:extLst>
                  <a:ext uri="{FF2B5EF4-FFF2-40B4-BE49-F238E27FC236}">
                    <a16:creationId xmlns:a16="http://schemas.microsoft.com/office/drawing/2014/main" id="{DEF78DC6-339D-4A69-AB7E-058920567DD6}"/>
                  </a:ext>
                </a:extLst>
              </p:cNvPr>
              <p:cNvSpPr txBox="1"/>
              <p:nvPr/>
            </p:nvSpPr>
            <p:spPr>
              <a:xfrm>
                <a:off x="6177814" y="3148810"/>
                <a:ext cx="380492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𝑺</m:t>
                          </m:r>
                        </m:e>
                        <m:sub>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𝒊𝒅𝒂</m:t>
                          </m:r>
                        </m:sub>
                      </m:sSub>
                      <m:r>
                        <a:rPr lang="pt-BR" sz="2800" b="1" i="1" smtClean="0">
                          <a:solidFill>
                            <a:schemeClr val="tx1"/>
                          </a:solidFill>
                          <a:latin typeface="Cambria Math" panose="02040503050406030204" pitchFamily="18" charset="0"/>
                          <a:cs typeface="Arial" panose="020B0604020202020204" pitchFamily="34" charset="0"/>
                        </a:rPr>
                        <m:t>=</m:t>
                      </m:r>
                      <m:r>
                        <a:rPr lang="pt-BR" sz="2800" b="1" i="1">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a:latin typeface="Cambria Math" panose="02040503050406030204" pitchFamily="18" charset="0"/>
                              <a:ea typeface="Cambria Math" panose="02040503050406030204" pitchFamily="18" charset="0"/>
                              <a:cs typeface="Arial" panose="020B0604020202020204" pitchFamily="34" charset="0"/>
                            </a:rPr>
                          </m:ctrlPr>
                        </m:sSubPr>
                        <m:e>
                          <m:r>
                            <a:rPr lang="pt-BR" sz="2800" b="1" i="1">
                              <a:latin typeface="Cambria Math" panose="02040503050406030204" pitchFamily="18" charset="0"/>
                              <a:ea typeface="Cambria Math" panose="02040503050406030204" pitchFamily="18" charset="0"/>
                              <a:cs typeface="Arial" panose="020B0604020202020204" pitchFamily="34" charset="0"/>
                            </a:rPr>
                            <m:t>𝑺</m:t>
                          </m:r>
                        </m:e>
                        <m:sub>
                          <m:r>
                            <a:rPr lang="pt-BR" sz="2800" b="1" i="1">
                              <a:latin typeface="Cambria Math" panose="02040503050406030204" pitchFamily="18" charset="0"/>
                              <a:ea typeface="Cambria Math" panose="02040503050406030204" pitchFamily="18" charset="0"/>
                              <a:cs typeface="Arial" panose="020B0604020202020204" pitchFamily="34" charset="0"/>
                            </a:rPr>
                            <m:t>𝒗𝒐𝒍𝒕𝒂</m:t>
                          </m:r>
                        </m:sub>
                      </m:sSub>
                      <m:r>
                        <a:rPr lang="pt-BR" sz="2800" b="1" i="1" smtClean="0">
                          <a:solidFill>
                            <a:schemeClr val="tx1"/>
                          </a:solidFill>
                          <a:latin typeface="Cambria Math" panose="02040503050406030204" pitchFamily="18" charset="0"/>
                          <a:cs typeface="Arial" panose="020B0604020202020204" pitchFamily="34" charset="0"/>
                        </a:rPr>
                        <m:t>=</m:t>
                      </m:r>
                      <m:r>
                        <a:rPr lang="pt-BR" sz="2800" b="1" i="1">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𝑺</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22" name="CaixaDeTexto 21">
                <a:extLst>
                  <a:ext uri="{FF2B5EF4-FFF2-40B4-BE49-F238E27FC236}">
                    <a16:creationId xmlns:a16="http://schemas.microsoft.com/office/drawing/2014/main" id="{DEF78DC6-339D-4A69-AB7E-058920567DD6}"/>
                  </a:ext>
                </a:extLst>
              </p:cNvPr>
              <p:cNvSpPr txBox="1">
                <a:spLocks noRot="1" noChangeAspect="1" noMove="1" noResize="1" noEditPoints="1" noAdjustHandles="1" noChangeArrowheads="1" noChangeShapeType="1" noTextEdit="1"/>
              </p:cNvSpPr>
              <p:nvPr/>
            </p:nvSpPr>
            <p:spPr>
              <a:xfrm>
                <a:off x="6177814" y="3148810"/>
                <a:ext cx="3804923" cy="523220"/>
              </a:xfrm>
              <a:prstGeom prst="rect">
                <a:avLst/>
              </a:prstGeom>
              <a:blipFill>
                <a:blip r:embed="rId10"/>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0256793E-D275-4435-8CB3-42FFDDD78B1D}"/>
                  </a:ext>
                </a:extLst>
              </p:cNvPr>
              <p:cNvSpPr txBox="1"/>
              <p:nvPr/>
            </p:nvSpPr>
            <p:spPr>
              <a:xfrm>
                <a:off x="6280171" y="5316577"/>
                <a:ext cx="3624692" cy="523220"/>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𝑺</m:t>
                      </m:r>
                      <m:r>
                        <a:rPr lang="pt-BR" sz="2800" b="1" i="1" smtClean="0">
                          <a:solidFill>
                            <a:srgbClr val="FF0000"/>
                          </a:solidFill>
                          <a:latin typeface="Cambria Math" panose="02040503050406030204" pitchFamily="18" charset="0"/>
                          <a:cs typeface="Arial" panose="020B0604020202020204" pitchFamily="34" charset="0"/>
                        </a:rPr>
                        <m:t>=−</m:t>
                      </m:r>
                      <m:r>
                        <a:rPr lang="pt-BR" sz="2800" b="1" i="1" smtClean="0">
                          <a:solidFill>
                            <a:srgbClr val="FF0000"/>
                          </a:solidFill>
                          <a:latin typeface="Cambria Math" panose="02040503050406030204" pitchFamily="18" charset="0"/>
                          <a:cs typeface="Arial" panose="020B0604020202020204" pitchFamily="34" charset="0"/>
                        </a:rPr>
                        <m:t>𝟑𝟔</m:t>
                      </m:r>
                      <m:sSub>
                        <m:sSubPr>
                          <m:ctrlPr>
                            <a:rPr lang="pt-BR" sz="2800" b="1" i="1">
                              <a:solidFill>
                                <a:srgbClr val="FF0000"/>
                              </a:solidFill>
                              <a:latin typeface="Cambria Math" panose="02040503050406030204" pitchFamily="18" charset="0"/>
                              <a:cs typeface="Arial" panose="020B0604020202020204" pitchFamily="34" charset="0"/>
                            </a:rPr>
                          </m:ctrlPr>
                        </m:sSubPr>
                        <m:e>
                          <m:r>
                            <a:rPr lang="pt-BR" sz="2800" b="1" i="1">
                              <a:solidFill>
                                <a:srgbClr val="FF0000"/>
                              </a:solidFill>
                              <a:latin typeface="Cambria Math" panose="02040503050406030204" pitchFamily="18" charset="0"/>
                              <a:cs typeface="Arial" panose="020B0604020202020204" pitchFamily="34" charset="0"/>
                            </a:rPr>
                            <m:t>𝒗</m:t>
                          </m:r>
                        </m:e>
                        <m:sub>
                          <m:r>
                            <a:rPr lang="pt-BR" sz="2800" b="1" i="1">
                              <a:solidFill>
                                <a:srgbClr val="FF0000"/>
                              </a:solidFill>
                              <a:latin typeface="Cambria Math" panose="02040503050406030204" pitchFamily="18" charset="0"/>
                              <a:cs typeface="Arial" panose="020B0604020202020204" pitchFamily="34" charset="0"/>
                            </a:rPr>
                            <m:t>𝑨</m:t>
                          </m:r>
                        </m:sub>
                      </m:sSub>
                      <m:r>
                        <a:rPr lang="pt-BR" sz="2800" b="1" i="1" smtClean="0">
                          <a:solidFill>
                            <a:srgbClr val="FF0000"/>
                          </a:solidFill>
                          <a:latin typeface="Cambria Math" panose="02040503050406030204" pitchFamily="18" charset="0"/>
                          <a:cs typeface="Arial" panose="020B0604020202020204" pitchFamily="34" charset="0"/>
                        </a:rPr>
                        <m:t>   (</m:t>
                      </m:r>
                      <m:r>
                        <a:rPr lang="pt-BR" sz="2800" b="1" i="1" smtClean="0">
                          <a:solidFill>
                            <a:srgbClr val="FF0000"/>
                          </a:solidFill>
                          <a:latin typeface="Cambria Math" panose="02040503050406030204" pitchFamily="18" charset="0"/>
                          <a:cs typeface="Arial" panose="020B0604020202020204" pitchFamily="34" charset="0"/>
                        </a:rPr>
                        <m:t>𝑰𝑽</m:t>
                      </m:r>
                      <m:r>
                        <a:rPr lang="pt-BR" sz="2800" b="1" i="1" smtClean="0">
                          <a:solidFill>
                            <a:srgbClr val="FF0000"/>
                          </a:solidFill>
                          <a:latin typeface="Cambria Math" panose="02040503050406030204" pitchFamily="18" charset="0"/>
                          <a:cs typeface="Arial" panose="020B0604020202020204" pitchFamily="34" charset="0"/>
                        </a:rPr>
                        <m:t>)</m:t>
                      </m:r>
                    </m:oMath>
                  </m:oMathPara>
                </a14:m>
                <a:endParaRPr lang="pt-BR" sz="2800" b="1" dirty="0">
                  <a:solidFill>
                    <a:srgbClr val="FF0000"/>
                  </a:solidFill>
                  <a:latin typeface="Arial" panose="020B0604020202020204" pitchFamily="34" charset="0"/>
                  <a:cs typeface="Arial" panose="020B0604020202020204" pitchFamily="34" charset="0"/>
                </a:endParaRPr>
              </a:p>
            </p:txBody>
          </p:sp>
        </mc:Choice>
        <mc:Fallback xmlns="">
          <p:sp>
            <p:nvSpPr>
              <p:cNvPr id="23" name="CaixaDeTexto 22">
                <a:extLst>
                  <a:ext uri="{FF2B5EF4-FFF2-40B4-BE49-F238E27FC236}">
                    <a16:creationId xmlns:a16="http://schemas.microsoft.com/office/drawing/2014/main" id="{0256793E-D275-4435-8CB3-42FFDDD78B1D}"/>
                  </a:ext>
                </a:extLst>
              </p:cNvPr>
              <p:cNvSpPr txBox="1">
                <a:spLocks noRot="1" noChangeAspect="1" noMove="1" noResize="1" noEditPoints="1" noAdjustHandles="1" noChangeArrowheads="1" noChangeShapeType="1" noTextEdit="1"/>
              </p:cNvSpPr>
              <p:nvPr/>
            </p:nvSpPr>
            <p:spPr>
              <a:xfrm>
                <a:off x="6280171" y="5316577"/>
                <a:ext cx="3624692" cy="523220"/>
              </a:xfrm>
              <a:prstGeom prst="rect">
                <a:avLst/>
              </a:prstGeom>
              <a:blipFill>
                <a:blip r:embed="rId11"/>
                <a:stretch>
                  <a:fillRect/>
                </a:stretch>
              </a:blipFill>
              <a:ln w="19050">
                <a:no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4" name="CaixaDeTexto 23">
                <a:extLst>
                  <a:ext uri="{FF2B5EF4-FFF2-40B4-BE49-F238E27FC236}">
                    <a16:creationId xmlns:a16="http://schemas.microsoft.com/office/drawing/2014/main" id="{0EEEE634-E6D5-4172-B348-89B38EB4394B}"/>
                  </a:ext>
                </a:extLst>
              </p:cNvPr>
              <p:cNvSpPr txBox="1"/>
              <p:nvPr/>
            </p:nvSpPr>
            <p:spPr>
              <a:xfrm>
                <a:off x="6545975" y="5752411"/>
                <a:ext cx="1621626" cy="523220"/>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𝑰𝑰𝑰</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 </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𝒆𝒎</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 </m:t>
                      </m:r>
                      <m:r>
                        <a:rPr lang="pt-BR" sz="2800" b="1" i="1" smtClean="0">
                          <a:solidFill>
                            <a:schemeClr val="tx1"/>
                          </a:solidFill>
                          <a:latin typeface="Cambria Math" panose="02040503050406030204" pitchFamily="18" charset="0"/>
                          <a:cs typeface="Arial" panose="020B0604020202020204" pitchFamily="34" charset="0"/>
                        </a:rPr>
                        <m:t>𝑰𝑽</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24" name="CaixaDeTexto 23">
                <a:extLst>
                  <a:ext uri="{FF2B5EF4-FFF2-40B4-BE49-F238E27FC236}">
                    <a16:creationId xmlns:a16="http://schemas.microsoft.com/office/drawing/2014/main" id="{0EEEE634-E6D5-4172-B348-89B38EB4394B}"/>
                  </a:ext>
                </a:extLst>
              </p:cNvPr>
              <p:cNvSpPr txBox="1">
                <a:spLocks noRot="1" noChangeAspect="1" noMove="1" noResize="1" noEditPoints="1" noAdjustHandles="1" noChangeArrowheads="1" noChangeShapeType="1" noTextEdit="1"/>
              </p:cNvSpPr>
              <p:nvPr/>
            </p:nvSpPr>
            <p:spPr>
              <a:xfrm>
                <a:off x="6545975" y="5752411"/>
                <a:ext cx="1621626" cy="523220"/>
              </a:xfrm>
              <a:prstGeom prst="rect">
                <a:avLst/>
              </a:prstGeom>
              <a:blipFill>
                <a:blip r:embed="rId12"/>
                <a:stretch>
                  <a:fillRect r="-376"/>
                </a:stretch>
              </a:blipFill>
              <a:ln w="19050">
                <a:no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5" name="CaixaDeTexto 24">
                <a:extLst>
                  <a:ext uri="{FF2B5EF4-FFF2-40B4-BE49-F238E27FC236}">
                    <a16:creationId xmlns:a16="http://schemas.microsoft.com/office/drawing/2014/main" id="{AA523D34-659A-49B6-B6D6-943F007072D6}"/>
                  </a:ext>
                </a:extLst>
              </p:cNvPr>
              <p:cNvSpPr txBox="1"/>
              <p:nvPr/>
            </p:nvSpPr>
            <p:spPr>
              <a:xfrm>
                <a:off x="5415299" y="6163404"/>
                <a:ext cx="3103085" cy="523220"/>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2800" b="1" i="1" smtClean="0">
                              <a:solidFill>
                                <a:srgbClr val="002060"/>
                              </a:solidFill>
                              <a:latin typeface="Cambria Math" panose="02040503050406030204" pitchFamily="18" charset="0"/>
                              <a:cs typeface="Arial" panose="020B0604020202020204" pitchFamily="34" charset="0"/>
                            </a:rPr>
                          </m:ctrlPr>
                        </m:sSubPr>
                        <m:e>
                          <m:r>
                            <a:rPr lang="pt-BR" sz="2800" b="1" i="1">
                              <a:solidFill>
                                <a:srgbClr val="002060"/>
                              </a:solidFill>
                              <a:latin typeface="Cambria Math" panose="02040503050406030204" pitchFamily="18" charset="0"/>
                              <a:cs typeface="Arial" panose="020B0604020202020204" pitchFamily="34" charset="0"/>
                            </a:rPr>
                            <m:t>𝒗</m:t>
                          </m:r>
                        </m:e>
                        <m:sub>
                          <m:r>
                            <a:rPr lang="pt-BR" sz="2800" b="1" i="1">
                              <a:solidFill>
                                <a:srgbClr val="002060"/>
                              </a:solidFill>
                              <a:latin typeface="Cambria Math" panose="02040503050406030204" pitchFamily="18" charset="0"/>
                              <a:cs typeface="Arial" panose="020B0604020202020204" pitchFamily="34" charset="0"/>
                            </a:rPr>
                            <m:t>𝑨</m:t>
                          </m:r>
                        </m:sub>
                      </m:sSub>
                      <m:r>
                        <a:rPr lang="pt-BR" sz="2800" b="1" i="1">
                          <a:solidFill>
                            <a:srgbClr val="002060"/>
                          </a:solidFill>
                          <a:latin typeface="Cambria Math" panose="02040503050406030204" pitchFamily="18" charset="0"/>
                          <a:cs typeface="Arial" panose="020B0604020202020204" pitchFamily="34" charset="0"/>
                        </a:rPr>
                        <m:t>.</m:t>
                      </m:r>
                      <m:r>
                        <a:rPr lang="pt-BR" sz="2800" b="1" i="1">
                          <a:solidFill>
                            <a:srgbClr val="002060"/>
                          </a:solidFill>
                          <a:latin typeface="Cambria Math" panose="02040503050406030204" pitchFamily="18" charset="0"/>
                          <a:ea typeface="Cambria Math" panose="02040503050406030204" pitchFamily="18" charset="0"/>
                          <a:cs typeface="Arial" panose="020B0604020202020204" pitchFamily="34" charset="0"/>
                        </a:rPr>
                        <m:t>∆</m:t>
                      </m:r>
                      <m:sSup>
                        <m:sSupPr>
                          <m:ctrlPr>
                            <a:rPr lang="pt-BR" sz="2800" b="1" i="1">
                              <a:solidFill>
                                <a:srgbClr val="002060"/>
                              </a:solidFill>
                              <a:latin typeface="Cambria Math" panose="02040503050406030204" pitchFamily="18" charset="0"/>
                              <a:ea typeface="Cambria Math" panose="02040503050406030204" pitchFamily="18" charset="0"/>
                              <a:cs typeface="Arial" panose="020B0604020202020204" pitchFamily="34" charset="0"/>
                            </a:rPr>
                          </m:ctrlPr>
                        </m:sSupPr>
                        <m:e>
                          <m:r>
                            <a:rPr lang="pt-BR" sz="2800" b="1" i="1">
                              <a:solidFill>
                                <a:srgbClr val="002060"/>
                              </a:solidFill>
                              <a:latin typeface="Cambria Math" panose="02040503050406030204" pitchFamily="18" charset="0"/>
                              <a:ea typeface="Cambria Math" panose="02040503050406030204" pitchFamily="18" charset="0"/>
                              <a:cs typeface="Arial" panose="020B0604020202020204" pitchFamily="34" charset="0"/>
                            </a:rPr>
                            <m:t>𝒕</m:t>
                          </m:r>
                        </m:e>
                        <m:sup>
                          <m:r>
                            <a:rPr lang="pt-BR" sz="2800" b="1" i="1">
                              <a:solidFill>
                                <a:srgbClr val="002060"/>
                              </a:solidFill>
                              <a:latin typeface="Cambria Math" panose="02040503050406030204" pitchFamily="18" charset="0"/>
                              <a:ea typeface="Cambria Math" panose="02040503050406030204" pitchFamily="18" charset="0"/>
                              <a:cs typeface="Arial" panose="020B0604020202020204" pitchFamily="34" charset="0"/>
                            </a:rPr>
                            <m:t>′</m:t>
                          </m:r>
                        </m:sup>
                      </m:sSup>
                      <m:r>
                        <a:rPr lang="pt-BR" sz="2800" b="1" i="1" smtClean="0">
                          <a:solidFill>
                            <a:srgbClr val="002060"/>
                          </a:solidFill>
                          <a:latin typeface="Cambria Math" panose="02040503050406030204" pitchFamily="18" charset="0"/>
                          <a:cs typeface="Arial" panose="020B0604020202020204" pitchFamily="34" charset="0"/>
                        </a:rPr>
                        <m:t>=</m:t>
                      </m:r>
                      <m:r>
                        <a:rPr lang="pt-BR" sz="2800" b="1" i="1" smtClean="0">
                          <a:solidFill>
                            <a:srgbClr val="002060"/>
                          </a:solidFill>
                          <a:latin typeface="Cambria Math" panose="02040503050406030204" pitchFamily="18" charset="0"/>
                          <a:cs typeface="Arial" panose="020B0604020202020204" pitchFamily="34" charset="0"/>
                        </a:rPr>
                        <m:t>𝟑𝟔</m:t>
                      </m:r>
                      <m:sSub>
                        <m:sSubPr>
                          <m:ctrlPr>
                            <a:rPr lang="pt-BR" sz="2800" b="1" i="1">
                              <a:solidFill>
                                <a:srgbClr val="002060"/>
                              </a:solidFill>
                              <a:latin typeface="Cambria Math" panose="02040503050406030204" pitchFamily="18" charset="0"/>
                              <a:cs typeface="Arial" panose="020B0604020202020204" pitchFamily="34" charset="0"/>
                            </a:rPr>
                          </m:ctrlPr>
                        </m:sSubPr>
                        <m:e>
                          <m:r>
                            <a:rPr lang="pt-BR" sz="2800" b="1" i="1">
                              <a:solidFill>
                                <a:srgbClr val="002060"/>
                              </a:solidFill>
                              <a:latin typeface="Cambria Math" panose="02040503050406030204" pitchFamily="18" charset="0"/>
                              <a:cs typeface="Arial" panose="020B0604020202020204" pitchFamily="34" charset="0"/>
                            </a:rPr>
                            <m:t>𝒗</m:t>
                          </m:r>
                        </m:e>
                        <m:sub>
                          <m:r>
                            <a:rPr lang="pt-BR" sz="2800" b="1" i="1">
                              <a:solidFill>
                                <a:srgbClr val="002060"/>
                              </a:solidFill>
                              <a:latin typeface="Cambria Math" panose="02040503050406030204" pitchFamily="18" charset="0"/>
                              <a:cs typeface="Arial" panose="020B0604020202020204" pitchFamily="34" charset="0"/>
                            </a:rPr>
                            <m:t>𝑨</m:t>
                          </m:r>
                        </m:sub>
                      </m:sSub>
                      <m:r>
                        <a:rPr lang="pt-BR" sz="2800" b="1" i="1" smtClean="0">
                          <a:solidFill>
                            <a:srgbClr val="002060"/>
                          </a:solidFill>
                          <a:latin typeface="Cambria Math" panose="02040503050406030204" pitchFamily="18" charset="0"/>
                          <a:cs typeface="Arial" panose="020B0604020202020204" pitchFamily="34" charset="0"/>
                        </a:rPr>
                        <m:t>   </m:t>
                      </m:r>
                    </m:oMath>
                  </m:oMathPara>
                </a14:m>
                <a:endParaRPr lang="pt-BR" sz="2800" b="1" dirty="0">
                  <a:solidFill>
                    <a:srgbClr val="002060"/>
                  </a:solidFill>
                  <a:latin typeface="Arial" panose="020B0604020202020204" pitchFamily="34" charset="0"/>
                  <a:cs typeface="Arial" panose="020B0604020202020204" pitchFamily="34" charset="0"/>
                </a:endParaRPr>
              </a:p>
            </p:txBody>
          </p:sp>
        </mc:Choice>
        <mc:Fallback xmlns="">
          <p:sp>
            <p:nvSpPr>
              <p:cNvPr id="25" name="CaixaDeTexto 24">
                <a:extLst>
                  <a:ext uri="{FF2B5EF4-FFF2-40B4-BE49-F238E27FC236}">
                    <a16:creationId xmlns:a16="http://schemas.microsoft.com/office/drawing/2014/main" id="{AA523D34-659A-49B6-B6D6-943F007072D6}"/>
                  </a:ext>
                </a:extLst>
              </p:cNvPr>
              <p:cNvSpPr txBox="1">
                <a:spLocks noRot="1" noChangeAspect="1" noMove="1" noResize="1" noEditPoints="1" noAdjustHandles="1" noChangeArrowheads="1" noChangeShapeType="1" noTextEdit="1"/>
              </p:cNvSpPr>
              <p:nvPr/>
            </p:nvSpPr>
            <p:spPr>
              <a:xfrm>
                <a:off x="5415299" y="6163404"/>
                <a:ext cx="3103085" cy="523220"/>
              </a:xfrm>
              <a:prstGeom prst="rect">
                <a:avLst/>
              </a:prstGeom>
              <a:blipFill>
                <a:blip r:embed="rId13"/>
                <a:stretch>
                  <a:fillRect/>
                </a:stretch>
              </a:blipFill>
              <a:ln w="19050">
                <a:noFill/>
              </a:ln>
            </p:spPr>
            <p:txBody>
              <a:bodyPr/>
              <a:lstStyle/>
              <a:p>
                <a:r>
                  <a:rPr lang="pt-BR">
                    <a:noFill/>
                  </a:rPr>
                  <a:t> </a:t>
                </a:r>
              </a:p>
            </p:txBody>
          </p:sp>
        </mc:Fallback>
      </mc:AlternateContent>
      <p:cxnSp>
        <p:nvCxnSpPr>
          <p:cNvPr id="27" name="Conector reto 26">
            <a:extLst>
              <a:ext uri="{FF2B5EF4-FFF2-40B4-BE49-F238E27FC236}">
                <a16:creationId xmlns:a16="http://schemas.microsoft.com/office/drawing/2014/main" id="{A4ED8F5C-4059-4DF8-8D0E-6D3129A96263}"/>
              </a:ext>
            </a:extLst>
          </p:cNvPr>
          <p:cNvCxnSpPr>
            <a:cxnSpLocks/>
          </p:cNvCxnSpPr>
          <p:nvPr/>
        </p:nvCxnSpPr>
        <p:spPr>
          <a:xfrm flipV="1">
            <a:off x="5567885" y="6274040"/>
            <a:ext cx="490330" cy="3539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Conector reto 28">
            <a:extLst>
              <a:ext uri="{FF2B5EF4-FFF2-40B4-BE49-F238E27FC236}">
                <a16:creationId xmlns:a16="http://schemas.microsoft.com/office/drawing/2014/main" id="{F5044FB1-C19A-4F43-85E3-A17CCE79455A}"/>
              </a:ext>
            </a:extLst>
          </p:cNvPr>
          <p:cNvCxnSpPr>
            <a:cxnSpLocks/>
          </p:cNvCxnSpPr>
          <p:nvPr/>
        </p:nvCxnSpPr>
        <p:spPr>
          <a:xfrm flipV="1">
            <a:off x="7317031" y="6314803"/>
            <a:ext cx="490330" cy="3539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CaixaDeTexto 29">
                <a:extLst>
                  <a:ext uri="{FF2B5EF4-FFF2-40B4-BE49-F238E27FC236}">
                    <a16:creationId xmlns:a16="http://schemas.microsoft.com/office/drawing/2014/main" id="{D57DEBB5-D381-4872-86FA-76B6D5CB7269}"/>
                  </a:ext>
                </a:extLst>
              </p:cNvPr>
              <p:cNvSpPr txBox="1"/>
              <p:nvPr/>
            </p:nvSpPr>
            <p:spPr>
              <a:xfrm>
                <a:off x="8277086" y="6163404"/>
                <a:ext cx="2116115" cy="523220"/>
              </a:xfrm>
              <a:prstGeom prst="rect">
                <a:avLst/>
              </a:prstGeom>
              <a:noFill/>
              <a:ln w="38100">
                <a:solidFill>
                  <a:srgbClr val="7030A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sSup>
                        <m:sSupPr>
                          <m:ctrlPr>
                            <a:rPr lang="pt-BR" sz="2800" b="1" i="1">
                              <a:solidFill>
                                <a:schemeClr val="tx1"/>
                              </a:solidFill>
                              <a:latin typeface="Cambria Math" panose="02040503050406030204" pitchFamily="18" charset="0"/>
                              <a:ea typeface="Cambria Math" panose="02040503050406030204" pitchFamily="18" charset="0"/>
                              <a:cs typeface="Arial" panose="020B0604020202020204" pitchFamily="34" charset="0"/>
                            </a:rPr>
                          </m:ctrlPr>
                        </m:sSupPr>
                        <m:e>
                          <m:r>
                            <a:rPr lang="pt-BR" sz="2800" b="1" i="1">
                              <a:solidFill>
                                <a:schemeClr val="tx1"/>
                              </a:solidFill>
                              <a:latin typeface="Cambria Math" panose="02040503050406030204" pitchFamily="18" charset="0"/>
                              <a:ea typeface="Cambria Math" panose="02040503050406030204" pitchFamily="18" charset="0"/>
                              <a:cs typeface="Arial" panose="020B0604020202020204" pitchFamily="34" charset="0"/>
                            </a:rPr>
                            <m:t>𝒕</m:t>
                          </m:r>
                        </m:e>
                        <m:sup>
                          <m:r>
                            <a:rPr lang="pt-BR" sz="2800" b="1" i="1">
                              <a:solidFill>
                                <a:schemeClr val="tx1"/>
                              </a:solidFill>
                              <a:latin typeface="Cambria Math" panose="02040503050406030204" pitchFamily="18" charset="0"/>
                              <a:ea typeface="Cambria Math" panose="02040503050406030204" pitchFamily="18" charset="0"/>
                              <a:cs typeface="Arial" panose="020B0604020202020204" pitchFamily="34" charset="0"/>
                            </a:rPr>
                            <m:t>′</m:t>
                          </m:r>
                        </m:sup>
                      </m:sSup>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𝟑𝟔</m:t>
                      </m:r>
                      <m:r>
                        <a:rPr lang="pt-BR" sz="2800" b="1" i="1" smtClean="0">
                          <a:solidFill>
                            <a:schemeClr val="tx1"/>
                          </a:solidFill>
                          <a:latin typeface="Cambria Math" panose="02040503050406030204" pitchFamily="18" charset="0"/>
                          <a:cs typeface="Arial" panose="020B0604020202020204" pitchFamily="34" charset="0"/>
                        </a:rPr>
                        <m:t> </m:t>
                      </m:r>
                      <m:r>
                        <a:rPr lang="pt-BR" sz="2800" b="1" i="1" smtClean="0">
                          <a:solidFill>
                            <a:schemeClr val="tx1"/>
                          </a:solidFill>
                          <a:latin typeface="Cambria Math" panose="02040503050406030204" pitchFamily="18" charset="0"/>
                          <a:cs typeface="Arial" panose="020B0604020202020204" pitchFamily="34" charset="0"/>
                        </a:rPr>
                        <m:t>𝒉</m:t>
                      </m:r>
                      <m:r>
                        <a:rPr lang="pt-BR" sz="2800" b="1" i="1" smtClean="0">
                          <a:solidFill>
                            <a:schemeClr val="tx1"/>
                          </a:solidFill>
                          <a:latin typeface="Cambria Math" panose="02040503050406030204" pitchFamily="18" charset="0"/>
                          <a:cs typeface="Arial" panose="020B0604020202020204" pitchFamily="34" charset="0"/>
                        </a:rPr>
                        <m:t>   </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30" name="CaixaDeTexto 29">
                <a:extLst>
                  <a:ext uri="{FF2B5EF4-FFF2-40B4-BE49-F238E27FC236}">
                    <a16:creationId xmlns:a16="http://schemas.microsoft.com/office/drawing/2014/main" id="{D57DEBB5-D381-4872-86FA-76B6D5CB7269}"/>
                  </a:ext>
                </a:extLst>
              </p:cNvPr>
              <p:cNvSpPr txBox="1">
                <a:spLocks noRot="1" noChangeAspect="1" noMove="1" noResize="1" noEditPoints="1" noAdjustHandles="1" noChangeArrowheads="1" noChangeShapeType="1" noTextEdit="1"/>
              </p:cNvSpPr>
              <p:nvPr/>
            </p:nvSpPr>
            <p:spPr>
              <a:xfrm>
                <a:off x="8277086" y="6163404"/>
                <a:ext cx="2116115" cy="523220"/>
              </a:xfrm>
              <a:prstGeom prst="rect">
                <a:avLst/>
              </a:prstGeom>
              <a:blipFill>
                <a:blip r:embed="rId14"/>
                <a:stretch>
                  <a:fillRect/>
                </a:stretch>
              </a:blipFill>
              <a:ln w="38100">
                <a:solidFill>
                  <a:srgbClr val="7030A0"/>
                </a:solidFill>
              </a:ln>
            </p:spPr>
            <p:txBody>
              <a:bodyPr/>
              <a:lstStyle/>
              <a:p>
                <a:r>
                  <a:rPr lang="pt-BR">
                    <a:noFill/>
                  </a:rPr>
                  <a:t> </a:t>
                </a:r>
              </a:p>
            </p:txBody>
          </p:sp>
        </mc:Fallback>
      </mc:AlternateContent>
      <p:pic>
        <p:nvPicPr>
          <p:cNvPr id="32" name="Imagem 31" descr="Forma&#10;&#10;Descrição gerada automaticamente">
            <a:extLst>
              <a:ext uri="{FF2B5EF4-FFF2-40B4-BE49-F238E27FC236}">
                <a16:creationId xmlns:a16="http://schemas.microsoft.com/office/drawing/2014/main" id="{DCE58A6B-A8A5-4CAE-84B2-2F2872A4AFF7}"/>
              </a:ext>
            </a:extLst>
          </p:cNvPr>
          <p:cNvPicPr>
            <a:picLocks noChangeAspect="1"/>
          </p:cNvPicPr>
          <p:nvPr/>
        </p:nvPicPr>
        <p:blipFill>
          <a:blip r:embed="rId15"/>
          <a:stretch>
            <a:fillRect/>
          </a:stretch>
        </p:blipFill>
        <p:spPr>
          <a:xfrm>
            <a:off x="10201711" y="4855183"/>
            <a:ext cx="1890414" cy="1890414"/>
          </a:xfrm>
          <a:prstGeom prst="rect">
            <a:avLst/>
          </a:prstGeom>
        </p:spPr>
      </p:pic>
    </p:spTree>
    <p:extLst>
      <p:ext uri="{BB962C8B-B14F-4D97-AF65-F5344CB8AC3E}">
        <p14:creationId xmlns:p14="http://schemas.microsoft.com/office/powerpoint/2010/main" val="529552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2"/>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500"/>
                                        <p:tgtEl>
                                          <p:spTgt spid="22"/>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500"/>
                                        <p:tgtEl>
                                          <p:spTgt spid="17"/>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00"/>
                                        <p:tgtEl>
                                          <p:spTgt spid="16"/>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9"/>
                                        </p:tgtEl>
                                        <p:attrNameLst>
                                          <p:attrName>style.visibility</p:attrName>
                                        </p:attrNameLst>
                                      </p:cBhvr>
                                      <p:to>
                                        <p:strVal val="visible"/>
                                      </p:to>
                                    </p:set>
                                    <p:animEffect transition="in" filter="fade">
                                      <p:cBhvr>
                                        <p:cTn id="72" dur="500"/>
                                        <p:tgtEl>
                                          <p:spTgt spid="19"/>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fade">
                                      <p:cBhvr>
                                        <p:cTn id="77" dur="500"/>
                                        <p:tgtEl>
                                          <p:spTgt spid="23"/>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4"/>
                                        </p:tgtEl>
                                        <p:attrNameLst>
                                          <p:attrName>style.visibility</p:attrName>
                                        </p:attrNameLst>
                                      </p:cBhvr>
                                      <p:to>
                                        <p:strVal val="visible"/>
                                      </p:to>
                                    </p:set>
                                    <p:animEffect transition="in" filter="fade">
                                      <p:cBhvr>
                                        <p:cTn id="82" dur="500"/>
                                        <p:tgtEl>
                                          <p:spTgt spid="24"/>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25"/>
                                        </p:tgtEl>
                                        <p:attrNameLst>
                                          <p:attrName>style.visibility</p:attrName>
                                        </p:attrNameLst>
                                      </p:cBhvr>
                                      <p:to>
                                        <p:strVal val="visible"/>
                                      </p:to>
                                    </p:set>
                                    <p:animEffect transition="in" filter="fade">
                                      <p:cBhvr>
                                        <p:cTn id="87" dur="500"/>
                                        <p:tgtEl>
                                          <p:spTgt spid="25"/>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27"/>
                                        </p:tgtEl>
                                        <p:attrNameLst>
                                          <p:attrName>style.visibility</p:attrName>
                                        </p:attrNameLst>
                                      </p:cBhvr>
                                      <p:to>
                                        <p:strVal val="visible"/>
                                      </p:to>
                                    </p:set>
                                    <p:animEffect transition="in" filter="fade">
                                      <p:cBhvr>
                                        <p:cTn id="92" dur="500"/>
                                        <p:tgtEl>
                                          <p:spTgt spid="27"/>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29"/>
                                        </p:tgtEl>
                                        <p:attrNameLst>
                                          <p:attrName>style.visibility</p:attrName>
                                        </p:attrNameLst>
                                      </p:cBhvr>
                                      <p:to>
                                        <p:strVal val="visible"/>
                                      </p:to>
                                    </p:set>
                                    <p:animEffect transition="in" filter="fade">
                                      <p:cBhvr>
                                        <p:cTn id="97" dur="500"/>
                                        <p:tgtEl>
                                          <p:spTgt spid="29"/>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30"/>
                                        </p:tgtEl>
                                        <p:attrNameLst>
                                          <p:attrName>style.visibility</p:attrName>
                                        </p:attrNameLst>
                                      </p:cBhvr>
                                      <p:to>
                                        <p:strVal val="visible"/>
                                      </p:to>
                                    </p:set>
                                    <p:animEffect transition="in" filter="fade">
                                      <p:cBhvr>
                                        <p:cTn id="102" dur="500"/>
                                        <p:tgtEl>
                                          <p:spTgt spid="30"/>
                                        </p:tgtEl>
                                      </p:cBhvr>
                                    </p:animEffect>
                                  </p:childTnLst>
                                </p:cTn>
                              </p:par>
                            </p:childTnLst>
                          </p:cTn>
                        </p:par>
                      </p:childTnLst>
                    </p:cTn>
                  </p:par>
                  <p:par>
                    <p:cTn id="103" fill="hold">
                      <p:stCondLst>
                        <p:cond delay="indefinite"/>
                      </p:stCondLst>
                      <p:childTnLst>
                        <p:par>
                          <p:cTn id="104" fill="hold">
                            <p:stCondLst>
                              <p:cond delay="0"/>
                            </p:stCondLst>
                            <p:childTnLst>
                              <p:par>
                                <p:cTn id="105" presetID="42" presetClass="entr" presetSubtype="0" fill="hold" nodeType="clickEffect">
                                  <p:stCondLst>
                                    <p:cond delay="0"/>
                                  </p:stCondLst>
                                  <p:childTnLst>
                                    <p:set>
                                      <p:cBhvr>
                                        <p:cTn id="106" dur="1" fill="hold">
                                          <p:stCondLst>
                                            <p:cond delay="0"/>
                                          </p:stCondLst>
                                        </p:cTn>
                                        <p:tgtEl>
                                          <p:spTgt spid="32"/>
                                        </p:tgtEl>
                                        <p:attrNameLst>
                                          <p:attrName>style.visibility</p:attrName>
                                        </p:attrNameLst>
                                      </p:cBhvr>
                                      <p:to>
                                        <p:strVal val="visible"/>
                                      </p:to>
                                    </p:set>
                                    <p:animEffect transition="in" filter="fade">
                                      <p:cBhvr>
                                        <p:cTn id="107" dur="1000"/>
                                        <p:tgtEl>
                                          <p:spTgt spid="32"/>
                                        </p:tgtEl>
                                      </p:cBhvr>
                                    </p:animEffect>
                                    <p:anim calcmode="lin" valueType="num">
                                      <p:cBhvr>
                                        <p:cTn id="108" dur="1000" fill="hold"/>
                                        <p:tgtEl>
                                          <p:spTgt spid="32"/>
                                        </p:tgtEl>
                                        <p:attrNameLst>
                                          <p:attrName>ppt_x</p:attrName>
                                        </p:attrNameLst>
                                      </p:cBhvr>
                                      <p:tavLst>
                                        <p:tav tm="0">
                                          <p:val>
                                            <p:strVal val="#ppt_x"/>
                                          </p:val>
                                        </p:tav>
                                        <p:tav tm="100000">
                                          <p:val>
                                            <p:strVal val="#ppt_x"/>
                                          </p:val>
                                        </p:tav>
                                      </p:tavLst>
                                    </p:anim>
                                    <p:anim calcmode="lin" valueType="num">
                                      <p:cBhvr>
                                        <p:cTn id="109"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7" grpId="0" animBg="1"/>
      <p:bldP spid="8" grpId="0"/>
      <p:bldP spid="9" grpId="0" animBg="1"/>
      <p:bldP spid="10" grpId="0"/>
      <p:bldP spid="11" grpId="0" animBg="1"/>
      <p:bldP spid="14" grpId="0"/>
      <p:bldP spid="15" grpId="0"/>
      <p:bldP spid="16" grpId="0"/>
      <p:bldP spid="17" grpId="0" animBg="1"/>
      <p:bldP spid="22" grpId="0"/>
      <p:bldP spid="23" grpId="0"/>
      <p:bldP spid="24" grpId="0"/>
      <p:bldP spid="25" grpId="0"/>
      <p:bldP spid="3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ixaDeTexto 7">
            <a:extLst>
              <a:ext uri="{FF2B5EF4-FFF2-40B4-BE49-F238E27FC236}">
                <a16:creationId xmlns:a16="http://schemas.microsoft.com/office/drawing/2014/main" id="{6409E767-9D99-440A-9635-414DB759691C}"/>
              </a:ext>
            </a:extLst>
          </p:cNvPr>
          <p:cNvSpPr txBox="1"/>
          <p:nvPr/>
        </p:nvSpPr>
        <p:spPr>
          <a:xfrm>
            <a:off x="225286" y="80820"/>
            <a:ext cx="11549272" cy="2246769"/>
          </a:xfrm>
          <a:prstGeom prst="rect">
            <a:avLst/>
          </a:prstGeom>
          <a:noFill/>
        </p:spPr>
        <p:txBody>
          <a:bodyPr wrap="square">
            <a:spAutoFit/>
          </a:bodyPr>
          <a:lstStyle/>
          <a:p>
            <a:pPr algn="just"/>
            <a:r>
              <a:rPr lang="pt-BR" sz="2800" b="1" dirty="0">
                <a:solidFill>
                  <a:srgbClr val="FF0000"/>
                </a:solidFill>
                <a:latin typeface="Arial" panose="020B0604020202020204" pitchFamily="34" charset="0"/>
                <a:cs typeface="Arial" panose="020B0604020202020204" pitchFamily="34" charset="0"/>
              </a:rPr>
              <a:t>Extra 6-) </a:t>
            </a:r>
            <a:r>
              <a:rPr lang="pt-BR" sz="2800" b="1" dirty="0">
                <a:latin typeface="Arial" panose="020B0604020202020204" pitchFamily="34" charset="0"/>
                <a:cs typeface="Arial" panose="020B0604020202020204" pitchFamily="34" charset="0"/>
              </a:rPr>
              <a:t>(UFMT) Um homem tem velocidade, relativa a uma esteira, de módulo 1,5 m/s e direção perpendicular à da velocidade de arrastamento da esteira. A largura da esteira é de 3,0 m e sua velocidade de arrastamento, em relação ao solo, tem módulo igual a 2,0 m/s. Calcule:</a:t>
            </a:r>
          </a:p>
        </p:txBody>
      </p:sp>
      <p:sp>
        <p:nvSpPr>
          <p:cNvPr id="10" name="CaixaDeTexto 9">
            <a:extLst>
              <a:ext uri="{FF2B5EF4-FFF2-40B4-BE49-F238E27FC236}">
                <a16:creationId xmlns:a16="http://schemas.microsoft.com/office/drawing/2014/main" id="{5E48C6DF-9319-4D88-90D5-2A64D154E95B}"/>
              </a:ext>
            </a:extLst>
          </p:cNvPr>
          <p:cNvSpPr txBox="1"/>
          <p:nvPr/>
        </p:nvSpPr>
        <p:spPr>
          <a:xfrm>
            <a:off x="225286" y="2146322"/>
            <a:ext cx="10130669" cy="523220"/>
          </a:xfrm>
          <a:prstGeom prst="rect">
            <a:avLst/>
          </a:prstGeom>
          <a:noFill/>
        </p:spPr>
        <p:txBody>
          <a:bodyPr wrap="square">
            <a:spAutoFit/>
          </a:bodyPr>
          <a:lstStyle/>
          <a:p>
            <a:pPr algn="just"/>
            <a:r>
              <a:rPr lang="pt-BR" sz="2800" b="1" dirty="0">
                <a:latin typeface="Arial" panose="020B0604020202020204" pitchFamily="34" charset="0"/>
                <a:cs typeface="Arial" panose="020B0604020202020204" pitchFamily="34" charset="0"/>
              </a:rPr>
              <a:t>a) o módulo da velocidade da pessoa em relação ao solo.</a:t>
            </a:r>
          </a:p>
        </p:txBody>
      </p:sp>
      <p:sp>
        <p:nvSpPr>
          <p:cNvPr id="11" name="CaixaDeTexto 10">
            <a:extLst>
              <a:ext uri="{FF2B5EF4-FFF2-40B4-BE49-F238E27FC236}">
                <a16:creationId xmlns:a16="http://schemas.microsoft.com/office/drawing/2014/main" id="{B5A56F63-F35B-4886-926B-39C353D41B6D}"/>
              </a:ext>
            </a:extLst>
          </p:cNvPr>
          <p:cNvSpPr txBox="1"/>
          <p:nvPr/>
        </p:nvSpPr>
        <p:spPr>
          <a:xfrm>
            <a:off x="321364" y="2513062"/>
            <a:ext cx="2287806" cy="461665"/>
          </a:xfrm>
          <a:prstGeom prst="rect">
            <a:avLst/>
          </a:prstGeom>
          <a:noFill/>
        </p:spPr>
        <p:txBody>
          <a:bodyPr wrap="none" rtlCol="0">
            <a:spAutoFit/>
          </a:bodyPr>
          <a:lstStyle/>
          <a:p>
            <a:r>
              <a:rPr lang="pt-BR" sz="2400" b="1" dirty="0">
                <a:solidFill>
                  <a:srgbClr val="002060"/>
                </a:solidFill>
                <a:latin typeface="Arial" panose="020B0604020202020204" pitchFamily="34" charset="0"/>
                <a:cs typeface="Arial" panose="020B0604020202020204" pitchFamily="34" charset="0"/>
              </a:rPr>
              <a:t>Sabemos que:</a:t>
            </a:r>
          </a:p>
        </p:txBody>
      </p:sp>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D8449E01-3C33-489B-8991-521BA36EEC92}"/>
                  </a:ext>
                </a:extLst>
              </p:cNvPr>
              <p:cNvSpPr txBox="1"/>
              <p:nvPr/>
            </p:nvSpPr>
            <p:spPr>
              <a:xfrm>
                <a:off x="2481544" y="2513060"/>
                <a:ext cx="2502101"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24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ctrlPr>
                        </m:sSubPr>
                        <m:e>
                          <m:r>
                            <a:rPr lang="pt-BR" sz="24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𝒗</m:t>
                          </m:r>
                        </m:e>
                        <m:sub>
                          <m:r>
                            <a:rPr lang="pt-BR" sz="24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𝑨𝒓𝒓</m:t>
                          </m:r>
                        </m:sub>
                      </m:sSub>
                      <m:r>
                        <a:rPr lang="pt-BR" sz="2400" b="1" i="1" smtClean="0">
                          <a:solidFill>
                            <a:srgbClr val="FF0000"/>
                          </a:solidFill>
                          <a:latin typeface="Cambria Math" panose="02040503050406030204" pitchFamily="18" charset="0"/>
                          <a:cs typeface="Arial" panose="020B0604020202020204" pitchFamily="34" charset="0"/>
                        </a:rPr>
                        <m:t>=</m:t>
                      </m:r>
                      <m:r>
                        <a:rPr lang="pt-BR" sz="2400" b="1" i="1" smtClean="0">
                          <a:solidFill>
                            <a:srgbClr val="FF0000"/>
                          </a:solidFill>
                          <a:latin typeface="Cambria Math" panose="02040503050406030204" pitchFamily="18" charset="0"/>
                          <a:cs typeface="Arial" panose="020B0604020202020204" pitchFamily="34" charset="0"/>
                        </a:rPr>
                        <m:t>𝟐</m:t>
                      </m:r>
                      <m:r>
                        <a:rPr lang="pt-BR" sz="2400" b="1" i="1" smtClean="0">
                          <a:solidFill>
                            <a:srgbClr val="FF0000"/>
                          </a:solidFill>
                          <a:latin typeface="Cambria Math" panose="02040503050406030204" pitchFamily="18" charset="0"/>
                          <a:cs typeface="Arial" panose="020B0604020202020204" pitchFamily="34" charset="0"/>
                        </a:rPr>
                        <m:t>,</m:t>
                      </m:r>
                      <m:r>
                        <a:rPr lang="pt-BR" sz="2400" b="1" i="1" smtClean="0">
                          <a:solidFill>
                            <a:srgbClr val="FF0000"/>
                          </a:solidFill>
                          <a:latin typeface="Cambria Math" panose="02040503050406030204" pitchFamily="18" charset="0"/>
                          <a:cs typeface="Arial" panose="020B0604020202020204" pitchFamily="34" charset="0"/>
                        </a:rPr>
                        <m:t>𝟎</m:t>
                      </m:r>
                      <m:r>
                        <a:rPr lang="pt-BR" sz="2400" b="1" i="1" smtClean="0">
                          <a:solidFill>
                            <a:srgbClr val="FF0000"/>
                          </a:solidFill>
                          <a:latin typeface="Cambria Math" panose="02040503050406030204" pitchFamily="18" charset="0"/>
                          <a:cs typeface="Arial" panose="020B0604020202020204" pitchFamily="34" charset="0"/>
                        </a:rPr>
                        <m:t> </m:t>
                      </m:r>
                      <m:r>
                        <a:rPr lang="pt-BR" sz="2400" b="1" i="1" smtClean="0">
                          <a:solidFill>
                            <a:srgbClr val="FF0000"/>
                          </a:solidFill>
                          <a:latin typeface="Cambria Math" panose="02040503050406030204" pitchFamily="18" charset="0"/>
                          <a:cs typeface="Arial" panose="020B0604020202020204" pitchFamily="34" charset="0"/>
                        </a:rPr>
                        <m:t>𝒎</m:t>
                      </m:r>
                      <m:r>
                        <a:rPr lang="pt-BR" sz="2400" b="1" i="1" smtClean="0">
                          <a:solidFill>
                            <a:srgbClr val="FF0000"/>
                          </a:solidFill>
                          <a:latin typeface="Cambria Math" panose="02040503050406030204" pitchFamily="18" charset="0"/>
                          <a:cs typeface="Arial" panose="020B0604020202020204" pitchFamily="34" charset="0"/>
                        </a:rPr>
                        <m:t>/</m:t>
                      </m:r>
                      <m:r>
                        <a:rPr lang="pt-BR" sz="2400" b="1" i="1" smtClean="0">
                          <a:solidFill>
                            <a:srgbClr val="FF0000"/>
                          </a:solidFill>
                          <a:latin typeface="Cambria Math" panose="02040503050406030204" pitchFamily="18" charset="0"/>
                          <a:cs typeface="Arial" panose="020B0604020202020204" pitchFamily="34" charset="0"/>
                        </a:rPr>
                        <m:t>𝒔</m:t>
                      </m:r>
                      <m:r>
                        <a:rPr lang="pt-BR" sz="2400" b="1" i="1" smtClean="0">
                          <a:solidFill>
                            <a:srgbClr val="FF0000"/>
                          </a:solidFill>
                          <a:latin typeface="Cambria Math" panose="02040503050406030204" pitchFamily="18" charset="0"/>
                          <a:cs typeface="Arial" panose="020B0604020202020204" pitchFamily="34" charset="0"/>
                        </a:rPr>
                        <m:t>;</m:t>
                      </m:r>
                    </m:oMath>
                  </m:oMathPara>
                </a14:m>
                <a:endParaRPr lang="pt-BR" sz="2400" b="1" dirty="0">
                  <a:solidFill>
                    <a:srgbClr val="FF0000"/>
                  </a:solidFill>
                  <a:latin typeface="Arial" panose="020B0604020202020204" pitchFamily="34" charset="0"/>
                  <a:cs typeface="Arial" panose="020B0604020202020204" pitchFamily="34" charset="0"/>
                </a:endParaRPr>
              </a:p>
            </p:txBody>
          </p:sp>
        </mc:Choice>
        <mc:Fallback xmlns="">
          <p:sp>
            <p:nvSpPr>
              <p:cNvPr id="12" name="CaixaDeTexto 11">
                <a:extLst>
                  <a:ext uri="{FF2B5EF4-FFF2-40B4-BE49-F238E27FC236}">
                    <a16:creationId xmlns:a16="http://schemas.microsoft.com/office/drawing/2014/main" id="{D8449E01-3C33-489B-8991-521BA36EEC92}"/>
                  </a:ext>
                </a:extLst>
              </p:cNvPr>
              <p:cNvSpPr txBox="1">
                <a:spLocks noRot="1" noChangeAspect="1" noMove="1" noResize="1" noEditPoints="1" noAdjustHandles="1" noChangeArrowheads="1" noChangeShapeType="1" noTextEdit="1"/>
              </p:cNvSpPr>
              <p:nvPr/>
            </p:nvSpPr>
            <p:spPr>
              <a:xfrm>
                <a:off x="2481544" y="2513060"/>
                <a:ext cx="2502101" cy="461665"/>
              </a:xfrm>
              <a:prstGeom prst="rect">
                <a:avLst/>
              </a:prstGeom>
              <a:blipFill>
                <a:blip r:embed="rId2"/>
                <a:stretch>
                  <a:fillRect b="-1973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DD301F21-6D07-47AF-8A15-16E45B562473}"/>
                  </a:ext>
                </a:extLst>
              </p:cNvPr>
              <p:cNvSpPr txBox="1"/>
              <p:nvPr/>
            </p:nvSpPr>
            <p:spPr>
              <a:xfrm>
                <a:off x="4856019" y="2513060"/>
                <a:ext cx="228780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24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a:rPr lang="pt-BR" sz="24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𝒗</m:t>
                          </m:r>
                        </m:e>
                        <m:sub>
                          <m:r>
                            <a:rPr lang="pt-BR" sz="24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𝒓𝒆𝒍</m:t>
                          </m:r>
                        </m:sub>
                      </m:sSub>
                      <m:r>
                        <a:rPr lang="pt-BR" sz="2400" b="1" i="1" smtClean="0">
                          <a:solidFill>
                            <a:schemeClr val="tx1"/>
                          </a:solidFill>
                          <a:latin typeface="Cambria Math" panose="02040503050406030204" pitchFamily="18" charset="0"/>
                          <a:cs typeface="Arial" panose="020B0604020202020204" pitchFamily="34" charset="0"/>
                        </a:rPr>
                        <m:t>=</m:t>
                      </m:r>
                      <m:r>
                        <a:rPr lang="pt-BR" sz="2400" b="1" i="1" smtClean="0">
                          <a:solidFill>
                            <a:schemeClr val="tx1"/>
                          </a:solidFill>
                          <a:latin typeface="Cambria Math" panose="02040503050406030204" pitchFamily="18" charset="0"/>
                          <a:cs typeface="Arial" panose="020B0604020202020204" pitchFamily="34" charset="0"/>
                        </a:rPr>
                        <m:t>𝟏</m:t>
                      </m:r>
                      <m:r>
                        <a:rPr lang="pt-BR" sz="2400" b="1" i="1" smtClean="0">
                          <a:solidFill>
                            <a:schemeClr val="tx1"/>
                          </a:solidFill>
                          <a:latin typeface="Cambria Math" panose="02040503050406030204" pitchFamily="18" charset="0"/>
                          <a:cs typeface="Arial" panose="020B0604020202020204" pitchFamily="34" charset="0"/>
                        </a:rPr>
                        <m:t>,</m:t>
                      </m:r>
                      <m:r>
                        <a:rPr lang="pt-BR" sz="2400" b="1" i="1" smtClean="0">
                          <a:solidFill>
                            <a:schemeClr val="tx1"/>
                          </a:solidFill>
                          <a:latin typeface="Cambria Math" panose="02040503050406030204" pitchFamily="18" charset="0"/>
                          <a:cs typeface="Arial" panose="020B0604020202020204" pitchFamily="34" charset="0"/>
                        </a:rPr>
                        <m:t>𝟓</m:t>
                      </m:r>
                      <m:r>
                        <a:rPr lang="pt-BR" sz="2400" b="1" i="1" smtClean="0">
                          <a:solidFill>
                            <a:schemeClr val="tx1"/>
                          </a:solidFill>
                          <a:latin typeface="Cambria Math" panose="02040503050406030204" pitchFamily="18" charset="0"/>
                          <a:cs typeface="Arial" panose="020B0604020202020204" pitchFamily="34" charset="0"/>
                        </a:rPr>
                        <m:t> </m:t>
                      </m:r>
                      <m:r>
                        <a:rPr lang="pt-BR" sz="2400" b="1" i="1" smtClean="0">
                          <a:solidFill>
                            <a:schemeClr val="tx1"/>
                          </a:solidFill>
                          <a:latin typeface="Cambria Math" panose="02040503050406030204" pitchFamily="18" charset="0"/>
                          <a:cs typeface="Arial" panose="020B0604020202020204" pitchFamily="34" charset="0"/>
                        </a:rPr>
                        <m:t>𝒎</m:t>
                      </m:r>
                      <m:r>
                        <a:rPr lang="pt-BR" sz="2400" b="1" i="1" smtClean="0">
                          <a:solidFill>
                            <a:schemeClr val="tx1"/>
                          </a:solidFill>
                          <a:latin typeface="Cambria Math" panose="02040503050406030204" pitchFamily="18" charset="0"/>
                          <a:cs typeface="Arial" panose="020B0604020202020204" pitchFamily="34" charset="0"/>
                        </a:rPr>
                        <m:t>/</m:t>
                      </m:r>
                      <m:r>
                        <a:rPr lang="pt-BR" sz="2400" b="1" i="1" smtClean="0">
                          <a:solidFill>
                            <a:schemeClr val="tx1"/>
                          </a:solidFill>
                          <a:latin typeface="Cambria Math" panose="02040503050406030204" pitchFamily="18" charset="0"/>
                          <a:cs typeface="Arial" panose="020B0604020202020204" pitchFamily="34" charset="0"/>
                        </a:rPr>
                        <m:t>𝒔</m:t>
                      </m:r>
                    </m:oMath>
                  </m:oMathPara>
                </a14:m>
                <a:endParaRPr lang="pt-BR" sz="2400" b="1" dirty="0">
                  <a:solidFill>
                    <a:schemeClr val="tx1"/>
                  </a:solidFill>
                  <a:latin typeface="Arial" panose="020B0604020202020204" pitchFamily="34" charset="0"/>
                  <a:cs typeface="Arial" panose="020B0604020202020204" pitchFamily="34" charset="0"/>
                </a:endParaRPr>
              </a:p>
            </p:txBody>
          </p:sp>
        </mc:Choice>
        <mc:Fallback xmlns="">
          <p:sp>
            <p:nvSpPr>
              <p:cNvPr id="13" name="CaixaDeTexto 12">
                <a:extLst>
                  <a:ext uri="{FF2B5EF4-FFF2-40B4-BE49-F238E27FC236}">
                    <a16:creationId xmlns:a16="http://schemas.microsoft.com/office/drawing/2014/main" id="{DD301F21-6D07-47AF-8A15-16E45B562473}"/>
                  </a:ext>
                </a:extLst>
              </p:cNvPr>
              <p:cNvSpPr txBox="1">
                <a:spLocks noRot="1" noChangeAspect="1" noMove="1" noResize="1" noEditPoints="1" noAdjustHandles="1" noChangeArrowheads="1" noChangeShapeType="1" noTextEdit="1"/>
              </p:cNvSpPr>
              <p:nvPr/>
            </p:nvSpPr>
            <p:spPr>
              <a:xfrm>
                <a:off x="4856019" y="2513060"/>
                <a:ext cx="2287806" cy="461665"/>
              </a:xfrm>
              <a:prstGeom prst="rect">
                <a:avLst/>
              </a:prstGeom>
              <a:blipFill>
                <a:blip r:embed="rId3"/>
                <a:stretch>
                  <a:fillRect b="-19737"/>
                </a:stretch>
              </a:blipFill>
            </p:spPr>
            <p:txBody>
              <a:bodyPr/>
              <a:lstStyle/>
              <a:p>
                <a:r>
                  <a:rPr lang="pt-BR">
                    <a:noFill/>
                  </a:rPr>
                  <a:t> </a:t>
                </a:r>
              </a:p>
            </p:txBody>
          </p:sp>
        </mc:Fallback>
      </mc:AlternateContent>
      <p:cxnSp>
        <p:nvCxnSpPr>
          <p:cNvPr id="14" name="Conector de Seta Reta 13">
            <a:extLst>
              <a:ext uri="{FF2B5EF4-FFF2-40B4-BE49-F238E27FC236}">
                <a16:creationId xmlns:a16="http://schemas.microsoft.com/office/drawing/2014/main" id="{6881F1FB-0574-4DA9-AEB4-D649FBC98749}"/>
              </a:ext>
            </a:extLst>
          </p:cNvPr>
          <p:cNvCxnSpPr/>
          <p:nvPr/>
        </p:nvCxnSpPr>
        <p:spPr>
          <a:xfrm flipV="1">
            <a:off x="2158556" y="3047685"/>
            <a:ext cx="0" cy="926603"/>
          </a:xfrm>
          <a:prstGeom prst="straightConnector1">
            <a:avLst/>
          </a:prstGeom>
          <a:ln w="3810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Conector de Seta Reta 14">
            <a:extLst>
              <a:ext uri="{FF2B5EF4-FFF2-40B4-BE49-F238E27FC236}">
                <a16:creationId xmlns:a16="http://schemas.microsoft.com/office/drawing/2014/main" id="{FAAF00C2-F291-4BF9-8669-22430A03FD75}"/>
              </a:ext>
            </a:extLst>
          </p:cNvPr>
          <p:cNvCxnSpPr/>
          <p:nvPr/>
        </p:nvCxnSpPr>
        <p:spPr>
          <a:xfrm>
            <a:off x="1255751" y="3034433"/>
            <a:ext cx="904461" cy="0"/>
          </a:xfrm>
          <a:prstGeom prst="straightConnector1">
            <a:avLst/>
          </a:prstGeom>
          <a:ln w="3810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6" name="Agrupar 15">
            <a:extLst>
              <a:ext uri="{FF2B5EF4-FFF2-40B4-BE49-F238E27FC236}">
                <a16:creationId xmlns:a16="http://schemas.microsoft.com/office/drawing/2014/main" id="{EA7E531E-F441-448D-B37C-D75094E6C1D9}"/>
              </a:ext>
            </a:extLst>
          </p:cNvPr>
          <p:cNvGrpSpPr/>
          <p:nvPr/>
        </p:nvGrpSpPr>
        <p:grpSpPr>
          <a:xfrm>
            <a:off x="1284750" y="3031586"/>
            <a:ext cx="904461" cy="926603"/>
            <a:chOff x="1355761" y="4123194"/>
            <a:chExt cx="904461" cy="926603"/>
          </a:xfrm>
        </p:grpSpPr>
        <p:grpSp>
          <p:nvGrpSpPr>
            <p:cNvPr id="17" name="Agrupar 16">
              <a:extLst>
                <a:ext uri="{FF2B5EF4-FFF2-40B4-BE49-F238E27FC236}">
                  <a16:creationId xmlns:a16="http://schemas.microsoft.com/office/drawing/2014/main" id="{4DB00EEF-00A3-4DE6-A4E4-0ADF060AA7CD}"/>
                </a:ext>
              </a:extLst>
            </p:cNvPr>
            <p:cNvGrpSpPr/>
            <p:nvPr/>
          </p:nvGrpSpPr>
          <p:grpSpPr>
            <a:xfrm>
              <a:off x="1355761" y="4123194"/>
              <a:ext cx="904461" cy="926603"/>
              <a:chOff x="1342509" y="4138084"/>
              <a:chExt cx="904461" cy="926603"/>
            </a:xfrm>
          </p:grpSpPr>
          <p:sp>
            <p:nvSpPr>
              <p:cNvPr id="19" name="CaixaDeTexto 18">
                <a:extLst>
                  <a:ext uri="{FF2B5EF4-FFF2-40B4-BE49-F238E27FC236}">
                    <a16:creationId xmlns:a16="http://schemas.microsoft.com/office/drawing/2014/main" id="{E0B3208D-DDA8-4B00-BA47-ED891B14A9D5}"/>
                  </a:ext>
                </a:extLst>
              </p:cNvPr>
              <p:cNvSpPr txBox="1"/>
              <p:nvPr/>
            </p:nvSpPr>
            <p:spPr>
              <a:xfrm>
                <a:off x="1423519" y="4384513"/>
                <a:ext cx="503664" cy="461665"/>
              </a:xfrm>
              <a:prstGeom prst="rect">
                <a:avLst/>
              </a:prstGeom>
              <a:noFill/>
            </p:spPr>
            <p:txBody>
              <a:bodyPr wrap="none" rtlCol="0">
                <a:spAutoFit/>
              </a:bodyPr>
              <a:lstStyle/>
              <a:p>
                <a:r>
                  <a:rPr lang="pt-BR" sz="2400" b="1" dirty="0" err="1">
                    <a:latin typeface="Arial" panose="020B0604020202020204" pitchFamily="34" charset="0"/>
                    <a:cs typeface="Arial" panose="020B0604020202020204" pitchFamily="34" charset="0"/>
                  </a:rPr>
                  <a:t>v</a:t>
                </a:r>
                <a:r>
                  <a:rPr lang="pt-BR" sz="2400" b="1" baseline="-25000" dirty="0" err="1">
                    <a:latin typeface="Arial" panose="020B0604020202020204" pitchFamily="34" charset="0"/>
                    <a:cs typeface="Arial" panose="020B0604020202020204" pitchFamily="34" charset="0"/>
                  </a:rPr>
                  <a:t>R</a:t>
                </a:r>
                <a:endParaRPr lang="pt-BR" b="1" baseline="-25000" dirty="0">
                  <a:latin typeface="Arial" panose="020B0604020202020204" pitchFamily="34" charset="0"/>
                  <a:cs typeface="Arial" panose="020B0604020202020204" pitchFamily="34" charset="0"/>
                </a:endParaRPr>
              </a:p>
            </p:txBody>
          </p:sp>
          <p:cxnSp>
            <p:nvCxnSpPr>
              <p:cNvPr id="20" name="Conector de Seta Reta 19">
                <a:extLst>
                  <a:ext uri="{FF2B5EF4-FFF2-40B4-BE49-F238E27FC236}">
                    <a16:creationId xmlns:a16="http://schemas.microsoft.com/office/drawing/2014/main" id="{24A5A16C-18A2-4737-B90A-273B53A82E74}"/>
                  </a:ext>
                </a:extLst>
              </p:cNvPr>
              <p:cNvCxnSpPr/>
              <p:nvPr/>
            </p:nvCxnSpPr>
            <p:spPr>
              <a:xfrm flipV="1">
                <a:off x="1342509" y="4138084"/>
                <a:ext cx="904461" cy="926603"/>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8" name="Conector de Seta Reta 17">
              <a:extLst>
                <a:ext uri="{FF2B5EF4-FFF2-40B4-BE49-F238E27FC236}">
                  <a16:creationId xmlns:a16="http://schemas.microsoft.com/office/drawing/2014/main" id="{6C4036E1-F16F-4EC2-AE0D-12021B6FA3F2}"/>
                </a:ext>
              </a:extLst>
            </p:cNvPr>
            <p:cNvCxnSpPr/>
            <p:nvPr/>
          </p:nvCxnSpPr>
          <p:spPr>
            <a:xfrm>
              <a:off x="1474302" y="4490850"/>
              <a:ext cx="34124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1" name="Agrupar 20">
            <a:extLst>
              <a:ext uri="{FF2B5EF4-FFF2-40B4-BE49-F238E27FC236}">
                <a16:creationId xmlns:a16="http://schemas.microsoft.com/office/drawing/2014/main" id="{0B8F604B-FB58-4FB2-9447-6FC9220DBE12}"/>
              </a:ext>
            </a:extLst>
          </p:cNvPr>
          <p:cNvGrpSpPr/>
          <p:nvPr/>
        </p:nvGrpSpPr>
        <p:grpSpPr>
          <a:xfrm>
            <a:off x="609531" y="2982740"/>
            <a:ext cx="675185" cy="978296"/>
            <a:chOff x="673501" y="4097287"/>
            <a:chExt cx="675185" cy="978296"/>
          </a:xfrm>
        </p:grpSpPr>
        <p:grpSp>
          <p:nvGrpSpPr>
            <p:cNvPr id="22" name="Agrupar 21">
              <a:extLst>
                <a:ext uri="{FF2B5EF4-FFF2-40B4-BE49-F238E27FC236}">
                  <a16:creationId xmlns:a16="http://schemas.microsoft.com/office/drawing/2014/main" id="{34EC644C-60A5-4FB4-8C54-0F415C748742}"/>
                </a:ext>
              </a:extLst>
            </p:cNvPr>
            <p:cNvGrpSpPr/>
            <p:nvPr/>
          </p:nvGrpSpPr>
          <p:grpSpPr>
            <a:xfrm>
              <a:off x="673501" y="4097287"/>
              <a:ext cx="675185" cy="978296"/>
              <a:chOff x="673501" y="4097287"/>
              <a:chExt cx="675185" cy="978296"/>
            </a:xfrm>
          </p:grpSpPr>
          <p:cxnSp>
            <p:nvCxnSpPr>
              <p:cNvPr id="24" name="Conector de Seta Reta 23">
                <a:extLst>
                  <a:ext uri="{FF2B5EF4-FFF2-40B4-BE49-F238E27FC236}">
                    <a16:creationId xmlns:a16="http://schemas.microsoft.com/office/drawing/2014/main" id="{22FA255B-B35E-4808-AA0B-0F0A401B83C3}"/>
                  </a:ext>
                </a:extLst>
              </p:cNvPr>
              <p:cNvCxnSpPr/>
              <p:nvPr/>
            </p:nvCxnSpPr>
            <p:spPr>
              <a:xfrm flipV="1">
                <a:off x="1311702" y="4148980"/>
                <a:ext cx="0" cy="92660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CaixaDeTexto 24">
                <a:extLst>
                  <a:ext uri="{FF2B5EF4-FFF2-40B4-BE49-F238E27FC236}">
                    <a16:creationId xmlns:a16="http://schemas.microsoft.com/office/drawing/2014/main" id="{3612BC7F-5D74-4A40-9D25-6327FE5B4D10}"/>
                  </a:ext>
                </a:extLst>
              </p:cNvPr>
              <p:cNvSpPr txBox="1"/>
              <p:nvPr/>
            </p:nvSpPr>
            <p:spPr>
              <a:xfrm>
                <a:off x="673501" y="4097287"/>
                <a:ext cx="675185" cy="461665"/>
              </a:xfrm>
              <a:prstGeom prst="rect">
                <a:avLst/>
              </a:prstGeom>
              <a:noFill/>
            </p:spPr>
            <p:txBody>
              <a:bodyPr wrap="none" rtlCol="0">
                <a:spAutoFit/>
              </a:bodyPr>
              <a:lstStyle/>
              <a:p>
                <a:r>
                  <a:rPr lang="pt-BR" sz="2400" b="1" dirty="0" err="1">
                    <a:latin typeface="Arial" panose="020B0604020202020204" pitchFamily="34" charset="0"/>
                    <a:cs typeface="Arial" panose="020B0604020202020204" pitchFamily="34" charset="0"/>
                  </a:rPr>
                  <a:t>v</a:t>
                </a:r>
                <a:r>
                  <a:rPr lang="pt-BR" sz="2400" b="1" baseline="-25000" dirty="0" err="1">
                    <a:latin typeface="Arial" panose="020B0604020202020204" pitchFamily="34" charset="0"/>
                    <a:cs typeface="Arial" panose="020B0604020202020204" pitchFamily="34" charset="0"/>
                  </a:rPr>
                  <a:t>Rel</a:t>
                </a:r>
                <a:endParaRPr lang="pt-BR" b="1" baseline="-25000" dirty="0">
                  <a:latin typeface="Arial" panose="020B0604020202020204" pitchFamily="34" charset="0"/>
                  <a:cs typeface="Arial" panose="020B0604020202020204" pitchFamily="34" charset="0"/>
                </a:endParaRPr>
              </a:p>
            </p:txBody>
          </p:sp>
        </p:grpSp>
        <p:cxnSp>
          <p:nvCxnSpPr>
            <p:cNvPr id="23" name="Conector de Seta Reta 22">
              <a:extLst>
                <a:ext uri="{FF2B5EF4-FFF2-40B4-BE49-F238E27FC236}">
                  <a16:creationId xmlns:a16="http://schemas.microsoft.com/office/drawing/2014/main" id="{272B400B-145E-4FA9-BBA6-29F09B111518}"/>
                </a:ext>
              </a:extLst>
            </p:cNvPr>
            <p:cNvCxnSpPr/>
            <p:nvPr/>
          </p:nvCxnSpPr>
          <p:spPr>
            <a:xfrm>
              <a:off x="673501" y="4220229"/>
              <a:ext cx="34124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6" name="Agrupar 25">
            <a:extLst>
              <a:ext uri="{FF2B5EF4-FFF2-40B4-BE49-F238E27FC236}">
                <a16:creationId xmlns:a16="http://schemas.microsoft.com/office/drawing/2014/main" id="{72A5B981-2F65-4E53-B0E7-4D09C51A7B37}"/>
              </a:ext>
            </a:extLst>
          </p:cNvPr>
          <p:cNvGrpSpPr/>
          <p:nvPr/>
        </p:nvGrpSpPr>
        <p:grpSpPr>
          <a:xfrm>
            <a:off x="1255751" y="3990387"/>
            <a:ext cx="1353419" cy="461665"/>
            <a:chOff x="1441813" y="5396485"/>
            <a:chExt cx="1353419" cy="461665"/>
          </a:xfrm>
        </p:grpSpPr>
        <p:grpSp>
          <p:nvGrpSpPr>
            <p:cNvPr id="27" name="Agrupar 26">
              <a:extLst>
                <a:ext uri="{FF2B5EF4-FFF2-40B4-BE49-F238E27FC236}">
                  <a16:creationId xmlns:a16="http://schemas.microsoft.com/office/drawing/2014/main" id="{C3F82C30-AD77-48E1-A9A2-2513C4E152B9}"/>
                </a:ext>
              </a:extLst>
            </p:cNvPr>
            <p:cNvGrpSpPr/>
            <p:nvPr/>
          </p:nvGrpSpPr>
          <p:grpSpPr>
            <a:xfrm>
              <a:off x="1441813" y="5396485"/>
              <a:ext cx="1353419" cy="461665"/>
              <a:chOff x="1325217" y="4863548"/>
              <a:chExt cx="1353419" cy="461665"/>
            </a:xfrm>
          </p:grpSpPr>
          <p:cxnSp>
            <p:nvCxnSpPr>
              <p:cNvPr id="29" name="Conector de Seta Reta 28">
                <a:extLst>
                  <a:ext uri="{FF2B5EF4-FFF2-40B4-BE49-F238E27FC236}">
                    <a16:creationId xmlns:a16="http://schemas.microsoft.com/office/drawing/2014/main" id="{AC348860-CF27-4FD1-92E5-0366E8FEBF7A}"/>
                  </a:ext>
                </a:extLst>
              </p:cNvPr>
              <p:cNvCxnSpPr/>
              <p:nvPr/>
            </p:nvCxnSpPr>
            <p:spPr>
              <a:xfrm>
                <a:off x="1325217" y="4863548"/>
                <a:ext cx="90446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CaixaDeTexto 29">
                <a:extLst>
                  <a:ext uri="{FF2B5EF4-FFF2-40B4-BE49-F238E27FC236}">
                    <a16:creationId xmlns:a16="http://schemas.microsoft.com/office/drawing/2014/main" id="{27D8E5E0-6427-4D91-A01A-A3CBB5FD38D3}"/>
                  </a:ext>
                </a:extLst>
              </p:cNvPr>
              <p:cNvSpPr txBox="1"/>
              <p:nvPr/>
            </p:nvSpPr>
            <p:spPr>
              <a:xfrm>
                <a:off x="2014672" y="4863548"/>
                <a:ext cx="663964" cy="461665"/>
              </a:xfrm>
              <a:prstGeom prst="rect">
                <a:avLst/>
              </a:prstGeom>
              <a:noFill/>
            </p:spPr>
            <p:txBody>
              <a:bodyPr wrap="none" rtlCol="0">
                <a:spAutoFit/>
              </a:bodyPr>
              <a:lstStyle/>
              <a:p>
                <a:r>
                  <a:rPr lang="pt-BR" sz="2400" b="1" dirty="0" err="1">
                    <a:latin typeface="Arial" panose="020B0604020202020204" pitchFamily="34" charset="0"/>
                    <a:cs typeface="Arial" panose="020B0604020202020204" pitchFamily="34" charset="0"/>
                  </a:rPr>
                  <a:t>v</a:t>
                </a:r>
                <a:r>
                  <a:rPr lang="pt-BR" sz="2400" b="1" baseline="-25000" dirty="0" err="1">
                    <a:latin typeface="Arial" panose="020B0604020202020204" pitchFamily="34" charset="0"/>
                    <a:cs typeface="Arial" panose="020B0604020202020204" pitchFamily="34" charset="0"/>
                  </a:rPr>
                  <a:t>Arr</a:t>
                </a:r>
                <a:endParaRPr lang="pt-BR" b="1" baseline="-25000" dirty="0">
                  <a:latin typeface="Arial" panose="020B0604020202020204" pitchFamily="34" charset="0"/>
                  <a:cs typeface="Arial" panose="020B0604020202020204" pitchFamily="34" charset="0"/>
                </a:endParaRPr>
              </a:p>
            </p:txBody>
          </p:sp>
        </p:grpSp>
        <p:cxnSp>
          <p:nvCxnSpPr>
            <p:cNvPr id="28" name="Conector de Seta Reta 27">
              <a:extLst>
                <a:ext uri="{FF2B5EF4-FFF2-40B4-BE49-F238E27FC236}">
                  <a16:creationId xmlns:a16="http://schemas.microsoft.com/office/drawing/2014/main" id="{6A2FFAA6-419F-4375-AF84-2E8963603256}"/>
                </a:ext>
              </a:extLst>
            </p:cNvPr>
            <p:cNvCxnSpPr/>
            <p:nvPr/>
          </p:nvCxnSpPr>
          <p:spPr>
            <a:xfrm>
              <a:off x="2175652" y="5524519"/>
              <a:ext cx="34124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1" name="CaixaDeTexto 30">
            <a:extLst>
              <a:ext uri="{FF2B5EF4-FFF2-40B4-BE49-F238E27FC236}">
                <a16:creationId xmlns:a16="http://schemas.microsoft.com/office/drawing/2014/main" id="{4FF07CE2-5E22-4654-8AEA-65458EA7E379}"/>
              </a:ext>
            </a:extLst>
          </p:cNvPr>
          <p:cNvSpPr txBox="1"/>
          <p:nvPr/>
        </p:nvSpPr>
        <p:spPr>
          <a:xfrm>
            <a:off x="2576208" y="3033222"/>
            <a:ext cx="4047903" cy="461665"/>
          </a:xfrm>
          <a:prstGeom prst="rect">
            <a:avLst/>
          </a:prstGeom>
          <a:noFill/>
        </p:spPr>
        <p:txBody>
          <a:bodyPr wrap="none" rtlCol="0">
            <a:spAutoFit/>
          </a:bodyPr>
          <a:lstStyle/>
          <a:p>
            <a:r>
              <a:rPr lang="pt-BR" sz="2400" b="1" dirty="0">
                <a:latin typeface="Arial" panose="020B0604020202020204" pitchFamily="34" charset="0"/>
                <a:cs typeface="Arial" panose="020B0604020202020204" pitchFamily="34" charset="0"/>
              </a:rPr>
              <a:t>Aplicando Pitágoras, vem:</a:t>
            </a:r>
          </a:p>
        </p:txBody>
      </p:sp>
      <mc:AlternateContent xmlns:mc="http://schemas.openxmlformats.org/markup-compatibility/2006" xmlns:a14="http://schemas.microsoft.com/office/drawing/2010/main">
        <mc:Choice Requires="a14">
          <p:sp>
            <p:nvSpPr>
              <p:cNvPr id="32" name="CaixaDeTexto 31">
                <a:extLst>
                  <a:ext uri="{FF2B5EF4-FFF2-40B4-BE49-F238E27FC236}">
                    <a16:creationId xmlns:a16="http://schemas.microsoft.com/office/drawing/2014/main" id="{CB04106C-7E35-46DA-817C-93C1A6778EFD}"/>
                  </a:ext>
                </a:extLst>
              </p:cNvPr>
              <p:cNvSpPr txBox="1"/>
              <p:nvPr/>
            </p:nvSpPr>
            <p:spPr>
              <a:xfrm>
                <a:off x="6453809" y="2955575"/>
                <a:ext cx="3756597" cy="54155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24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ctrlPr>
                        </m:sSubPr>
                        <m:e>
                          <m:r>
                            <a:rPr lang="pt-BR" sz="24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𝒗</m:t>
                          </m:r>
                        </m:e>
                        <m:sub>
                          <m:r>
                            <a:rPr lang="pt-BR" sz="2400" b="1" i="1" smtClean="0">
                              <a:solidFill>
                                <a:srgbClr val="002060"/>
                              </a:solidFill>
                              <a:latin typeface="Cambria Math" panose="02040503050406030204" pitchFamily="18" charset="0"/>
                              <a:ea typeface="Cambria Math" panose="02040503050406030204" pitchFamily="18" charset="0"/>
                              <a:cs typeface="Arial" panose="020B0604020202020204" pitchFamily="34" charset="0"/>
                            </a:rPr>
                            <m:t>𝑹</m:t>
                          </m:r>
                        </m:sub>
                      </m:sSub>
                      <m:r>
                        <a:rPr lang="pt-BR" sz="2400" b="1" i="1" smtClean="0">
                          <a:solidFill>
                            <a:srgbClr val="002060"/>
                          </a:solidFill>
                          <a:latin typeface="Cambria Math" panose="02040503050406030204" pitchFamily="18" charset="0"/>
                          <a:cs typeface="Arial" panose="020B0604020202020204" pitchFamily="34" charset="0"/>
                        </a:rPr>
                        <m:t>=</m:t>
                      </m:r>
                      <m:rad>
                        <m:radPr>
                          <m:degHide m:val="on"/>
                          <m:ctrlPr>
                            <a:rPr lang="pt-BR" sz="2400" b="1" i="1" smtClean="0">
                              <a:solidFill>
                                <a:srgbClr val="002060"/>
                              </a:solidFill>
                              <a:latin typeface="Cambria Math" panose="02040503050406030204" pitchFamily="18" charset="0"/>
                              <a:cs typeface="Arial" panose="020B0604020202020204" pitchFamily="34" charset="0"/>
                            </a:rPr>
                          </m:ctrlPr>
                        </m:radPr>
                        <m:deg/>
                        <m:e>
                          <m:sSup>
                            <m:sSupPr>
                              <m:ctrlPr>
                                <a:rPr lang="pt-BR" sz="2400" b="1" i="1" smtClean="0">
                                  <a:solidFill>
                                    <a:srgbClr val="002060"/>
                                  </a:solidFill>
                                  <a:latin typeface="Cambria Math" panose="02040503050406030204" pitchFamily="18" charset="0"/>
                                  <a:cs typeface="Arial" panose="020B0604020202020204" pitchFamily="34" charset="0"/>
                                </a:rPr>
                              </m:ctrlPr>
                            </m:sSupPr>
                            <m:e>
                              <m:d>
                                <m:dPr>
                                  <m:ctrlPr>
                                    <a:rPr lang="pt-BR" sz="2400" b="1" i="1" smtClean="0">
                                      <a:solidFill>
                                        <a:srgbClr val="002060"/>
                                      </a:solidFill>
                                      <a:latin typeface="Cambria Math" panose="02040503050406030204" pitchFamily="18" charset="0"/>
                                      <a:cs typeface="Arial" panose="020B0604020202020204" pitchFamily="34" charset="0"/>
                                    </a:rPr>
                                  </m:ctrlPr>
                                </m:dPr>
                                <m:e>
                                  <m:sSub>
                                    <m:sSubPr>
                                      <m:ctrlPr>
                                        <a:rPr lang="pt-BR" sz="2400" b="1" i="1" smtClean="0">
                                          <a:solidFill>
                                            <a:srgbClr val="002060"/>
                                          </a:solidFill>
                                          <a:latin typeface="Cambria Math" panose="02040503050406030204" pitchFamily="18" charset="0"/>
                                          <a:cs typeface="Arial" panose="020B0604020202020204" pitchFamily="34" charset="0"/>
                                        </a:rPr>
                                      </m:ctrlPr>
                                    </m:sSubPr>
                                    <m:e>
                                      <m:r>
                                        <a:rPr lang="pt-BR" sz="2400" b="1" i="1" smtClean="0">
                                          <a:solidFill>
                                            <a:srgbClr val="002060"/>
                                          </a:solidFill>
                                          <a:latin typeface="Cambria Math" panose="02040503050406030204" pitchFamily="18" charset="0"/>
                                          <a:cs typeface="Arial" panose="020B0604020202020204" pitchFamily="34" charset="0"/>
                                        </a:rPr>
                                        <m:t>𝒗</m:t>
                                      </m:r>
                                    </m:e>
                                    <m:sub>
                                      <m:r>
                                        <a:rPr lang="pt-BR" sz="2400" b="1" i="1" smtClean="0">
                                          <a:solidFill>
                                            <a:srgbClr val="002060"/>
                                          </a:solidFill>
                                          <a:latin typeface="Cambria Math" panose="02040503050406030204" pitchFamily="18" charset="0"/>
                                          <a:cs typeface="Arial" panose="020B0604020202020204" pitchFamily="34" charset="0"/>
                                        </a:rPr>
                                        <m:t>𝑹𝒆𝒍</m:t>
                                      </m:r>
                                    </m:sub>
                                  </m:sSub>
                                </m:e>
                              </m:d>
                            </m:e>
                            <m:sup>
                              <m:r>
                                <a:rPr lang="pt-BR" sz="2400" b="1" i="1" smtClean="0">
                                  <a:solidFill>
                                    <a:srgbClr val="002060"/>
                                  </a:solidFill>
                                  <a:latin typeface="Cambria Math" panose="02040503050406030204" pitchFamily="18" charset="0"/>
                                  <a:cs typeface="Arial" panose="020B0604020202020204" pitchFamily="34" charset="0"/>
                                </a:rPr>
                                <m:t>𝟐</m:t>
                              </m:r>
                            </m:sup>
                          </m:sSup>
                          <m:r>
                            <a:rPr lang="pt-BR" sz="2400" b="1" i="1" smtClean="0">
                              <a:solidFill>
                                <a:srgbClr val="002060"/>
                              </a:solidFill>
                              <a:latin typeface="Cambria Math" panose="02040503050406030204" pitchFamily="18" charset="0"/>
                              <a:cs typeface="Arial" panose="020B0604020202020204" pitchFamily="34" charset="0"/>
                            </a:rPr>
                            <m:t>+</m:t>
                          </m:r>
                          <m:sSup>
                            <m:sSupPr>
                              <m:ctrlPr>
                                <a:rPr lang="pt-BR" sz="2400" b="1" i="1">
                                  <a:solidFill>
                                    <a:srgbClr val="002060"/>
                                  </a:solidFill>
                                  <a:latin typeface="Cambria Math" panose="02040503050406030204" pitchFamily="18" charset="0"/>
                                  <a:cs typeface="Arial" panose="020B0604020202020204" pitchFamily="34" charset="0"/>
                                </a:rPr>
                              </m:ctrlPr>
                            </m:sSupPr>
                            <m:e>
                              <m:d>
                                <m:dPr>
                                  <m:ctrlPr>
                                    <a:rPr lang="pt-BR" sz="2400" b="1" i="1">
                                      <a:solidFill>
                                        <a:srgbClr val="002060"/>
                                      </a:solidFill>
                                      <a:latin typeface="Cambria Math" panose="02040503050406030204" pitchFamily="18" charset="0"/>
                                      <a:cs typeface="Arial" panose="020B0604020202020204" pitchFamily="34" charset="0"/>
                                    </a:rPr>
                                  </m:ctrlPr>
                                </m:dPr>
                                <m:e>
                                  <m:sSub>
                                    <m:sSubPr>
                                      <m:ctrlPr>
                                        <a:rPr lang="pt-BR" sz="2400" b="1" i="1">
                                          <a:solidFill>
                                            <a:srgbClr val="002060"/>
                                          </a:solidFill>
                                          <a:latin typeface="Cambria Math" panose="02040503050406030204" pitchFamily="18" charset="0"/>
                                          <a:cs typeface="Arial" panose="020B0604020202020204" pitchFamily="34" charset="0"/>
                                        </a:rPr>
                                      </m:ctrlPr>
                                    </m:sSubPr>
                                    <m:e>
                                      <m:r>
                                        <a:rPr lang="pt-BR" sz="2400" b="1" i="1">
                                          <a:solidFill>
                                            <a:srgbClr val="002060"/>
                                          </a:solidFill>
                                          <a:latin typeface="Cambria Math" panose="02040503050406030204" pitchFamily="18" charset="0"/>
                                          <a:cs typeface="Arial" panose="020B0604020202020204" pitchFamily="34" charset="0"/>
                                        </a:rPr>
                                        <m:t>𝒗</m:t>
                                      </m:r>
                                    </m:e>
                                    <m:sub>
                                      <m:r>
                                        <a:rPr lang="pt-BR" sz="2400" b="1" i="1">
                                          <a:solidFill>
                                            <a:srgbClr val="002060"/>
                                          </a:solidFill>
                                          <a:latin typeface="Cambria Math" panose="02040503050406030204" pitchFamily="18" charset="0"/>
                                          <a:cs typeface="Arial" panose="020B0604020202020204" pitchFamily="34" charset="0"/>
                                        </a:rPr>
                                        <m:t>𝑨</m:t>
                                      </m:r>
                                      <m:r>
                                        <a:rPr lang="pt-BR" sz="2400" b="1" i="1" smtClean="0">
                                          <a:solidFill>
                                            <a:srgbClr val="002060"/>
                                          </a:solidFill>
                                          <a:latin typeface="Cambria Math" panose="02040503050406030204" pitchFamily="18" charset="0"/>
                                          <a:cs typeface="Arial" panose="020B0604020202020204" pitchFamily="34" charset="0"/>
                                        </a:rPr>
                                        <m:t>𝒓𝒓</m:t>
                                      </m:r>
                                    </m:sub>
                                  </m:sSub>
                                </m:e>
                              </m:d>
                            </m:e>
                            <m:sup>
                              <m:r>
                                <a:rPr lang="pt-BR" sz="2400" b="1" i="1">
                                  <a:solidFill>
                                    <a:srgbClr val="002060"/>
                                  </a:solidFill>
                                  <a:latin typeface="Cambria Math" panose="02040503050406030204" pitchFamily="18" charset="0"/>
                                  <a:cs typeface="Arial" panose="020B0604020202020204" pitchFamily="34" charset="0"/>
                                </a:rPr>
                                <m:t>𝟐</m:t>
                              </m:r>
                            </m:sup>
                          </m:sSup>
                        </m:e>
                      </m:rad>
                    </m:oMath>
                  </m:oMathPara>
                </a14:m>
                <a:endParaRPr lang="pt-BR" sz="2400" b="1" dirty="0">
                  <a:solidFill>
                    <a:srgbClr val="002060"/>
                  </a:solidFill>
                  <a:latin typeface="Arial" panose="020B0604020202020204" pitchFamily="34" charset="0"/>
                  <a:cs typeface="Arial" panose="020B0604020202020204" pitchFamily="34" charset="0"/>
                </a:endParaRPr>
              </a:p>
            </p:txBody>
          </p:sp>
        </mc:Choice>
        <mc:Fallback xmlns="">
          <p:sp>
            <p:nvSpPr>
              <p:cNvPr id="32" name="CaixaDeTexto 31">
                <a:extLst>
                  <a:ext uri="{FF2B5EF4-FFF2-40B4-BE49-F238E27FC236}">
                    <a16:creationId xmlns:a16="http://schemas.microsoft.com/office/drawing/2014/main" id="{CB04106C-7E35-46DA-817C-93C1A6778EFD}"/>
                  </a:ext>
                </a:extLst>
              </p:cNvPr>
              <p:cNvSpPr txBox="1">
                <a:spLocks noRot="1" noChangeAspect="1" noMove="1" noResize="1" noEditPoints="1" noAdjustHandles="1" noChangeArrowheads="1" noChangeShapeType="1" noTextEdit="1"/>
              </p:cNvSpPr>
              <p:nvPr/>
            </p:nvSpPr>
            <p:spPr>
              <a:xfrm>
                <a:off x="6453809" y="2955575"/>
                <a:ext cx="3756597" cy="541559"/>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3" name="CaixaDeTexto 32">
                <a:extLst>
                  <a:ext uri="{FF2B5EF4-FFF2-40B4-BE49-F238E27FC236}">
                    <a16:creationId xmlns:a16="http://schemas.microsoft.com/office/drawing/2014/main" id="{20C4BA27-5BD5-440F-B152-31D951932F6E}"/>
                  </a:ext>
                </a:extLst>
              </p:cNvPr>
              <p:cNvSpPr txBox="1"/>
              <p:nvPr/>
            </p:nvSpPr>
            <p:spPr>
              <a:xfrm>
                <a:off x="2867514" y="3432729"/>
                <a:ext cx="3465998" cy="54155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24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a:rPr lang="pt-BR" sz="24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𝒗</m:t>
                          </m:r>
                        </m:e>
                        <m:sub>
                          <m:r>
                            <a:rPr lang="pt-BR" sz="24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𝑹</m:t>
                          </m:r>
                        </m:sub>
                      </m:sSub>
                      <m:r>
                        <a:rPr lang="pt-BR" sz="2400" b="1" i="1" smtClean="0">
                          <a:solidFill>
                            <a:schemeClr val="tx1"/>
                          </a:solidFill>
                          <a:latin typeface="Cambria Math" panose="02040503050406030204" pitchFamily="18" charset="0"/>
                          <a:cs typeface="Arial" panose="020B0604020202020204" pitchFamily="34" charset="0"/>
                        </a:rPr>
                        <m:t>=</m:t>
                      </m:r>
                      <m:rad>
                        <m:radPr>
                          <m:degHide m:val="on"/>
                          <m:ctrlPr>
                            <a:rPr lang="pt-BR" sz="2400" b="1" i="1" smtClean="0">
                              <a:solidFill>
                                <a:schemeClr val="tx1"/>
                              </a:solidFill>
                              <a:latin typeface="Cambria Math" panose="02040503050406030204" pitchFamily="18" charset="0"/>
                              <a:cs typeface="Arial" panose="020B0604020202020204" pitchFamily="34" charset="0"/>
                            </a:rPr>
                          </m:ctrlPr>
                        </m:radPr>
                        <m:deg/>
                        <m:e>
                          <m:sSup>
                            <m:sSupPr>
                              <m:ctrlPr>
                                <a:rPr lang="pt-BR" sz="2400" b="1" i="1" smtClean="0">
                                  <a:solidFill>
                                    <a:schemeClr val="tx1"/>
                                  </a:solidFill>
                                  <a:latin typeface="Cambria Math" panose="02040503050406030204" pitchFamily="18" charset="0"/>
                                  <a:cs typeface="Arial" panose="020B0604020202020204" pitchFamily="34" charset="0"/>
                                </a:rPr>
                              </m:ctrlPr>
                            </m:sSupPr>
                            <m:e>
                              <m:d>
                                <m:dPr>
                                  <m:ctrlPr>
                                    <a:rPr lang="pt-BR" sz="2400" b="1" i="1" smtClean="0">
                                      <a:solidFill>
                                        <a:schemeClr val="tx1"/>
                                      </a:solidFill>
                                      <a:latin typeface="Cambria Math" panose="02040503050406030204" pitchFamily="18" charset="0"/>
                                      <a:cs typeface="Arial" panose="020B0604020202020204" pitchFamily="34" charset="0"/>
                                    </a:rPr>
                                  </m:ctrlPr>
                                </m:dPr>
                                <m:e>
                                  <m:r>
                                    <a:rPr lang="pt-BR" sz="2400" b="1" i="1" smtClean="0">
                                      <a:solidFill>
                                        <a:schemeClr val="tx1"/>
                                      </a:solidFill>
                                      <a:latin typeface="Cambria Math" panose="02040503050406030204" pitchFamily="18" charset="0"/>
                                      <a:cs typeface="Arial" panose="020B0604020202020204" pitchFamily="34" charset="0"/>
                                    </a:rPr>
                                    <m:t>𝟏</m:t>
                                  </m:r>
                                  <m:r>
                                    <a:rPr lang="pt-BR" sz="2400" b="1" i="1" smtClean="0">
                                      <a:solidFill>
                                        <a:schemeClr val="tx1"/>
                                      </a:solidFill>
                                      <a:latin typeface="Cambria Math" panose="02040503050406030204" pitchFamily="18" charset="0"/>
                                      <a:cs typeface="Arial" panose="020B0604020202020204" pitchFamily="34" charset="0"/>
                                    </a:rPr>
                                    <m:t>,</m:t>
                                  </m:r>
                                  <m:r>
                                    <a:rPr lang="pt-BR" sz="2400" b="1" i="1" smtClean="0">
                                      <a:solidFill>
                                        <a:schemeClr val="tx1"/>
                                      </a:solidFill>
                                      <a:latin typeface="Cambria Math" panose="02040503050406030204" pitchFamily="18" charset="0"/>
                                      <a:cs typeface="Arial" panose="020B0604020202020204" pitchFamily="34" charset="0"/>
                                    </a:rPr>
                                    <m:t>𝟓</m:t>
                                  </m:r>
                                </m:e>
                              </m:d>
                            </m:e>
                            <m:sup>
                              <m:r>
                                <a:rPr lang="pt-BR" sz="2400" b="1" i="1" smtClean="0">
                                  <a:solidFill>
                                    <a:schemeClr val="tx1"/>
                                  </a:solidFill>
                                  <a:latin typeface="Cambria Math" panose="02040503050406030204" pitchFamily="18" charset="0"/>
                                  <a:cs typeface="Arial" panose="020B0604020202020204" pitchFamily="34" charset="0"/>
                                </a:rPr>
                                <m:t>𝟐</m:t>
                              </m:r>
                            </m:sup>
                          </m:sSup>
                          <m:r>
                            <a:rPr lang="pt-BR" sz="2400" b="1" i="1" smtClean="0">
                              <a:solidFill>
                                <a:schemeClr val="tx1"/>
                              </a:solidFill>
                              <a:latin typeface="Cambria Math" panose="02040503050406030204" pitchFamily="18" charset="0"/>
                              <a:cs typeface="Arial" panose="020B0604020202020204" pitchFamily="34" charset="0"/>
                            </a:rPr>
                            <m:t>+</m:t>
                          </m:r>
                          <m:sSup>
                            <m:sSupPr>
                              <m:ctrlPr>
                                <a:rPr lang="pt-BR" sz="2400" b="1" i="1">
                                  <a:solidFill>
                                    <a:schemeClr val="tx1"/>
                                  </a:solidFill>
                                  <a:latin typeface="Cambria Math" panose="02040503050406030204" pitchFamily="18" charset="0"/>
                                  <a:cs typeface="Arial" panose="020B0604020202020204" pitchFamily="34" charset="0"/>
                                </a:rPr>
                              </m:ctrlPr>
                            </m:sSupPr>
                            <m:e>
                              <m:d>
                                <m:dPr>
                                  <m:ctrlPr>
                                    <a:rPr lang="pt-BR" sz="2400" b="1" i="1" smtClean="0">
                                      <a:solidFill>
                                        <a:schemeClr val="tx1"/>
                                      </a:solidFill>
                                      <a:latin typeface="Cambria Math" panose="02040503050406030204" pitchFamily="18" charset="0"/>
                                      <a:cs typeface="Arial" panose="020B0604020202020204" pitchFamily="34" charset="0"/>
                                    </a:rPr>
                                  </m:ctrlPr>
                                </m:dPr>
                                <m:e>
                                  <m:r>
                                    <a:rPr lang="pt-BR" sz="2400" b="1" i="1" smtClean="0">
                                      <a:solidFill>
                                        <a:schemeClr val="tx1"/>
                                      </a:solidFill>
                                      <a:latin typeface="Cambria Math" panose="02040503050406030204" pitchFamily="18" charset="0"/>
                                      <a:cs typeface="Arial" panose="020B0604020202020204" pitchFamily="34" charset="0"/>
                                    </a:rPr>
                                    <m:t>𝟐</m:t>
                                  </m:r>
                                  <m:r>
                                    <a:rPr lang="pt-BR" sz="2400" b="1" i="1" smtClean="0">
                                      <a:solidFill>
                                        <a:schemeClr val="tx1"/>
                                      </a:solidFill>
                                      <a:latin typeface="Cambria Math" panose="02040503050406030204" pitchFamily="18" charset="0"/>
                                      <a:cs typeface="Arial" panose="020B0604020202020204" pitchFamily="34" charset="0"/>
                                    </a:rPr>
                                    <m:t>,</m:t>
                                  </m:r>
                                  <m:r>
                                    <a:rPr lang="pt-BR" sz="2400" b="1" i="1" smtClean="0">
                                      <a:solidFill>
                                        <a:schemeClr val="tx1"/>
                                      </a:solidFill>
                                      <a:latin typeface="Cambria Math" panose="02040503050406030204" pitchFamily="18" charset="0"/>
                                      <a:cs typeface="Arial" panose="020B0604020202020204" pitchFamily="34" charset="0"/>
                                    </a:rPr>
                                    <m:t>𝟎</m:t>
                                  </m:r>
                                </m:e>
                              </m:d>
                            </m:e>
                            <m:sup>
                              <m:r>
                                <a:rPr lang="pt-BR" sz="2400" b="1" i="1">
                                  <a:solidFill>
                                    <a:schemeClr val="tx1"/>
                                  </a:solidFill>
                                  <a:latin typeface="Cambria Math" panose="02040503050406030204" pitchFamily="18" charset="0"/>
                                  <a:cs typeface="Arial" panose="020B0604020202020204" pitchFamily="34" charset="0"/>
                                </a:rPr>
                                <m:t>𝟐</m:t>
                              </m:r>
                            </m:sup>
                          </m:sSup>
                        </m:e>
                      </m:rad>
                    </m:oMath>
                  </m:oMathPara>
                </a14:m>
                <a:endParaRPr lang="pt-BR" sz="2400" b="1" dirty="0">
                  <a:solidFill>
                    <a:schemeClr val="tx1"/>
                  </a:solidFill>
                  <a:latin typeface="Arial" panose="020B0604020202020204" pitchFamily="34" charset="0"/>
                  <a:cs typeface="Arial" panose="020B0604020202020204" pitchFamily="34" charset="0"/>
                </a:endParaRPr>
              </a:p>
            </p:txBody>
          </p:sp>
        </mc:Choice>
        <mc:Fallback xmlns="">
          <p:sp>
            <p:nvSpPr>
              <p:cNvPr id="33" name="CaixaDeTexto 32">
                <a:extLst>
                  <a:ext uri="{FF2B5EF4-FFF2-40B4-BE49-F238E27FC236}">
                    <a16:creationId xmlns:a16="http://schemas.microsoft.com/office/drawing/2014/main" id="{20C4BA27-5BD5-440F-B152-31D951932F6E}"/>
                  </a:ext>
                </a:extLst>
              </p:cNvPr>
              <p:cNvSpPr txBox="1">
                <a:spLocks noRot="1" noChangeAspect="1" noMove="1" noResize="1" noEditPoints="1" noAdjustHandles="1" noChangeArrowheads="1" noChangeShapeType="1" noTextEdit="1"/>
              </p:cNvSpPr>
              <p:nvPr/>
            </p:nvSpPr>
            <p:spPr>
              <a:xfrm>
                <a:off x="2867514" y="3432729"/>
                <a:ext cx="3465998" cy="541559"/>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4" name="CaixaDeTexto 33">
                <a:extLst>
                  <a:ext uri="{FF2B5EF4-FFF2-40B4-BE49-F238E27FC236}">
                    <a16:creationId xmlns:a16="http://schemas.microsoft.com/office/drawing/2014/main" id="{6925DA46-8109-440A-9F1B-A8B78B03742B}"/>
                  </a:ext>
                </a:extLst>
              </p:cNvPr>
              <p:cNvSpPr txBox="1"/>
              <p:nvPr/>
            </p:nvSpPr>
            <p:spPr>
              <a:xfrm>
                <a:off x="3318127" y="3912481"/>
                <a:ext cx="3076448" cy="53957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24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ctrlPr>
                        </m:sSubPr>
                        <m:e>
                          <m:r>
                            <a:rPr lang="pt-BR" sz="24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𝒗</m:t>
                          </m:r>
                        </m:e>
                        <m:sub>
                          <m:r>
                            <a:rPr lang="pt-BR" sz="24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𝑹</m:t>
                          </m:r>
                        </m:sub>
                      </m:sSub>
                      <m:r>
                        <a:rPr lang="pt-BR" sz="2400" b="1" i="1" smtClean="0">
                          <a:solidFill>
                            <a:srgbClr val="C00000"/>
                          </a:solidFill>
                          <a:latin typeface="Cambria Math" panose="02040503050406030204" pitchFamily="18" charset="0"/>
                          <a:cs typeface="Arial" panose="020B0604020202020204" pitchFamily="34" charset="0"/>
                        </a:rPr>
                        <m:t>=</m:t>
                      </m:r>
                      <m:rad>
                        <m:radPr>
                          <m:degHide m:val="on"/>
                          <m:ctrlPr>
                            <a:rPr lang="pt-BR" sz="2400" b="1" i="1" smtClean="0">
                              <a:solidFill>
                                <a:srgbClr val="C00000"/>
                              </a:solidFill>
                              <a:latin typeface="Cambria Math" panose="02040503050406030204" pitchFamily="18" charset="0"/>
                              <a:cs typeface="Arial" panose="020B0604020202020204" pitchFamily="34" charset="0"/>
                            </a:rPr>
                          </m:ctrlPr>
                        </m:radPr>
                        <m:deg/>
                        <m:e>
                          <m:r>
                            <a:rPr lang="pt-BR" sz="2400" b="1" i="1" smtClean="0">
                              <a:solidFill>
                                <a:srgbClr val="C00000"/>
                              </a:solidFill>
                              <a:latin typeface="Cambria Math" panose="02040503050406030204" pitchFamily="18" charset="0"/>
                              <a:cs typeface="Arial" panose="020B0604020202020204" pitchFamily="34" charset="0"/>
                            </a:rPr>
                            <m:t>𝟐</m:t>
                          </m:r>
                          <m:r>
                            <a:rPr lang="pt-BR" sz="2400" b="1" i="1" smtClean="0">
                              <a:solidFill>
                                <a:srgbClr val="C00000"/>
                              </a:solidFill>
                              <a:latin typeface="Cambria Math" panose="02040503050406030204" pitchFamily="18" charset="0"/>
                              <a:cs typeface="Arial" panose="020B0604020202020204" pitchFamily="34" charset="0"/>
                            </a:rPr>
                            <m:t>,</m:t>
                          </m:r>
                          <m:r>
                            <a:rPr lang="pt-BR" sz="2400" b="1" i="1" smtClean="0">
                              <a:solidFill>
                                <a:srgbClr val="C00000"/>
                              </a:solidFill>
                              <a:latin typeface="Cambria Math" panose="02040503050406030204" pitchFamily="18" charset="0"/>
                              <a:cs typeface="Arial" panose="020B0604020202020204" pitchFamily="34" charset="0"/>
                            </a:rPr>
                            <m:t>𝟐𝟓</m:t>
                          </m:r>
                          <m:r>
                            <a:rPr lang="pt-BR" sz="2400" b="1" i="1" smtClean="0">
                              <a:solidFill>
                                <a:srgbClr val="C00000"/>
                              </a:solidFill>
                              <a:latin typeface="Cambria Math" panose="02040503050406030204" pitchFamily="18" charset="0"/>
                              <a:cs typeface="Arial" panose="020B0604020202020204" pitchFamily="34" charset="0"/>
                            </a:rPr>
                            <m:t>+</m:t>
                          </m:r>
                          <m:r>
                            <a:rPr lang="pt-BR" sz="2400" b="1" i="1" smtClean="0">
                              <a:solidFill>
                                <a:srgbClr val="C00000"/>
                              </a:solidFill>
                              <a:latin typeface="Cambria Math" panose="02040503050406030204" pitchFamily="18" charset="0"/>
                              <a:cs typeface="Arial" panose="020B0604020202020204" pitchFamily="34" charset="0"/>
                            </a:rPr>
                            <m:t>𝟒</m:t>
                          </m:r>
                        </m:e>
                      </m:rad>
                    </m:oMath>
                  </m:oMathPara>
                </a14:m>
                <a:endParaRPr lang="pt-BR" sz="2400" b="1" dirty="0">
                  <a:solidFill>
                    <a:srgbClr val="C00000"/>
                  </a:solidFill>
                  <a:latin typeface="Arial" panose="020B0604020202020204" pitchFamily="34" charset="0"/>
                  <a:cs typeface="Arial" panose="020B0604020202020204" pitchFamily="34" charset="0"/>
                </a:endParaRPr>
              </a:p>
            </p:txBody>
          </p:sp>
        </mc:Choice>
        <mc:Fallback xmlns="">
          <p:sp>
            <p:nvSpPr>
              <p:cNvPr id="34" name="CaixaDeTexto 33">
                <a:extLst>
                  <a:ext uri="{FF2B5EF4-FFF2-40B4-BE49-F238E27FC236}">
                    <a16:creationId xmlns:a16="http://schemas.microsoft.com/office/drawing/2014/main" id="{6925DA46-8109-440A-9F1B-A8B78B03742B}"/>
                  </a:ext>
                </a:extLst>
              </p:cNvPr>
              <p:cNvSpPr txBox="1">
                <a:spLocks noRot="1" noChangeAspect="1" noMove="1" noResize="1" noEditPoints="1" noAdjustHandles="1" noChangeArrowheads="1" noChangeShapeType="1" noTextEdit="1"/>
              </p:cNvSpPr>
              <p:nvPr/>
            </p:nvSpPr>
            <p:spPr>
              <a:xfrm>
                <a:off x="3318127" y="3912481"/>
                <a:ext cx="3076448" cy="539571"/>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5" name="CaixaDeTexto 34">
                <a:extLst>
                  <a:ext uri="{FF2B5EF4-FFF2-40B4-BE49-F238E27FC236}">
                    <a16:creationId xmlns:a16="http://schemas.microsoft.com/office/drawing/2014/main" id="{467119D9-8DA4-4DA2-A072-C917E530C2D4}"/>
                  </a:ext>
                </a:extLst>
              </p:cNvPr>
              <p:cNvSpPr txBox="1"/>
              <p:nvPr/>
            </p:nvSpPr>
            <p:spPr>
              <a:xfrm>
                <a:off x="7143825" y="3933506"/>
                <a:ext cx="2092489" cy="461665"/>
              </a:xfrm>
              <a:custGeom>
                <a:avLst/>
                <a:gdLst>
                  <a:gd name="connsiteX0" fmla="*/ 0 w 2092489"/>
                  <a:gd name="connsiteY0" fmla="*/ 0 h 461665"/>
                  <a:gd name="connsiteX1" fmla="*/ 564972 w 2092489"/>
                  <a:gd name="connsiteY1" fmla="*/ 0 h 461665"/>
                  <a:gd name="connsiteX2" fmla="*/ 1129944 w 2092489"/>
                  <a:gd name="connsiteY2" fmla="*/ 0 h 461665"/>
                  <a:gd name="connsiteX3" fmla="*/ 2092489 w 2092489"/>
                  <a:gd name="connsiteY3" fmla="*/ 0 h 461665"/>
                  <a:gd name="connsiteX4" fmla="*/ 2092489 w 2092489"/>
                  <a:gd name="connsiteY4" fmla="*/ 461665 h 461665"/>
                  <a:gd name="connsiteX5" fmla="*/ 1632141 w 2092489"/>
                  <a:gd name="connsiteY5" fmla="*/ 461665 h 461665"/>
                  <a:gd name="connsiteX6" fmla="*/ 1067169 w 2092489"/>
                  <a:gd name="connsiteY6" fmla="*/ 461665 h 461665"/>
                  <a:gd name="connsiteX7" fmla="*/ 502197 w 2092489"/>
                  <a:gd name="connsiteY7" fmla="*/ 461665 h 461665"/>
                  <a:gd name="connsiteX8" fmla="*/ 0 w 2092489"/>
                  <a:gd name="connsiteY8" fmla="*/ 461665 h 461665"/>
                  <a:gd name="connsiteX9" fmla="*/ 0 w 2092489"/>
                  <a:gd name="connsiteY9" fmla="*/ 0 h 461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92489" h="461665" fill="none" extrusionOk="0">
                    <a:moveTo>
                      <a:pt x="0" y="0"/>
                    </a:moveTo>
                    <a:cubicBezTo>
                      <a:pt x="155039" y="-13154"/>
                      <a:pt x="352287" y="38396"/>
                      <a:pt x="564972" y="0"/>
                    </a:cubicBezTo>
                    <a:cubicBezTo>
                      <a:pt x="777657" y="-38396"/>
                      <a:pt x="880188" y="38020"/>
                      <a:pt x="1129944" y="0"/>
                    </a:cubicBezTo>
                    <a:cubicBezTo>
                      <a:pt x="1379700" y="-38020"/>
                      <a:pt x="1747576" y="104584"/>
                      <a:pt x="2092489" y="0"/>
                    </a:cubicBezTo>
                    <a:cubicBezTo>
                      <a:pt x="2134011" y="141212"/>
                      <a:pt x="2070114" y="277985"/>
                      <a:pt x="2092489" y="461665"/>
                    </a:cubicBezTo>
                    <a:cubicBezTo>
                      <a:pt x="1893333" y="481901"/>
                      <a:pt x="1813471" y="415933"/>
                      <a:pt x="1632141" y="461665"/>
                    </a:cubicBezTo>
                    <a:cubicBezTo>
                      <a:pt x="1450811" y="507397"/>
                      <a:pt x="1239712" y="400179"/>
                      <a:pt x="1067169" y="461665"/>
                    </a:cubicBezTo>
                    <a:cubicBezTo>
                      <a:pt x="894626" y="523151"/>
                      <a:pt x="695809" y="394914"/>
                      <a:pt x="502197" y="461665"/>
                    </a:cubicBezTo>
                    <a:cubicBezTo>
                      <a:pt x="308585" y="528416"/>
                      <a:pt x="233445" y="425271"/>
                      <a:pt x="0" y="461665"/>
                    </a:cubicBezTo>
                    <a:cubicBezTo>
                      <a:pt x="-44400" y="303129"/>
                      <a:pt x="35709" y="165335"/>
                      <a:pt x="0" y="0"/>
                    </a:cubicBezTo>
                    <a:close/>
                  </a:path>
                  <a:path w="2092489" h="461665" stroke="0" extrusionOk="0">
                    <a:moveTo>
                      <a:pt x="0" y="0"/>
                    </a:moveTo>
                    <a:cubicBezTo>
                      <a:pt x="200117" y="-34897"/>
                      <a:pt x="400392" y="54997"/>
                      <a:pt x="502197" y="0"/>
                    </a:cubicBezTo>
                    <a:cubicBezTo>
                      <a:pt x="604002" y="-54997"/>
                      <a:pt x="870555" y="60213"/>
                      <a:pt x="1067169" y="0"/>
                    </a:cubicBezTo>
                    <a:cubicBezTo>
                      <a:pt x="1263783" y="-60213"/>
                      <a:pt x="1425946" y="53374"/>
                      <a:pt x="1632141" y="0"/>
                    </a:cubicBezTo>
                    <a:cubicBezTo>
                      <a:pt x="1838336" y="-53374"/>
                      <a:pt x="1924844" y="6578"/>
                      <a:pt x="2092489" y="0"/>
                    </a:cubicBezTo>
                    <a:cubicBezTo>
                      <a:pt x="2144210" y="94352"/>
                      <a:pt x="2073494" y="365461"/>
                      <a:pt x="2092489" y="461665"/>
                    </a:cubicBezTo>
                    <a:cubicBezTo>
                      <a:pt x="1911333" y="500366"/>
                      <a:pt x="1783313" y="409412"/>
                      <a:pt x="1527517" y="461665"/>
                    </a:cubicBezTo>
                    <a:cubicBezTo>
                      <a:pt x="1271721" y="513918"/>
                      <a:pt x="1235161" y="411506"/>
                      <a:pt x="1004395" y="461665"/>
                    </a:cubicBezTo>
                    <a:cubicBezTo>
                      <a:pt x="773629" y="511824"/>
                      <a:pt x="575391" y="435601"/>
                      <a:pt x="460348" y="461665"/>
                    </a:cubicBezTo>
                    <a:cubicBezTo>
                      <a:pt x="345305" y="487729"/>
                      <a:pt x="101239" y="429621"/>
                      <a:pt x="0" y="461665"/>
                    </a:cubicBezTo>
                    <a:cubicBezTo>
                      <a:pt x="-9298" y="267712"/>
                      <a:pt x="13533" y="149539"/>
                      <a:pt x="0" y="0"/>
                    </a:cubicBezTo>
                    <a:close/>
                  </a:path>
                </a:pathLst>
              </a:custGeom>
              <a:solidFill>
                <a:schemeClr val="accent4">
                  <a:lumMod val="40000"/>
                  <a:lumOff val="60000"/>
                </a:schemeClr>
              </a:solidFill>
              <a:ln w="57150">
                <a:solidFill>
                  <a:srgbClr val="FF0000"/>
                </a:solidFill>
                <a:extLst>
                  <a:ext uri="{C807C97D-BFC1-408E-A445-0C87EB9F89A2}">
                    <ask:lineSketchStyleProps xmlns:ask="http://schemas.microsoft.com/office/drawing/2018/sketchyshapes" sd="527296766">
                      <a:prstGeom prst="rect">
                        <a:avLst/>
                      </a:prstGeom>
                      <ask:type>
                        <ask:lineSketchScribble/>
                      </ask:type>
                    </ask:lineSketchStyleProps>
                  </a:ext>
                </a:extLst>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24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a:rPr lang="pt-BR" sz="24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𝒗</m:t>
                          </m:r>
                        </m:e>
                        <m:sub>
                          <m:r>
                            <a:rPr lang="pt-BR" sz="24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𝑹</m:t>
                          </m:r>
                        </m:sub>
                      </m:sSub>
                      <m:r>
                        <a:rPr lang="pt-BR" sz="2400" b="1" i="1" smtClean="0">
                          <a:solidFill>
                            <a:schemeClr val="tx1"/>
                          </a:solidFill>
                          <a:latin typeface="Cambria Math" panose="02040503050406030204" pitchFamily="18" charset="0"/>
                          <a:cs typeface="Arial" panose="020B0604020202020204" pitchFamily="34" charset="0"/>
                        </a:rPr>
                        <m:t>=</m:t>
                      </m:r>
                      <m:r>
                        <a:rPr lang="pt-BR" sz="2400" b="1" i="1" smtClean="0">
                          <a:solidFill>
                            <a:schemeClr val="tx1"/>
                          </a:solidFill>
                          <a:latin typeface="Cambria Math" panose="02040503050406030204" pitchFamily="18" charset="0"/>
                          <a:cs typeface="Arial" panose="020B0604020202020204" pitchFamily="34" charset="0"/>
                        </a:rPr>
                        <m:t>𝟐</m:t>
                      </m:r>
                      <m:r>
                        <a:rPr lang="pt-BR" sz="2400" b="1" i="1" smtClean="0">
                          <a:solidFill>
                            <a:schemeClr val="tx1"/>
                          </a:solidFill>
                          <a:latin typeface="Cambria Math" panose="02040503050406030204" pitchFamily="18" charset="0"/>
                          <a:cs typeface="Arial" panose="020B0604020202020204" pitchFamily="34" charset="0"/>
                        </a:rPr>
                        <m:t>,</m:t>
                      </m:r>
                      <m:r>
                        <a:rPr lang="pt-BR" sz="2400" b="1" i="1" smtClean="0">
                          <a:solidFill>
                            <a:schemeClr val="tx1"/>
                          </a:solidFill>
                          <a:latin typeface="Cambria Math" panose="02040503050406030204" pitchFamily="18" charset="0"/>
                          <a:cs typeface="Arial" panose="020B0604020202020204" pitchFamily="34" charset="0"/>
                        </a:rPr>
                        <m:t>𝟓</m:t>
                      </m:r>
                      <m:r>
                        <a:rPr lang="pt-BR" sz="2400" b="1" i="1" smtClean="0">
                          <a:solidFill>
                            <a:schemeClr val="tx1"/>
                          </a:solidFill>
                          <a:latin typeface="Cambria Math" panose="02040503050406030204" pitchFamily="18" charset="0"/>
                          <a:cs typeface="Arial" panose="020B0604020202020204" pitchFamily="34" charset="0"/>
                        </a:rPr>
                        <m:t> </m:t>
                      </m:r>
                      <m:r>
                        <a:rPr lang="pt-BR" sz="2400" b="1" i="1" smtClean="0">
                          <a:solidFill>
                            <a:schemeClr val="tx1"/>
                          </a:solidFill>
                          <a:latin typeface="Cambria Math" panose="02040503050406030204" pitchFamily="18" charset="0"/>
                          <a:cs typeface="Arial" panose="020B0604020202020204" pitchFamily="34" charset="0"/>
                        </a:rPr>
                        <m:t>𝒎</m:t>
                      </m:r>
                      <m:r>
                        <a:rPr lang="pt-BR" sz="2400" b="1" i="1" smtClean="0">
                          <a:solidFill>
                            <a:schemeClr val="tx1"/>
                          </a:solidFill>
                          <a:latin typeface="Cambria Math" panose="02040503050406030204" pitchFamily="18" charset="0"/>
                          <a:cs typeface="Arial" panose="020B0604020202020204" pitchFamily="34" charset="0"/>
                        </a:rPr>
                        <m:t>/</m:t>
                      </m:r>
                      <m:r>
                        <a:rPr lang="pt-BR" sz="2400" b="1" i="1" smtClean="0">
                          <a:solidFill>
                            <a:schemeClr val="tx1"/>
                          </a:solidFill>
                          <a:latin typeface="Cambria Math" panose="02040503050406030204" pitchFamily="18" charset="0"/>
                          <a:cs typeface="Arial" panose="020B0604020202020204" pitchFamily="34" charset="0"/>
                        </a:rPr>
                        <m:t>𝒔</m:t>
                      </m:r>
                    </m:oMath>
                  </m:oMathPara>
                </a14:m>
                <a:endParaRPr lang="pt-BR" sz="2400" b="1" dirty="0">
                  <a:solidFill>
                    <a:schemeClr val="tx1"/>
                  </a:solidFill>
                  <a:latin typeface="Arial" panose="020B0604020202020204" pitchFamily="34" charset="0"/>
                  <a:cs typeface="Arial" panose="020B0604020202020204" pitchFamily="34" charset="0"/>
                </a:endParaRPr>
              </a:p>
            </p:txBody>
          </p:sp>
        </mc:Choice>
        <mc:Fallback xmlns="">
          <p:sp>
            <p:nvSpPr>
              <p:cNvPr id="35" name="CaixaDeTexto 34">
                <a:extLst>
                  <a:ext uri="{FF2B5EF4-FFF2-40B4-BE49-F238E27FC236}">
                    <a16:creationId xmlns:a16="http://schemas.microsoft.com/office/drawing/2014/main" id="{467119D9-8DA4-4DA2-A072-C917E530C2D4}"/>
                  </a:ext>
                </a:extLst>
              </p:cNvPr>
              <p:cNvSpPr txBox="1">
                <a:spLocks noRot="1" noChangeAspect="1" noMove="1" noResize="1" noEditPoints="1" noAdjustHandles="1" noChangeArrowheads="1" noChangeShapeType="1" noTextEdit="1"/>
              </p:cNvSpPr>
              <p:nvPr/>
            </p:nvSpPr>
            <p:spPr>
              <a:xfrm>
                <a:off x="7143825" y="3933506"/>
                <a:ext cx="2092489" cy="461665"/>
              </a:xfrm>
              <a:prstGeom prst="rect">
                <a:avLst/>
              </a:prstGeom>
              <a:blipFill>
                <a:blip r:embed="rId7"/>
                <a:stretch>
                  <a:fillRect b="-6593"/>
                </a:stretch>
              </a:blipFill>
              <a:ln w="57150">
                <a:solidFill>
                  <a:srgbClr val="FF0000"/>
                </a:solidFill>
                <a:extLst>
                  <a:ext uri="{C807C97D-BFC1-408E-A445-0C87EB9F89A2}">
                    <ask:lineSketchStyleProps xmlns:ask="http://schemas.microsoft.com/office/drawing/2018/sketchyshapes" sd="527296766">
                      <a:custGeom>
                        <a:avLst/>
                        <a:gdLst>
                          <a:gd name="connsiteX0" fmla="*/ 0 w 2092489"/>
                          <a:gd name="connsiteY0" fmla="*/ 0 h 461665"/>
                          <a:gd name="connsiteX1" fmla="*/ 564972 w 2092489"/>
                          <a:gd name="connsiteY1" fmla="*/ 0 h 461665"/>
                          <a:gd name="connsiteX2" fmla="*/ 1129944 w 2092489"/>
                          <a:gd name="connsiteY2" fmla="*/ 0 h 461665"/>
                          <a:gd name="connsiteX3" fmla="*/ 2092489 w 2092489"/>
                          <a:gd name="connsiteY3" fmla="*/ 0 h 461665"/>
                          <a:gd name="connsiteX4" fmla="*/ 2092489 w 2092489"/>
                          <a:gd name="connsiteY4" fmla="*/ 461665 h 461665"/>
                          <a:gd name="connsiteX5" fmla="*/ 1632141 w 2092489"/>
                          <a:gd name="connsiteY5" fmla="*/ 461665 h 461665"/>
                          <a:gd name="connsiteX6" fmla="*/ 1067169 w 2092489"/>
                          <a:gd name="connsiteY6" fmla="*/ 461665 h 461665"/>
                          <a:gd name="connsiteX7" fmla="*/ 502197 w 2092489"/>
                          <a:gd name="connsiteY7" fmla="*/ 461665 h 461665"/>
                          <a:gd name="connsiteX8" fmla="*/ 0 w 2092489"/>
                          <a:gd name="connsiteY8" fmla="*/ 461665 h 461665"/>
                          <a:gd name="connsiteX9" fmla="*/ 0 w 2092489"/>
                          <a:gd name="connsiteY9" fmla="*/ 0 h 461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92489" h="461665" fill="none" extrusionOk="0">
                            <a:moveTo>
                              <a:pt x="0" y="0"/>
                            </a:moveTo>
                            <a:cubicBezTo>
                              <a:pt x="155039" y="-13154"/>
                              <a:pt x="352287" y="38396"/>
                              <a:pt x="564972" y="0"/>
                            </a:cubicBezTo>
                            <a:cubicBezTo>
                              <a:pt x="777657" y="-38396"/>
                              <a:pt x="880188" y="38020"/>
                              <a:pt x="1129944" y="0"/>
                            </a:cubicBezTo>
                            <a:cubicBezTo>
                              <a:pt x="1379700" y="-38020"/>
                              <a:pt x="1747576" y="104584"/>
                              <a:pt x="2092489" y="0"/>
                            </a:cubicBezTo>
                            <a:cubicBezTo>
                              <a:pt x="2134011" y="141212"/>
                              <a:pt x="2070114" y="277985"/>
                              <a:pt x="2092489" y="461665"/>
                            </a:cubicBezTo>
                            <a:cubicBezTo>
                              <a:pt x="1893333" y="481901"/>
                              <a:pt x="1813471" y="415933"/>
                              <a:pt x="1632141" y="461665"/>
                            </a:cubicBezTo>
                            <a:cubicBezTo>
                              <a:pt x="1450811" y="507397"/>
                              <a:pt x="1239712" y="400179"/>
                              <a:pt x="1067169" y="461665"/>
                            </a:cubicBezTo>
                            <a:cubicBezTo>
                              <a:pt x="894626" y="523151"/>
                              <a:pt x="695809" y="394914"/>
                              <a:pt x="502197" y="461665"/>
                            </a:cubicBezTo>
                            <a:cubicBezTo>
                              <a:pt x="308585" y="528416"/>
                              <a:pt x="233445" y="425271"/>
                              <a:pt x="0" y="461665"/>
                            </a:cubicBezTo>
                            <a:cubicBezTo>
                              <a:pt x="-44400" y="303129"/>
                              <a:pt x="35709" y="165335"/>
                              <a:pt x="0" y="0"/>
                            </a:cubicBezTo>
                            <a:close/>
                          </a:path>
                          <a:path w="2092489" h="461665" stroke="0" extrusionOk="0">
                            <a:moveTo>
                              <a:pt x="0" y="0"/>
                            </a:moveTo>
                            <a:cubicBezTo>
                              <a:pt x="200117" y="-34897"/>
                              <a:pt x="400392" y="54997"/>
                              <a:pt x="502197" y="0"/>
                            </a:cubicBezTo>
                            <a:cubicBezTo>
                              <a:pt x="604002" y="-54997"/>
                              <a:pt x="870555" y="60213"/>
                              <a:pt x="1067169" y="0"/>
                            </a:cubicBezTo>
                            <a:cubicBezTo>
                              <a:pt x="1263783" y="-60213"/>
                              <a:pt x="1425946" y="53374"/>
                              <a:pt x="1632141" y="0"/>
                            </a:cubicBezTo>
                            <a:cubicBezTo>
                              <a:pt x="1838336" y="-53374"/>
                              <a:pt x="1924844" y="6578"/>
                              <a:pt x="2092489" y="0"/>
                            </a:cubicBezTo>
                            <a:cubicBezTo>
                              <a:pt x="2144210" y="94352"/>
                              <a:pt x="2073494" y="365461"/>
                              <a:pt x="2092489" y="461665"/>
                            </a:cubicBezTo>
                            <a:cubicBezTo>
                              <a:pt x="1911333" y="500366"/>
                              <a:pt x="1783313" y="409412"/>
                              <a:pt x="1527517" y="461665"/>
                            </a:cubicBezTo>
                            <a:cubicBezTo>
                              <a:pt x="1271721" y="513918"/>
                              <a:pt x="1235161" y="411506"/>
                              <a:pt x="1004395" y="461665"/>
                            </a:cubicBezTo>
                            <a:cubicBezTo>
                              <a:pt x="773629" y="511824"/>
                              <a:pt x="575391" y="435601"/>
                              <a:pt x="460348" y="461665"/>
                            </a:cubicBezTo>
                            <a:cubicBezTo>
                              <a:pt x="345305" y="487729"/>
                              <a:pt x="101239" y="429621"/>
                              <a:pt x="0" y="461665"/>
                            </a:cubicBezTo>
                            <a:cubicBezTo>
                              <a:pt x="-9298" y="267712"/>
                              <a:pt x="13533" y="149539"/>
                              <a:pt x="0" y="0"/>
                            </a:cubicBezTo>
                            <a:close/>
                          </a:path>
                        </a:pathLst>
                      </a:custGeom>
                      <ask:type>
                        <ask:lineSketchScribble/>
                      </ask:type>
                    </ask:lineSketchStyleProps>
                  </a:ext>
                </a:extLst>
              </a:ln>
            </p:spPr>
            <p:txBody>
              <a:bodyPr/>
              <a:lstStyle/>
              <a:p>
                <a:r>
                  <a:rPr lang="pt-BR">
                    <a:noFill/>
                  </a:rPr>
                  <a:t> </a:t>
                </a:r>
              </a:p>
            </p:txBody>
          </p:sp>
        </mc:Fallback>
      </mc:AlternateContent>
      <p:sp>
        <p:nvSpPr>
          <p:cNvPr id="36" name="Seta: para a Direita 35">
            <a:extLst>
              <a:ext uri="{FF2B5EF4-FFF2-40B4-BE49-F238E27FC236}">
                <a16:creationId xmlns:a16="http://schemas.microsoft.com/office/drawing/2014/main" id="{7D4363AD-0539-4571-BFE1-76724FFF93FF}"/>
              </a:ext>
            </a:extLst>
          </p:cNvPr>
          <p:cNvSpPr/>
          <p:nvPr/>
        </p:nvSpPr>
        <p:spPr>
          <a:xfrm>
            <a:off x="6333512" y="3974288"/>
            <a:ext cx="490331" cy="439254"/>
          </a:xfrm>
          <a:prstGeom prst="rightArrow">
            <a:avLst/>
          </a:prstGeom>
          <a:solidFill>
            <a:srgbClr val="00B0F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7" name="CaixaDeTexto 36">
            <a:extLst>
              <a:ext uri="{FF2B5EF4-FFF2-40B4-BE49-F238E27FC236}">
                <a16:creationId xmlns:a16="http://schemas.microsoft.com/office/drawing/2014/main" id="{9CDF4FBB-7D89-4F89-88B6-A1972D9779EE}"/>
              </a:ext>
            </a:extLst>
          </p:cNvPr>
          <p:cNvSpPr txBox="1"/>
          <p:nvPr/>
        </p:nvSpPr>
        <p:spPr>
          <a:xfrm>
            <a:off x="313398" y="4544025"/>
            <a:ext cx="10659399" cy="954107"/>
          </a:xfrm>
          <a:prstGeom prst="rect">
            <a:avLst/>
          </a:prstGeom>
          <a:noFill/>
        </p:spPr>
        <p:txBody>
          <a:bodyPr wrap="square">
            <a:spAutoFit/>
          </a:bodyPr>
          <a:lstStyle/>
          <a:p>
            <a:pPr algn="just"/>
            <a:r>
              <a:rPr lang="pt-BR" sz="2800" b="1" dirty="0">
                <a:latin typeface="Arial" panose="020B0604020202020204" pitchFamily="34" charset="0"/>
                <a:cs typeface="Arial" panose="020B0604020202020204" pitchFamily="34" charset="0"/>
              </a:rPr>
              <a:t>b) a distância percorrida pela pessoa, em relação ao solo, ao atravessar a esteira.</a:t>
            </a:r>
          </a:p>
        </p:txBody>
      </p:sp>
      <mc:AlternateContent xmlns:mc="http://schemas.openxmlformats.org/markup-compatibility/2006" xmlns:a14="http://schemas.microsoft.com/office/drawing/2010/main">
        <mc:Choice Requires="a14">
          <p:sp>
            <p:nvSpPr>
              <p:cNvPr id="38" name="CaixaDeTexto 37">
                <a:extLst>
                  <a:ext uri="{FF2B5EF4-FFF2-40B4-BE49-F238E27FC236}">
                    <a16:creationId xmlns:a16="http://schemas.microsoft.com/office/drawing/2014/main" id="{1B8A3B00-1E27-4BE1-B9A1-318157D40FF0}"/>
                  </a:ext>
                </a:extLst>
              </p:cNvPr>
              <p:cNvSpPr txBox="1"/>
              <p:nvPr/>
            </p:nvSpPr>
            <p:spPr>
              <a:xfrm>
                <a:off x="362406" y="5303450"/>
                <a:ext cx="1867025" cy="9714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𝒕</m:t>
                      </m:r>
                      <m:r>
                        <a:rPr lang="pt-BR" sz="2800" b="1" i="1" smtClean="0">
                          <a:solidFill>
                            <a:srgbClr val="FF0000"/>
                          </a:solidFill>
                          <a:latin typeface="Cambria Math" panose="02040503050406030204" pitchFamily="18" charset="0"/>
                          <a:cs typeface="Arial" panose="020B0604020202020204" pitchFamily="34" charset="0"/>
                        </a:rPr>
                        <m:t>=</m:t>
                      </m:r>
                      <m:f>
                        <m:fPr>
                          <m:ctrlPr>
                            <a:rPr lang="pt-BR" sz="2800" b="1" i="1" smtClean="0">
                              <a:solidFill>
                                <a:srgbClr val="FF0000"/>
                              </a:solidFill>
                              <a:latin typeface="Cambria Math" panose="02040503050406030204" pitchFamily="18" charset="0"/>
                              <a:cs typeface="Arial" panose="020B0604020202020204" pitchFamily="34" charset="0"/>
                            </a:rPr>
                          </m:ctrlPr>
                        </m:fPr>
                        <m:num>
                          <m:r>
                            <a:rPr lang="pt-BR" sz="2800" b="1" i="1"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𝑳</m:t>
                          </m:r>
                        </m:num>
                        <m:den>
                          <m:sSub>
                            <m:sSubPr>
                              <m:ctrlPr>
                                <a:rPr lang="pt-BR" sz="2800" b="1" i="1">
                                  <a:solidFill>
                                    <a:srgbClr val="FF0000"/>
                                  </a:solidFill>
                                  <a:latin typeface="Cambria Math" panose="02040503050406030204" pitchFamily="18" charset="0"/>
                                  <a:ea typeface="Cambria Math" panose="02040503050406030204" pitchFamily="18" charset="0"/>
                                  <a:cs typeface="Arial" panose="020B0604020202020204" pitchFamily="34" charset="0"/>
                                </a:rPr>
                              </m:ctrlPr>
                            </m:sSubPr>
                            <m:e>
                              <m:r>
                                <a:rPr lang="pt-BR" sz="2800" b="1" i="1">
                                  <a:solidFill>
                                    <a:srgbClr val="FF0000"/>
                                  </a:solidFill>
                                  <a:latin typeface="Cambria Math" panose="02040503050406030204" pitchFamily="18" charset="0"/>
                                  <a:ea typeface="Cambria Math" panose="02040503050406030204" pitchFamily="18" charset="0"/>
                                  <a:cs typeface="Arial" panose="020B0604020202020204" pitchFamily="34" charset="0"/>
                                </a:rPr>
                                <m:t>𝒗</m:t>
                              </m:r>
                            </m:e>
                            <m:sub>
                              <m:r>
                                <a:rPr lang="pt-BR" sz="2800" b="1" i="1">
                                  <a:solidFill>
                                    <a:srgbClr val="FF0000"/>
                                  </a:solidFill>
                                  <a:latin typeface="Cambria Math" panose="02040503050406030204" pitchFamily="18" charset="0"/>
                                  <a:ea typeface="Cambria Math" panose="02040503050406030204" pitchFamily="18" charset="0"/>
                                  <a:cs typeface="Arial" panose="020B0604020202020204" pitchFamily="34" charset="0"/>
                                </a:rPr>
                                <m:t>𝒓𝒆𝒍</m:t>
                              </m:r>
                            </m:sub>
                          </m:sSub>
                        </m:den>
                      </m:f>
                    </m:oMath>
                  </m:oMathPara>
                </a14:m>
                <a:endParaRPr lang="pt-BR" sz="2800" b="1" dirty="0">
                  <a:solidFill>
                    <a:srgbClr val="FF0000"/>
                  </a:solidFill>
                  <a:latin typeface="Arial" panose="020B0604020202020204" pitchFamily="34" charset="0"/>
                  <a:cs typeface="Arial" panose="020B0604020202020204" pitchFamily="34" charset="0"/>
                </a:endParaRPr>
              </a:p>
            </p:txBody>
          </p:sp>
        </mc:Choice>
        <mc:Fallback xmlns="">
          <p:sp>
            <p:nvSpPr>
              <p:cNvPr id="38" name="CaixaDeTexto 37">
                <a:extLst>
                  <a:ext uri="{FF2B5EF4-FFF2-40B4-BE49-F238E27FC236}">
                    <a16:creationId xmlns:a16="http://schemas.microsoft.com/office/drawing/2014/main" id="{1B8A3B00-1E27-4BE1-B9A1-318157D40FF0}"/>
                  </a:ext>
                </a:extLst>
              </p:cNvPr>
              <p:cNvSpPr txBox="1">
                <a:spLocks noRot="1" noChangeAspect="1" noMove="1" noResize="1" noEditPoints="1" noAdjustHandles="1" noChangeArrowheads="1" noChangeShapeType="1" noTextEdit="1"/>
              </p:cNvSpPr>
              <p:nvPr/>
            </p:nvSpPr>
            <p:spPr>
              <a:xfrm>
                <a:off x="362406" y="5303450"/>
                <a:ext cx="1867025" cy="971484"/>
              </a:xfrm>
              <a:prstGeom prst="rect">
                <a:avLst/>
              </a:prstGeom>
              <a:blipFill>
                <a:blip r:embed="rId8"/>
                <a:stretch>
                  <a:fillRect/>
                </a:stretch>
              </a:blipFill>
            </p:spPr>
            <p:txBody>
              <a:bodyPr/>
              <a:lstStyle/>
              <a:p>
                <a:r>
                  <a:rPr lang="pt-BR">
                    <a:noFill/>
                  </a:rPr>
                  <a:t> </a:t>
                </a:r>
              </a:p>
            </p:txBody>
          </p:sp>
        </mc:Fallback>
      </mc:AlternateContent>
      <p:sp>
        <p:nvSpPr>
          <p:cNvPr id="39" name="Seta: para a Direita 38">
            <a:extLst>
              <a:ext uri="{FF2B5EF4-FFF2-40B4-BE49-F238E27FC236}">
                <a16:creationId xmlns:a16="http://schemas.microsoft.com/office/drawing/2014/main" id="{F6322C07-E499-48CC-BF54-F9BA7BBA4DAB}"/>
              </a:ext>
            </a:extLst>
          </p:cNvPr>
          <p:cNvSpPr/>
          <p:nvPr/>
        </p:nvSpPr>
        <p:spPr>
          <a:xfrm>
            <a:off x="2347632" y="5547445"/>
            <a:ext cx="490331" cy="439254"/>
          </a:xfrm>
          <a:prstGeom prst="rightArrow">
            <a:avLst/>
          </a:prstGeom>
          <a:solidFill>
            <a:srgbClr val="FFFF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0" name="CaixaDeTexto 39">
                <a:extLst>
                  <a:ext uri="{FF2B5EF4-FFF2-40B4-BE49-F238E27FC236}">
                    <a16:creationId xmlns:a16="http://schemas.microsoft.com/office/drawing/2014/main" id="{F26F573E-E462-4590-A380-6E8F9D55A3E7}"/>
                  </a:ext>
                </a:extLst>
              </p:cNvPr>
              <p:cNvSpPr txBox="1"/>
              <p:nvPr/>
            </p:nvSpPr>
            <p:spPr>
              <a:xfrm>
                <a:off x="2867514" y="5265751"/>
                <a:ext cx="1750503" cy="9473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𝒕</m:t>
                      </m:r>
                      <m:r>
                        <a:rPr lang="pt-BR" sz="2800" b="1" i="1" smtClean="0">
                          <a:solidFill>
                            <a:schemeClr val="tx1"/>
                          </a:solidFill>
                          <a:latin typeface="Cambria Math" panose="02040503050406030204" pitchFamily="18" charset="0"/>
                          <a:cs typeface="Arial" panose="020B0604020202020204" pitchFamily="34" charset="0"/>
                        </a:rPr>
                        <m:t>=</m:t>
                      </m:r>
                      <m:f>
                        <m:fPr>
                          <m:ctrlPr>
                            <a:rPr lang="pt-BR" sz="2800" b="1" i="1" smtClean="0">
                              <a:solidFill>
                                <a:schemeClr val="tx1"/>
                              </a:solidFill>
                              <a:latin typeface="Cambria Math" panose="02040503050406030204" pitchFamily="18" charset="0"/>
                              <a:cs typeface="Arial" panose="020B0604020202020204" pitchFamily="34" charset="0"/>
                            </a:rPr>
                          </m:ctrlPr>
                        </m:fPr>
                        <m:num>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𝟑</m:t>
                          </m:r>
                        </m:num>
                        <m:den>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𝟏</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𝟓</m:t>
                          </m:r>
                        </m:den>
                      </m:f>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40" name="CaixaDeTexto 39">
                <a:extLst>
                  <a:ext uri="{FF2B5EF4-FFF2-40B4-BE49-F238E27FC236}">
                    <a16:creationId xmlns:a16="http://schemas.microsoft.com/office/drawing/2014/main" id="{F26F573E-E462-4590-A380-6E8F9D55A3E7}"/>
                  </a:ext>
                </a:extLst>
              </p:cNvPr>
              <p:cNvSpPr txBox="1">
                <a:spLocks noRot="1" noChangeAspect="1" noMove="1" noResize="1" noEditPoints="1" noAdjustHandles="1" noChangeArrowheads="1" noChangeShapeType="1" noTextEdit="1"/>
              </p:cNvSpPr>
              <p:nvPr/>
            </p:nvSpPr>
            <p:spPr>
              <a:xfrm>
                <a:off x="2867514" y="5265751"/>
                <a:ext cx="1750503" cy="947375"/>
              </a:xfrm>
              <a:prstGeom prst="rect">
                <a:avLst/>
              </a:prstGeom>
              <a:blipFill>
                <a:blip r:embed="rId9"/>
                <a:stretch>
                  <a:fillRect/>
                </a:stretch>
              </a:blipFill>
            </p:spPr>
            <p:txBody>
              <a:bodyPr/>
              <a:lstStyle/>
              <a:p>
                <a:r>
                  <a:rPr lang="pt-BR">
                    <a:noFill/>
                  </a:rPr>
                  <a:t> </a:t>
                </a:r>
              </a:p>
            </p:txBody>
          </p:sp>
        </mc:Fallback>
      </mc:AlternateContent>
      <p:sp>
        <p:nvSpPr>
          <p:cNvPr id="41" name="Seta: para a Direita 40">
            <a:extLst>
              <a:ext uri="{FF2B5EF4-FFF2-40B4-BE49-F238E27FC236}">
                <a16:creationId xmlns:a16="http://schemas.microsoft.com/office/drawing/2014/main" id="{9CEAE9C0-DA25-4EBE-84C5-ADDC70799374}"/>
              </a:ext>
            </a:extLst>
          </p:cNvPr>
          <p:cNvSpPr/>
          <p:nvPr/>
        </p:nvSpPr>
        <p:spPr>
          <a:xfrm>
            <a:off x="4703000" y="5565978"/>
            <a:ext cx="490331" cy="439254"/>
          </a:xfrm>
          <a:prstGeom prst="rightArrow">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0800000" scaled="1"/>
            <a:tileRect/>
          </a:gra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2" name="CaixaDeTexto 41">
                <a:extLst>
                  <a:ext uri="{FF2B5EF4-FFF2-40B4-BE49-F238E27FC236}">
                    <a16:creationId xmlns:a16="http://schemas.microsoft.com/office/drawing/2014/main" id="{31B0FC31-179B-4680-8C54-403356A7F468}"/>
                  </a:ext>
                </a:extLst>
              </p:cNvPr>
              <p:cNvSpPr txBox="1"/>
              <p:nvPr/>
            </p:nvSpPr>
            <p:spPr>
              <a:xfrm>
                <a:off x="5252432" y="5453937"/>
                <a:ext cx="2123024" cy="523220"/>
              </a:xfrm>
              <a:prstGeom prst="rect">
                <a:avLst/>
              </a:prstGeom>
              <a:noFill/>
              <a:ln w="38100">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𝒕</m:t>
                      </m:r>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𝟐</m:t>
                      </m:r>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𝟎</m:t>
                      </m:r>
                      <m:r>
                        <a:rPr lang="pt-BR" sz="2800" b="1" i="1" smtClean="0">
                          <a:solidFill>
                            <a:schemeClr val="tx1"/>
                          </a:solidFill>
                          <a:latin typeface="Cambria Math" panose="02040503050406030204" pitchFamily="18" charset="0"/>
                          <a:cs typeface="Arial" panose="020B0604020202020204" pitchFamily="34" charset="0"/>
                        </a:rPr>
                        <m:t> </m:t>
                      </m:r>
                      <m:r>
                        <a:rPr lang="pt-BR" sz="2800" b="1" i="1" smtClean="0">
                          <a:solidFill>
                            <a:schemeClr val="tx1"/>
                          </a:solidFill>
                          <a:latin typeface="Cambria Math" panose="02040503050406030204" pitchFamily="18" charset="0"/>
                          <a:cs typeface="Arial" panose="020B0604020202020204" pitchFamily="34" charset="0"/>
                        </a:rPr>
                        <m:t>𝒔</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42" name="CaixaDeTexto 41">
                <a:extLst>
                  <a:ext uri="{FF2B5EF4-FFF2-40B4-BE49-F238E27FC236}">
                    <a16:creationId xmlns:a16="http://schemas.microsoft.com/office/drawing/2014/main" id="{31B0FC31-179B-4680-8C54-403356A7F468}"/>
                  </a:ext>
                </a:extLst>
              </p:cNvPr>
              <p:cNvSpPr txBox="1">
                <a:spLocks noRot="1" noChangeAspect="1" noMove="1" noResize="1" noEditPoints="1" noAdjustHandles="1" noChangeArrowheads="1" noChangeShapeType="1" noTextEdit="1"/>
              </p:cNvSpPr>
              <p:nvPr/>
            </p:nvSpPr>
            <p:spPr>
              <a:xfrm>
                <a:off x="5252432" y="5453937"/>
                <a:ext cx="2123024" cy="523220"/>
              </a:xfrm>
              <a:prstGeom prst="rect">
                <a:avLst/>
              </a:prstGeom>
              <a:blipFill>
                <a:blip r:embed="rId10"/>
                <a:stretch>
                  <a:fillRect/>
                </a:stretch>
              </a:blipFill>
              <a:ln w="38100">
                <a:solidFill>
                  <a:srgbClr val="FF0000"/>
                </a:solidFill>
              </a:ln>
            </p:spPr>
            <p:txBody>
              <a:bodyPr/>
              <a:lstStyle/>
              <a:p>
                <a:r>
                  <a:rPr lang="pt-BR">
                    <a:noFill/>
                  </a:rPr>
                  <a:t> </a:t>
                </a:r>
              </a:p>
            </p:txBody>
          </p:sp>
        </mc:Fallback>
      </mc:AlternateContent>
      <p:sp>
        <p:nvSpPr>
          <p:cNvPr id="43" name="CaixaDeTexto 42">
            <a:extLst>
              <a:ext uri="{FF2B5EF4-FFF2-40B4-BE49-F238E27FC236}">
                <a16:creationId xmlns:a16="http://schemas.microsoft.com/office/drawing/2014/main" id="{F743A373-B732-499E-BF40-B09EBCB82CDD}"/>
              </a:ext>
            </a:extLst>
          </p:cNvPr>
          <p:cNvSpPr txBox="1"/>
          <p:nvPr/>
        </p:nvSpPr>
        <p:spPr>
          <a:xfrm>
            <a:off x="2016672" y="6054431"/>
            <a:ext cx="2642070" cy="523220"/>
          </a:xfrm>
          <a:prstGeom prst="rect">
            <a:avLst/>
          </a:prstGeom>
          <a:noFill/>
        </p:spPr>
        <p:txBody>
          <a:bodyPr wrap="none" rtlCol="0">
            <a:spAutoFit/>
          </a:bodyPr>
          <a:lstStyle/>
          <a:p>
            <a:r>
              <a:rPr lang="pt-BR" sz="2800" b="1" dirty="0">
                <a:solidFill>
                  <a:srgbClr val="002060"/>
                </a:solidFill>
                <a:latin typeface="Arial" panose="020B0604020202020204" pitchFamily="34" charset="0"/>
                <a:cs typeface="Arial" panose="020B0604020202020204" pitchFamily="34" charset="0"/>
              </a:rPr>
              <a:t>Sabemos que:</a:t>
            </a:r>
          </a:p>
        </p:txBody>
      </p:sp>
      <mc:AlternateContent xmlns:mc="http://schemas.openxmlformats.org/markup-compatibility/2006" xmlns:a14="http://schemas.microsoft.com/office/drawing/2010/main">
        <mc:Choice Requires="a14">
          <p:sp>
            <p:nvSpPr>
              <p:cNvPr id="44" name="CaixaDeTexto 43">
                <a:extLst>
                  <a:ext uri="{FF2B5EF4-FFF2-40B4-BE49-F238E27FC236}">
                    <a16:creationId xmlns:a16="http://schemas.microsoft.com/office/drawing/2014/main" id="{3647FEC6-4881-4810-AC9E-6351AF635B1D}"/>
                  </a:ext>
                </a:extLst>
              </p:cNvPr>
              <p:cNvSpPr txBox="1"/>
              <p:nvPr/>
            </p:nvSpPr>
            <p:spPr>
              <a:xfrm>
                <a:off x="1476516" y="6328811"/>
                <a:ext cx="2652811"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𝑺</m:t>
                          </m:r>
                        </m:e>
                        <m:sub>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𝒔𝒐𝒍𝒐</m:t>
                          </m:r>
                        </m:sub>
                      </m:sSub>
                      <m:r>
                        <a:rPr lang="pt-BR" sz="2800" b="1" i="1" smtClean="0">
                          <a:solidFill>
                            <a:schemeClr val="tx1"/>
                          </a:solidFill>
                          <a:latin typeface="Cambria Math" panose="02040503050406030204" pitchFamily="18" charset="0"/>
                          <a:cs typeface="Arial" panose="020B0604020202020204" pitchFamily="34" charset="0"/>
                        </a:rPr>
                        <m:t>=</m:t>
                      </m:r>
                      <m:sSub>
                        <m:sSubPr>
                          <m:ctrlPr>
                            <a:rPr lang="pt-BR" sz="2800" b="1" i="1" smtClean="0">
                              <a:solidFill>
                                <a:schemeClr val="tx1"/>
                              </a:solidFill>
                              <a:latin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cs typeface="Arial" panose="020B0604020202020204" pitchFamily="34" charset="0"/>
                            </a:rPr>
                            <m:t>𝒗</m:t>
                          </m:r>
                        </m:e>
                        <m:sub>
                          <m:r>
                            <a:rPr lang="pt-BR" sz="2800" b="1" i="1" smtClean="0">
                              <a:solidFill>
                                <a:schemeClr val="tx1"/>
                              </a:solidFill>
                              <a:latin typeface="Cambria Math" panose="02040503050406030204" pitchFamily="18" charset="0"/>
                              <a:cs typeface="Arial" panose="020B0604020202020204" pitchFamily="34" charset="0"/>
                            </a:rPr>
                            <m:t>𝑹</m:t>
                          </m:r>
                        </m:sub>
                      </m:sSub>
                      <m:r>
                        <a:rPr lang="pt-BR" sz="2800" b="1" i="1" smtClean="0">
                          <a:solidFill>
                            <a:schemeClr val="tx1"/>
                          </a:solidFill>
                          <a:latin typeface="Cambria Math" panose="02040503050406030204" pitchFamily="18" charset="0"/>
                          <a:cs typeface="Arial" panose="020B0604020202020204" pitchFamily="34" charset="0"/>
                        </a:rPr>
                        <m:t>.</m:t>
                      </m:r>
                      <m:r>
                        <a:rPr lang="pt-BR" sz="2800" b="1" i="1">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pt-BR" sz="2800" b="1" i="1">
                          <a:solidFill>
                            <a:schemeClr val="tx1"/>
                          </a:solidFill>
                          <a:latin typeface="Cambria Math" panose="02040503050406030204" pitchFamily="18" charset="0"/>
                          <a:ea typeface="Cambria Math" panose="02040503050406030204" pitchFamily="18" charset="0"/>
                          <a:cs typeface="Arial" panose="020B0604020202020204" pitchFamily="34" charset="0"/>
                        </a:rPr>
                        <m:t>𝒕</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44" name="CaixaDeTexto 43">
                <a:extLst>
                  <a:ext uri="{FF2B5EF4-FFF2-40B4-BE49-F238E27FC236}">
                    <a16:creationId xmlns:a16="http://schemas.microsoft.com/office/drawing/2014/main" id="{3647FEC6-4881-4810-AC9E-6351AF635B1D}"/>
                  </a:ext>
                </a:extLst>
              </p:cNvPr>
              <p:cNvSpPr txBox="1">
                <a:spLocks noRot="1" noChangeAspect="1" noMove="1" noResize="1" noEditPoints="1" noAdjustHandles="1" noChangeArrowheads="1" noChangeShapeType="1" noTextEdit="1"/>
              </p:cNvSpPr>
              <p:nvPr/>
            </p:nvSpPr>
            <p:spPr>
              <a:xfrm>
                <a:off x="1476516" y="6328811"/>
                <a:ext cx="2652811" cy="523220"/>
              </a:xfrm>
              <a:prstGeom prst="rect">
                <a:avLst/>
              </a:prstGeom>
              <a:blipFill>
                <a:blip r:embed="rId11"/>
                <a:stretch>
                  <a:fillRect/>
                </a:stretch>
              </a:blipFill>
            </p:spPr>
            <p:txBody>
              <a:bodyPr/>
              <a:lstStyle/>
              <a:p>
                <a:r>
                  <a:rPr lang="pt-BR">
                    <a:noFill/>
                  </a:rPr>
                  <a:t> </a:t>
                </a:r>
              </a:p>
            </p:txBody>
          </p:sp>
        </mc:Fallback>
      </mc:AlternateContent>
      <p:sp>
        <p:nvSpPr>
          <p:cNvPr id="45" name="Seta: para a Direita 44">
            <a:extLst>
              <a:ext uri="{FF2B5EF4-FFF2-40B4-BE49-F238E27FC236}">
                <a16:creationId xmlns:a16="http://schemas.microsoft.com/office/drawing/2014/main" id="{54D7260E-FADD-4B06-94E1-4D34D8DDDB7B}"/>
              </a:ext>
            </a:extLst>
          </p:cNvPr>
          <p:cNvSpPr/>
          <p:nvPr/>
        </p:nvSpPr>
        <p:spPr>
          <a:xfrm>
            <a:off x="4362837" y="6418746"/>
            <a:ext cx="490331" cy="439254"/>
          </a:xfrm>
          <a:prstGeom prst="rightArrow">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6" name="CaixaDeTexto 45">
                <a:extLst>
                  <a:ext uri="{FF2B5EF4-FFF2-40B4-BE49-F238E27FC236}">
                    <a16:creationId xmlns:a16="http://schemas.microsoft.com/office/drawing/2014/main" id="{8142843E-2E09-485D-AF38-16B45A53A92E}"/>
                  </a:ext>
                </a:extLst>
              </p:cNvPr>
              <p:cNvSpPr txBox="1"/>
              <p:nvPr/>
            </p:nvSpPr>
            <p:spPr>
              <a:xfrm>
                <a:off x="4974851" y="6209032"/>
                <a:ext cx="304113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𝑺</m:t>
                          </m:r>
                        </m:e>
                        <m:sub>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𝒔𝒐𝒍𝒐</m:t>
                          </m:r>
                        </m:sub>
                      </m:sSub>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𝟐</m:t>
                      </m:r>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𝟓</m:t>
                      </m:r>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𝟐</m:t>
                      </m:r>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𝟎</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46" name="CaixaDeTexto 45">
                <a:extLst>
                  <a:ext uri="{FF2B5EF4-FFF2-40B4-BE49-F238E27FC236}">
                    <a16:creationId xmlns:a16="http://schemas.microsoft.com/office/drawing/2014/main" id="{8142843E-2E09-485D-AF38-16B45A53A92E}"/>
                  </a:ext>
                </a:extLst>
              </p:cNvPr>
              <p:cNvSpPr txBox="1">
                <a:spLocks noRot="1" noChangeAspect="1" noMove="1" noResize="1" noEditPoints="1" noAdjustHandles="1" noChangeArrowheads="1" noChangeShapeType="1" noTextEdit="1"/>
              </p:cNvSpPr>
              <p:nvPr/>
            </p:nvSpPr>
            <p:spPr>
              <a:xfrm>
                <a:off x="4974851" y="6209032"/>
                <a:ext cx="3041137" cy="523220"/>
              </a:xfrm>
              <a:prstGeom prst="rect">
                <a:avLst/>
              </a:prstGeom>
              <a:blipFill>
                <a:blip r:embed="rId1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7" name="CaixaDeTexto 46">
                <a:extLst>
                  <a:ext uri="{FF2B5EF4-FFF2-40B4-BE49-F238E27FC236}">
                    <a16:creationId xmlns:a16="http://schemas.microsoft.com/office/drawing/2014/main" id="{CEA8C490-D0B0-4F8B-B621-4822BB080BB3}"/>
                  </a:ext>
                </a:extLst>
              </p:cNvPr>
              <p:cNvSpPr txBox="1"/>
              <p:nvPr/>
            </p:nvSpPr>
            <p:spPr>
              <a:xfrm>
                <a:off x="7493657" y="5174607"/>
                <a:ext cx="2753368"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ctrlPr>
                        </m:sSubPr>
                        <m:e>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𝑺</m:t>
                          </m:r>
                        </m:e>
                        <m:sub>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𝒔𝒐𝒍𝒐</m:t>
                          </m:r>
                        </m:sub>
                      </m:sSub>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𝟓</m:t>
                      </m:r>
                      <m:r>
                        <a:rPr lang="pt-BR" sz="2800" b="1" i="1" smtClean="0">
                          <a:solidFill>
                            <a:schemeClr val="tx1"/>
                          </a:solidFill>
                          <a:latin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cs typeface="Arial" panose="020B0604020202020204" pitchFamily="34" charset="0"/>
                        </a:rPr>
                        <m:t>𝟎</m:t>
                      </m:r>
                      <m:r>
                        <a:rPr lang="pt-BR" sz="2800" b="1" i="1" smtClean="0">
                          <a:solidFill>
                            <a:schemeClr val="tx1"/>
                          </a:solidFill>
                          <a:latin typeface="Cambria Math" panose="02040503050406030204" pitchFamily="18" charset="0"/>
                          <a:cs typeface="Arial" panose="020B0604020202020204" pitchFamily="34" charset="0"/>
                        </a:rPr>
                        <m:t> </m:t>
                      </m:r>
                      <m:r>
                        <a:rPr lang="pt-BR" sz="2800" b="1" i="1" smtClean="0">
                          <a:solidFill>
                            <a:schemeClr val="tx1"/>
                          </a:solidFill>
                          <a:latin typeface="Cambria Math" panose="02040503050406030204" pitchFamily="18" charset="0"/>
                          <a:cs typeface="Arial" panose="020B0604020202020204" pitchFamily="34" charset="0"/>
                        </a:rPr>
                        <m:t>𝒎</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47" name="CaixaDeTexto 46">
                <a:extLst>
                  <a:ext uri="{FF2B5EF4-FFF2-40B4-BE49-F238E27FC236}">
                    <a16:creationId xmlns:a16="http://schemas.microsoft.com/office/drawing/2014/main" id="{CEA8C490-D0B0-4F8B-B621-4822BB080BB3}"/>
                  </a:ext>
                </a:extLst>
              </p:cNvPr>
              <p:cNvSpPr txBox="1">
                <a:spLocks noRot="1" noChangeAspect="1" noMove="1" noResize="1" noEditPoints="1" noAdjustHandles="1" noChangeArrowheads="1" noChangeShapeType="1" noTextEdit="1"/>
              </p:cNvSpPr>
              <p:nvPr/>
            </p:nvSpPr>
            <p:spPr>
              <a:xfrm>
                <a:off x="7493657" y="5174607"/>
                <a:ext cx="2753368" cy="523220"/>
              </a:xfrm>
              <a:prstGeom prst="rect">
                <a:avLst/>
              </a:prstGeom>
              <a:blipFill>
                <a:blip r:embed="rId1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8" name="CaixaDeTexto 47">
                <a:extLst>
                  <a:ext uri="{FF2B5EF4-FFF2-40B4-BE49-F238E27FC236}">
                    <a16:creationId xmlns:a16="http://schemas.microsoft.com/office/drawing/2014/main" id="{DC4E3932-3D9D-459E-8A3A-233E73CAA016}"/>
                  </a:ext>
                </a:extLst>
              </p:cNvPr>
              <p:cNvSpPr txBox="1"/>
              <p:nvPr/>
            </p:nvSpPr>
            <p:spPr>
              <a:xfrm>
                <a:off x="7851972" y="5622467"/>
                <a:ext cx="2123024"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𝑫</m:t>
                      </m:r>
                      <m:r>
                        <a:rPr lang="pt-BR" sz="28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m:t>
                      </m:r>
                      <m:d>
                        <m:dPr>
                          <m:begChr m:val="|"/>
                          <m:endChr m:val="|"/>
                          <m:ctrlPr>
                            <a:rPr lang="pt-BR" sz="28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ctrlPr>
                        </m:dPr>
                        <m:e>
                          <m:r>
                            <a:rPr lang="pt-BR" sz="2800" b="1" i="1">
                              <a:solidFill>
                                <a:srgbClr val="C0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pt-BR" sz="2800" b="1"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sSubPr>
                            <m:e>
                              <m:r>
                                <a:rPr lang="pt-BR" sz="2800" b="1" i="1">
                                  <a:solidFill>
                                    <a:srgbClr val="C00000"/>
                                  </a:solidFill>
                                  <a:latin typeface="Cambria Math" panose="02040503050406030204" pitchFamily="18" charset="0"/>
                                  <a:ea typeface="Cambria Math" panose="02040503050406030204" pitchFamily="18" charset="0"/>
                                  <a:cs typeface="Arial" panose="020B0604020202020204" pitchFamily="34" charset="0"/>
                                </a:rPr>
                                <m:t>𝑺</m:t>
                              </m:r>
                            </m:e>
                            <m:sub>
                              <m:r>
                                <a:rPr lang="pt-BR" sz="28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𝒔𝒐𝒍𝒐</m:t>
                              </m:r>
                            </m:sub>
                          </m:sSub>
                        </m:e>
                      </m:d>
                    </m:oMath>
                  </m:oMathPara>
                </a14:m>
                <a:endParaRPr lang="pt-BR" sz="2800" b="1" dirty="0">
                  <a:solidFill>
                    <a:srgbClr val="C00000"/>
                  </a:solidFill>
                  <a:latin typeface="Arial" panose="020B0604020202020204" pitchFamily="34" charset="0"/>
                  <a:cs typeface="Arial" panose="020B0604020202020204" pitchFamily="34" charset="0"/>
                </a:endParaRPr>
              </a:p>
            </p:txBody>
          </p:sp>
        </mc:Choice>
        <mc:Fallback xmlns="">
          <p:sp>
            <p:nvSpPr>
              <p:cNvPr id="48" name="CaixaDeTexto 47">
                <a:extLst>
                  <a:ext uri="{FF2B5EF4-FFF2-40B4-BE49-F238E27FC236}">
                    <a16:creationId xmlns:a16="http://schemas.microsoft.com/office/drawing/2014/main" id="{DC4E3932-3D9D-459E-8A3A-233E73CAA016}"/>
                  </a:ext>
                </a:extLst>
              </p:cNvPr>
              <p:cNvSpPr txBox="1">
                <a:spLocks noRot="1" noChangeAspect="1" noMove="1" noResize="1" noEditPoints="1" noAdjustHandles="1" noChangeArrowheads="1" noChangeShapeType="1" noTextEdit="1"/>
              </p:cNvSpPr>
              <p:nvPr/>
            </p:nvSpPr>
            <p:spPr>
              <a:xfrm>
                <a:off x="7851972" y="5622467"/>
                <a:ext cx="2123024" cy="523220"/>
              </a:xfrm>
              <a:prstGeom prst="rect">
                <a:avLst/>
              </a:prstGeom>
              <a:blipFill>
                <a:blip r:embed="rId1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9" name="CaixaDeTexto 48">
                <a:extLst>
                  <a:ext uri="{FF2B5EF4-FFF2-40B4-BE49-F238E27FC236}">
                    <a16:creationId xmlns:a16="http://schemas.microsoft.com/office/drawing/2014/main" id="{88C745B9-27F3-4C12-8BB4-AD5F6090B049}"/>
                  </a:ext>
                </a:extLst>
              </p:cNvPr>
              <p:cNvSpPr txBox="1"/>
              <p:nvPr/>
            </p:nvSpPr>
            <p:spPr>
              <a:xfrm>
                <a:off x="8079023" y="6216468"/>
                <a:ext cx="1956067" cy="523220"/>
              </a:xfrm>
              <a:custGeom>
                <a:avLst/>
                <a:gdLst>
                  <a:gd name="connsiteX0" fmla="*/ 0 w 1956067"/>
                  <a:gd name="connsiteY0" fmla="*/ 0 h 523220"/>
                  <a:gd name="connsiteX1" fmla="*/ 1956067 w 1956067"/>
                  <a:gd name="connsiteY1" fmla="*/ 0 h 523220"/>
                  <a:gd name="connsiteX2" fmla="*/ 1956067 w 1956067"/>
                  <a:gd name="connsiteY2" fmla="*/ 523220 h 523220"/>
                  <a:gd name="connsiteX3" fmla="*/ 0 w 1956067"/>
                  <a:gd name="connsiteY3" fmla="*/ 523220 h 523220"/>
                  <a:gd name="connsiteX4" fmla="*/ 0 w 1956067"/>
                  <a:gd name="connsiteY4" fmla="*/ 0 h 523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6067" h="523220" extrusionOk="0">
                    <a:moveTo>
                      <a:pt x="0" y="0"/>
                    </a:moveTo>
                    <a:cubicBezTo>
                      <a:pt x="869671" y="33626"/>
                      <a:pt x="1745356" y="-46461"/>
                      <a:pt x="1956067" y="0"/>
                    </a:cubicBezTo>
                    <a:cubicBezTo>
                      <a:pt x="1912401" y="244018"/>
                      <a:pt x="1956847" y="421747"/>
                      <a:pt x="1956067" y="523220"/>
                    </a:cubicBezTo>
                    <a:cubicBezTo>
                      <a:pt x="1588213" y="482498"/>
                      <a:pt x="850224" y="619050"/>
                      <a:pt x="0" y="523220"/>
                    </a:cubicBezTo>
                    <a:cubicBezTo>
                      <a:pt x="-21382" y="267366"/>
                      <a:pt x="-33521" y="63505"/>
                      <a:pt x="0" y="0"/>
                    </a:cubicBezTo>
                    <a:close/>
                  </a:path>
                </a:pathLst>
              </a:custGeom>
              <a:noFill/>
              <a:ln w="57150">
                <a:solidFill>
                  <a:srgbClr val="7030A0"/>
                </a:solidFill>
                <a:extLst>
                  <a:ext uri="{C807C97D-BFC1-408E-A445-0C87EB9F89A2}">
                    <ask:lineSketchStyleProps xmlns:ask="http://schemas.microsoft.com/office/drawing/2018/sketchyshapes" sd="2783553391">
                      <a:prstGeom prst="rect">
                        <a:avLst/>
                      </a:prstGeom>
                      <ask:type>
                        <ask:lineSketchCurved/>
                      </ask:type>
                    </ask:lineSketchStyleProps>
                  </a:ext>
                </a:extLst>
              </a:ln>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𝑫</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𝟓</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𝟎</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 </m:t>
                      </m:r>
                      <m:r>
                        <a:rPr lang="pt-BR" sz="2800" b="1" i="1" smtClean="0">
                          <a:solidFill>
                            <a:schemeClr val="tx1"/>
                          </a:solidFill>
                          <a:latin typeface="Cambria Math" panose="02040503050406030204" pitchFamily="18" charset="0"/>
                          <a:ea typeface="Cambria Math" panose="02040503050406030204" pitchFamily="18" charset="0"/>
                          <a:cs typeface="Arial" panose="020B0604020202020204" pitchFamily="34" charset="0"/>
                        </a:rPr>
                        <m:t>𝒎</m:t>
                      </m:r>
                    </m:oMath>
                  </m:oMathPara>
                </a14:m>
                <a:endParaRPr lang="pt-BR" sz="2800" b="1" dirty="0">
                  <a:solidFill>
                    <a:schemeClr val="tx1"/>
                  </a:solidFill>
                  <a:latin typeface="Arial" panose="020B0604020202020204" pitchFamily="34" charset="0"/>
                  <a:cs typeface="Arial" panose="020B0604020202020204" pitchFamily="34" charset="0"/>
                </a:endParaRPr>
              </a:p>
            </p:txBody>
          </p:sp>
        </mc:Choice>
        <mc:Fallback xmlns="">
          <p:sp>
            <p:nvSpPr>
              <p:cNvPr id="49" name="CaixaDeTexto 48">
                <a:extLst>
                  <a:ext uri="{FF2B5EF4-FFF2-40B4-BE49-F238E27FC236}">
                    <a16:creationId xmlns:a16="http://schemas.microsoft.com/office/drawing/2014/main" id="{88C745B9-27F3-4C12-8BB4-AD5F6090B049}"/>
                  </a:ext>
                </a:extLst>
              </p:cNvPr>
              <p:cNvSpPr txBox="1">
                <a:spLocks noRot="1" noChangeAspect="1" noMove="1" noResize="1" noEditPoints="1" noAdjustHandles="1" noChangeArrowheads="1" noChangeShapeType="1" noTextEdit="1"/>
              </p:cNvSpPr>
              <p:nvPr/>
            </p:nvSpPr>
            <p:spPr>
              <a:xfrm>
                <a:off x="8079023" y="6216468"/>
                <a:ext cx="1956067" cy="523220"/>
              </a:xfrm>
              <a:prstGeom prst="rect">
                <a:avLst/>
              </a:prstGeom>
              <a:blipFill>
                <a:blip r:embed="rId15"/>
                <a:stretch>
                  <a:fillRect/>
                </a:stretch>
              </a:blipFill>
              <a:ln w="57150">
                <a:solidFill>
                  <a:srgbClr val="7030A0"/>
                </a:solidFill>
                <a:extLst>
                  <a:ext uri="{C807C97D-BFC1-408E-A445-0C87EB9F89A2}">
                    <ask:lineSketchStyleProps xmlns:ask="http://schemas.microsoft.com/office/drawing/2018/sketchyshapes" sd="2783553391">
                      <a:custGeom>
                        <a:avLst/>
                        <a:gdLst>
                          <a:gd name="connsiteX0" fmla="*/ 0 w 1956067"/>
                          <a:gd name="connsiteY0" fmla="*/ 0 h 523220"/>
                          <a:gd name="connsiteX1" fmla="*/ 1956067 w 1956067"/>
                          <a:gd name="connsiteY1" fmla="*/ 0 h 523220"/>
                          <a:gd name="connsiteX2" fmla="*/ 1956067 w 1956067"/>
                          <a:gd name="connsiteY2" fmla="*/ 523220 h 523220"/>
                          <a:gd name="connsiteX3" fmla="*/ 0 w 1956067"/>
                          <a:gd name="connsiteY3" fmla="*/ 523220 h 523220"/>
                          <a:gd name="connsiteX4" fmla="*/ 0 w 1956067"/>
                          <a:gd name="connsiteY4" fmla="*/ 0 h 523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6067" h="523220" extrusionOk="0">
                            <a:moveTo>
                              <a:pt x="0" y="0"/>
                            </a:moveTo>
                            <a:cubicBezTo>
                              <a:pt x="869671" y="33626"/>
                              <a:pt x="1745356" y="-46461"/>
                              <a:pt x="1956067" y="0"/>
                            </a:cubicBezTo>
                            <a:cubicBezTo>
                              <a:pt x="1912401" y="244018"/>
                              <a:pt x="1956847" y="421747"/>
                              <a:pt x="1956067" y="523220"/>
                            </a:cubicBezTo>
                            <a:cubicBezTo>
                              <a:pt x="1588213" y="482498"/>
                              <a:pt x="850224" y="619050"/>
                              <a:pt x="0" y="523220"/>
                            </a:cubicBezTo>
                            <a:cubicBezTo>
                              <a:pt x="-21382" y="267366"/>
                              <a:pt x="-33521" y="63505"/>
                              <a:pt x="0" y="0"/>
                            </a:cubicBezTo>
                            <a:close/>
                          </a:path>
                        </a:pathLst>
                      </a:custGeom>
                      <ask:type>
                        <ask:lineSketchCurved/>
                      </ask:type>
                    </ask:lineSketchStyleProps>
                  </a:ext>
                </a:extLst>
              </a:ln>
            </p:spPr>
            <p:txBody>
              <a:bodyPr/>
              <a:lstStyle/>
              <a:p>
                <a:r>
                  <a:rPr lang="pt-BR">
                    <a:noFill/>
                  </a:rPr>
                  <a:t> </a:t>
                </a:r>
              </a:p>
            </p:txBody>
          </p:sp>
        </mc:Fallback>
      </mc:AlternateContent>
      <p:pic>
        <p:nvPicPr>
          <p:cNvPr id="51" name="Imagem 50" descr="Desenho de personagem de desenho animado&#10;&#10;Descrição gerada automaticamente com confiança média">
            <a:extLst>
              <a:ext uri="{FF2B5EF4-FFF2-40B4-BE49-F238E27FC236}">
                <a16:creationId xmlns:a16="http://schemas.microsoft.com/office/drawing/2014/main" id="{296D4FD4-8E09-479E-8D02-BFA92FDBDF68}"/>
              </a:ext>
            </a:extLst>
          </p:cNvPr>
          <p:cNvPicPr>
            <a:picLocks noChangeAspect="1"/>
          </p:cNvPicPr>
          <p:nvPr/>
        </p:nvPicPr>
        <p:blipFill>
          <a:blip r:embed="rId16"/>
          <a:stretch>
            <a:fillRect/>
          </a:stretch>
        </p:blipFill>
        <p:spPr>
          <a:xfrm>
            <a:off x="10445299" y="5070764"/>
            <a:ext cx="1485764" cy="1664056"/>
          </a:xfrm>
          <a:prstGeom prst="rect">
            <a:avLst/>
          </a:prstGeom>
        </p:spPr>
      </p:pic>
    </p:spTree>
    <p:extLst>
      <p:ext uri="{BB962C8B-B14F-4D97-AF65-F5344CB8AC3E}">
        <p14:creationId xmlns:p14="http://schemas.microsoft.com/office/powerpoint/2010/main" val="300738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31"/>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2"/>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33"/>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34"/>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6" presetClass="entr" presetSubtype="21" fill="hold" grpId="0" nodeType="clickEffect">
                                  <p:stCondLst>
                                    <p:cond delay="0"/>
                                  </p:stCondLst>
                                  <p:childTnLst>
                                    <p:set>
                                      <p:cBhvr>
                                        <p:cTn id="57" dur="1" fill="hold">
                                          <p:stCondLst>
                                            <p:cond delay="0"/>
                                          </p:stCondLst>
                                        </p:cTn>
                                        <p:tgtEl>
                                          <p:spTgt spid="36"/>
                                        </p:tgtEl>
                                        <p:attrNameLst>
                                          <p:attrName>style.visibility</p:attrName>
                                        </p:attrNameLst>
                                      </p:cBhvr>
                                      <p:to>
                                        <p:strVal val="visible"/>
                                      </p:to>
                                    </p:set>
                                    <p:animEffect transition="in" filter="barn(inVertical)">
                                      <p:cBhvr>
                                        <p:cTn id="58" dur="500"/>
                                        <p:tgtEl>
                                          <p:spTgt spid="36"/>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8"/>
                                        </p:tgtEl>
                                        <p:attrNameLst>
                                          <p:attrName>style.visibility</p:attrName>
                                        </p:attrNameLst>
                                      </p:cBhvr>
                                      <p:to>
                                        <p:strVal val="visible"/>
                                      </p:to>
                                    </p:set>
                                    <p:animEffect transition="in" filter="fade">
                                      <p:cBhvr>
                                        <p:cTn id="67" dur="500"/>
                                        <p:tgtEl>
                                          <p:spTgt spid="38"/>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9"/>
                                        </p:tgtEl>
                                        <p:attrNameLst>
                                          <p:attrName>style.visibility</p:attrName>
                                        </p:attrNameLst>
                                      </p:cBhvr>
                                      <p:to>
                                        <p:strVal val="visible"/>
                                      </p:to>
                                    </p:set>
                                    <p:animEffect transition="in" filter="fade">
                                      <p:cBhvr>
                                        <p:cTn id="72" dur="500"/>
                                        <p:tgtEl>
                                          <p:spTgt spid="39"/>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0"/>
                                        </p:tgtEl>
                                        <p:attrNameLst>
                                          <p:attrName>style.visibility</p:attrName>
                                        </p:attrNameLst>
                                      </p:cBhvr>
                                      <p:to>
                                        <p:strVal val="visible"/>
                                      </p:to>
                                    </p:set>
                                    <p:animEffect transition="in" filter="fade">
                                      <p:cBhvr>
                                        <p:cTn id="77" dur="500"/>
                                        <p:tgtEl>
                                          <p:spTgt spid="40"/>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41"/>
                                        </p:tgtEl>
                                        <p:attrNameLst>
                                          <p:attrName>style.visibility</p:attrName>
                                        </p:attrNameLst>
                                      </p:cBhvr>
                                      <p:to>
                                        <p:strVal val="visible"/>
                                      </p:to>
                                    </p:set>
                                    <p:animEffect transition="in" filter="fade">
                                      <p:cBhvr>
                                        <p:cTn id="82" dur="500"/>
                                        <p:tgtEl>
                                          <p:spTgt spid="41"/>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500"/>
                                        <p:tgtEl>
                                          <p:spTgt spid="42"/>
                                        </p:tgtEl>
                                      </p:cBhvr>
                                    </p:animEffec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43"/>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44"/>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45"/>
                                        </p:tgtEl>
                                        <p:attrNameLst>
                                          <p:attrName>style.visibility</p:attrName>
                                        </p:attrNameLst>
                                      </p:cBhvr>
                                      <p:to>
                                        <p:strVal val="visible"/>
                                      </p:to>
                                    </p:set>
                                    <p:animEffect transition="in" filter="fade">
                                      <p:cBhvr>
                                        <p:cTn id="100" dur="500"/>
                                        <p:tgtEl>
                                          <p:spTgt spid="45"/>
                                        </p:tgtEl>
                                      </p:cBhvr>
                                    </p:animEffec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46"/>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47"/>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48"/>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49"/>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nodeType="clickEffect">
                                  <p:stCondLst>
                                    <p:cond delay="0"/>
                                  </p:stCondLst>
                                  <p:childTnLst>
                                    <p:set>
                                      <p:cBhvr>
                                        <p:cTn id="120" dur="1" fill="hold">
                                          <p:stCondLst>
                                            <p:cond delay="0"/>
                                          </p:stCondLst>
                                        </p:cTn>
                                        <p:tgtEl>
                                          <p:spTgt spid="51"/>
                                        </p:tgtEl>
                                        <p:attrNameLst>
                                          <p:attrName>style.visibility</p:attrName>
                                        </p:attrNameLst>
                                      </p:cBhvr>
                                      <p:to>
                                        <p:strVal val="visible"/>
                                      </p:to>
                                    </p:set>
                                    <p:animEffect transition="in" filter="fade">
                                      <p:cBhvr>
                                        <p:cTn id="12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31" grpId="0"/>
      <p:bldP spid="32" grpId="0"/>
      <p:bldP spid="33" grpId="0"/>
      <p:bldP spid="34" grpId="0"/>
      <p:bldP spid="35" grpId="0" animBg="1"/>
      <p:bldP spid="36" grpId="0" animBg="1"/>
      <p:bldP spid="38" grpId="0"/>
      <p:bldP spid="39" grpId="0" animBg="1"/>
      <p:bldP spid="40" grpId="0"/>
      <p:bldP spid="41" grpId="0" animBg="1"/>
      <p:bldP spid="42" grpId="0" animBg="1"/>
      <p:bldP spid="43" grpId="0"/>
      <p:bldP spid="44" grpId="0"/>
      <p:bldP spid="45" grpId="0" animBg="1"/>
      <p:bldP spid="46" grpId="0"/>
      <p:bldP spid="47" grpId="0"/>
      <p:bldP spid="48" grpId="0"/>
      <p:bldP spid="49" grpId="0" animBg="1"/>
    </p:bldLst>
  </p:timing>
</p:sld>
</file>

<file path=ppt/theme/theme1.xml><?xml version="1.0" encoding="utf-8"?>
<a:theme xmlns:a="http://schemas.openxmlformats.org/drawingml/2006/main" name="Facetado">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3776</TotalTime>
  <Words>1855</Words>
  <Application>Microsoft Office PowerPoint</Application>
  <PresentationFormat>Widescreen</PresentationFormat>
  <Paragraphs>171</Paragraphs>
  <Slides>12</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12</vt:i4>
      </vt:variant>
    </vt:vector>
  </HeadingPairs>
  <TitlesOfParts>
    <vt:vector size="17" baseType="lpstr">
      <vt:lpstr>Arial</vt:lpstr>
      <vt:lpstr>Cambria Math</vt:lpstr>
      <vt:lpstr>Trebuchet MS</vt:lpstr>
      <vt:lpstr>Wingdings 3</vt:lpstr>
      <vt:lpstr>Facetado</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WILLI PENDL JUNIOR</dc:creator>
  <cp:lastModifiedBy>WILLI PENDL JUNIOR PENDL JUNIOR</cp:lastModifiedBy>
  <cp:revision>2</cp:revision>
  <dcterms:created xsi:type="dcterms:W3CDTF">2021-09-28T23:17:55Z</dcterms:created>
  <dcterms:modified xsi:type="dcterms:W3CDTF">2025-08-22T02:55:29Z</dcterms:modified>
</cp:coreProperties>
</file>