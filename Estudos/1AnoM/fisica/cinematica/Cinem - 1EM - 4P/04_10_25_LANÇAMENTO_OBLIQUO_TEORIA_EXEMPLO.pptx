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327" r:id="rId2"/>
    <p:sldId id="577" r:id="rId3"/>
    <p:sldId id="256" r:id="rId4"/>
    <p:sldId id="266" r:id="rId5"/>
    <p:sldId id="588" r:id="rId6"/>
    <p:sldId id="587" r:id="rId7"/>
    <p:sldId id="269" r:id="rId8"/>
    <p:sldId id="267" r:id="rId9"/>
    <p:sldId id="268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9B9B9"/>
    <a:srgbClr val="92D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30D95-6E76-46A5-BDCA-968B24CFF817}" v="1" dt="2025-10-01T00:49:26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 PENDL JUNIOR" userId="a7519bb9f12db4d8" providerId="LiveId" clId="{205CA76D-6F40-43FF-BDE0-31D5F39C81F9}"/>
    <pc:docChg chg="modSld">
      <pc:chgData name="WILLI PENDL JUNIOR" userId="a7519bb9f12db4d8" providerId="LiveId" clId="{205CA76D-6F40-43FF-BDE0-31D5F39C81F9}" dt="2023-09-02T15:28:10.069" v="38" actId="6549"/>
      <pc:docMkLst>
        <pc:docMk/>
      </pc:docMkLst>
      <pc:sldChg chg="modSp mod">
        <pc:chgData name="WILLI PENDL JUNIOR" userId="a7519bb9f12db4d8" providerId="LiveId" clId="{205CA76D-6F40-43FF-BDE0-31D5F39C81F9}" dt="2023-09-02T15:10:01.607" v="9" actId="20577"/>
        <pc:sldMkLst>
          <pc:docMk/>
          <pc:sldMk cId="3788235140" sldId="256"/>
        </pc:sldMkLst>
      </pc:sldChg>
      <pc:sldChg chg="modSp">
        <pc:chgData name="WILLI PENDL JUNIOR" userId="a7519bb9f12db4d8" providerId="LiveId" clId="{205CA76D-6F40-43FF-BDE0-31D5F39C81F9}" dt="2023-09-02T15:28:10.069" v="38" actId="6549"/>
        <pc:sldMkLst>
          <pc:docMk/>
          <pc:sldMk cId="2193946764" sldId="273"/>
        </pc:sldMkLst>
      </pc:sldChg>
    </pc:docChg>
  </pc:docChgLst>
  <pc:docChgLst>
    <pc:chgData name="WILLI PENDL JUNIOR" userId="a7519bb9f12db4d8" providerId="LiveId" clId="{5F78A76E-A026-42BA-A825-61FC63EF2448}"/>
    <pc:docChg chg="undo custSel addSld delSld modSld sldOrd">
      <pc:chgData name="WILLI PENDL JUNIOR" userId="a7519bb9f12db4d8" providerId="LiveId" clId="{5F78A76E-A026-42BA-A825-61FC63EF2448}" dt="2024-09-25T22:13:29.351" v="436" actId="1076"/>
      <pc:docMkLst>
        <pc:docMk/>
      </pc:docMkLst>
      <pc:sldChg chg="add">
        <pc:chgData name="WILLI PENDL JUNIOR" userId="a7519bb9f12db4d8" providerId="LiveId" clId="{5F78A76E-A026-42BA-A825-61FC63EF2448}" dt="2024-09-25T22:13:09.878" v="435"/>
        <pc:sldMkLst>
          <pc:docMk/>
          <pc:sldMk cId="2239016244" sldId="257"/>
        </pc:sldMkLst>
      </pc:sldChg>
      <pc:sldChg chg="del">
        <pc:chgData name="WILLI PENDL JUNIOR" userId="a7519bb9f12db4d8" providerId="LiveId" clId="{5F78A76E-A026-42BA-A825-61FC63EF2448}" dt="2024-09-25T21:43:46.285" v="168" actId="47"/>
        <pc:sldMkLst>
          <pc:docMk/>
          <pc:sldMk cId="2706667360" sldId="257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1003960225" sldId="258"/>
        </pc:sldMkLst>
      </pc:sldChg>
      <pc:sldChg chg="del">
        <pc:chgData name="WILLI PENDL JUNIOR" userId="a7519bb9f12db4d8" providerId="LiveId" clId="{5F78A76E-A026-42BA-A825-61FC63EF2448}" dt="2024-09-25T21:39:41.612" v="162" actId="47"/>
        <pc:sldMkLst>
          <pc:docMk/>
          <pc:sldMk cId="2493848913" sldId="258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2399390506" sldId="259"/>
        </pc:sldMkLst>
      </pc:sldChg>
      <pc:sldChg chg="del">
        <pc:chgData name="WILLI PENDL JUNIOR" userId="a7519bb9f12db4d8" providerId="LiveId" clId="{5F78A76E-A026-42BA-A825-61FC63EF2448}" dt="2024-09-25T21:43:38.092" v="166" actId="47"/>
        <pc:sldMkLst>
          <pc:docMk/>
          <pc:sldMk cId="4091401273" sldId="259"/>
        </pc:sldMkLst>
      </pc:sldChg>
      <pc:sldChg chg="del">
        <pc:chgData name="WILLI PENDL JUNIOR" userId="a7519bb9f12db4d8" providerId="LiveId" clId="{5F78A76E-A026-42BA-A825-61FC63EF2448}" dt="2024-09-25T21:36:10.005" v="150" actId="47"/>
        <pc:sldMkLst>
          <pc:docMk/>
          <pc:sldMk cId="1095771471" sldId="260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3213711221" sldId="260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2648833775" sldId="262"/>
        </pc:sldMkLst>
      </pc:sldChg>
      <pc:sldChg chg="modSp mod">
        <pc:chgData name="WILLI PENDL JUNIOR" userId="a7519bb9f12db4d8" providerId="LiveId" clId="{5F78A76E-A026-42BA-A825-61FC63EF2448}" dt="2024-09-25T22:12:05.230" v="434" actId="20577"/>
        <pc:sldMkLst>
          <pc:docMk/>
          <pc:sldMk cId="1321602081" sldId="263"/>
        </pc:sldMkLst>
      </pc:sldChg>
      <pc:sldChg chg="del">
        <pc:chgData name="WILLI PENDL JUNIOR" userId="a7519bb9f12db4d8" providerId="LiveId" clId="{5F78A76E-A026-42BA-A825-61FC63EF2448}" dt="2024-09-25T21:36:03.660" v="149" actId="47"/>
        <pc:sldMkLst>
          <pc:docMk/>
          <pc:sldMk cId="977205952" sldId="264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1729916953" sldId="264"/>
        </pc:sldMkLst>
      </pc:sldChg>
      <pc:sldChg chg="del">
        <pc:chgData name="WILLI PENDL JUNIOR" userId="a7519bb9f12db4d8" providerId="LiveId" clId="{5F78A76E-A026-42BA-A825-61FC63EF2448}" dt="2024-09-25T21:43:41.668" v="167" actId="47"/>
        <pc:sldMkLst>
          <pc:docMk/>
          <pc:sldMk cId="1768798070" sldId="265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3668521297" sldId="265"/>
        </pc:sldMkLst>
      </pc:sldChg>
      <pc:sldChg chg="modSp add mod ord">
        <pc:chgData name="WILLI PENDL JUNIOR" userId="a7519bb9f12db4d8" providerId="LiveId" clId="{5F78A76E-A026-42BA-A825-61FC63EF2448}" dt="2024-09-25T22:13:29.351" v="436" actId="1076"/>
        <pc:sldMkLst>
          <pc:docMk/>
          <pc:sldMk cId="1461272590" sldId="327"/>
        </pc:sldMkLst>
      </pc:sldChg>
      <pc:sldChg chg="addSp delSp modSp add mod addAnim delAnim modAnim">
        <pc:chgData name="WILLI PENDL JUNIOR" userId="a7519bb9f12db4d8" providerId="LiveId" clId="{5F78A76E-A026-42BA-A825-61FC63EF2448}" dt="2024-09-25T22:08:43.753" v="403"/>
        <pc:sldMkLst>
          <pc:docMk/>
          <pc:sldMk cId="4048305686" sldId="574"/>
        </pc:sldMkLst>
      </pc:sldChg>
      <pc:sldChg chg="addSp delSp modSp add mod addAnim delAnim modAnim">
        <pc:chgData name="WILLI PENDL JUNIOR" userId="a7519bb9f12db4d8" providerId="LiveId" clId="{5F78A76E-A026-42BA-A825-61FC63EF2448}" dt="2024-09-25T21:50:17.871" v="277" actId="33423"/>
        <pc:sldMkLst>
          <pc:docMk/>
          <pc:sldMk cId="3312545261" sldId="577"/>
        </pc:sldMkLst>
      </pc:sldChg>
      <pc:sldChg chg="add del">
        <pc:chgData name="WILLI PENDL JUNIOR" userId="a7519bb9f12db4d8" providerId="LiveId" clId="{5F78A76E-A026-42BA-A825-61FC63EF2448}" dt="2024-09-25T21:39:43.163" v="163" actId="47"/>
        <pc:sldMkLst>
          <pc:docMk/>
          <pc:sldMk cId="3561839804" sldId="578"/>
        </pc:sldMkLst>
      </pc:sldChg>
      <pc:sldChg chg="addSp delSp modSp add del mod ord delAnim modAnim">
        <pc:chgData name="WILLI PENDL JUNIOR" userId="a7519bb9f12db4d8" providerId="LiveId" clId="{5F78A76E-A026-42BA-A825-61FC63EF2448}" dt="2024-09-25T21:41:59.152" v="165" actId="47"/>
        <pc:sldMkLst>
          <pc:docMk/>
          <pc:sldMk cId="3842821172" sldId="579"/>
        </pc:sldMkLst>
      </pc:sldChg>
      <pc:sldChg chg="addSp delSp modSp add mod addAnim delAnim modAnim">
        <pc:chgData name="WILLI PENDL JUNIOR" userId="a7519bb9f12db4d8" providerId="LiveId" clId="{5F78A76E-A026-42BA-A825-61FC63EF2448}" dt="2024-09-25T22:00:57.036" v="353"/>
        <pc:sldMkLst>
          <pc:docMk/>
          <pc:sldMk cId="4021774892" sldId="582"/>
        </pc:sldMkLst>
      </pc:sldChg>
      <pc:sldChg chg="addSp delSp modSp new add del mod addAnim delAnim modAnim">
        <pc:chgData name="WILLI PENDL JUNIOR" userId="a7519bb9f12db4d8" providerId="LiveId" clId="{5F78A76E-A026-42BA-A825-61FC63EF2448}" dt="2024-09-25T21:50:28.270" v="281" actId="680"/>
        <pc:sldMkLst>
          <pc:docMk/>
          <pc:sldMk cId="1160532803" sldId="583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2896632499" sldId="583"/>
        </pc:sldMkLst>
      </pc:sldChg>
      <pc:sldChg chg="addSp modSp new del mod">
        <pc:chgData name="WILLI PENDL JUNIOR" userId="a7519bb9f12db4d8" providerId="LiveId" clId="{5F78A76E-A026-42BA-A825-61FC63EF2448}" dt="2024-09-25T21:59:50.548" v="342" actId="47"/>
        <pc:sldMkLst>
          <pc:docMk/>
          <pc:sldMk cId="3992653916" sldId="583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1507750027" sldId="584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1924214527" sldId="585"/>
        </pc:sldMkLst>
      </pc:sldChg>
      <pc:sldChg chg="add">
        <pc:chgData name="WILLI PENDL JUNIOR" userId="a7519bb9f12db4d8" providerId="LiveId" clId="{5F78A76E-A026-42BA-A825-61FC63EF2448}" dt="2024-09-25T22:13:09.878" v="435"/>
        <pc:sldMkLst>
          <pc:docMk/>
          <pc:sldMk cId="4022070478" sldId="586"/>
        </pc:sldMkLst>
      </pc:sldChg>
    </pc:docChg>
  </pc:docChgLst>
  <pc:docChgLst>
    <pc:chgData name="WILLI PENDL JUNIOR" userId="a7519bb9f12db4d8" providerId="LiveId" clId="{204EE907-BF96-4344-976C-4D5B08205B82}"/>
    <pc:docChg chg="custSel addSld delSld modSld">
      <pc:chgData name="WILLI PENDL JUNIOR" userId="a7519bb9f12db4d8" providerId="LiveId" clId="{204EE907-BF96-4344-976C-4D5B08205B82}" dt="2022-10-21T01:09:00.875" v="285"/>
      <pc:docMkLst>
        <pc:docMk/>
      </pc:docMkLst>
      <pc:sldChg chg="addSp delSp modSp mod delAnim modAnim">
        <pc:chgData name="WILLI PENDL JUNIOR" userId="a7519bb9f12db4d8" providerId="LiveId" clId="{204EE907-BF96-4344-976C-4D5B08205B82}" dt="2022-10-20T22:50:32.152" v="17"/>
        <pc:sldMkLst>
          <pc:docMk/>
          <pc:sldMk cId="3788235140" sldId="256"/>
        </pc:sldMkLst>
      </pc:sldChg>
      <pc:sldChg chg="delSp modSp add mod delAnim">
        <pc:chgData name="WILLI PENDL JUNIOR" userId="a7519bb9f12db4d8" providerId="LiveId" clId="{204EE907-BF96-4344-976C-4D5B08205B82}" dt="2022-10-20T22:56:11.752" v="69" actId="1076"/>
        <pc:sldMkLst>
          <pc:docMk/>
          <pc:sldMk cId="2993773167" sldId="261"/>
        </pc:sldMkLst>
      </pc:sldChg>
      <pc:sldChg chg="modSp add mod">
        <pc:chgData name="WILLI PENDL JUNIOR" userId="a7519bb9f12db4d8" providerId="LiveId" clId="{204EE907-BF96-4344-976C-4D5B08205B82}" dt="2022-10-20T22:59:09.309" v="146" actId="14100"/>
        <pc:sldMkLst>
          <pc:docMk/>
          <pc:sldMk cId="1321602081" sldId="263"/>
        </pc:sldMkLst>
      </pc:sldChg>
      <pc:sldChg chg="addSp modSp new mod modAnim">
        <pc:chgData name="WILLI PENDL JUNIOR" userId="a7519bb9f12db4d8" providerId="LiveId" clId="{204EE907-BF96-4344-976C-4D5B08205B82}" dt="2022-10-21T01:09:00.875" v="285"/>
        <pc:sldMkLst>
          <pc:docMk/>
          <pc:sldMk cId="2193946764" sldId="273"/>
        </pc:sldMkLst>
      </pc:sldChg>
      <pc:sldChg chg="del">
        <pc:chgData name="WILLI PENDL JUNIOR" userId="a7519bb9f12db4d8" providerId="LiveId" clId="{204EE907-BF96-4344-976C-4D5B08205B82}" dt="2022-10-20T22:52:06.299" v="18" actId="47"/>
        <pc:sldMkLst>
          <pc:docMk/>
          <pc:sldMk cId="1003960225" sldId="276"/>
        </pc:sldMkLst>
      </pc:sldChg>
      <pc:sldChg chg="del">
        <pc:chgData name="WILLI PENDL JUNIOR" userId="a7519bb9f12db4d8" providerId="LiveId" clId="{204EE907-BF96-4344-976C-4D5B08205B82}" dt="2022-10-20T22:52:06.299" v="18" actId="47"/>
        <pc:sldMkLst>
          <pc:docMk/>
          <pc:sldMk cId="2399390506" sldId="277"/>
        </pc:sldMkLst>
      </pc:sldChg>
      <pc:sldChg chg="del">
        <pc:chgData name="WILLI PENDL JUNIOR" userId="a7519bb9f12db4d8" providerId="LiveId" clId="{204EE907-BF96-4344-976C-4D5B08205B82}" dt="2022-10-20T22:52:06.299" v="18" actId="47"/>
        <pc:sldMkLst>
          <pc:docMk/>
          <pc:sldMk cId="3213711221" sldId="278"/>
        </pc:sldMkLst>
      </pc:sldChg>
      <pc:sldChg chg="del">
        <pc:chgData name="WILLI PENDL JUNIOR" userId="a7519bb9f12db4d8" providerId="LiveId" clId="{204EE907-BF96-4344-976C-4D5B08205B82}" dt="2022-10-20T22:52:06.299" v="18" actId="47"/>
        <pc:sldMkLst>
          <pc:docMk/>
          <pc:sldMk cId="3675073655" sldId="279"/>
        </pc:sldMkLst>
      </pc:sldChg>
      <pc:sldChg chg="del">
        <pc:chgData name="WILLI PENDL JUNIOR" userId="a7519bb9f12db4d8" providerId="LiveId" clId="{204EE907-BF96-4344-976C-4D5B08205B82}" dt="2022-10-20T22:52:06.299" v="18" actId="47"/>
        <pc:sldMkLst>
          <pc:docMk/>
          <pc:sldMk cId="1853508566" sldId="280"/>
        </pc:sldMkLst>
      </pc:sldChg>
    </pc:docChg>
  </pc:docChgLst>
  <pc:docChgLst>
    <pc:chgData name="WILLI PENDL JUNIOR PENDL JUNIOR" userId="a7519bb9f12db4d8" providerId="LiveId" clId="{9BE00C26-0EA9-4BB2-B36A-1C872EA4586A}"/>
    <pc:docChg chg="undo custSel addSld delSld modSld">
      <pc:chgData name="WILLI PENDL JUNIOR PENDL JUNIOR" userId="a7519bb9f12db4d8" providerId="LiveId" clId="{9BE00C26-0EA9-4BB2-B36A-1C872EA4586A}" dt="2025-10-04T22:45:11.499" v="2441" actId="47"/>
      <pc:docMkLst>
        <pc:docMk/>
      </pc:docMkLst>
      <pc:sldChg chg="modSp mod">
        <pc:chgData name="WILLI PENDL JUNIOR PENDL JUNIOR" userId="a7519bb9f12db4d8" providerId="LiveId" clId="{9BE00C26-0EA9-4BB2-B36A-1C872EA4586A}" dt="2025-10-01T00:49:29.962" v="2427" actId="20577"/>
        <pc:sldMkLst>
          <pc:docMk/>
          <pc:sldMk cId="3788235140" sldId="256"/>
        </pc:sldMkLst>
        <pc:spChg chg="mod">
          <ac:chgData name="WILLI PENDL JUNIOR PENDL JUNIOR" userId="a7519bb9f12db4d8" providerId="LiveId" clId="{9BE00C26-0EA9-4BB2-B36A-1C872EA4586A}" dt="2025-10-01T00:49:29.962" v="2427" actId="20577"/>
          <ac:spMkLst>
            <pc:docMk/>
            <pc:sldMk cId="3788235140" sldId="256"/>
            <ac:spMk id="2" creationId="{C066320C-04F0-51EB-5A68-A01F16781C2B}"/>
          </ac:spMkLst>
        </pc:spChg>
      </pc:sldChg>
      <pc:sldChg chg="addSp delSp modSp del mod delAnim modAnim">
        <pc:chgData name="WILLI PENDL JUNIOR PENDL JUNIOR" userId="a7519bb9f12db4d8" providerId="LiveId" clId="{9BE00C26-0EA9-4BB2-B36A-1C872EA4586A}" dt="2025-10-04T22:45:05.721" v="2429" actId="47"/>
        <pc:sldMkLst>
          <pc:docMk/>
          <pc:sldMk cId="2239016244" sldId="257"/>
        </pc:sldMkLst>
      </pc:sldChg>
      <pc:sldChg chg="addSp delSp modSp del mod delAnim modAnim">
        <pc:chgData name="WILLI PENDL JUNIOR PENDL JUNIOR" userId="a7519bb9f12db4d8" providerId="LiveId" clId="{9BE00C26-0EA9-4BB2-B36A-1C872EA4586A}" dt="2025-10-04T22:45:06.152" v="2430" actId="47"/>
        <pc:sldMkLst>
          <pc:docMk/>
          <pc:sldMk cId="1003960225" sldId="258"/>
        </pc:sldMkLst>
      </pc:sldChg>
      <pc:sldChg chg="addSp delSp modSp del mod delAnim">
        <pc:chgData name="WILLI PENDL JUNIOR PENDL JUNIOR" userId="a7519bb9f12db4d8" providerId="LiveId" clId="{9BE00C26-0EA9-4BB2-B36A-1C872EA4586A}" dt="2025-10-04T22:45:10.356" v="2439" actId="47"/>
        <pc:sldMkLst>
          <pc:docMk/>
          <pc:sldMk cId="2399390506" sldId="259"/>
        </pc:sldMkLst>
      </pc:sldChg>
      <pc:sldChg chg="addSp delSp modSp del mod delAnim modAnim">
        <pc:chgData name="WILLI PENDL JUNIOR PENDL JUNIOR" userId="a7519bb9f12db4d8" providerId="LiveId" clId="{9BE00C26-0EA9-4BB2-B36A-1C872EA4586A}" dt="2025-10-04T22:45:11.499" v="2441" actId="47"/>
        <pc:sldMkLst>
          <pc:docMk/>
          <pc:sldMk cId="3213711221" sldId="260"/>
        </pc:sldMkLst>
      </pc:sldChg>
      <pc:sldChg chg="del">
        <pc:chgData name="WILLI PENDL JUNIOR PENDL JUNIOR" userId="a7519bb9f12db4d8" providerId="LiveId" clId="{9BE00C26-0EA9-4BB2-B36A-1C872EA4586A}" dt="2025-09-15T00:32:34.019" v="2412" actId="47"/>
        <pc:sldMkLst>
          <pc:docMk/>
          <pc:sldMk cId="2993773167" sldId="261"/>
        </pc:sldMkLst>
      </pc:sldChg>
      <pc:sldChg chg="del">
        <pc:chgData name="WILLI PENDL JUNIOR PENDL JUNIOR" userId="a7519bb9f12db4d8" providerId="LiveId" clId="{9BE00C26-0EA9-4BB2-B36A-1C872EA4586A}" dt="2025-09-07T21:58:33.675" v="2374" actId="47"/>
        <pc:sldMkLst>
          <pc:docMk/>
          <pc:sldMk cId="2648833775" sldId="262"/>
        </pc:sldMkLst>
      </pc:sldChg>
      <pc:sldChg chg="modSp del mod">
        <pc:chgData name="WILLI PENDL JUNIOR PENDL JUNIOR" userId="a7519bb9f12db4d8" providerId="LiveId" clId="{9BE00C26-0EA9-4BB2-B36A-1C872EA4586A}" dt="2025-09-15T00:32:40.048" v="2413" actId="47"/>
        <pc:sldMkLst>
          <pc:docMk/>
          <pc:sldMk cId="1321602081" sldId="263"/>
        </pc:sldMkLst>
      </pc:sldChg>
      <pc:sldChg chg="del">
        <pc:chgData name="WILLI PENDL JUNIOR PENDL JUNIOR" userId="a7519bb9f12db4d8" providerId="LiveId" clId="{9BE00C26-0EA9-4BB2-B36A-1C872EA4586A}" dt="2025-09-07T21:58:33.675" v="2374" actId="47"/>
        <pc:sldMkLst>
          <pc:docMk/>
          <pc:sldMk cId="1729916953" sldId="264"/>
        </pc:sldMkLst>
      </pc:sldChg>
      <pc:sldChg chg="addSp delSp modSp del mod delAnim modAnim">
        <pc:chgData name="WILLI PENDL JUNIOR PENDL JUNIOR" userId="a7519bb9f12db4d8" providerId="LiveId" clId="{9BE00C26-0EA9-4BB2-B36A-1C872EA4586A}" dt="2025-10-04T22:45:08.516" v="2437" actId="47"/>
        <pc:sldMkLst>
          <pc:docMk/>
          <pc:sldMk cId="3668521297" sldId="265"/>
        </pc:sldMkLst>
      </pc:sldChg>
      <pc:sldChg chg="addSp delSp modSp mod delAnim">
        <pc:chgData name="WILLI PENDL JUNIOR PENDL JUNIOR" userId="a7519bb9f12db4d8" providerId="LiveId" clId="{9BE00C26-0EA9-4BB2-B36A-1C872EA4586A}" dt="2025-09-05T23:52:30.078" v="144" actId="1076"/>
        <pc:sldMkLst>
          <pc:docMk/>
          <pc:sldMk cId="3824559359" sldId="266"/>
        </pc:sldMkLst>
        <pc:spChg chg="add mod">
          <ac:chgData name="WILLI PENDL JUNIOR PENDL JUNIOR" userId="a7519bb9f12db4d8" providerId="LiveId" clId="{9BE00C26-0EA9-4BB2-B36A-1C872EA4586A}" dt="2025-09-05T23:41:29.835" v="64" actId="1076"/>
          <ac:spMkLst>
            <pc:docMk/>
            <pc:sldMk cId="3824559359" sldId="266"/>
            <ac:spMk id="2" creationId="{05592EF0-42A2-212C-7D79-C87018C11887}"/>
          </ac:spMkLst>
        </pc:spChg>
        <pc:spChg chg="mod">
          <ac:chgData name="WILLI PENDL JUNIOR PENDL JUNIOR" userId="a7519bb9f12db4d8" providerId="LiveId" clId="{9BE00C26-0EA9-4BB2-B36A-1C872EA4586A}" dt="2025-09-05T23:39:53.448" v="47"/>
          <ac:spMkLst>
            <pc:docMk/>
            <pc:sldMk cId="3824559359" sldId="266"/>
            <ac:spMk id="3" creationId="{00000000-0000-0000-0000-000000000000}"/>
          </ac:spMkLst>
        </pc:spChg>
        <pc:spChg chg="add mod">
          <ac:chgData name="WILLI PENDL JUNIOR PENDL JUNIOR" userId="a7519bb9f12db4d8" providerId="LiveId" clId="{9BE00C26-0EA9-4BB2-B36A-1C872EA4586A}" dt="2025-09-05T23:41:26.886" v="63" actId="1076"/>
          <ac:spMkLst>
            <pc:docMk/>
            <pc:sldMk cId="3824559359" sldId="266"/>
            <ac:spMk id="4" creationId="{C46EA3D1-1DB5-2C66-AA49-311E6CA59205}"/>
          </ac:spMkLst>
        </pc:spChg>
        <pc:spChg chg="mod">
          <ac:chgData name="WILLI PENDL JUNIOR PENDL JUNIOR" userId="a7519bb9f12db4d8" providerId="LiveId" clId="{9BE00C26-0EA9-4BB2-B36A-1C872EA4586A}" dt="2025-09-05T23:40:25.060" v="52" actId="1076"/>
          <ac:spMkLst>
            <pc:docMk/>
            <pc:sldMk cId="3824559359" sldId="266"/>
            <ac:spMk id="6" creationId="{00000000-0000-0000-0000-000000000000}"/>
          </ac:spMkLst>
        </pc:spChg>
        <pc:spChg chg="add mod">
          <ac:chgData name="WILLI PENDL JUNIOR PENDL JUNIOR" userId="a7519bb9f12db4d8" providerId="LiveId" clId="{9BE00C26-0EA9-4BB2-B36A-1C872EA4586A}" dt="2025-09-05T23:41:21.212" v="62" actId="14100"/>
          <ac:spMkLst>
            <pc:docMk/>
            <pc:sldMk cId="3824559359" sldId="266"/>
            <ac:spMk id="7" creationId="{450C1AEC-C26C-3BB5-BC8B-B1D7ED0A2210}"/>
          </ac:spMkLst>
        </pc:spChg>
        <pc:spChg chg="add mod">
          <ac:chgData name="WILLI PENDL JUNIOR PENDL JUNIOR" userId="a7519bb9f12db4d8" providerId="LiveId" clId="{9BE00C26-0EA9-4BB2-B36A-1C872EA4586A}" dt="2025-09-05T23:52:25.440" v="143" actId="164"/>
          <ac:spMkLst>
            <pc:docMk/>
            <pc:sldMk cId="3824559359" sldId="266"/>
            <ac:spMk id="31" creationId="{DFC48280-4707-024F-0674-7565BEAB3922}"/>
          </ac:spMkLst>
        </pc:spChg>
        <pc:spChg chg="add mod">
          <ac:chgData name="WILLI PENDL JUNIOR PENDL JUNIOR" userId="a7519bb9f12db4d8" providerId="LiveId" clId="{9BE00C26-0EA9-4BB2-B36A-1C872EA4586A}" dt="2025-09-05T23:52:25.440" v="143" actId="164"/>
          <ac:spMkLst>
            <pc:docMk/>
            <pc:sldMk cId="3824559359" sldId="266"/>
            <ac:spMk id="32" creationId="{F201A613-6805-A101-FEF2-08963CAB1435}"/>
          </ac:spMkLst>
        </pc:spChg>
        <pc:spChg chg="add mod">
          <ac:chgData name="WILLI PENDL JUNIOR PENDL JUNIOR" userId="a7519bb9f12db4d8" providerId="LiveId" clId="{9BE00C26-0EA9-4BB2-B36A-1C872EA4586A}" dt="2025-09-05T23:52:25.440" v="143" actId="164"/>
          <ac:spMkLst>
            <pc:docMk/>
            <pc:sldMk cId="3824559359" sldId="266"/>
            <ac:spMk id="33" creationId="{FA0CA128-21E5-B7DE-5C60-D2FDD86D7E2A}"/>
          </ac:spMkLst>
        </pc:spChg>
        <pc:spChg chg="add mod">
          <ac:chgData name="WILLI PENDL JUNIOR PENDL JUNIOR" userId="a7519bb9f12db4d8" providerId="LiveId" clId="{9BE00C26-0EA9-4BB2-B36A-1C872EA4586A}" dt="2025-09-05T23:52:25.440" v="143" actId="164"/>
          <ac:spMkLst>
            <pc:docMk/>
            <pc:sldMk cId="3824559359" sldId="266"/>
            <ac:spMk id="36" creationId="{8BC136B8-52F2-F57F-DDD7-B6FFB7AF7F40}"/>
          </ac:spMkLst>
        </pc:spChg>
        <pc:spChg chg="add mod">
          <ac:chgData name="WILLI PENDL JUNIOR PENDL JUNIOR" userId="a7519bb9f12db4d8" providerId="LiveId" clId="{9BE00C26-0EA9-4BB2-B36A-1C872EA4586A}" dt="2025-09-05T23:52:25.440" v="143" actId="164"/>
          <ac:spMkLst>
            <pc:docMk/>
            <pc:sldMk cId="3824559359" sldId="266"/>
            <ac:spMk id="37" creationId="{31EA2F47-6797-5BDB-2337-5D81CB5AC38F}"/>
          </ac:spMkLst>
        </pc:spChg>
        <pc:spChg chg="add mod">
          <ac:chgData name="WILLI PENDL JUNIOR PENDL JUNIOR" userId="a7519bb9f12db4d8" providerId="LiveId" clId="{9BE00C26-0EA9-4BB2-B36A-1C872EA4586A}" dt="2025-09-05T23:52:25.440" v="143" actId="164"/>
          <ac:spMkLst>
            <pc:docMk/>
            <pc:sldMk cId="3824559359" sldId="266"/>
            <ac:spMk id="38" creationId="{9DC695F6-6BDB-032A-4A8A-47038D4B3021}"/>
          </ac:spMkLst>
        </pc:spChg>
        <pc:grpChg chg="add mod">
          <ac:chgData name="WILLI PENDL JUNIOR PENDL JUNIOR" userId="a7519bb9f12db4d8" providerId="LiveId" clId="{9BE00C26-0EA9-4BB2-B36A-1C872EA4586A}" dt="2025-09-05T23:52:30.078" v="144" actId="1076"/>
          <ac:grpSpMkLst>
            <pc:docMk/>
            <pc:sldMk cId="3824559359" sldId="266"/>
            <ac:grpSpMk id="39" creationId="{7678A437-3ED3-72F0-EFE8-CC173231BE08}"/>
          </ac:grpSpMkLst>
        </pc:grpChg>
        <pc:cxnChg chg="add mod">
          <ac:chgData name="WILLI PENDL JUNIOR PENDL JUNIOR" userId="a7519bb9f12db4d8" providerId="LiveId" clId="{9BE00C26-0EA9-4BB2-B36A-1C872EA4586A}" dt="2025-09-05T23:52:25.440" v="143" actId="164"/>
          <ac:cxnSpMkLst>
            <pc:docMk/>
            <pc:sldMk cId="3824559359" sldId="266"/>
            <ac:cxnSpMk id="28" creationId="{DCC96226-397B-8CE3-18B6-FF5310E444EF}"/>
          </ac:cxnSpMkLst>
        </pc:cxnChg>
        <pc:cxnChg chg="add mod">
          <ac:chgData name="WILLI PENDL JUNIOR PENDL JUNIOR" userId="a7519bb9f12db4d8" providerId="LiveId" clId="{9BE00C26-0EA9-4BB2-B36A-1C872EA4586A}" dt="2025-09-05T23:52:25.440" v="143" actId="164"/>
          <ac:cxnSpMkLst>
            <pc:docMk/>
            <pc:sldMk cId="3824559359" sldId="266"/>
            <ac:cxnSpMk id="30" creationId="{71E62DE4-9168-98FD-CE20-10B852E05F6B}"/>
          </ac:cxnSpMkLst>
        </pc:cxnChg>
        <pc:cxnChg chg="add mod">
          <ac:chgData name="WILLI PENDL JUNIOR PENDL JUNIOR" userId="a7519bb9f12db4d8" providerId="LiveId" clId="{9BE00C26-0EA9-4BB2-B36A-1C872EA4586A}" dt="2025-09-05T23:52:25.440" v="143" actId="164"/>
          <ac:cxnSpMkLst>
            <pc:docMk/>
            <pc:sldMk cId="3824559359" sldId="266"/>
            <ac:cxnSpMk id="35" creationId="{8216B7D7-E859-C629-EE0A-4CC6D6D1B733}"/>
          </ac:cxnSpMkLst>
        </pc:cxnChg>
      </pc:sldChg>
      <pc:sldChg chg="modSp">
        <pc:chgData name="WILLI PENDL JUNIOR PENDL JUNIOR" userId="a7519bb9f12db4d8" providerId="LiveId" clId="{9BE00C26-0EA9-4BB2-B36A-1C872EA4586A}" dt="2025-09-07T00:06:06.673" v="919" actId="20577"/>
        <pc:sldMkLst>
          <pc:docMk/>
          <pc:sldMk cId="244332115" sldId="269"/>
        </pc:sldMkLst>
        <pc:spChg chg="mod">
          <ac:chgData name="WILLI PENDL JUNIOR PENDL JUNIOR" userId="a7519bb9f12db4d8" providerId="LiveId" clId="{9BE00C26-0EA9-4BB2-B36A-1C872EA4586A}" dt="2025-09-07T00:06:06.673" v="919" actId="20577"/>
          <ac:spMkLst>
            <pc:docMk/>
            <pc:sldMk cId="244332115" sldId="269"/>
            <ac:spMk id="6" creationId="{00000000-0000-0000-0000-000000000000}"/>
          </ac:spMkLst>
        </pc:spChg>
      </pc:sldChg>
      <pc:sldChg chg="addSp delSp modSp mod delAnim modAnim">
        <pc:chgData name="WILLI PENDL JUNIOR PENDL JUNIOR" userId="a7519bb9f12db4d8" providerId="LiveId" clId="{9BE00C26-0EA9-4BB2-B36A-1C872EA4586A}" dt="2025-09-09T00:00:57.162" v="2407" actId="1076"/>
        <pc:sldMkLst>
          <pc:docMk/>
          <pc:sldMk cId="2227393225" sldId="271"/>
        </pc:sldMkLst>
        <pc:picChg chg="add mod">
          <ac:chgData name="WILLI PENDL JUNIOR PENDL JUNIOR" userId="a7519bb9f12db4d8" providerId="LiveId" clId="{9BE00C26-0EA9-4BB2-B36A-1C872EA4586A}" dt="2025-09-09T00:00:57.162" v="2407" actId="1076"/>
          <ac:picMkLst>
            <pc:docMk/>
            <pc:sldMk cId="2227393225" sldId="271"/>
            <ac:picMk id="7" creationId="{D963B7C8-CBE4-B9A3-6B53-4CAA5F690C74}"/>
          </ac:picMkLst>
        </pc:picChg>
      </pc:sldChg>
      <pc:sldChg chg="modSp mod">
        <pc:chgData name="WILLI PENDL JUNIOR PENDL JUNIOR" userId="a7519bb9f12db4d8" providerId="LiveId" clId="{9BE00C26-0EA9-4BB2-B36A-1C872EA4586A}" dt="2025-09-07T22:00:46.094" v="2375" actId="14100"/>
        <pc:sldMkLst>
          <pc:docMk/>
          <pc:sldMk cId="1588536868" sldId="272"/>
        </pc:sldMkLst>
        <pc:spChg chg="mod">
          <ac:chgData name="WILLI PENDL JUNIOR PENDL JUNIOR" userId="a7519bb9f12db4d8" providerId="LiveId" clId="{9BE00C26-0EA9-4BB2-B36A-1C872EA4586A}" dt="2025-09-07T22:00:46.094" v="2375" actId="14100"/>
          <ac:spMkLst>
            <pc:docMk/>
            <pc:sldMk cId="1588536868" sldId="272"/>
            <ac:spMk id="22" creationId="{00000000-0000-0000-0000-000000000000}"/>
          </ac:spMkLst>
        </pc:spChg>
      </pc:sldChg>
      <pc:sldChg chg="addSp modSp mod modAnim">
        <pc:chgData name="WILLI PENDL JUNIOR PENDL JUNIOR" userId="a7519bb9f12db4d8" providerId="LiveId" clId="{9BE00C26-0EA9-4BB2-B36A-1C872EA4586A}" dt="2025-09-15T00:31:36.066" v="2411" actId="114"/>
        <pc:sldMkLst>
          <pc:docMk/>
          <pc:sldMk cId="2193946764" sldId="273"/>
        </pc:sldMkLst>
        <pc:spChg chg="mod">
          <ac:chgData name="WILLI PENDL JUNIOR PENDL JUNIOR" userId="a7519bb9f12db4d8" providerId="LiveId" clId="{9BE00C26-0EA9-4BB2-B36A-1C872EA4586A}" dt="2025-09-15T00:31:36.066" v="2411" actId="114"/>
          <ac:spMkLst>
            <pc:docMk/>
            <pc:sldMk cId="2193946764" sldId="273"/>
            <ac:spMk id="4" creationId="{6725CF2A-9F27-6226-8BDC-37240A35861D}"/>
          </ac:spMkLst>
        </pc:spChg>
        <pc:spChg chg="add mod">
          <ac:chgData name="WILLI PENDL JUNIOR PENDL JUNIOR" userId="a7519bb9f12db4d8" providerId="LiveId" clId="{9BE00C26-0EA9-4BB2-B36A-1C872EA4586A}" dt="2025-09-06T00:28:00.451" v="275" actId="6549"/>
          <ac:spMkLst>
            <pc:docMk/>
            <pc:sldMk cId="2193946764" sldId="273"/>
            <ac:spMk id="6" creationId="{95F9E82E-67FC-2BCE-365A-450675AC9CAB}"/>
          </ac:spMkLst>
        </pc:spChg>
        <pc:spChg chg="add mod">
          <ac:chgData name="WILLI PENDL JUNIOR PENDL JUNIOR" userId="a7519bb9f12db4d8" providerId="LiveId" clId="{9BE00C26-0EA9-4BB2-B36A-1C872EA4586A}" dt="2025-09-07T21:36:13.240" v="2198" actId="14100"/>
          <ac:spMkLst>
            <pc:docMk/>
            <pc:sldMk cId="2193946764" sldId="273"/>
            <ac:spMk id="7" creationId="{F71CEB62-6E8F-C189-BE4E-9F6EE85AB8B3}"/>
          </ac:spMkLst>
        </pc:spChg>
        <pc:picChg chg="mod">
          <ac:chgData name="WILLI PENDL JUNIOR PENDL JUNIOR" userId="a7519bb9f12db4d8" providerId="LiveId" clId="{9BE00C26-0EA9-4BB2-B36A-1C872EA4586A}" dt="2025-09-07T21:36:16.436" v="2199" actId="1076"/>
          <ac:picMkLst>
            <pc:docMk/>
            <pc:sldMk cId="2193946764" sldId="273"/>
            <ac:picMk id="5" creationId="{66FDF703-0598-16F6-E7C4-E109D0E59323}"/>
          </ac:picMkLst>
        </pc:picChg>
      </pc:sldChg>
      <pc:sldChg chg="modSp mod">
        <pc:chgData name="WILLI PENDL JUNIOR PENDL JUNIOR" userId="a7519bb9f12db4d8" providerId="LiveId" clId="{9BE00C26-0EA9-4BB2-B36A-1C872EA4586A}" dt="2025-09-05T23:26:36.325" v="28" actId="1076"/>
        <pc:sldMkLst>
          <pc:docMk/>
          <pc:sldMk cId="1461272590" sldId="327"/>
        </pc:sldMkLst>
        <pc:spChg chg="mod">
          <ac:chgData name="WILLI PENDL JUNIOR PENDL JUNIOR" userId="a7519bb9f12db4d8" providerId="LiveId" clId="{9BE00C26-0EA9-4BB2-B36A-1C872EA4586A}" dt="2025-09-05T23:26:36.325" v="28" actId="1076"/>
          <ac:spMkLst>
            <pc:docMk/>
            <pc:sldMk cId="1461272590" sldId="327"/>
            <ac:spMk id="3" creationId="{FE5EA8BC-65A0-4AD8-830B-2C95C4F37BC5}"/>
          </ac:spMkLst>
        </pc:spChg>
      </pc:sldChg>
      <pc:sldChg chg="delSp del mod delAnim">
        <pc:chgData name="WILLI PENDL JUNIOR PENDL JUNIOR" userId="a7519bb9f12db4d8" providerId="LiveId" clId="{9BE00C26-0EA9-4BB2-B36A-1C872EA4586A}" dt="2025-09-09T00:01:02.372" v="2408" actId="47"/>
        <pc:sldMkLst>
          <pc:docMk/>
          <pc:sldMk cId="4048305686" sldId="574"/>
        </pc:sldMkLst>
      </pc:sldChg>
      <pc:sldChg chg="modSp">
        <pc:chgData name="WILLI PENDL JUNIOR PENDL JUNIOR" userId="a7519bb9f12db4d8" providerId="LiveId" clId="{9BE00C26-0EA9-4BB2-B36A-1C872EA4586A}" dt="2025-09-05T23:29:43.606" v="33" actId="20577"/>
        <pc:sldMkLst>
          <pc:docMk/>
          <pc:sldMk cId="3312545261" sldId="577"/>
        </pc:sldMkLst>
        <pc:spChg chg="mod">
          <ac:chgData name="WILLI PENDL JUNIOR PENDL JUNIOR" userId="a7519bb9f12db4d8" providerId="LiveId" clId="{9BE00C26-0EA9-4BB2-B36A-1C872EA4586A}" dt="2025-09-05T23:29:43.606" v="33" actId="20577"/>
          <ac:spMkLst>
            <pc:docMk/>
            <pc:sldMk cId="3312545261" sldId="577"/>
            <ac:spMk id="363" creationId="{EC9D985F-0C7F-4EB8-8C05-2F43731E697E}"/>
          </ac:spMkLst>
        </pc:spChg>
        <pc:spChg chg="mod">
          <ac:chgData name="WILLI PENDL JUNIOR PENDL JUNIOR" userId="a7519bb9f12db4d8" providerId="LiveId" clId="{9BE00C26-0EA9-4BB2-B36A-1C872EA4586A}" dt="2025-09-05T23:29:43.606" v="33" actId="20577"/>
          <ac:spMkLst>
            <pc:docMk/>
            <pc:sldMk cId="3312545261" sldId="577"/>
            <ac:spMk id="365" creationId="{4E8624B9-82B8-4A81-BAE5-B68C528F09B9}"/>
          </ac:spMkLst>
        </pc:spChg>
        <pc:spChg chg="mod">
          <ac:chgData name="WILLI PENDL JUNIOR PENDL JUNIOR" userId="a7519bb9f12db4d8" providerId="LiveId" clId="{9BE00C26-0EA9-4BB2-B36A-1C872EA4586A}" dt="2025-09-05T23:29:43.606" v="33" actId="20577"/>
          <ac:spMkLst>
            <pc:docMk/>
            <pc:sldMk cId="3312545261" sldId="577"/>
            <ac:spMk id="367" creationId="{A58CB350-8997-4DF6-A46D-A683B31CFD70}"/>
          </ac:spMkLst>
        </pc:spChg>
        <pc:grpChg chg="mod">
          <ac:chgData name="WILLI PENDL JUNIOR PENDL JUNIOR" userId="a7519bb9f12db4d8" providerId="LiveId" clId="{9BE00C26-0EA9-4BB2-B36A-1C872EA4586A}" dt="2025-09-05T23:29:43.606" v="33" actId="20577"/>
          <ac:grpSpMkLst>
            <pc:docMk/>
            <pc:sldMk cId="3312545261" sldId="577"/>
            <ac:grpSpMk id="360" creationId="{03F1994A-4C82-4272-A8EE-247FC62E021A}"/>
          </ac:grpSpMkLst>
        </pc:grpChg>
        <pc:grpChg chg="mod">
          <ac:chgData name="WILLI PENDL JUNIOR PENDL JUNIOR" userId="a7519bb9f12db4d8" providerId="LiveId" clId="{9BE00C26-0EA9-4BB2-B36A-1C872EA4586A}" dt="2025-09-05T23:29:43.606" v="33" actId="20577"/>
          <ac:grpSpMkLst>
            <pc:docMk/>
            <pc:sldMk cId="3312545261" sldId="577"/>
            <ac:grpSpMk id="361" creationId="{62E6833B-2413-4056-8DBD-45C799F9CEAF}"/>
          </ac:grpSpMkLst>
        </pc:grpChg>
        <pc:grpChg chg="mod">
          <ac:chgData name="WILLI PENDL JUNIOR PENDL JUNIOR" userId="a7519bb9f12db4d8" providerId="LiveId" clId="{9BE00C26-0EA9-4BB2-B36A-1C872EA4586A}" dt="2025-09-05T23:29:43.606" v="33" actId="20577"/>
          <ac:grpSpMkLst>
            <pc:docMk/>
            <pc:sldMk cId="3312545261" sldId="577"/>
            <ac:grpSpMk id="362" creationId="{84B957F8-A97E-4B74-9283-2F5BD24A734C}"/>
          </ac:grpSpMkLst>
        </pc:grpChg>
        <pc:cxnChg chg="mod">
          <ac:chgData name="WILLI PENDL JUNIOR PENDL JUNIOR" userId="a7519bb9f12db4d8" providerId="LiveId" clId="{9BE00C26-0EA9-4BB2-B36A-1C872EA4586A}" dt="2025-09-05T23:29:43.606" v="33" actId="20577"/>
          <ac:cxnSpMkLst>
            <pc:docMk/>
            <pc:sldMk cId="3312545261" sldId="577"/>
            <ac:cxnSpMk id="364" creationId="{E76E7083-DEFA-4126-AAB9-EF8E97B7E858}"/>
          </ac:cxnSpMkLst>
        </pc:cxnChg>
        <pc:cxnChg chg="mod">
          <ac:chgData name="WILLI PENDL JUNIOR PENDL JUNIOR" userId="a7519bb9f12db4d8" providerId="LiveId" clId="{9BE00C26-0EA9-4BB2-B36A-1C872EA4586A}" dt="2025-09-05T23:29:43.606" v="33" actId="20577"/>
          <ac:cxnSpMkLst>
            <pc:docMk/>
            <pc:sldMk cId="3312545261" sldId="577"/>
            <ac:cxnSpMk id="366" creationId="{8EB3E4B9-5526-4CD0-963E-66F75FB672BE}"/>
          </ac:cxnSpMkLst>
        </pc:cxnChg>
      </pc:sldChg>
      <pc:sldChg chg="del">
        <pc:chgData name="WILLI PENDL JUNIOR PENDL JUNIOR" userId="a7519bb9f12db4d8" providerId="LiveId" clId="{9BE00C26-0EA9-4BB2-B36A-1C872EA4586A}" dt="2025-09-09T00:00:30.089" v="2401" actId="47"/>
        <pc:sldMkLst>
          <pc:docMk/>
          <pc:sldMk cId="4021774892" sldId="582"/>
        </pc:sldMkLst>
      </pc:sldChg>
      <pc:sldChg chg="addSp delSp modSp del mod modAnim">
        <pc:chgData name="WILLI PENDL JUNIOR PENDL JUNIOR" userId="a7519bb9f12db4d8" providerId="LiveId" clId="{9BE00C26-0EA9-4BB2-B36A-1C872EA4586A}" dt="2025-10-04T22:45:05.249" v="2428" actId="47"/>
        <pc:sldMkLst>
          <pc:docMk/>
          <pc:sldMk cId="2896632499" sldId="583"/>
        </pc:sldMkLst>
      </pc:sldChg>
      <pc:sldChg chg="addSp delSp modSp del mod addAnim delAnim">
        <pc:chgData name="WILLI PENDL JUNIOR PENDL JUNIOR" userId="a7519bb9f12db4d8" providerId="LiveId" clId="{9BE00C26-0EA9-4BB2-B36A-1C872EA4586A}" dt="2025-10-04T22:45:06.580" v="2432" actId="47"/>
        <pc:sldMkLst>
          <pc:docMk/>
          <pc:sldMk cId="1507750027" sldId="584"/>
        </pc:sldMkLst>
      </pc:sldChg>
      <pc:sldChg chg="del">
        <pc:chgData name="WILLI PENDL JUNIOR PENDL JUNIOR" userId="a7519bb9f12db4d8" providerId="LiveId" clId="{9BE00C26-0EA9-4BB2-B36A-1C872EA4586A}" dt="2025-09-07T21:58:33.675" v="2374" actId="47"/>
        <pc:sldMkLst>
          <pc:docMk/>
          <pc:sldMk cId="1924214527" sldId="585"/>
        </pc:sldMkLst>
      </pc:sldChg>
      <pc:sldChg chg="del">
        <pc:chgData name="WILLI PENDL JUNIOR PENDL JUNIOR" userId="a7519bb9f12db4d8" providerId="LiveId" clId="{9BE00C26-0EA9-4BB2-B36A-1C872EA4586A}" dt="2025-09-07T21:58:33.675" v="2374" actId="47"/>
        <pc:sldMkLst>
          <pc:docMk/>
          <pc:sldMk cId="4022070478" sldId="586"/>
        </pc:sldMkLst>
      </pc:sldChg>
      <pc:sldChg chg="modSp add mod">
        <pc:chgData name="WILLI PENDL JUNIOR PENDL JUNIOR" userId="a7519bb9f12db4d8" providerId="LiveId" clId="{9BE00C26-0EA9-4BB2-B36A-1C872EA4586A}" dt="2025-09-07T17:13:19.148" v="1647" actId="14100"/>
        <pc:sldMkLst>
          <pc:docMk/>
          <pc:sldMk cId="3463265150" sldId="587"/>
        </pc:sldMkLst>
        <pc:spChg chg="mod">
          <ac:chgData name="WILLI PENDL JUNIOR PENDL JUNIOR" userId="a7519bb9f12db4d8" providerId="LiveId" clId="{9BE00C26-0EA9-4BB2-B36A-1C872EA4586A}" dt="2025-09-07T17:13:19.148" v="1647" actId="14100"/>
          <ac:spMkLst>
            <pc:docMk/>
            <pc:sldMk cId="3463265150" sldId="587"/>
            <ac:spMk id="9" creationId="{BE3F2547-8D86-6998-9A8A-4EE80091D038}"/>
          </ac:spMkLst>
        </pc:spChg>
      </pc:sldChg>
      <pc:sldChg chg="addSp modSp new mod">
        <pc:chgData name="WILLI PENDL JUNIOR PENDL JUNIOR" userId="a7519bb9f12db4d8" providerId="LiveId" clId="{9BE00C26-0EA9-4BB2-B36A-1C872EA4586A}" dt="2025-09-06T00:04:08.320" v="153" actId="1076"/>
        <pc:sldMkLst>
          <pc:docMk/>
          <pc:sldMk cId="1499601432" sldId="588"/>
        </pc:sldMkLst>
        <pc:spChg chg="add mod">
          <ac:chgData name="WILLI PENDL JUNIOR PENDL JUNIOR" userId="a7519bb9f12db4d8" providerId="LiveId" clId="{9BE00C26-0EA9-4BB2-B36A-1C872EA4586A}" dt="2025-09-06T00:03:15.166" v="146"/>
          <ac:spMkLst>
            <pc:docMk/>
            <pc:sldMk cId="1499601432" sldId="588"/>
            <ac:spMk id="2" creationId="{B7F1E576-FC63-E136-294E-6DA100668B8A}"/>
          </ac:spMkLst>
        </pc:spChg>
        <pc:spChg chg="add mod">
          <ac:chgData name="WILLI PENDL JUNIOR PENDL JUNIOR" userId="a7519bb9f12db4d8" providerId="LiveId" clId="{9BE00C26-0EA9-4BB2-B36A-1C872EA4586A}" dt="2025-09-06T00:03:21.514" v="147" actId="1076"/>
          <ac:spMkLst>
            <pc:docMk/>
            <pc:sldMk cId="1499601432" sldId="588"/>
            <ac:spMk id="3" creationId="{233981DB-D2B5-80E3-AAC5-1CC272864C77}"/>
          </ac:spMkLst>
        </pc:spChg>
        <pc:spChg chg="add mod">
          <ac:chgData name="WILLI PENDL JUNIOR PENDL JUNIOR" userId="a7519bb9f12db4d8" providerId="LiveId" clId="{9BE00C26-0EA9-4BB2-B36A-1C872EA4586A}" dt="2025-09-06T00:03:41.806" v="149" actId="1076"/>
          <ac:spMkLst>
            <pc:docMk/>
            <pc:sldMk cId="1499601432" sldId="588"/>
            <ac:spMk id="4" creationId="{079EE244-66F3-80DA-3EB2-7F835FED074A}"/>
          </ac:spMkLst>
        </pc:spChg>
        <pc:spChg chg="add mod">
          <ac:chgData name="WILLI PENDL JUNIOR PENDL JUNIOR" userId="a7519bb9f12db4d8" providerId="LiveId" clId="{9BE00C26-0EA9-4BB2-B36A-1C872EA4586A}" dt="2025-09-06T00:04:08.320" v="153" actId="1076"/>
          <ac:spMkLst>
            <pc:docMk/>
            <pc:sldMk cId="1499601432" sldId="588"/>
            <ac:spMk id="5" creationId="{1DD3B009-12F2-D68A-7ED2-283B698B00A3}"/>
          </ac:spMkLst>
        </pc:spChg>
        <pc:spChg chg="add mod">
          <ac:chgData name="WILLI PENDL JUNIOR PENDL JUNIOR" userId="a7519bb9f12db4d8" providerId="LiveId" clId="{9BE00C26-0EA9-4BB2-B36A-1C872EA4586A}" dt="2025-09-06T00:04:04.476" v="152" actId="1076"/>
          <ac:spMkLst>
            <pc:docMk/>
            <pc:sldMk cId="1499601432" sldId="588"/>
            <ac:spMk id="6" creationId="{C42DBF62-5D81-3AA1-120E-CFEE9837CFBE}"/>
          </ac:spMkLst>
        </pc:spChg>
      </pc:sldChg>
      <pc:sldChg chg="addSp delSp modSp new del mod delAnim modAnim">
        <pc:chgData name="WILLI PENDL JUNIOR PENDL JUNIOR" userId="a7519bb9f12db4d8" providerId="LiveId" clId="{9BE00C26-0EA9-4BB2-B36A-1C872EA4586A}" dt="2025-10-04T22:45:06.342" v="2431" actId="47"/>
        <pc:sldMkLst>
          <pc:docMk/>
          <pc:sldMk cId="796126660" sldId="589"/>
        </pc:sldMkLst>
      </pc:sldChg>
      <pc:sldChg chg="addSp delSp modSp new del mod delAnim modAnim">
        <pc:chgData name="WILLI PENDL JUNIOR PENDL JUNIOR" userId="a7519bb9f12db4d8" providerId="LiveId" clId="{9BE00C26-0EA9-4BB2-B36A-1C872EA4586A}" dt="2025-10-04T22:45:06.934" v="2433" actId="47"/>
        <pc:sldMkLst>
          <pc:docMk/>
          <pc:sldMk cId="2295267147" sldId="590"/>
        </pc:sldMkLst>
      </pc:sldChg>
      <pc:sldChg chg="addSp delSp modSp new del mod delAnim modAnim">
        <pc:chgData name="WILLI PENDL JUNIOR PENDL JUNIOR" userId="a7519bb9f12db4d8" providerId="LiveId" clId="{9BE00C26-0EA9-4BB2-B36A-1C872EA4586A}" dt="2025-10-04T22:45:07.136" v="2434" actId="47"/>
        <pc:sldMkLst>
          <pc:docMk/>
          <pc:sldMk cId="1266562432" sldId="591"/>
        </pc:sldMkLst>
      </pc:sldChg>
      <pc:sldChg chg="addSp modSp new del mod modAnim">
        <pc:chgData name="WILLI PENDL JUNIOR PENDL JUNIOR" userId="a7519bb9f12db4d8" providerId="LiveId" clId="{9BE00C26-0EA9-4BB2-B36A-1C872EA4586A}" dt="2025-10-04T22:45:07.328" v="2435" actId="47"/>
        <pc:sldMkLst>
          <pc:docMk/>
          <pc:sldMk cId="1813109316" sldId="592"/>
        </pc:sldMkLst>
      </pc:sldChg>
      <pc:sldChg chg="addSp modSp new del mod modAnim">
        <pc:chgData name="WILLI PENDL JUNIOR PENDL JUNIOR" userId="a7519bb9f12db4d8" providerId="LiveId" clId="{9BE00C26-0EA9-4BB2-B36A-1C872EA4586A}" dt="2025-10-04T22:45:07.998" v="2436" actId="47"/>
        <pc:sldMkLst>
          <pc:docMk/>
          <pc:sldMk cId="1208647723" sldId="593"/>
        </pc:sldMkLst>
      </pc:sldChg>
      <pc:sldChg chg="addSp modSp new del mod modAnim">
        <pc:chgData name="WILLI PENDL JUNIOR PENDL JUNIOR" userId="a7519bb9f12db4d8" providerId="LiveId" clId="{9BE00C26-0EA9-4BB2-B36A-1C872EA4586A}" dt="2025-10-04T22:45:09.145" v="2438" actId="47"/>
        <pc:sldMkLst>
          <pc:docMk/>
          <pc:sldMk cId="1384873205" sldId="594"/>
        </pc:sldMkLst>
      </pc:sldChg>
      <pc:sldChg chg="addSp delSp modSp add del mod delAnim modAnim">
        <pc:chgData name="WILLI PENDL JUNIOR PENDL JUNIOR" userId="a7519bb9f12db4d8" providerId="LiveId" clId="{9BE00C26-0EA9-4BB2-B36A-1C872EA4586A}" dt="2025-10-04T22:45:10.737" v="2440" actId="47"/>
        <pc:sldMkLst>
          <pc:docMk/>
          <pc:sldMk cId="4208265193" sldId="5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CFE2A-AB94-4A12-A22C-D952807E67B1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FB6D0-6C92-466D-97DB-CD079CC99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82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>
            <a:extLst>
              <a:ext uri="{FF2B5EF4-FFF2-40B4-BE49-F238E27FC236}">
                <a16:creationId xmlns:a16="http://schemas.microsoft.com/office/drawing/2014/main" id="{69CFD187-8926-47F5-87E2-455D70D27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947456-2D6A-4108-B08D-4B8E9B585139}" type="slidenum"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94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26" Type="http://schemas.openxmlformats.org/officeDocument/2006/relationships/image" Target="../media/image21.png"/><Relationship Id="rId39" Type="http://schemas.openxmlformats.org/officeDocument/2006/relationships/image" Target="../media/image5.gif"/><Relationship Id="rId21" Type="http://schemas.openxmlformats.org/officeDocument/2006/relationships/image" Target="../media/image16.png"/><Relationship Id="rId34" Type="http://schemas.openxmlformats.org/officeDocument/2006/relationships/image" Target="../media/image3.wmf"/><Relationship Id="rId7" Type="http://schemas.openxmlformats.org/officeDocument/2006/relationships/oleObject" Target="../embeddings/oleObject1.bin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5" Type="http://schemas.openxmlformats.org/officeDocument/2006/relationships/image" Target="../media/image20.png"/><Relationship Id="rId33" Type="http://schemas.openxmlformats.org/officeDocument/2006/relationships/oleObject" Target="../embeddings/oleObject3.bin"/><Relationship Id="rId38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29" Type="http://schemas.openxmlformats.org/officeDocument/2006/relationships/image" Target="../media/image24.png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24" Type="http://schemas.openxmlformats.org/officeDocument/2006/relationships/image" Target="../media/image19.png"/><Relationship Id="rId32" Type="http://schemas.openxmlformats.org/officeDocument/2006/relationships/image" Target="../media/image5.png"/><Relationship Id="rId37" Type="http://schemas.openxmlformats.org/officeDocument/2006/relationships/image" Target="../media/image30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23" Type="http://schemas.openxmlformats.org/officeDocument/2006/relationships/image" Target="../media/image18.png"/><Relationship Id="rId28" Type="http://schemas.openxmlformats.org/officeDocument/2006/relationships/image" Target="../media/image23.png"/><Relationship Id="rId36" Type="http://schemas.openxmlformats.org/officeDocument/2006/relationships/image" Target="../media/image4.wmf"/><Relationship Id="rId10" Type="http://schemas.openxmlformats.org/officeDocument/2006/relationships/image" Target="../media/image2.wmf"/><Relationship Id="rId19" Type="http://schemas.openxmlformats.org/officeDocument/2006/relationships/image" Target="../media/image14.png"/><Relationship Id="rId31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9.png"/><Relationship Id="rId22" Type="http://schemas.openxmlformats.org/officeDocument/2006/relationships/image" Target="../media/image17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Relationship Id="rId35" Type="http://schemas.openxmlformats.org/officeDocument/2006/relationships/oleObject" Target="../embeddings/oleObject4.bin"/><Relationship Id="rId8" Type="http://schemas.openxmlformats.org/officeDocument/2006/relationships/image" Target="../media/image1.wmf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gif"/><Relationship Id="rId4" Type="http://schemas.openxmlformats.org/officeDocument/2006/relationships/image" Target="../media/image1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9.png"/><Relationship Id="rId7" Type="http://schemas.openxmlformats.org/officeDocument/2006/relationships/image" Target="../media/image56.png"/><Relationship Id="rId12" Type="http://schemas.openxmlformats.org/officeDocument/2006/relationships/image" Target="../media/image3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33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36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9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>
            <a:extLst>
              <a:ext uri="{FF2B5EF4-FFF2-40B4-BE49-F238E27FC236}">
                <a16:creationId xmlns:a16="http://schemas.microsoft.com/office/drawing/2014/main" id="{FE5EA8BC-65A0-4AD8-830B-2C95C4F37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30" y="1487062"/>
            <a:ext cx="9345656" cy="180575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scene3d>
            <a:camera prst="orthographicFront">
              <a:rot lat="0" lon="0" rev="0"/>
            </a:camera>
            <a:lightRig rig="flat" dir="t"/>
          </a:scene3d>
          <a:sp3d prstMaterial="matte">
            <a:extrusionClr>
              <a:schemeClr val="bg1"/>
            </a:extrusionClr>
            <a:contourClr>
              <a:schemeClr val="bg1"/>
            </a:contourClr>
          </a:sp3d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pt-BR" sz="5867" b="1" kern="0" spc="51" dirty="0">
                <a:ln w="0"/>
                <a:solidFill>
                  <a:srgbClr val="92DCF4"/>
                </a:solidFill>
                <a:effectLst>
                  <a:innerShdw blurRad="63500" dist="88900" dir="13500000">
                    <a:srgbClr val="000066">
                      <a:alpha val="68627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Lançamento Oblíquo</a:t>
            </a:r>
            <a:r>
              <a:rPr lang="pt-BR" sz="5867" b="1" dirty="0">
                <a:solidFill>
                  <a:srgbClr val="92DC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5867" b="1" kern="0" spc="51" dirty="0">
                <a:ln w="0"/>
                <a:solidFill>
                  <a:srgbClr val="B9B9B9"/>
                </a:solidFill>
                <a:effectLst>
                  <a:innerShdw blurRad="63500" dist="88900" dir="13500000">
                    <a:srgbClr val="000066">
                      <a:alpha val="68627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Cap. 2 – pag.: 21 – Livro 2</a:t>
            </a:r>
          </a:p>
        </p:txBody>
      </p:sp>
    </p:spTree>
    <p:extLst>
      <p:ext uri="{BB962C8B-B14F-4D97-AF65-F5344CB8AC3E}">
        <p14:creationId xmlns:p14="http://schemas.microsoft.com/office/powerpoint/2010/main" val="146127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tângulo de cantos arredondados 69">
            <a:extLst>
              <a:ext uri="{FF2B5EF4-FFF2-40B4-BE49-F238E27FC236}">
                <a16:creationId xmlns:a16="http://schemas.microsoft.com/office/drawing/2014/main" id="{C2FACEAA-2C18-4E9C-99B3-B562B98D062B}"/>
              </a:ext>
            </a:extLst>
          </p:cNvPr>
          <p:cNvSpPr/>
          <p:nvPr/>
        </p:nvSpPr>
        <p:spPr bwMode="auto">
          <a:xfrm>
            <a:off x="5941727" y="3937331"/>
            <a:ext cx="2362519" cy="694076"/>
          </a:xfrm>
          <a:prstGeom prst="roundRect">
            <a:avLst/>
          </a:prstGeom>
          <a:gradFill flip="none" rotWithShape="1">
            <a:gsLst>
              <a:gs pos="0">
                <a:srgbClr val="FFFFFF">
                  <a:lumMod val="75000"/>
                </a:srgbClr>
              </a:gs>
              <a:gs pos="100000">
                <a:srgbClr val="FFFFFF">
                  <a:lumMod val="95000"/>
                </a:srgbClr>
              </a:gs>
            </a:gsLst>
            <a:lin ang="16200000" scaled="1"/>
            <a:tileRect/>
          </a:gradFill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>
              <a:defRPr/>
            </a:pPr>
            <a:endParaRPr lang="pt-BR" sz="4800" kern="0">
              <a:solidFill>
                <a:srgbClr val="000000"/>
              </a:solidFill>
            </a:endParaRPr>
          </a:p>
        </p:txBody>
      </p:sp>
      <p:sp>
        <p:nvSpPr>
          <p:cNvPr id="236" name="Retângulo de cantos arredondados 69">
            <a:extLst>
              <a:ext uri="{FF2B5EF4-FFF2-40B4-BE49-F238E27FC236}">
                <a16:creationId xmlns:a16="http://schemas.microsoft.com/office/drawing/2014/main" id="{CC4D68D2-E4FE-4026-8364-0AC30405C10A}"/>
              </a:ext>
            </a:extLst>
          </p:cNvPr>
          <p:cNvSpPr/>
          <p:nvPr/>
        </p:nvSpPr>
        <p:spPr bwMode="auto">
          <a:xfrm>
            <a:off x="5941727" y="2808265"/>
            <a:ext cx="2362519" cy="694076"/>
          </a:xfrm>
          <a:prstGeom prst="roundRect">
            <a:avLst/>
          </a:prstGeom>
          <a:gradFill flip="none" rotWithShape="1">
            <a:gsLst>
              <a:gs pos="0">
                <a:srgbClr val="FFFFFF">
                  <a:lumMod val="75000"/>
                </a:srgbClr>
              </a:gs>
              <a:gs pos="100000">
                <a:srgbClr val="FFFFFF">
                  <a:lumMod val="95000"/>
                </a:srgbClr>
              </a:gs>
            </a:gsLst>
            <a:lin ang="16200000" scaled="1"/>
            <a:tileRect/>
          </a:gradFill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>
              <a:defRPr/>
            </a:pPr>
            <a:endParaRPr lang="pt-BR" sz="4800" kern="0">
              <a:solidFill>
                <a:srgbClr val="000000"/>
              </a:solidFill>
            </a:endParaRPr>
          </a:p>
        </p:txBody>
      </p: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458339EC-02D7-4347-A58A-FE9E5DE11B99}"/>
              </a:ext>
            </a:extLst>
          </p:cNvPr>
          <p:cNvGrpSpPr/>
          <p:nvPr/>
        </p:nvGrpSpPr>
        <p:grpSpPr>
          <a:xfrm>
            <a:off x="302101" y="543868"/>
            <a:ext cx="11279252" cy="5341687"/>
            <a:chOff x="241683" y="576021"/>
            <a:chExt cx="8459439" cy="4006265"/>
          </a:xfrm>
        </p:grpSpPr>
        <p:sp>
          <p:nvSpPr>
            <p:cNvPr id="241" name="Retângulo 240">
              <a:extLst>
                <a:ext uri="{FF2B5EF4-FFF2-40B4-BE49-F238E27FC236}">
                  <a16:creationId xmlns:a16="http://schemas.microsoft.com/office/drawing/2014/main" id="{AC00DFDC-B153-4CC8-9253-34DA0289F980}"/>
                </a:ext>
              </a:extLst>
            </p:cNvPr>
            <p:cNvSpPr/>
            <p:nvPr/>
          </p:nvSpPr>
          <p:spPr bwMode="auto">
            <a:xfrm>
              <a:off x="637267" y="4126940"/>
              <a:ext cx="8063855" cy="447557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rgbClr val="F8F8F8"/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endParaRPr lang="pt-BR" sz="24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42" name="Retângulo 241">
              <a:extLst>
                <a:ext uri="{FF2B5EF4-FFF2-40B4-BE49-F238E27FC236}">
                  <a16:creationId xmlns:a16="http://schemas.microsoft.com/office/drawing/2014/main" id="{F84BDA92-41D4-46C9-B867-3F9744706E8E}"/>
                </a:ext>
              </a:extLst>
            </p:cNvPr>
            <p:cNvSpPr/>
            <p:nvPr/>
          </p:nvSpPr>
          <p:spPr bwMode="auto">
            <a:xfrm rot="5400000">
              <a:off x="-1218884" y="2036588"/>
              <a:ext cx="3563132" cy="641997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rgbClr val="F8F8F8"/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endParaRPr lang="pt-BR" sz="24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43" name="Retângulo 242">
              <a:extLst>
                <a:ext uri="{FF2B5EF4-FFF2-40B4-BE49-F238E27FC236}">
                  <a16:creationId xmlns:a16="http://schemas.microsoft.com/office/drawing/2014/main" id="{F1618C82-B9BC-4538-87D0-51A905DC1B8F}"/>
                </a:ext>
              </a:extLst>
            </p:cNvPr>
            <p:cNvSpPr/>
            <p:nvPr/>
          </p:nvSpPr>
          <p:spPr bwMode="auto">
            <a:xfrm>
              <a:off x="257174" y="4134389"/>
              <a:ext cx="641996" cy="447897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8F8F8"/>
                </a:gs>
              </a:gsLst>
              <a:path path="rect">
                <a:fillToRect l="100000" b="100000"/>
              </a:path>
              <a:tileRect t="-100000" r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endParaRPr lang="pt-BR" sz="2400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  <p:sp>
        <p:nvSpPr>
          <p:cNvPr id="244" name="Arco 243">
            <a:extLst>
              <a:ext uri="{FF2B5EF4-FFF2-40B4-BE49-F238E27FC236}">
                <a16:creationId xmlns:a16="http://schemas.microsoft.com/office/drawing/2014/main" id="{D4CDA3EF-6DC3-4545-B9DC-E28113714351}"/>
              </a:ext>
            </a:extLst>
          </p:cNvPr>
          <p:cNvSpPr/>
          <p:nvPr/>
        </p:nvSpPr>
        <p:spPr bwMode="auto">
          <a:xfrm>
            <a:off x="939628" y="4650853"/>
            <a:ext cx="832465" cy="832465"/>
          </a:xfrm>
          <a:prstGeom prst="arc">
            <a:avLst>
              <a:gd name="adj1" fmla="val 17934090"/>
              <a:gd name="adj2" fmla="val 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45" name="Forma Livre: Forma 244">
            <a:extLst>
              <a:ext uri="{FF2B5EF4-FFF2-40B4-BE49-F238E27FC236}">
                <a16:creationId xmlns:a16="http://schemas.microsoft.com/office/drawing/2014/main" id="{F7BC02C0-86CB-4C29-B022-F595E8D38847}"/>
              </a:ext>
            </a:extLst>
          </p:cNvPr>
          <p:cNvSpPr/>
          <p:nvPr/>
        </p:nvSpPr>
        <p:spPr bwMode="auto">
          <a:xfrm>
            <a:off x="1330961" y="1226159"/>
            <a:ext cx="9480121" cy="3840487"/>
          </a:xfrm>
          <a:custGeom>
            <a:avLst/>
            <a:gdLst>
              <a:gd name="connsiteX0" fmla="*/ 0 w 7155180"/>
              <a:gd name="connsiteY0" fmla="*/ 2880363 h 2880363"/>
              <a:gd name="connsiteX1" fmla="*/ 3558540 w 7155180"/>
              <a:gd name="connsiteY1" fmla="*/ 3 h 2880363"/>
              <a:gd name="connsiteX2" fmla="*/ 7155180 w 7155180"/>
              <a:gd name="connsiteY2" fmla="*/ 2865123 h 2880363"/>
              <a:gd name="connsiteX0" fmla="*/ 0 w 7155180"/>
              <a:gd name="connsiteY0" fmla="*/ 2880363 h 2880363"/>
              <a:gd name="connsiteX1" fmla="*/ 3558540 w 7155180"/>
              <a:gd name="connsiteY1" fmla="*/ 3 h 2880363"/>
              <a:gd name="connsiteX2" fmla="*/ 7155180 w 7155180"/>
              <a:gd name="connsiteY2" fmla="*/ 2865123 h 2880363"/>
              <a:gd name="connsiteX0" fmla="*/ 0 w 7155180"/>
              <a:gd name="connsiteY0" fmla="*/ 2880363 h 2880363"/>
              <a:gd name="connsiteX1" fmla="*/ 3558540 w 7155180"/>
              <a:gd name="connsiteY1" fmla="*/ 3 h 2880363"/>
              <a:gd name="connsiteX2" fmla="*/ 7155180 w 7155180"/>
              <a:gd name="connsiteY2" fmla="*/ 2865123 h 2880363"/>
              <a:gd name="connsiteX0" fmla="*/ 0 w 7155180"/>
              <a:gd name="connsiteY0" fmla="*/ 2880363 h 2880363"/>
              <a:gd name="connsiteX1" fmla="*/ 3558540 w 7155180"/>
              <a:gd name="connsiteY1" fmla="*/ 3 h 2880363"/>
              <a:gd name="connsiteX2" fmla="*/ 7155180 w 7155180"/>
              <a:gd name="connsiteY2" fmla="*/ 2865123 h 2880363"/>
              <a:gd name="connsiteX0" fmla="*/ 0 w 7155180"/>
              <a:gd name="connsiteY0" fmla="*/ 2880364 h 2880364"/>
              <a:gd name="connsiteX1" fmla="*/ 3558540 w 7155180"/>
              <a:gd name="connsiteY1" fmla="*/ 4 h 2880364"/>
              <a:gd name="connsiteX2" fmla="*/ 7155180 w 7155180"/>
              <a:gd name="connsiteY2" fmla="*/ 2865124 h 2880364"/>
              <a:gd name="connsiteX0" fmla="*/ 0 w 7155180"/>
              <a:gd name="connsiteY0" fmla="*/ 2880360 h 2880360"/>
              <a:gd name="connsiteX1" fmla="*/ 3558540 w 7155180"/>
              <a:gd name="connsiteY1" fmla="*/ 0 h 2880360"/>
              <a:gd name="connsiteX2" fmla="*/ 7155180 w 7155180"/>
              <a:gd name="connsiteY2" fmla="*/ 2865120 h 2880360"/>
              <a:gd name="connsiteX0" fmla="*/ 0 w 7155180"/>
              <a:gd name="connsiteY0" fmla="*/ 2880360 h 2880360"/>
              <a:gd name="connsiteX1" fmla="*/ 3558540 w 7155180"/>
              <a:gd name="connsiteY1" fmla="*/ 0 h 2880360"/>
              <a:gd name="connsiteX2" fmla="*/ 7155180 w 7155180"/>
              <a:gd name="connsiteY2" fmla="*/ 2865120 h 2880360"/>
              <a:gd name="connsiteX0" fmla="*/ 0 w 7155180"/>
              <a:gd name="connsiteY0" fmla="*/ 2880681 h 2880681"/>
              <a:gd name="connsiteX1" fmla="*/ 3558540 w 7155180"/>
              <a:gd name="connsiteY1" fmla="*/ 321 h 2880681"/>
              <a:gd name="connsiteX2" fmla="*/ 7155180 w 7155180"/>
              <a:gd name="connsiteY2" fmla="*/ 2865441 h 2880681"/>
              <a:gd name="connsiteX0" fmla="*/ 0 w 7155180"/>
              <a:gd name="connsiteY0" fmla="*/ 2880365 h 2880365"/>
              <a:gd name="connsiteX1" fmla="*/ 3558540 w 7155180"/>
              <a:gd name="connsiteY1" fmla="*/ 5 h 2880365"/>
              <a:gd name="connsiteX2" fmla="*/ 7155180 w 7155180"/>
              <a:gd name="connsiteY2" fmla="*/ 2865125 h 2880365"/>
              <a:gd name="connsiteX0" fmla="*/ 0 w 7155180"/>
              <a:gd name="connsiteY0" fmla="*/ 2880365 h 2880365"/>
              <a:gd name="connsiteX1" fmla="*/ 3558540 w 7155180"/>
              <a:gd name="connsiteY1" fmla="*/ 5 h 2880365"/>
              <a:gd name="connsiteX2" fmla="*/ 7155180 w 7155180"/>
              <a:gd name="connsiteY2" fmla="*/ 2865125 h 288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5180" h="2880365">
                <a:moveTo>
                  <a:pt x="0" y="2880365"/>
                </a:moveTo>
                <a:cubicBezTo>
                  <a:pt x="1190625" y="923295"/>
                  <a:pt x="2529840" y="2545"/>
                  <a:pt x="3558540" y="5"/>
                </a:cubicBezTo>
                <a:cubicBezTo>
                  <a:pt x="4587240" y="-2535"/>
                  <a:pt x="6113145" y="928375"/>
                  <a:pt x="7155180" y="2865125"/>
                </a:cubicBezTo>
              </a:path>
            </a:pathLst>
          </a:custGeom>
          <a:noFill/>
          <a:ln w="12700" cap="rnd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pt-BR" sz="2667">
              <a:latin typeface="Arial" pitchFamily="34" charset="0"/>
            </a:endParaRPr>
          </a:p>
        </p:txBody>
      </p:sp>
      <p:sp>
        <p:nvSpPr>
          <p:cNvPr id="246" name="Rectangle 15">
            <a:extLst>
              <a:ext uri="{FF2B5EF4-FFF2-40B4-BE49-F238E27FC236}">
                <a16:creationId xmlns:a16="http://schemas.microsoft.com/office/drawing/2014/main" id="{AD3049FE-0B60-4DDC-90D9-4AAB5E760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346" y="44130"/>
            <a:ext cx="35746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marL="177796" indent="-177796" algn="just" defTabSz="914377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28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Lançamento Oblíquo</a:t>
            </a:r>
          </a:p>
        </p:txBody>
      </p:sp>
      <p:sp>
        <p:nvSpPr>
          <p:cNvPr id="247" name="sombra V2">
            <a:extLst>
              <a:ext uri="{FF2B5EF4-FFF2-40B4-BE49-F238E27FC236}">
                <a16:creationId xmlns:a16="http://schemas.microsoft.com/office/drawing/2014/main" id="{061DB1D4-8191-45F5-A8CE-5B68D1745967}"/>
              </a:ext>
            </a:extLst>
          </p:cNvPr>
          <p:cNvSpPr/>
          <p:nvPr/>
        </p:nvSpPr>
        <p:spPr bwMode="auto">
          <a:xfrm rot="5400000">
            <a:off x="955917" y="3318529"/>
            <a:ext cx="364044" cy="96000"/>
          </a:xfrm>
          <a:prstGeom prst="ellipse">
            <a:avLst/>
          </a:prstGeom>
          <a:solidFill>
            <a:srgbClr val="FF0000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48" name="sombra V3">
            <a:extLst>
              <a:ext uri="{FF2B5EF4-FFF2-40B4-BE49-F238E27FC236}">
                <a16:creationId xmlns:a16="http://schemas.microsoft.com/office/drawing/2014/main" id="{C7E8CBE7-428D-4573-A688-8B3C8F19C87C}"/>
              </a:ext>
            </a:extLst>
          </p:cNvPr>
          <p:cNvSpPr/>
          <p:nvPr/>
        </p:nvSpPr>
        <p:spPr bwMode="auto">
          <a:xfrm rot="5400000">
            <a:off x="956725" y="2193181"/>
            <a:ext cx="364044" cy="96000"/>
          </a:xfrm>
          <a:prstGeom prst="ellipse">
            <a:avLst/>
          </a:prstGeom>
          <a:solidFill>
            <a:srgbClr val="FF0000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49" name="sombra V5">
            <a:extLst>
              <a:ext uri="{FF2B5EF4-FFF2-40B4-BE49-F238E27FC236}">
                <a16:creationId xmlns:a16="http://schemas.microsoft.com/office/drawing/2014/main" id="{23BB855D-EB8E-42F3-9A1A-4B8E6900DB7F}"/>
              </a:ext>
            </a:extLst>
          </p:cNvPr>
          <p:cNvSpPr/>
          <p:nvPr/>
        </p:nvSpPr>
        <p:spPr bwMode="auto">
          <a:xfrm rot="5400000">
            <a:off x="956979" y="1194291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50" name="bola 1">
            <a:extLst>
              <a:ext uri="{FF2B5EF4-FFF2-40B4-BE49-F238E27FC236}">
                <a16:creationId xmlns:a16="http://schemas.microsoft.com/office/drawing/2014/main" id="{778E3F5C-2502-4585-A157-7F8D7655A2B8}"/>
              </a:ext>
            </a:extLst>
          </p:cNvPr>
          <p:cNvSpPr/>
          <p:nvPr/>
        </p:nvSpPr>
        <p:spPr bwMode="auto">
          <a:xfrm>
            <a:off x="1179846" y="4894709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251" name="aceler. grav.">
            <a:extLst>
              <a:ext uri="{FF2B5EF4-FFF2-40B4-BE49-F238E27FC236}">
                <a16:creationId xmlns:a16="http://schemas.microsoft.com/office/drawing/2014/main" id="{983BEF6E-CAFD-4E5E-B83A-73D7F68C4977}"/>
              </a:ext>
            </a:extLst>
          </p:cNvPr>
          <p:cNvGrpSpPr/>
          <p:nvPr/>
        </p:nvGrpSpPr>
        <p:grpSpPr>
          <a:xfrm>
            <a:off x="8751288" y="506475"/>
            <a:ext cx="271260" cy="955511"/>
            <a:chOff x="2268634" y="914398"/>
            <a:chExt cx="203445" cy="716633"/>
          </a:xfrm>
        </p:grpSpPr>
        <p:cxnSp>
          <p:nvCxnSpPr>
            <p:cNvPr id="252" name="Conector de seta reta 142">
              <a:extLst>
                <a:ext uri="{FF2B5EF4-FFF2-40B4-BE49-F238E27FC236}">
                  <a16:creationId xmlns:a16="http://schemas.microsoft.com/office/drawing/2014/main" id="{FBED7159-322F-4A79-AEF3-61C4890B8D0B}"/>
                </a:ext>
              </a:extLst>
            </p:cNvPr>
            <p:cNvCxnSpPr/>
            <p:nvPr/>
          </p:nvCxnSpPr>
          <p:spPr bwMode="auto">
            <a:xfrm>
              <a:off x="2268634" y="914398"/>
              <a:ext cx="0" cy="716633"/>
            </a:xfrm>
            <a:prstGeom prst="straightConnector1">
              <a:avLst/>
            </a:prstGeom>
            <a:solidFill>
              <a:schemeClr val="accent1"/>
            </a:solidFill>
            <a:ln w="22225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53" name="CaixaDeTexto 252">
              <a:extLst>
                <a:ext uri="{FF2B5EF4-FFF2-40B4-BE49-F238E27FC236}">
                  <a16:creationId xmlns:a16="http://schemas.microsoft.com/office/drawing/2014/main" id="{109AB11F-931F-4E78-9EB4-FC3EA7B51615}"/>
                </a:ext>
              </a:extLst>
            </p:cNvPr>
            <p:cNvSpPr txBox="1"/>
            <p:nvPr/>
          </p:nvSpPr>
          <p:spPr>
            <a:xfrm>
              <a:off x="2327809" y="957402"/>
              <a:ext cx="14427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2400" dirty="0">
                  <a:solidFill>
                    <a:srgbClr val="000000"/>
                  </a:solidFill>
                  <a:latin typeface="Arial Rounded MT Bold" pitchFamily="34" charset="0"/>
                </a:rPr>
                <a:t>g</a:t>
              </a:r>
            </a:p>
          </p:txBody>
        </p:sp>
      </p:grpSp>
      <p:grpSp>
        <p:nvGrpSpPr>
          <p:cNvPr id="254" name="vetor Vo">
            <a:extLst>
              <a:ext uri="{FF2B5EF4-FFF2-40B4-BE49-F238E27FC236}">
                <a16:creationId xmlns:a16="http://schemas.microsoft.com/office/drawing/2014/main" id="{140DD698-7507-4FB8-899B-D25113BE45DF}"/>
              </a:ext>
            </a:extLst>
          </p:cNvPr>
          <p:cNvGrpSpPr/>
          <p:nvPr/>
        </p:nvGrpSpPr>
        <p:grpSpPr>
          <a:xfrm>
            <a:off x="1360421" y="3458151"/>
            <a:ext cx="881552" cy="1611341"/>
            <a:chOff x="1020316" y="3887772"/>
            <a:chExt cx="661164" cy="1208506"/>
          </a:xfrm>
        </p:grpSpPr>
        <p:cxnSp>
          <p:nvCxnSpPr>
            <p:cNvPr id="255" name="Conector de seta reta 151">
              <a:extLst>
                <a:ext uri="{FF2B5EF4-FFF2-40B4-BE49-F238E27FC236}">
                  <a16:creationId xmlns:a16="http://schemas.microsoft.com/office/drawing/2014/main" id="{33C6053C-581D-494B-9C4E-8E1F6FFAA6D0}"/>
                </a:ext>
              </a:extLst>
            </p:cNvPr>
            <p:cNvCxnSpPr>
              <a:cxnSpLocks/>
              <a:endCxn id="270" idx="1"/>
            </p:cNvCxnSpPr>
            <p:nvPr/>
          </p:nvCxnSpPr>
          <p:spPr bwMode="auto">
            <a:xfrm flipV="1">
              <a:off x="1020316" y="3887772"/>
              <a:ext cx="661164" cy="1208506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CaixaDeTexto 255">
                  <a:extLst>
                    <a:ext uri="{FF2B5EF4-FFF2-40B4-BE49-F238E27FC236}">
                      <a16:creationId xmlns:a16="http://schemas.microsoft.com/office/drawing/2014/main" id="{0886B900-DF09-43D2-B13B-8C821DE4A738}"/>
                    </a:ext>
                  </a:extLst>
                </p:cNvPr>
                <p:cNvSpPr txBox="1"/>
                <p:nvPr/>
              </p:nvSpPr>
              <p:spPr>
                <a:xfrm>
                  <a:off x="1196329" y="4004662"/>
                  <a:ext cx="3065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56" name="CaixaDeTexto 255">
                  <a:extLst>
                    <a:ext uri="{FF2B5EF4-FFF2-40B4-BE49-F238E27FC236}">
                      <a16:creationId xmlns:a16="http://schemas.microsoft.com/office/drawing/2014/main" id="{0886B900-DF09-43D2-B13B-8C821DE4A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329" y="4004662"/>
                  <a:ext cx="30652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0448" r="-7463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7" name="Conector reto 256">
            <a:extLst>
              <a:ext uri="{FF2B5EF4-FFF2-40B4-BE49-F238E27FC236}">
                <a16:creationId xmlns:a16="http://schemas.microsoft.com/office/drawing/2014/main" id="{1F7B3A28-5EB8-4972-95C5-D8500DC3E51E}"/>
              </a:ext>
            </a:extLst>
          </p:cNvPr>
          <p:cNvCxnSpPr>
            <a:cxnSpLocks/>
          </p:cNvCxnSpPr>
          <p:nvPr/>
        </p:nvCxnSpPr>
        <p:spPr bwMode="auto">
          <a:xfrm flipV="1">
            <a:off x="544316" y="5068272"/>
            <a:ext cx="2721561" cy="0"/>
          </a:xfrm>
          <a:prstGeom prst="line">
            <a:avLst/>
          </a:prstGeom>
          <a:solidFill>
            <a:schemeClr val="accent1"/>
          </a:solidFill>
          <a:ln w="1270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58" name="Conector reto 257">
            <a:extLst>
              <a:ext uri="{FF2B5EF4-FFF2-40B4-BE49-F238E27FC236}">
                <a16:creationId xmlns:a16="http://schemas.microsoft.com/office/drawing/2014/main" id="{1B2227D1-DA3E-4CEF-B88C-77E1C72B4BF1}"/>
              </a:ext>
            </a:extLst>
          </p:cNvPr>
          <p:cNvCxnSpPr/>
          <p:nvPr/>
        </p:nvCxnSpPr>
        <p:spPr bwMode="auto">
          <a:xfrm flipV="1">
            <a:off x="1360421" y="2116204"/>
            <a:ext cx="0" cy="3778251"/>
          </a:xfrm>
          <a:prstGeom prst="line">
            <a:avLst/>
          </a:prstGeom>
          <a:solidFill>
            <a:schemeClr val="accent1"/>
          </a:solidFill>
          <a:ln w="1270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59" name="CaixaDeTexto 258">
            <a:extLst>
              <a:ext uri="{FF2B5EF4-FFF2-40B4-BE49-F238E27FC236}">
                <a16:creationId xmlns:a16="http://schemas.microsoft.com/office/drawing/2014/main" id="{B603C147-4159-4AA0-82BF-77DEEDBA572F}"/>
              </a:ext>
            </a:extLst>
          </p:cNvPr>
          <p:cNvSpPr txBox="1"/>
          <p:nvPr/>
        </p:nvSpPr>
        <p:spPr>
          <a:xfrm>
            <a:off x="1747152" y="4474613"/>
            <a:ext cx="21480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3200" b="1" dirty="0">
                <a:solidFill>
                  <a:srgbClr val="C00000"/>
                </a:solidFill>
                <a:latin typeface="Symbol" pitchFamily="18" charset="2"/>
              </a:rPr>
              <a:t>q</a:t>
            </a:r>
          </a:p>
        </p:txBody>
      </p:sp>
      <p:sp>
        <p:nvSpPr>
          <p:cNvPr id="260" name="CaixaDeTexto 259">
            <a:extLst>
              <a:ext uri="{FF2B5EF4-FFF2-40B4-BE49-F238E27FC236}">
                <a16:creationId xmlns:a16="http://schemas.microsoft.com/office/drawing/2014/main" id="{016C5B9C-CE8E-4AFD-B418-BD2F50916BAD}"/>
              </a:ext>
            </a:extLst>
          </p:cNvPr>
          <p:cNvSpPr txBox="1"/>
          <p:nvPr/>
        </p:nvSpPr>
        <p:spPr>
          <a:xfrm>
            <a:off x="1472369" y="1911021"/>
            <a:ext cx="1667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rgbClr val="777777"/>
                </a:solidFill>
                <a:latin typeface="Arial Rounded MT Bold" pitchFamily="34" charset="0"/>
              </a:rPr>
              <a:t>y</a:t>
            </a:r>
          </a:p>
        </p:txBody>
      </p:sp>
      <p:grpSp>
        <p:nvGrpSpPr>
          <p:cNvPr id="261" name="vetor Vox">
            <a:extLst>
              <a:ext uri="{FF2B5EF4-FFF2-40B4-BE49-F238E27FC236}">
                <a16:creationId xmlns:a16="http://schemas.microsoft.com/office/drawing/2014/main" id="{ECCEFB6C-20FC-4D30-A1ED-FF637709AD3B}"/>
              </a:ext>
            </a:extLst>
          </p:cNvPr>
          <p:cNvGrpSpPr/>
          <p:nvPr/>
        </p:nvGrpSpPr>
        <p:grpSpPr>
          <a:xfrm>
            <a:off x="1417827" y="5052432"/>
            <a:ext cx="861056" cy="430887"/>
            <a:chOff x="1035686" y="5221775"/>
            <a:chExt cx="645792" cy="323165"/>
          </a:xfrm>
        </p:grpSpPr>
        <p:cxnSp>
          <p:nvCxnSpPr>
            <p:cNvPr id="262" name="Conector de seta reta 161">
              <a:extLst>
                <a:ext uri="{FF2B5EF4-FFF2-40B4-BE49-F238E27FC236}">
                  <a16:creationId xmlns:a16="http://schemas.microsoft.com/office/drawing/2014/main" id="{85CB2BBF-EC90-43E7-B7B2-B49F5EB62045}"/>
                </a:ext>
              </a:extLst>
            </p:cNvPr>
            <p:cNvCxnSpPr>
              <a:cxnSpLocks/>
              <a:endCxn id="270" idx="0"/>
            </p:cNvCxnSpPr>
            <p:nvPr/>
          </p:nvCxnSpPr>
          <p:spPr bwMode="auto">
            <a:xfrm>
              <a:off x="1035686" y="5251371"/>
              <a:ext cx="645792" cy="5727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38100">
                <a:schemeClr val="bg1"/>
              </a:glow>
            </a:effec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CaixaDeTexto 262">
                  <a:extLst>
                    <a:ext uri="{FF2B5EF4-FFF2-40B4-BE49-F238E27FC236}">
                      <a16:creationId xmlns:a16="http://schemas.microsoft.com/office/drawing/2014/main" id="{826E7BF1-EDB3-47FC-A72A-279E5ACC4232}"/>
                    </a:ext>
                  </a:extLst>
                </p:cNvPr>
                <p:cNvSpPr txBox="1"/>
                <p:nvPr/>
              </p:nvSpPr>
              <p:spPr>
                <a:xfrm>
                  <a:off x="1141590" y="5221775"/>
                  <a:ext cx="470417" cy="3231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80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8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8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8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63" name="CaixaDeTexto 262">
                  <a:extLst>
                    <a:ext uri="{FF2B5EF4-FFF2-40B4-BE49-F238E27FC236}">
                      <a16:creationId xmlns:a16="http://schemas.microsoft.com/office/drawing/2014/main" id="{826E7BF1-EDB3-47FC-A72A-279E5ACC4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590" y="5221775"/>
                  <a:ext cx="470417" cy="3231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4" name="vetor Voy">
            <a:extLst>
              <a:ext uri="{FF2B5EF4-FFF2-40B4-BE49-F238E27FC236}">
                <a16:creationId xmlns:a16="http://schemas.microsoft.com/office/drawing/2014/main" id="{91D3A055-03A8-4022-B332-18405A613FF0}"/>
              </a:ext>
            </a:extLst>
          </p:cNvPr>
          <p:cNvGrpSpPr/>
          <p:nvPr/>
        </p:nvGrpSpPr>
        <p:grpSpPr>
          <a:xfrm>
            <a:off x="760646" y="3447720"/>
            <a:ext cx="602999" cy="1622645"/>
            <a:chOff x="-1802993" y="5951000"/>
            <a:chExt cx="452249" cy="1216984"/>
          </a:xfrm>
        </p:grpSpPr>
        <p:cxnSp>
          <p:nvCxnSpPr>
            <p:cNvPr id="265" name="Conector de seta reta 164">
              <a:extLst>
                <a:ext uri="{FF2B5EF4-FFF2-40B4-BE49-F238E27FC236}">
                  <a16:creationId xmlns:a16="http://schemas.microsoft.com/office/drawing/2014/main" id="{4EBE0266-4EA3-452D-B468-BAD77070C3E5}"/>
                </a:ext>
              </a:extLst>
            </p:cNvPr>
            <p:cNvCxnSpPr>
              <a:cxnSpLocks/>
              <a:endCxn id="270" idx="2"/>
            </p:cNvCxnSpPr>
            <p:nvPr/>
          </p:nvCxnSpPr>
          <p:spPr bwMode="auto">
            <a:xfrm flipH="1" flipV="1">
              <a:off x="-1353668" y="5951000"/>
              <a:ext cx="2924" cy="1216984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38100">
                <a:schemeClr val="bg1"/>
              </a:glow>
            </a:effec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CaixaDeTexto 265">
                  <a:extLst>
                    <a:ext uri="{FF2B5EF4-FFF2-40B4-BE49-F238E27FC236}">
                      <a16:creationId xmlns:a16="http://schemas.microsoft.com/office/drawing/2014/main" id="{7A0C1FEE-5F4A-4D54-84AA-992513B7006B}"/>
                    </a:ext>
                  </a:extLst>
                </p:cNvPr>
                <p:cNvSpPr txBox="1"/>
                <p:nvPr/>
              </p:nvSpPr>
              <p:spPr>
                <a:xfrm>
                  <a:off x="-1802993" y="6305478"/>
                  <a:ext cx="407515" cy="302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66" name="CaixaDeTexto 265">
                  <a:extLst>
                    <a:ext uri="{FF2B5EF4-FFF2-40B4-BE49-F238E27FC236}">
                      <a16:creationId xmlns:a16="http://schemas.microsoft.com/office/drawing/2014/main" id="{7A0C1FEE-5F4A-4D54-84AA-992513B70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802993" y="6305478"/>
                  <a:ext cx="407515" cy="302390"/>
                </a:xfrm>
                <a:prstGeom prst="rect">
                  <a:avLst/>
                </a:prstGeom>
                <a:blipFill>
                  <a:blip r:embed="rId6"/>
                  <a:stretch>
                    <a:fillRect l="-7865" r="-5618" b="-2121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67" name="Vox equação">
            <a:extLst>
              <a:ext uri="{FF2B5EF4-FFF2-40B4-BE49-F238E27FC236}">
                <a16:creationId xmlns:a16="http://schemas.microsoft.com/office/drawing/2014/main" id="{4C772C89-8FEF-42AE-8596-DC470CB94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71887"/>
              </p:ext>
            </p:extLst>
          </p:nvPr>
        </p:nvGraphicFramePr>
        <p:xfrm>
          <a:off x="6064251" y="2844205"/>
          <a:ext cx="2169583" cy="668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50680" imgH="241200" progId="Equation.DSMT4">
                  <p:embed/>
                </p:oleObj>
              </mc:Choice>
              <mc:Fallback>
                <p:oleObj name="Equation" r:id="rId7" imgW="850680" imgH="241200" progId="Equation.DSMT4">
                  <p:embed/>
                  <p:pic>
                    <p:nvPicPr>
                      <p:cNvPr id="267" name="Vox equação">
                        <a:extLst>
                          <a:ext uri="{FF2B5EF4-FFF2-40B4-BE49-F238E27FC236}">
                            <a16:creationId xmlns:a16="http://schemas.microsoft.com/office/drawing/2014/main" id="{4C772C89-8FEF-42AE-8596-DC470CB94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1" y="2844205"/>
                        <a:ext cx="2169583" cy="668867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" name="cos theta">
            <a:extLst>
              <a:ext uri="{FF2B5EF4-FFF2-40B4-BE49-F238E27FC236}">
                <a16:creationId xmlns:a16="http://schemas.microsoft.com/office/drawing/2014/main" id="{4BB383C8-FF1F-4635-817A-3B40E8DCC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539393"/>
              </p:ext>
            </p:extLst>
          </p:nvPr>
        </p:nvGraphicFramePr>
        <p:xfrm>
          <a:off x="3823954" y="2565855"/>
          <a:ext cx="1713871" cy="1047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600" imgH="406080" progId="Equation.DSMT4">
                  <p:embed/>
                </p:oleObj>
              </mc:Choice>
              <mc:Fallback>
                <p:oleObj name="Equation" r:id="rId9" imgW="723600" imgH="406080" progId="Equation.DSMT4">
                  <p:embed/>
                  <p:pic>
                    <p:nvPicPr>
                      <p:cNvPr id="268" name="cos theta">
                        <a:extLst>
                          <a:ext uri="{FF2B5EF4-FFF2-40B4-BE49-F238E27FC236}">
                            <a16:creationId xmlns:a16="http://schemas.microsoft.com/office/drawing/2014/main" id="{4BB383C8-FF1F-4635-817A-3B40E8DCC8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3954" y="2565855"/>
                        <a:ext cx="1713871" cy="1047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" name="MUV">
            <a:extLst>
              <a:ext uri="{FF2B5EF4-FFF2-40B4-BE49-F238E27FC236}">
                <a16:creationId xmlns:a16="http://schemas.microsoft.com/office/drawing/2014/main" id="{80BDC8A1-D5B0-4482-B776-6316635D193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133194" y="2104212"/>
            <a:ext cx="14337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BR" sz="3200" dirty="0">
                <a:solidFill>
                  <a:srgbClr val="000000"/>
                </a:solidFill>
                <a:latin typeface="Arial Rounded MT Bold" pitchFamily="34" charset="0"/>
              </a:rPr>
              <a:t>M.U.V.</a:t>
            </a:r>
          </a:p>
        </p:txBody>
      </p:sp>
      <p:sp>
        <p:nvSpPr>
          <p:cNvPr id="270" name="Forma Livre: Forma 269">
            <a:extLst>
              <a:ext uri="{FF2B5EF4-FFF2-40B4-BE49-F238E27FC236}">
                <a16:creationId xmlns:a16="http://schemas.microsoft.com/office/drawing/2014/main" id="{18FDF012-7E90-4614-9B80-3FFC27626A23}"/>
              </a:ext>
            </a:extLst>
          </p:cNvPr>
          <p:cNvSpPr/>
          <p:nvPr/>
        </p:nvSpPr>
        <p:spPr bwMode="auto">
          <a:xfrm>
            <a:off x="1354667" y="3458151"/>
            <a:ext cx="887307" cy="1618827"/>
          </a:xfrm>
          <a:custGeom>
            <a:avLst/>
            <a:gdLst>
              <a:gd name="connsiteX0" fmla="*/ 665480 w 665480"/>
              <a:gd name="connsiteY0" fmla="*/ 1214120 h 1214120"/>
              <a:gd name="connsiteX1" fmla="*/ 665480 w 665480"/>
              <a:gd name="connsiteY1" fmla="*/ 0 h 1214120"/>
              <a:gd name="connsiteX2" fmla="*/ 0 w 665480"/>
              <a:gd name="connsiteY2" fmla="*/ 0 h 121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5480" h="1214120">
                <a:moveTo>
                  <a:pt x="665480" y="1214120"/>
                </a:moveTo>
                <a:lnTo>
                  <a:pt x="665480" y="0"/>
                </a:lnTo>
                <a:lnTo>
                  <a:pt x="0" y="0"/>
                </a:lnTo>
              </a:path>
            </a:pathLst>
          </a:custGeom>
          <a:noFill/>
          <a:ln w="12700" cap="rnd" cmpd="sng" algn="ctr">
            <a:solidFill>
              <a:srgbClr val="0000CC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pt-BR" sz="2667">
              <a:latin typeface="Arial" pitchFamily="34" charset="0"/>
            </a:endParaRPr>
          </a:p>
        </p:txBody>
      </p:sp>
      <p:sp>
        <p:nvSpPr>
          <p:cNvPr id="271" name="bola 2">
            <a:extLst>
              <a:ext uri="{FF2B5EF4-FFF2-40B4-BE49-F238E27FC236}">
                <a16:creationId xmlns:a16="http://schemas.microsoft.com/office/drawing/2014/main" id="{CC9F8662-0A3A-46C2-9B42-A754449D3753}"/>
              </a:ext>
            </a:extLst>
          </p:cNvPr>
          <p:cNvSpPr/>
          <p:nvPr/>
        </p:nvSpPr>
        <p:spPr bwMode="auto">
          <a:xfrm>
            <a:off x="2326587" y="3202271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272" name="Vetor Vox 2">
            <a:extLst>
              <a:ext uri="{FF2B5EF4-FFF2-40B4-BE49-F238E27FC236}">
                <a16:creationId xmlns:a16="http://schemas.microsoft.com/office/drawing/2014/main" id="{03D7A22C-53DF-4C68-A546-B93237D2B0F7}"/>
              </a:ext>
            </a:extLst>
          </p:cNvPr>
          <p:cNvGrpSpPr/>
          <p:nvPr/>
        </p:nvGrpSpPr>
        <p:grpSpPr>
          <a:xfrm>
            <a:off x="2511385" y="3343355"/>
            <a:ext cx="859200" cy="369332"/>
            <a:chOff x="1035686" y="5063400"/>
            <a:chExt cx="644400" cy="276999"/>
          </a:xfrm>
        </p:grpSpPr>
        <p:cxnSp>
          <p:nvCxnSpPr>
            <p:cNvPr id="273" name="Conector de seta reta 167">
              <a:extLst>
                <a:ext uri="{FF2B5EF4-FFF2-40B4-BE49-F238E27FC236}">
                  <a16:creationId xmlns:a16="http://schemas.microsoft.com/office/drawing/2014/main" id="{F4359843-5C4A-4774-9666-20C6512CA5CE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CaixaDeTexto 273">
                  <a:extLst>
                    <a:ext uri="{FF2B5EF4-FFF2-40B4-BE49-F238E27FC236}">
                      <a16:creationId xmlns:a16="http://schemas.microsoft.com/office/drawing/2014/main" id="{65EDD20A-3E32-4D5C-B1DC-A0C11F74BDD2}"/>
                    </a:ext>
                  </a:extLst>
                </p:cNvPr>
                <p:cNvSpPr txBox="1"/>
                <p:nvPr/>
              </p:nvSpPr>
              <p:spPr>
                <a:xfrm>
                  <a:off x="1150342" y="5063400"/>
                  <a:ext cx="403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74" name="CaixaDeTexto 273">
                  <a:extLst>
                    <a:ext uri="{FF2B5EF4-FFF2-40B4-BE49-F238E27FC236}">
                      <a16:creationId xmlns:a16="http://schemas.microsoft.com/office/drawing/2014/main" id="{65EDD20A-3E32-4D5C-B1DC-A0C11F74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342" y="5063400"/>
                  <a:ext cx="40390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6818" r="-2273" b="-180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5" name="Vetor Vy 2">
            <a:extLst>
              <a:ext uri="{FF2B5EF4-FFF2-40B4-BE49-F238E27FC236}">
                <a16:creationId xmlns:a16="http://schemas.microsoft.com/office/drawing/2014/main" id="{CE16FF9B-5213-46C2-A421-8647D091999B}"/>
              </a:ext>
            </a:extLst>
          </p:cNvPr>
          <p:cNvGrpSpPr/>
          <p:nvPr/>
        </p:nvGrpSpPr>
        <p:grpSpPr>
          <a:xfrm>
            <a:off x="2108173" y="2217417"/>
            <a:ext cx="1244924" cy="1163703"/>
            <a:chOff x="1581129" y="1663062"/>
            <a:chExt cx="933693" cy="872777"/>
          </a:xfrm>
        </p:grpSpPr>
        <p:grpSp>
          <p:nvGrpSpPr>
            <p:cNvPr id="276" name="Vetor Vy 2">
              <a:extLst>
                <a:ext uri="{FF2B5EF4-FFF2-40B4-BE49-F238E27FC236}">
                  <a16:creationId xmlns:a16="http://schemas.microsoft.com/office/drawing/2014/main" id="{BE7FC6B5-9C96-4E83-ACD2-37EDE667BA03}"/>
                </a:ext>
              </a:extLst>
            </p:cNvPr>
            <p:cNvGrpSpPr/>
            <p:nvPr/>
          </p:nvGrpSpPr>
          <p:grpSpPr>
            <a:xfrm>
              <a:off x="1581129" y="1663062"/>
              <a:ext cx="927915" cy="872777"/>
              <a:chOff x="1581129" y="1663062"/>
              <a:chExt cx="927915" cy="8727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8" name="CaixaDeTexto 277">
                    <a:extLst>
                      <a:ext uri="{FF2B5EF4-FFF2-40B4-BE49-F238E27FC236}">
                        <a16:creationId xmlns:a16="http://schemas.microsoft.com/office/drawing/2014/main" id="{1397EF18-E4B7-4FF6-B2C9-150E5843E70F}"/>
                      </a:ext>
                    </a:extLst>
                  </p:cNvPr>
                  <p:cNvSpPr txBox="1"/>
                  <p:nvPr/>
                </p:nvSpPr>
                <p:spPr>
                  <a:xfrm>
                    <a:off x="1581129" y="1783118"/>
                    <a:ext cx="306527" cy="3023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2400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sz="2400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pt-BR" sz="2400" dirty="0">
                      <a:solidFill>
                        <a:srgbClr val="008000"/>
                      </a:solidFill>
                      <a:latin typeface="Arial Rounded MT Bold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78" name="CaixaDeTexto 277">
                    <a:extLst>
                      <a:ext uri="{FF2B5EF4-FFF2-40B4-BE49-F238E27FC236}">
                        <a16:creationId xmlns:a16="http://schemas.microsoft.com/office/drawing/2014/main" id="{1397EF18-E4B7-4FF6-B2C9-150E5843E7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1129" y="1783118"/>
                    <a:ext cx="306527" cy="3023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0448" r="-7463" b="-2121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9" name="Vetor Vy 2">
                <a:extLst>
                  <a:ext uri="{FF2B5EF4-FFF2-40B4-BE49-F238E27FC236}">
                    <a16:creationId xmlns:a16="http://schemas.microsoft.com/office/drawing/2014/main" id="{40D1E892-CB8E-43E0-B740-072D49D0F3F1}"/>
                  </a:ext>
                </a:extLst>
              </p:cNvPr>
              <p:cNvGrpSpPr/>
              <p:nvPr/>
            </p:nvGrpSpPr>
            <p:grpSpPr>
              <a:xfrm>
                <a:off x="1879186" y="1663062"/>
                <a:ext cx="629858" cy="872777"/>
                <a:chOff x="1523333" y="3109578"/>
                <a:chExt cx="629311" cy="887640"/>
              </a:xfrm>
            </p:grpSpPr>
            <p:cxnSp>
              <p:nvCxnSpPr>
                <p:cNvPr id="281" name="Conector de seta reta 199">
                  <a:extLst>
                    <a:ext uri="{FF2B5EF4-FFF2-40B4-BE49-F238E27FC236}">
                      <a16:creationId xmlns:a16="http://schemas.microsoft.com/office/drawing/2014/main" id="{980D8BBD-CC11-445C-B57B-374B7BA2E8B0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23333" y="3109578"/>
                  <a:ext cx="0" cy="887640"/>
                </a:xfrm>
                <a:prstGeom prst="straightConnector1">
                  <a:avLst/>
                </a:prstGeom>
                <a:solidFill>
                  <a:schemeClr val="accent1"/>
                </a:solidFill>
                <a:ln w="25400" cap="rnd" cmpd="sng" algn="ctr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</p:cxnSp>
            <p:cxnSp>
              <p:nvCxnSpPr>
                <p:cNvPr id="282" name="Conector de seta reta 197">
                  <a:extLst>
                    <a:ext uri="{FF2B5EF4-FFF2-40B4-BE49-F238E27FC236}">
                      <a16:creationId xmlns:a16="http://schemas.microsoft.com/office/drawing/2014/main" id="{D7A97DC6-F2D8-4796-9DCF-A76597BC16E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1527076" y="3133680"/>
                  <a:ext cx="625568" cy="860856"/>
                </a:xfrm>
                <a:prstGeom prst="straightConnector1">
                  <a:avLst/>
                </a:prstGeom>
                <a:solidFill>
                  <a:schemeClr val="accent1"/>
                </a:solidFill>
                <a:ln w="25400" cap="rnd" cmpd="sng" algn="ctr">
                  <a:solidFill>
                    <a:srgbClr val="0000CC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0" name="CaixaDeTexto 279">
                    <a:extLst>
                      <a:ext uri="{FF2B5EF4-FFF2-40B4-BE49-F238E27FC236}">
                        <a16:creationId xmlns:a16="http://schemas.microsoft.com/office/drawing/2014/main" id="{AE63C1BE-0F86-4799-987B-C36160A5F4F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9750" y="1781803"/>
                    <a:ext cx="246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pt-BR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oMath>
                      </m:oMathPara>
                    </a14:m>
                    <a:endParaRPr lang="pt-BR" sz="2400" b="1" dirty="0">
                      <a:solidFill>
                        <a:srgbClr val="008000"/>
                      </a:solidFill>
                      <a:latin typeface="Arial Rounded MT Bold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80" name="CaixaDeTexto 279">
                    <a:extLst>
                      <a:ext uri="{FF2B5EF4-FFF2-40B4-BE49-F238E27FC236}">
                        <a16:creationId xmlns:a16="http://schemas.microsoft.com/office/drawing/2014/main" id="{AE63C1BE-0F86-4799-987B-C36160A5F4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89750" y="1781803"/>
                    <a:ext cx="246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1111" b="-500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7" name="Forma Livre: Forma 276">
              <a:extLst>
                <a:ext uri="{FF2B5EF4-FFF2-40B4-BE49-F238E27FC236}">
                  <a16:creationId xmlns:a16="http://schemas.microsoft.com/office/drawing/2014/main" id="{FAA9C13A-6E37-4BC2-92AE-D2C6B325E879}"/>
                </a:ext>
              </a:extLst>
            </p:cNvPr>
            <p:cNvSpPr/>
            <p:nvPr/>
          </p:nvSpPr>
          <p:spPr bwMode="auto">
            <a:xfrm>
              <a:off x="1858780" y="1671681"/>
              <a:ext cx="656042" cy="855079"/>
            </a:xfrm>
            <a:custGeom>
              <a:avLst/>
              <a:gdLst>
                <a:gd name="connsiteX0" fmla="*/ 665480 w 665480"/>
                <a:gd name="connsiteY0" fmla="*/ 1214120 h 1214120"/>
                <a:gd name="connsiteX1" fmla="*/ 665480 w 665480"/>
                <a:gd name="connsiteY1" fmla="*/ 0 h 1214120"/>
                <a:gd name="connsiteX2" fmla="*/ 0 w 665480"/>
                <a:gd name="connsiteY2" fmla="*/ 0 h 121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480" h="1214120">
                  <a:moveTo>
                    <a:pt x="665480" y="1214120"/>
                  </a:moveTo>
                  <a:lnTo>
                    <a:pt x="66548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 algn="ctr">
              <a:solidFill>
                <a:srgbClr val="0000CC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pt-BR" sz="2667">
                <a:latin typeface="Arial" pitchFamily="34" charset="0"/>
              </a:endParaRPr>
            </a:p>
          </p:txBody>
        </p:sp>
      </p:grpSp>
      <p:sp>
        <p:nvSpPr>
          <p:cNvPr id="283" name="bola 3">
            <a:extLst>
              <a:ext uri="{FF2B5EF4-FFF2-40B4-BE49-F238E27FC236}">
                <a16:creationId xmlns:a16="http://schemas.microsoft.com/office/drawing/2014/main" id="{C2165178-EB33-4424-9375-0C5BE8E72BB2}"/>
              </a:ext>
            </a:extLst>
          </p:cNvPr>
          <p:cNvSpPr/>
          <p:nvPr/>
        </p:nvSpPr>
        <p:spPr bwMode="auto">
          <a:xfrm>
            <a:off x="3510309" y="2070726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284" name="Vetor Vox 3">
            <a:extLst>
              <a:ext uri="{FF2B5EF4-FFF2-40B4-BE49-F238E27FC236}">
                <a16:creationId xmlns:a16="http://schemas.microsoft.com/office/drawing/2014/main" id="{65133A2D-0CAA-43AD-B5B0-5673FBEE13DA}"/>
              </a:ext>
            </a:extLst>
          </p:cNvPr>
          <p:cNvGrpSpPr/>
          <p:nvPr/>
        </p:nvGrpSpPr>
        <p:grpSpPr>
          <a:xfrm>
            <a:off x="3695107" y="2211810"/>
            <a:ext cx="859200" cy="369332"/>
            <a:chOff x="1035686" y="5063400"/>
            <a:chExt cx="644400" cy="276999"/>
          </a:xfrm>
        </p:grpSpPr>
        <p:cxnSp>
          <p:nvCxnSpPr>
            <p:cNvPr id="285" name="Conector de seta reta 167">
              <a:extLst>
                <a:ext uri="{FF2B5EF4-FFF2-40B4-BE49-F238E27FC236}">
                  <a16:creationId xmlns:a16="http://schemas.microsoft.com/office/drawing/2014/main" id="{302CFEB6-C434-4FBF-9B7B-657316803DAF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CaixaDeTexto 285">
                  <a:extLst>
                    <a:ext uri="{FF2B5EF4-FFF2-40B4-BE49-F238E27FC236}">
                      <a16:creationId xmlns:a16="http://schemas.microsoft.com/office/drawing/2014/main" id="{47B72DEF-7C39-4DF1-B43F-5A8E632EE03E}"/>
                    </a:ext>
                  </a:extLst>
                </p:cNvPr>
                <p:cNvSpPr txBox="1"/>
                <p:nvPr/>
              </p:nvSpPr>
              <p:spPr>
                <a:xfrm>
                  <a:off x="1150342" y="5063400"/>
                  <a:ext cx="4039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86" name="CaixaDeTexto 285">
                  <a:extLst>
                    <a:ext uri="{FF2B5EF4-FFF2-40B4-BE49-F238E27FC236}">
                      <a16:creationId xmlns:a16="http://schemas.microsoft.com/office/drawing/2014/main" id="{47B72DEF-7C39-4DF1-B43F-5A8E632EE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342" y="5063400"/>
                  <a:ext cx="40390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6742" r="-1124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7" name="Vetor Vy 3">
            <a:extLst>
              <a:ext uri="{FF2B5EF4-FFF2-40B4-BE49-F238E27FC236}">
                <a16:creationId xmlns:a16="http://schemas.microsoft.com/office/drawing/2014/main" id="{7D4DBDB7-CD53-47AD-953B-2398DB635A66}"/>
              </a:ext>
            </a:extLst>
          </p:cNvPr>
          <p:cNvGrpSpPr/>
          <p:nvPr/>
        </p:nvGrpSpPr>
        <p:grpSpPr>
          <a:xfrm>
            <a:off x="3306061" y="1497170"/>
            <a:ext cx="1230755" cy="752017"/>
            <a:chOff x="2479546" y="1122877"/>
            <a:chExt cx="923066" cy="5640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CaixaDeTexto 287">
                  <a:extLst>
                    <a:ext uri="{FF2B5EF4-FFF2-40B4-BE49-F238E27FC236}">
                      <a16:creationId xmlns:a16="http://schemas.microsoft.com/office/drawing/2014/main" id="{026B0F82-02F4-4451-9ABF-F16367638C81}"/>
                    </a:ext>
                  </a:extLst>
                </p:cNvPr>
                <p:cNvSpPr txBox="1"/>
                <p:nvPr/>
              </p:nvSpPr>
              <p:spPr>
                <a:xfrm>
                  <a:off x="2479546" y="1248495"/>
                  <a:ext cx="306526" cy="302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88" name="CaixaDeTexto 287">
                  <a:extLst>
                    <a:ext uri="{FF2B5EF4-FFF2-40B4-BE49-F238E27FC236}">
                      <a16:creationId xmlns:a16="http://schemas.microsoft.com/office/drawing/2014/main" id="{026B0F82-02F4-4451-9ABF-F16367638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546" y="1248495"/>
                  <a:ext cx="306526" cy="302390"/>
                </a:xfrm>
                <a:prstGeom prst="rect">
                  <a:avLst/>
                </a:prstGeom>
                <a:blipFill>
                  <a:blip r:embed="rId15"/>
                  <a:stretch>
                    <a:fillRect l="-8955" r="-8955" b="-2121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9" name="Vetor Vy 3">
              <a:extLst>
                <a:ext uri="{FF2B5EF4-FFF2-40B4-BE49-F238E27FC236}">
                  <a16:creationId xmlns:a16="http://schemas.microsoft.com/office/drawing/2014/main" id="{7D368164-DF23-474A-BFFF-D5DD8F4B4272}"/>
                </a:ext>
              </a:extLst>
            </p:cNvPr>
            <p:cNvGrpSpPr/>
            <p:nvPr/>
          </p:nvGrpSpPr>
          <p:grpSpPr>
            <a:xfrm>
              <a:off x="2760108" y="1154474"/>
              <a:ext cx="642504" cy="532416"/>
              <a:chOff x="1516474" y="3252259"/>
              <a:chExt cx="641949" cy="541486"/>
            </a:xfrm>
          </p:grpSpPr>
          <p:cxnSp>
            <p:nvCxnSpPr>
              <p:cNvPr id="292" name="Conector de seta reta 199">
                <a:extLst>
                  <a:ext uri="{FF2B5EF4-FFF2-40B4-BE49-F238E27FC236}">
                    <a16:creationId xmlns:a16="http://schemas.microsoft.com/office/drawing/2014/main" id="{E742111D-082A-48F2-B4EE-02F4D8930F37}"/>
                  </a:ext>
                </a:extLst>
              </p:cNvPr>
              <p:cNvCxnSpPr>
                <a:cxnSpLocks/>
                <a:endCxn id="291" idx="2"/>
              </p:cNvCxnSpPr>
              <p:nvPr/>
            </p:nvCxnSpPr>
            <p:spPr bwMode="auto">
              <a:xfrm flipV="1">
                <a:off x="1523334" y="3252259"/>
                <a:ext cx="4351" cy="522950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293" name="Conector de seta reta 197">
                <a:extLst>
                  <a:ext uri="{FF2B5EF4-FFF2-40B4-BE49-F238E27FC236}">
                    <a16:creationId xmlns:a16="http://schemas.microsoft.com/office/drawing/2014/main" id="{ACB19284-94BB-4F30-B1F1-017181CAC001}"/>
                  </a:ext>
                </a:extLst>
              </p:cNvPr>
              <p:cNvCxnSpPr>
                <a:cxnSpLocks/>
                <a:endCxn id="291" idx="1"/>
              </p:cNvCxnSpPr>
              <p:nvPr/>
            </p:nvCxnSpPr>
            <p:spPr bwMode="auto">
              <a:xfrm flipV="1">
                <a:off x="1516474" y="3252259"/>
                <a:ext cx="641949" cy="541486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CaixaDeTexto 289">
                  <a:extLst>
                    <a:ext uri="{FF2B5EF4-FFF2-40B4-BE49-F238E27FC236}">
                      <a16:creationId xmlns:a16="http://schemas.microsoft.com/office/drawing/2014/main" id="{E0D3542C-4879-411B-B403-ECBF8E335550}"/>
                    </a:ext>
                  </a:extLst>
                </p:cNvPr>
                <p:cNvSpPr txBox="1"/>
                <p:nvPr/>
              </p:nvSpPr>
              <p:spPr>
                <a:xfrm>
                  <a:off x="2968273" y="1122877"/>
                  <a:ext cx="2464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00CC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90" name="CaixaDeTexto 289">
                  <a:extLst>
                    <a:ext uri="{FF2B5EF4-FFF2-40B4-BE49-F238E27FC236}">
                      <a16:creationId xmlns:a16="http://schemas.microsoft.com/office/drawing/2014/main" id="{E0D3542C-4879-411B-B403-ECBF8E335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273" y="1122877"/>
                  <a:ext cx="24646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1111" b="-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D7B78B4-40E4-453F-BE76-48EC674BA509}"/>
                </a:ext>
              </a:extLst>
            </p:cNvPr>
            <p:cNvSpPr/>
            <p:nvPr/>
          </p:nvSpPr>
          <p:spPr bwMode="auto">
            <a:xfrm>
              <a:off x="2771329" y="1155190"/>
              <a:ext cx="631283" cy="522911"/>
            </a:xfrm>
            <a:custGeom>
              <a:avLst/>
              <a:gdLst>
                <a:gd name="connsiteX0" fmla="*/ 665480 w 665480"/>
                <a:gd name="connsiteY0" fmla="*/ 1214120 h 1214120"/>
                <a:gd name="connsiteX1" fmla="*/ 665480 w 665480"/>
                <a:gd name="connsiteY1" fmla="*/ 0 h 1214120"/>
                <a:gd name="connsiteX2" fmla="*/ 0 w 665480"/>
                <a:gd name="connsiteY2" fmla="*/ 0 h 121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480" h="1214120">
                  <a:moveTo>
                    <a:pt x="665480" y="1214120"/>
                  </a:moveTo>
                  <a:lnTo>
                    <a:pt x="66548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 algn="ctr">
              <a:solidFill>
                <a:srgbClr val="0000CC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pt-BR" sz="2667">
                <a:latin typeface="Arial" pitchFamily="34" charset="0"/>
              </a:endParaRPr>
            </a:p>
          </p:txBody>
        </p:sp>
      </p:grpSp>
      <p:sp>
        <p:nvSpPr>
          <p:cNvPr id="294" name="bola 4">
            <a:extLst>
              <a:ext uri="{FF2B5EF4-FFF2-40B4-BE49-F238E27FC236}">
                <a16:creationId xmlns:a16="http://schemas.microsoft.com/office/drawing/2014/main" id="{224B045A-69C2-48CD-B830-6A1C443BBBFF}"/>
              </a:ext>
            </a:extLst>
          </p:cNvPr>
          <p:cNvSpPr/>
          <p:nvPr/>
        </p:nvSpPr>
        <p:spPr bwMode="auto">
          <a:xfrm>
            <a:off x="4668125" y="1320902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295" name="Vetor Vox 4">
            <a:extLst>
              <a:ext uri="{FF2B5EF4-FFF2-40B4-BE49-F238E27FC236}">
                <a16:creationId xmlns:a16="http://schemas.microsoft.com/office/drawing/2014/main" id="{CD0B13CD-F190-4198-83A3-836D265011C0}"/>
              </a:ext>
            </a:extLst>
          </p:cNvPr>
          <p:cNvGrpSpPr/>
          <p:nvPr/>
        </p:nvGrpSpPr>
        <p:grpSpPr>
          <a:xfrm>
            <a:off x="4852923" y="1461986"/>
            <a:ext cx="859200" cy="369332"/>
            <a:chOff x="1035686" y="5063400"/>
            <a:chExt cx="644400" cy="276999"/>
          </a:xfrm>
        </p:grpSpPr>
        <p:cxnSp>
          <p:nvCxnSpPr>
            <p:cNvPr id="296" name="Conector de seta reta 167">
              <a:extLst>
                <a:ext uri="{FF2B5EF4-FFF2-40B4-BE49-F238E27FC236}">
                  <a16:creationId xmlns:a16="http://schemas.microsoft.com/office/drawing/2014/main" id="{33152837-A280-4D77-A157-D7F6498F0BE0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CaixaDeTexto 296">
                  <a:extLst>
                    <a:ext uri="{FF2B5EF4-FFF2-40B4-BE49-F238E27FC236}">
                      <a16:creationId xmlns:a16="http://schemas.microsoft.com/office/drawing/2014/main" id="{89284F17-9AC6-4D53-833C-84E93F036FB0}"/>
                    </a:ext>
                  </a:extLst>
                </p:cNvPr>
                <p:cNvSpPr txBox="1"/>
                <p:nvPr/>
              </p:nvSpPr>
              <p:spPr>
                <a:xfrm>
                  <a:off x="1150342" y="5063400"/>
                  <a:ext cx="403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297" name="CaixaDeTexto 296">
                  <a:extLst>
                    <a:ext uri="{FF2B5EF4-FFF2-40B4-BE49-F238E27FC236}">
                      <a16:creationId xmlns:a16="http://schemas.microsoft.com/office/drawing/2014/main" id="{89284F17-9AC6-4D53-833C-84E93F036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342" y="5063400"/>
                  <a:ext cx="403908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6742" r="-1124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8" name="bola 5">
            <a:extLst>
              <a:ext uri="{FF2B5EF4-FFF2-40B4-BE49-F238E27FC236}">
                <a16:creationId xmlns:a16="http://schemas.microsoft.com/office/drawing/2014/main" id="{384AB0FC-DE7E-4C0C-B248-FF56F3C026FF}"/>
              </a:ext>
            </a:extLst>
          </p:cNvPr>
          <p:cNvSpPr/>
          <p:nvPr/>
        </p:nvSpPr>
        <p:spPr bwMode="auto">
          <a:xfrm>
            <a:off x="5911202" y="1042971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299" name="Vetor Vox 5">
            <a:extLst>
              <a:ext uri="{FF2B5EF4-FFF2-40B4-BE49-F238E27FC236}">
                <a16:creationId xmlns:a16="http://schemas.microsoft.com/office/drawing/2014/main" id="{047DA66E-85D5-4CA6-BCFD-8A00F0DEFC80}"/>
              </a:ext>
            </a:extLst>
          </p:cNvPr>
          <p:cNvGrpSpPr/>
          <p:nvPr/>
        </p:nvGrpSpPr>
        <p:grpSpPr>
          <a:xfrm>
            <a:off x="6096000" y="1227734"/>
            <a:ext cx="859200" cy="458360"/>
            <a:chOff x="1035686" y="5096158"/>
            <a:chExt cx="644400" cy="343770"/>
          </a:xfrm>
        </p:grpSpPr>
        <p:cxnSp>
          <p:nvCxnSpPr>
            <p:cNvPr id="300" name="Conector de seta reta 167">
              <a:extLst>
                <a:ext uri="{FF2B5EF4-FFF2-40B4-BE49-F238E27FC236}">
                  <a16:creationId xmlns:a16="http://schemas.microsoft.com/office/drawing/2014/main" id="{4282B930-E78A-4E6C-9F19-0EADDDBF3AF8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CaixaDeTexto 300">
                  <a:extLst>
                    <a:ext uri="{FF2B5EF4-FFF2-40B4-BE49-F238E27FC236}">
                      <a16:creationId xmlns:a16="http://schemas.microsoft.com/office/drawing/2014/main" id="{D04BABDE-8AC7-4574-B827-CA354F6CC858}"/>
                    </a:ext>
                  </a:extLst>
                </p:cNvPr>
                <p:cNvSpPr txBox="1"/>
                <p:nvPr/>
              </p:nvSpPr>
              <p:spPr>
                <a:xfrm>
                  <a:off x="1215706" y="5162929"/>
                  <a:ext cx="403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01" name="CaixaDeTexto 300">
                  <a:extLst>
                    <a:ext uri="{FF2B5EF4-FFF2-40B4-BE49-F238E27FC236}">
                      <a16:creationId xmlns:a16="http://schemas.microsoft.com/office/drawing/2014/main" id="{D04BABDE-8AC7-4574-B827-CA354F6CC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706" y="5162929"/>
                  <a:ext cx="403908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6742" r="-1124" b="-180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2" name="bola 6">
            <a:extLst>
              <a:ext uri="{FF2B5EF4-FFF2-40B4-BE49-F238E27FC236}">
                <a16:creationId xmlns:a16="http://schemas.microsoft.com/office/drawing/2014/main" id="{1D006363-2117-4B0B-8019-0C83F88EC9FC}"/>
              </a:ext>
            </a:extLst>
          </p:cNvPr>
          <p:cNvSpPr/>
          <p:nvPr/>
        </p:nvSpPr>
        <p:spPr bwMode="auto">
          <a:xfrm>
            <a:off x="7114273" y="1330079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303" name="Vetor Vox 6">
            <a:extLst>
              <a:ext uri="{FF2B5EF4-FFF2-40B4-BE49-F238E27FC236}">
                <a16:creationId xmlns:a16="http://schemas.microsoft.com/office/drawing/2014/main" id="{8DC369A7-8708-4446-9CFC-E14FBF15A42B}"/>
              </a:ext>
            </a:extLst>
          </p:cNvPr>
          <p:cNvGrpSpPr/>
          <p:nvPr/>
        </p:nvGrpSpPr>
        <p:grpSpPr>
          <a:xfrm>
            <a:off x="7304151" y="1001407"/>
            <a:ext cx="859200" cy="513439"/>
            <a:chOff x="1035686" y="4711079"/>
            <a:chExt cx="644400" cy="385079"/>
          </a:xfrm>
        </p:grpSpPr>
        <p:cxnSp>
          <p:nvCxnSpPr>
            <p:cNvPr id="304" name="Conector de seta reta 167">
              <a:extLst>
                <a:ext uri="{FF2B5EF4-FFF2-40B4-BE49-F238E27FC236}">
                  <a16:creationId xmlns:a16="http://schemas.microsoft.com/office/drawing/2014/main" id="{62A1BECC-06E6-4B3C-A7AD-871755F0D703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CaixaDeTexto 304">
                  <a:extLst>
                    <a:ext uri="{FF2B5EF4-FFF2-40B4-BE49-F238E27FC236}">
                      <a16:creationId xmlns:a16="http://schemas.microsoft.com/office/drawing/2014/main" id="{C9E4FA2F-81E1-4DAD-A1AF-EE5EB88E6DBD}"/>
                    </a:ext>
                  </a:extLst>
                </p:cNvPr>
                <p:cNvSpPr txBox="1"/>
                <p:nvPr/>
              </p:nvSpPr>
              <p:spPr>
                <a:xfrm>
                  <a:off x="1150342" y="4711079"/>
                  <a:ext cx="403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05" name="CaixaDeTexto 304">
                  <a:extLst>
                    <a:ext uri="{FF2B5EF4-FFF2-40B4-BE49-F238E27FC236}">
                      <a16:creationId xmlns:a16="http://schemas.microsoft.com/office/drawing/2014/main" id="{C9E4FA2F-81E1-4DAD-A1AF-EE5EB88E6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342" y="4711079"/>
                  <a:ext cx="403908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6742" r="-1124" b="-180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6" name="bola 7">
            <a:extLst>
              <a:ext uri="{FF2B5EF4-FFF2-40B4-BE49-F238E27FC236}">
                <a16:creationId xmlns:a16="http://schemas.microsoft.com/office/drawing/2014/main" id="{286B89E1-ED18-452F-85FD-0DDC2BE95592}"/>
              </a:ext>
            </a:extLst>
          </p:cNvPr>
          <p:cNvSpPr/>
          <p:nvPr/>
        </p:nvSpPr>
        <p:spPr bwMode="auto">
          <a:xfrm>
            <a:off x="8339831" y="2068686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307" name="Vetor Vox 7">
            <a:extLst>
              <a:ext uri="{FF2B5EF4-FFF2-40B4-BE49-F238E27FC236}">
                <a16:creationId xmlns:a16="http://schemas.microsoft.com/office/drawing/2014/main" id="{FB0A4188-0870-467C-98A2-493EE1BD2CB1}"/>
              </a:ext>
            </a:extLst>
          </p:cNvPr>
          <p:cNvGrpSpPr/>
          <p:nvPr/>
        </p:nvGrpSpPr>
        <p:grpSpPr>
          <a:xfrm>
            <a:off x="8524629" y="1743166"/>
            <a:ext cx="859200" cy="510287"/>
            <a:chOff x="1035686" y="4713443"/>
            <a:chExt cx="644400" cy="382715"/>
          </a:xfrm>
        </p:grpSpPr>
        <p:cxnSp>
          <p:nvCxnSpPr>
            <p:cNvPr id="308" name="Conector de seta reta 167">
              <a:extLst>
                <a:ext uri="{FF2B5EF4-FFF2-40B4-BE49-F238E27FC236}">
                  <a16:creationId xmlns:a16="http://schemas.microsoft.com/office/drawing/2014/main" id="{0519E35A-FD0E-4DF9-A6D2-350B7B0BCBA0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0" name="CaixaDeTexto 309">
                  <a:extLst>
                    <a:ext uri="{FF2B5EF4-FFF2-40B4-BE49-F238E27FC236}">
                      <a16:creationId xmlns:a16="http://schemas.microsoft.com/office/drawing/2014/main" id="{F2FCFB61-AE22-4F1B-BDED-7997F1F4E1C8}"/>
                    </a:ext>
                  </a:extLst>
                </p:cNvPr>
                <p:cNvSpPr txBox="1"/>
                <p:nvPr/>
              </p:nvSpPr>
              <p:spPr>
                <a:xfrm>
                  <a:off x="1188251" y="4713443"/>
                  <a:ext cx="403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10" name="CaixaDeTexto 309">
                  <a:extLst>
                    <a:ext uri="{FF2B5EF4-FFF2-40B4-BE49-F238E27FC236}">
                      <a16:creationId xmlns:a16="http://schemas.microsoft.com/office/drawing/2014/main" id="{F2FCFB61-AE22-4F1B-BDED-7997F1F4E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8251" y="4713443"/>
                  <a:ext cx="403908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7955" r="-1136" b="-180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1" name="bola 8">
            <a:extLst>
              <a:ext uri="{FF2B5EF4-FFF2-40B4-BE49-F238E27FC236}">
                <a16:creationId xmlns:a16="http://schemas.microsoft.com/office/drawing/2014/main" id="{EBD75AA3-640D-48EE-8C4D-9D6C0E05076E}"/>
              </a:ext>
            </a:extLst>
          </p:cNvPr>
          <p:cNvSpPr/>
          <p:nvPr/>
        </p:nvSpPr>
        <p:spPr bwMode="auto">
          <a:xfrm>
            <a:off x="9496346" y="3196329"/>
            <a:ext cx="364044" cy="36404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312" name="Vetor Vox 8">
            <a:extLst>
              <a:ext uri="{FF2B5EF4-FFF2-40B4-BE49-F238E27FC236}">
                <a16:creationId xmlns:a16="http://schemas.microsoft.com/office/drawing/2014/main" id="{3AFB0C98-7F06-416A-BF91-03292EAF0E40}"/>
              </a:ext>
            </a:extLst>
          </p:cNvPr>
          <p:cNvGrpSpPr/>
          <p:nvPr/>
        </p:nvGrpSpPr>
        <p:grpSpPr>
          <a:xfrm>
            <a:off x="9681144" y="2873615"/>
            <a:ext cx="859200" cy="507480"/>
            <a:chOff x="1035686" y="4715548"/>
            <a:chExt cx="644400" cy="380610"/>
          </a:xfrm>
        </p:grpSpPr>
        <p:cxnSp>
          <p:nvCxnSpPr>
            <p:cNvPr id="313" name="Conector de seta reta 167">
              <a:extLst>
                <a:ext uri="{FF2B5EF4-FFF2-40B4-BE49-F238E27FC236}">
                  <a16:creationId xmlns:a16="http://schemas.microsoft.com/office/drawing/2014/main" id="{875F6610-02CC-4247-BAEE-DCFA8ACAB7C5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CaixaDeTexto 313">
                  <a:extLst>
                    <a:ext uri="{FF2B5EF4-FFF2-40B4-BE49-F238E27FC236}">
                      <a16:creationId xmlns:a16="http://schemas.microsoft.com/office/drawing/2014/main" id="{ECB6CD75-1716-48D7-93AF-A67C4BDB95D2}"/>
                    </a:ext>
                  </a:extLst>
                </p:cNvPr>
                <p:cNvSpPr txBox="1"/>
                <p:nvPr/>
              </p:nvSpPr>
              <p:spPr>
                <a:xfrm>
                  <a:off x="1150342" y="4715548"/>
                  <a:ext cx="4039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14" name="CaixaDeTexto 313">
                  <a:extLst>
                    <a:ext uri="{FF2B5EF4-FFF2-40B4-BE49-F238E27FC236}">
                      <a16:creationId xmlns:a16="http://schemas.microsoft.com/office/drawing/2014/main" id="{ECB6CD75-1716-48D7-93AF-A67C4BDB9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342" y="4715548"/>
                  <a:ext cx="40390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6742" r="-1124" b="-180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5" name="sombra H2">
            <a:extLst>
              <a:ext uri="{FF2B5EF4-FFF2-40B4-BE49-F238E27FC236}">
                <a16:creationId xmlns:a16="http://schemas.microsoft.com/office/drawing/2014/main" id="{617312AB-8C99-4D0C-9E50-F004C2889676}"/>
              </a:ext>
            </a:extLst>
          </p:cNvPr>
          <p:cNvSpPr/>
          <p:nvPr/>
        </p:nvSpPr>
        <p:spPr bwMode="auto">
          <a:xfrm>
            <a:off x="2321105" y="5202469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16" name="sombra H3">
            <a:extLst>
              <a:ext uri="{FF2B5EF4-FFF2-40B4-BE49-F238E27FC236}">
                <a16:creationId xmlns:a16="http://schemas.microsoft.com/office/drawing/2014/main" id="{FE885F06-F91E-4D0A-A852-A102C7E9DC10}"/>
              </a:ext>
            </a:extLst>
          </p:cNvPr>
          <p:cNvSpPr/>
          <p:nvPr/>
        </p:nvSpPr>
        <p:spPr bwMode="auto">
          <a:xfrm>
            <a:off x="3515410" y="5202469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17" name="sombra H5">
            <a:extLst>
              <a:ext uri="{FF2B5EF4-FFF2-40B4-BE49-F238E27FC236}">
                <a16:creationId xmlns:a16="http://schemas.microsoft.com/office/drawing/2014/main" id="{DFC12DC8-E7F1-4F13-8C42-420A2A955BE2}"/>
              </a:ext>
            </a:extLst>
          </p:cNvPr>
          <p:cNvSpPr/>
          <p:nvPr/>
        </p:nvSpPr>
        <p:spPr bwMode="auto">
          <a:xfrm>
            <a:off x="5858746" y="5205567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18" name="sombra H4">
            <a:extLst>
              <a:ext uri="{FF2B5EF4-FFF2-40B4-BE49-F238E27FC236}">
                <a16:creationId xmlns:a16="http://schemas.microsoft.com/office/drawing/2014/main" id="{00603AE9-FDE9-456A-8B7E-3EBEBFB55040}"/>
              </a:ext>
            </a:extLst>
          </p:cNvPr>
          <p:cNvSpPr/>
          <p:nvPr/>
        </p:nvSpPr>
        <p:spPr bwMode="auto">
          <a:xfrm>
            <a:off x="4675651" y="5205567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19" name="sombra H6">
            <a:extLst>
              <a:ext uri="{FF2B5EF4-FFF2-40B4-BE49-F238E27FC236}">
                <a16:creationId xmlns:a16="http://schemas.microsoft.com/office/drawing/2014/main" id="{36CF2583-3254-4E43-A483-35C95A575F39}"/>
              </a:ext>
            </a:extLst>
          </p:cNvPr>
          <p:cNvSpPr/>
          <p:nvPr/>
        </p:nvSpPr>
        <p:spPr bwMode="auto">
          <a:xfrm>
            <a:off x="7060166" y="5205567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20" name="sombra H7">
            <a:extLst>
              <a:ext uri="{FF2B5EF4-FFF2-40B4-BE49-F238E27FC236}">
                <a16:creationId xmlns:a16="http://schemas.microsoft.com/office/drawing/2014/main" id="{8614B3D4-17F5-41BA-8C52-638C41F23E29}"/>
              </a:ext>
            </a:extLst>
          </p:cNvPr>
          <p:cNvSpPr/>
          <p:nvPr/>
        </p:nvSpPr>
        <p:spPr bwMode="auto">
          <a:xfrm>
            <a:off x="8285293" y="5205567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21" name="sombra H8">
            <a:extLst>
              <a:ext uri="{FF2B5EF4-FFF2-40B4-BE49-F238E27FC236}">
                <a16:creationId xmlns:a16="http://schemas.microsoft.com/office/drawing/2014/main" id="{5EDB3865-F60C-45CE-8DCF-7F0C586F7C07}"/>
              </a:ext>
            </a:extLst>
          </p:cNvPr>
          <p:cNvSpPr/>
          <p:nvPr/>
        </p:nvSpPr>
        <p:spPr bwMode="auto">
          <a:xfrm>
            <a:off x="9511933" y="5205567"/>
            <a:ext cx="364044" cy="96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23" name="sombra V4">
            <a:extLst>
              <a:ext uri="{FF2B5EF4-FFF2-40B4-BE49-F238E27FC236}">
                <a16:creationId xmlns:a16="http://schemas.microsoft.com/office/drawing/2014/main" id="{600F92B8-1E5D-4CBB-9EDF-067F48BA7B4F}"/>
              </a:ext>
            </a:extLst>
          </p:cNvPr>
          <p:cNvSpPr/>
          <p:nvPr/>
        </p:nvSpPr>
        <p:spPr bwMode="auto">
          <a:xfrm rot="5400000">
            <a:off x="954185" y="1491787"/>
            <a:ext cx="364044" cy="96000"/>
          </a:xfrm>
          <a:prstGeom prst="ellipse">
            <a:avLst/>
          </a:prstGeom>
          <a:solidFill>
            <a:srgbClr val="FF0000"/>
          </a:solidFill>
          <a:ln w="19050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25" name="projetil">
            <a:extLst>
              <a:ext uri="{FF2B5EF4-FFF2-40B4-BE49-F238E27FC236}">
                <a16:creationId xmlns:a16="http://schemas.microsoft.com/office/drawing/2014/main" id="{C5CFFA31-5E2F-4B13-8DC1-95AD36441EC8}"/>
              </a:ext>
            </a:extLst>
          </p:cNvPr>
          <p:cNvSpPr/>
          <p:nvPr/>
        </p:nvSpPr>
        <p:spPr bwMode="auto">
          <a:xfrm>
            <a:off x="1178405" y="4895162"/>
            <a:ext cx="364044" cy="364044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100000">
                <a:schemeClr val="tx1"/>
              </a:gs>
            </a:gsLst>
            <a:lin ang="5400000" scaled="1"/>
            <a:tileRect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26" name="CaixaDeTexto 325">
            <a:extLst>
              <a:ext uri="{FF2B5EF4-FFF2-40B4-BE49-F238E27FC236}">
                <a16:creationId xmlns:a16="http://schemas.microsoft.com/office/drawing/2014/main" id="{7303CD6A-0D5D-40F2-B0F0-49F93849CF4A}"/>
              </a:ext>
            </a:extLst>
          </p:cNvPr>
          <p:cNvSpPr txBox="1"/>
          <p:nvPr/>
        </p:nvSpPr>
        <p:spPr>
          <a:xfrm>
            <a:off x="3185726" y="4685393"/>
            <a:ext cx="16030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rgbClr val="777777"/>
                </a:solidFill>
                <a:latin typeface="Arial Rounded MT Bold" pitchFamily="34" charset="0"/>
              </a:rPr>
              <a:t>x</a:t>
            </a:r>
          </a:p>
        </p:txBody>
      </p:sp>
      <p:sp>
        <p:nvSpPr>
          <p:cNvPr id="327" name="MU">
            <a:extLst>
              <a:ext uri="{FF2B5EF4-FFF2-40B4-BE49-F238E27FC236}">
                <a16:creationId xmlns:a16="http://schemas.microsoft.com/office/drawing/2014/main" id="{2A85A2E3-654F-4921-AC07-8D30D2F5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854" y="5397219"/>
            <a:ext cx="10747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BR" sz="3200" dirty="0">
                <a:solidFill>
                  <a:srgbClr val="000000"/>
                </a:solidFill>
                <a:latin typeface="Arial Rounded MT Bold" pitchFamily="34" charset="0"/>
              </a:rPr>
              <a:t>M.U.</a:t>
            </a:r>
          </a:p>
        </p:txBody>
      </p:sp>
      <p:sp>
        <p:nvSpPr>
          <p:cNvPr id="328" name="Arco 327">
            <a:extLst>
              <a:ext uri="{FF2B5EF4-FFF2-40B4-BE49-F238E27FC236}">
                <a16:creationId xmlns:a16="http://schemas.microsoft.com/office/drawing/2014/main" id="{8840DEEA-78F5-451F-BA4D-3662555A0D39}"/>
              </a:ext>
            </a:extLst>
          </p:cNvPr>
          <p:cNvSpPr/>
          <p:nvPr/>
        </p:nvSpPr>
        <p:spPr bwMode="auto">
          <a:xfrm flipH="1" flipV="1">
            <a:off x="3805592" y="2709871"/>
            <a:ext cx="1330301" cy="960695"/>
          </a:xfrm>
          <a:prstGeom prst="arc">
            <a:avLst>
              <a:gd name="adj1" fmla="val 12242836"/>
              <a:gd name="adj2" fmla="val 0"/>
            </a:avLst>
          </a:prstGeom>
          <a:noFill/>
          <a:ln w="19050" cap="rnd" cmpd="sng" algn="ctr">
            <a:solidFill>
              <a:srgbClr val="0000CC"/>
            </a:solidFill>
            <a:prstDash val="dash"/>
            <a:round/>
            <a:headEnd type="none" w="med" len="med"/>
            <a:tailEnd type="triangle" w="med" len="lg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329" name="Vetor Vox 9">
            <a:extLst>
              <a:ext uri="{FF2B5EF4-FFF2-40B4-BE49-F238E27FC236}">
                <a16:creationId xmlns:a16="http://schemas.microsoft.com/office/drawing/2014/main" id="{FC1972BC-027F-4BB5-B4EA-BE40449FE5F8}"/>
              </a:ext>
            </a:extLst>
          </p:cNvPr>
          <p:cNvGrpSpPr/>
          <p:nvPr/>
        </p:nvGrpSpPr>
        <p:grpSpPr>
          <a:xfrm>
            <a:off x="10864304" y="4551276"/>
            <a:ext cx="859200" cy="507480"/>
            <a:chOff x="1035686" y="4715548"/>
            <a:chExt cx="644400" cy="380610"/>
          </a:xfrm>
        </p:grpSpPr>
        <p:cxnSp>
          <p:nvCxnSpPr>
            <p:cNvPr id="330" name="Conector de seta reta 167">
              <a:extLst>
                <a:ext uri="{FF2B5EF4-FFF2-40B4-BE49-F238E27FC236}">
                  <a16:creationId xmlns:a16="http://schemas.microsoft.com/office/drawing/2014/main" id="{788881F1-D46D-4F24-AEDA-4F1D892F4F40}"/>
                </a:ext>
              </a:extLst>
            </p:cNvPr>
            <p:cNvCxnSpPr/>
            <p:nvPr/>
          </p:nvCxnSpPr>
          <p:spPr bwMode="auto">
            <a:xfrm>
              <a:off x="1035686" y="5096158"/>
              <a:ext cx="644400" cy="0"/>
            </a:xfrm>
            <a:prstGeom prst="straightConnector1">
              <a:avLst/>
            </a:prstGeom>
            <a:solidFill>
              <a:schemeClr val="accent1"/>
            </a:solidFill>
            <a:ln w="25400" cap="rnd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25400">
                <a:schemeClr val="bg1"/>
              </a:glow>
            </a:effec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CaixaDeTexto 330">
                  <a:extLst>
                    <a:ext uri="{FF2B5EF4-FFF2-40B4-BE49-F238E27FC236}">
                      <a16:creationId xmlns:a16="http://schemas.microsoft.com/office/drawing/2014/main" id="{B25BD3E7-97F5-40CA-A674-CB857D19BFE9}"/>
                    </a:ext>
                  </a:extLst>
                </p:cNvPr>
                <p:cNvSpPr txBox="1"/>
                <p:nvPr/>
              </p:nvSpPr>
              <p:spPr>
                <a:xfrm>
                  <a:off x="1150342" y="4715548"/>
                  <a:ext cx="403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31" name="CaixaDeTexto 330">
                  <a:extLst>
                    <a:ext uri="{FF2B5EF4-FFF2-40B4-BE49-F238E27FC236}">
                      <a16:creationId xmlns:a16="http://schemas.microsoft.com/office/drawing/2014/main" id="{B25BD3E7-97F5-40CA-A674-CB857D19B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342" y="4715548"/>
                  <a:ext cx="40390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6742" r="-1124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2" name="Vetor Vy 4">
            <a:extLst>
              <a:ext uri="{FF2B5EF4-FFF2-40B4-BE49-F238E27FC236}">
                <a16:creationId xmlns:a16="http://schemas.microsoft.com/office/drawing/2014/main" id="{A8A53DEA-324F-41BE-A05E-BB8670C6C157}"/>
              </a:ext>
            </a:extLst>
          </p:cNvPr>
          <p:cNvGrpSpPr/>
          <p:nvPr/>
        </p:nvGrpSpPr>
        <p:grpSpPr>
          <a:xfrm>
            <a:off x="4503878" y="826201"/>
            <a:ext cx="1195505" cy="677335"/>
            <a:chOff x="3377908" y="820165"/>
            <a:chExt cx="896629" cy="508001"/>
          </a:xfrm>
        </p:grpSpPr>
        <p:grpSp>
          <p:nvGrpSpPr>
            <p:cNvPr id="333" name="Vetor Voy 4">
              <a:extLst>
                <a:ext uri="{FF2B5EF4-FFF2-40B4-BE49-F238E27FC236}">
                  <a16:creationId xmlns:a16="http://schemas.microsoft.com/office/drawing/2014/main" id="{4ED22052-0648-4FD3-8B98-7246659922F4}"/>
                </a:ext>
              </a:extLst>
            </p:cNvPr>
            <p:cNvGrpSpPr/>
            <p:nvPr/>
          </p:nvGrpSpPr>
          <p:grpSpPr>
            <a:xfrm>
              <a:off x="3628790" y="1009551"/>
              <a:ext cx="645747" cy="311404"/>
              <a:chOff x="1516474" y="3680965"/>
              <a:chExt cx="645189" cy="316709"/>
            </a:xfrm>
          </p:grpSpPr>
          <p:cxnSp>
            <p:nvCxnSpPr>
              <p:cNvPr id="337" name="Conector de seta reta 199">
                <a:extLst>
                  <a:ext uri="{FF2B5EF4-FFF2-40B4-BE49-F238E27FC236}">
                    <a16:creationId xmlns:a16="http://schemas.microsoft.com/office/drawing/2014/main" id="{93B4A43C-6A73-42BC-B8B8-E42668C0E842}"/>
                  </a:ext>
                </a:extLst>
              </p:cNvPr>
              <p:cNvCxnSpPr>
                <a:cxnSpLocks/>
                <a:endCxn id="334" idx="2"/>
              </p:cNvCxnSpPr>
              <p:nvPr/>
            </p:nvCxnSpPr>
            <p:spPr bwMode="auto">
              <a:xfrm flipV="1">
                <a:off x="1523334" y="3680966"/>
                <a:ext cx="7591" cy="298171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38" name="Conector de seta reta 197">
                <a:extLst>
                  <a:ext uri="{FF2B5EF4-FFF2-40B4-BE49-F238E27FC236}">
                    <a16:creationId xmlns:a16="http://schemas.microsoft.com/office/drawing/2014/main" id="{320C351E-86B9-4848-91EE-CC2A16E47916}"/>
                  </a:ext>
                </a:extLst>
              </p:cNvPr>
              <p:cNvCxnSpPr>
                <a:cxnSpLocks/>
                <a:endCxn id="334" idx="1"/>
              </p:cNvCxnSpPr>
              <p:nvPr/>
            </p:nvCxnSpPr>
            <p:spPr bwMode="auto">
              <a:xfrm flipV="1">
                <a:off x="1516474" y="3680965"/>
                <a:ext cx="645189" cy="316709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sp>
          <p:nvSpPr>
            <p:cNvPr id="334" name="Forma Livre: Forma 333">
              <a:extLst>
                <a:ext uri="{FF2B5EF4-FFF2-40B4-BE49-F238E27FC236}">
                  <a16:creationId xmlns:a16="http://schemas.microsoft.com/office/drawing/2014/main" id="{78B03C6B-A908-4EC8-AEC7-36DD866C1B8F}"/>
                </a:ext>
              </a:extLst>
            </p:cNvPr>
            <p:cNvSpPr/>
            <p:nvPr/>
          </p:nvSpPr>
          <p:spPr bwMode="auto">
            <a:xfrm>
              <a:off x="3643254" y="1009552"/>
              <a:ext cx="631283" cy="318614"/>
            </a:xfrm>
            <a:custGeom>
              <a:avLst/>
              <a:gdLst>
                <a:gd name="connsiteX0" fmla="*/ 665480 w 665480"/>
                <a:gd name="connsiteY0" fmla="*/ 1214120 h 1214120"/>
                <a:gd name="connsiteX1" fmla="*/ 665480 w 665480"/>
                <a:gd name="connsiteY1" fmla="*/ 0 h 1214120"/>
                <a:gd name="connsiteX2" fmla="*/ 0 w 665480"/>
                <a:gd name="connsiteY2" fmla="*/ 0 h 121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480" h="1214120">
                  <a:moveTo>
                    <a:pt x="665480" y="1214120"/>
                  </a:moveTo>
                  <a:lnTo>
                    <a:pt x="66548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 algn="ctr">
              <a:solidFill>
                <a:srgbClr val="0000CC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pt-BR" sz="2667">
                <a:latin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5" name="CaixaDeTexto 334">
                  <a:extLst>
                    <a:ext uri="{FF2B5EF4-FFF2-40B4-BE49-F238E27FC236}">
                      <a16:creationId xmlns:a16="http://schemas.microsoft.com/office/drawing/2014/main" id="{59D53A0F-6A99-4ABA-B6D6-AEAFCC63C8AD}"/>
                    </a:ext>
                  </a:extLst>
                </p:cNvPr>
                <p:cNvSpPr txBox="1"/>
                <p:nvPr/>
              </p:nvSpPr>
              <p:spPr>
                <a:xfrm>
                  <a:off x="3377908" y="820165"/>
                  <a:ext cx="306527" cy="302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35" name="CaixaDeTexto 334">
                  <a:extLst>
                    <a:ext uri="{FF2B5EF4-FFF2-40B4-BE49-F238E27FC236}">
                      <a16:creationId xmlns:a16="http://schemas.microsoft.com/office/drawing/2014/main" id="{59D53A0F-6A99-4ABA-B6D6-AEAFCC63C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7908" y="820165"/>
                  <a:ext cx="306527" cy="302390"/>
                </a:xfrm>
                <a:prstGeom prst="rect">
                  <a:avLst/>
                </a:prstGeom>
                <a:blipFill>
                  <a:blip r:embed="rId23"/>
                  <a:stretch>
                    <a:fillRect l="-10448" r="-7463" b="-196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6" name="CaixaDeTexto 335">
                  <a:extLst>
                    <a:ext uri="{FF2B5EF4-FFF2-40B4-BE49-F238E27FC236}">
                      <a16:creationId xmlns:a16="http://schemas.microsoft.com/office/drawing/2014/main" id="{70706027-CE3B-47C1-BDC8-0C5D981902E2}"/>
                    </a:ext>
                  </a:extLst>
                </p:cNvPr>
                <p:cNvSpPr txBox="1"/>
                <p:nvPr/>
              </p:nvSpPr>
              <p:spPr>
                <a:xfrm>
                  <a:off x="3806951" y="935777"/>
                  <a:ext cx="2464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00CC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36" name="CaixaDeTexto 335">
                  <a:extLst>
                    <a:ext uri="{FF2B5EF4-FFF2-40B4-BE49-F238E27FC236}">
                      <a16:creationId xmlns:a16="http://schemas.microsoft.com/office/drawing/2014/main" id="{70706027-CE3B-47C1-BDC8-0C5D981902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6951" y="935777"/>
                  <a:ext cx="24646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2963" b="-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9" name="Vetor Vy 6">
            <a:extLst>
              <a:ext uri="{FF2B5EF4-FFF2-40B4-BE49-F238E27FC236}">
                <a16:creationId xmlns:a16="http://schemas.microsoft.com/office/drawing/2014/main" id="{B8647562-D1B3-4719-B71D-6CFBA9B2D879}"/>
              </a:ext>
            </a:extLst>
          </p:cNvPr>
          <p:cNvGrpSpPr/>
          <p:nvPr/>
        </p:nvGrpSpPr>
        <p:grpSpPr>
          <a:xfrm>
            <a:off x="6823886" y="1504065"/>
            <a:ext cx="1688113" cy="578824"/>
            <a:chOff x="5117914" y="1128049"/>
            <a:chExt cx="1266085" cy="434118"/>
          </a:xfrm>
        </p:grpSpPr>
        <p:grpSp>
          <p:nvGrpSpPr>
            <p:cNvPr id="340" name="Vetor Voy 4">
              <a:extLst>
                <a:ext uri="{FF2B5EF4-FFF2-40B4-BE49-F238E27FC236}">
                  <a16:creationId xmlns:a16="http://schemas.microsoft.com/office/drawing/2014/main" id="{F3274FBB-A658-4CE6-B9A8-DDD439F3FD07}"/>
                </a:ext>
              </a:extLst>
            </p:cNvPr>
            <p:cNvGrpSpPr/>
            <p:nvPr/>
          </p:nvGrpSpPr>
          <p:grpSpPr>
            <a:xfrm>
              <a:off x="5470224" y="1136135"/>
              <a:ext cx="646497" cy="310529"/>
              <a:chOff x="1542364" y="4338462"/>
              <a:chExt cx="645936" cy="315817"/>
            </a:xfrm>
          </p:grpSpPr>
          <p:cxnSp>
            <p:nvCxnSpPr>
              <p:cNvPr id="344" name="Conector de seta reta 199">
                <a:extLst>
                  <a:ext uri="{FF2B5EF4-FFF2-40B4-BE49-F238E27FC236}">
                    <a16:creationId xmlns:a16="http://schemas.microsoft.com/office/drawing/2014/main" id="{D092FF93-7090-4D4E-9772-F40437A9606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2364" y="4352147"/>
                <a:ext cx="7591" cy="298171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45" name="Conector de seta reta 197">
                <a:extLst>
                  <a:ext uri="{FF2B5EF4-FFF2-40B4-BE49-F238E27FC236}">
                    <a16:creationId xmlns:a16="http://schemas.microsoft.com/office/drawing/2014/main" id="{3FE9ED16-6667-49B0-8F82-CF052B81691A}"/>
                  </a:ext>
                </a:extLst>
              </p:cNvPr>
              <p:cNvCxnSpPr>
                <a:cxnSpLocks/>
                <a:endCxn id="341" idx="1"/>
              </p:cNvCxnSpPr>
              <p:nvPr/>
            </p:nvCxnSpPr>
            <p:spPr bwMode="auto">
              <a:xfrm>
                <a:off x="1549955" y="4338462"/>
                <a:ext cx="638345" cy="315817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sp>
          <p:nvSpPr>
            <p:cNvPr id="341" name="Forma Livre: Forma 340">
              <a:extLst>
                <a:ext uri="{FF2B5EF4-FFF2-40B4-BE49-F238E27FC236}">
                  <a16:creationId xmlns:a16="http://schemas.microsoft.com/office/drawing/2014/main" id="{968EF61C-ABEC-4904-A086-0C2B961788FA}"/>
                </a:ext>
              </a:extLst>
            </p:cNvPr>
            <p:cNvSpPr/>
            <p:nvPr/>
          </p:nvSpPr>
          <p:spPr bwMode="auto">
            <a:xfrm flipV="1">
              <a:off x="5485438" y="1128049"/>
              <a:ext cx="631283" cy="318614"/>
            </a:xfrm>
            <a:custGeom>
              <a:avLst/>
              <a:gdLst>
                <a:gd name="connsiteX0" fmla="*/ 665480 w 665480"/>
                <a:gd name="connsiteY0" fmla="*/ 1214120 h 1214120"/>
                <a:gd name="connsiteX1" fmla="*/ 665480 w 665480"/>
                <a:gd name="connsiteY1" fmla="*/ 0 h 1214120"/>
                <a:gd name="connsiteX2" fmla="*/ 0 w 665480"/>
                <a:gd name="connsiteY2" fmla="*/ 0 h 121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480" h="1214120">
                  <a:moveTo>
                    <a:pt x="665480" y="1214120"/>
                  </a:moveTo>
                  <a:lnTo>
                    <a:pt x="66548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 algn="ctr">
              <a:solidFill>
                <a:srgbClr val="0000CC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pt-BR" sz="2667">
                <a:latin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CaixaDeTexto 341">
                  <a:extLst>
                    <a:ext uri="{FF2B5EF4-FFF2-40B4-BE49-F238E27FC236}">
                      <a16:creationId xmlns:a16="http://schemas.microsoft.com/office/drawing/2014/main" id="{A90F556C-72E0-44D1-94A4-6674F5ED4CE3}"/>
                    </a:ext>
                  </a:extLst>
                </p:cNvPr>
                <p:cNvSpPr txBox="1"/>
                <p:nvPr/>
              </p:nvSpPr>
              <p:spPr>
                <a:xfrm>
                  <a:off x="5117914" y="1259777"/>
                  <a:ext cx="306527" cy="302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42" name="CaixaDeTexto 341">
                  <a:extLst>
                    <a:ext uri="{FF2B5EF4-FFF2-40B4-BE49-F238E27FC236}">
                      <a16:creationId xmlns:a16="http://schemas.microsoft.com/office/drawing/2014/main" id="{A90F556C-72E0-44D1-94A4-6674F5ED4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7914" y="1259777"/>
                  <a:ext cx="306527" cy="302390"/>
                </a:xfrm>
                <a:prstGeom prst="rect">
                  <a:avLst/>
                </a:prstGeom>
                <a:blipFill>
                  <a:blip r:embed="rId25"/>
                  <a:stretch>
                    <a:fillRect l="-8955" r="-8955" b="-196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CaixaDeTexto 342">
                  <a:extLst>
                    <a:ext uri="{FF2B5EF4-FFF2-40B4-BE49-F238E27FC236}">
                      <a16:creationId xmlns:a16="http://schemas.microsoft.com/office/drawing/2014/main" id="{D7088E79-A44F-4580-903D-DFA0862D81E4}"/>
                    </a:ext>
                  </a:extLst>
                </p:cNvPr>
                <p:cNvSpPr txBox="1"/>
                <p:nvPr/>
              </p:nvSpPr>
              <p:spPr>
                <a:xfrm>
                  <a:off x="6137537" y="1155190"/>
                  <a:ext cx="2464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00CC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43" name="CaixaDeTexto 342">
                  <a:extLst>
                    <a:ext uri="{FF2B5EF4-FFF2-40B4-BE49-F238E27FC236}">
                      <a16:creationId xmlns:a16="http://schemas.microsoft.com/office/drawing/2014/main" id="{D7088E79-A44F-4580-903D-DFA0862D8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7537" y="1155190"/>
                  <a:ext cx="246462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1111" b="-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6" name="Vetor Vy7">
            <a:extLst>
              <a:ext uri="{FF2B5EF4-FFF2-40B4-BE49-F238E27FC236}">
                <a16:creationId xmlns:a16="http://schemas.microsoft.com/office/drawing/2014/main" id="{5B1A01BC-3450-469C-87CE-F6D524BA4E73}"/>
              </a:ext>
            </a:extLst>
          </p:cNvPr>
          <p:cNvGrpSpPr/>
          <p:nvPr/>
        </p:nvGrpSpPr>
        <p:grpSpPr>
          <a:xfrm>
            <a:off x="8086067" y="2242002"/>
            <a:ext cx="1656281" cy="715119"/>
            <a:chOff x="6064550" y="1681501"/>
            <a:chExt cx="1242211" cy="536339"/>
          </a:xfrm>
        </p:grpSpPr>
        <p:grpSp>
          <p:nvGrpSpPr>
            <p:cNvPr id="347" name="Vetor Voy 4">
              <a:extLst>
                <a:ext uri="{FF2B5EF4-FFF2-40B4-BE49-F238E27FC236}">
                  <a16:creationId xmlns:a16="http://schemas.microsoft.com/office/drawing/2014/main" id="{D2A959C3-65C5-4084-9EB3-F9DD1803A1A3}"/>
                </a:ext>
              </a:extLst>
            </p:cNvPr>
            <p:cNvGrpSpPr/>
            <p:nvPr/>
          </p:nvGrpSpPr>
          <p:grpSpPr>
            <a:xfrm>
              <a:off x="6392986" y="1689584"/>
              <a:ext cx="646497" cy="528256"/>
              <a:chOff x="1542364" y="4338462"/>
              <a:chExt cx="645936" cy="537252"/>
            </a:xfrm>
          </p:grpSpPr>
          <p:cxnSp>
            <p:nvCxnSpPr>
              <p:cNvPr id="351" name="Conector de seta reta 199">
                <a:extLst>
                  <a:ext uri="{FF2B5EF4-FFF2-40B4-BE49-F238E27FC236}">
                    <a16:creationId xmlns:a16="http://schemas.microsoft.com/office/drawing/2014/main" id="{003CC0ED-53E1-43CD-BE16-8752AE9A7EA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2364" y="4352147"/>
                <a:ext cx="7591" cy="523567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52" name="Conector de seta reta 197">
                <a:extLst>
                  <a:ext uri="{FF2B5EF4-FFF2-40B4-BE49-F238E27FC236}">
                    <a16:creationId xmlns:a16="http://schemas.microsoft.com/office/drawing/2014/main" id="{EF12659C-F314-4EFA-A3CB-03A9A79887A9}"/>
                  </a:ext>
                </a:extLst>
              </p:cNvPr>
              <p:cNvCxnSpPr>
                <a:cxnSpLocks/>
                <a:endCxn id="348" idx="1"/>
              </p:cNvCxnSpPr>
              <p:nvPr/>
            </p:nvCxnSpPr>
            <p:spPr bwMode="auto">
              <a:xfrm>
                <a:off x="1549955" y="4338462"/>
                <a:ext cx="638345" cy="515344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sp>
          <p:nvSpPr>
            <p:cNvPr id="348" name="Forma Livre: Forma 347">
              <a:extLst>
                <a:ext uri="{FF2B5EF4-FFF2-40B4-BE49-F238E27FC236}">
                  <a16:creationId xmlns:a16="http://schemas.microsoft.com/office/drawing/2014/main" id="{0AE8C904-4CFC-476F-AACD-0A975E39AF8B}"/>
                </a:ext>
              </a:extLst>
            </p:cNvPr>
            <p:cNvSpPr/>
            <p:nvPr/>
          </p:nvSpPr>
          <p:spPr bwMode="auto">
            <a:xfrm flipV="1">
              <a:off x="6408200" y="1681501"/>
              <a:ext cx="631283" cy="514798"/>
            </a:xfrm>
            <a:custGeom>
              <a:avLst/>
              <a:gdLst>
                <a:gd name="connsiteX0" fmla="*/ 665480 w 665480"/>
                <a:gd name="connsiteY0" fmla="*/ 1214120 h 1214120"/>
                <a:gd name="connsiteX1" fmla="*/ 665480 w 665480"/>
                <a:gd name="connsiteY1" fmla="*/ 0 h 1214120"/>
                <a:gd name="connsiteX2" fmla="*/ 0 w 665480"/>
                <a:gd name="connsiteY2" fmla="*/ 0 h 121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480" h="1214120">
                  <a:moveTo>
                    <a:pt x="665480" y="1214120"/>
                  </a:moveTo>
                  <a:lnTo>
                    <a:pt x="66548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 algn="ctr">
              <a:solidFill>
                <a:srgbClr val="0000CC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pt-BR" sz="2667">
                <a:latin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9" name="CaixaDeTexto 348">
                  <a:extLst>
                    <a:ext uri="{FF2B5EF4-FFF2-40B4-BE49-F238E27FC236}">
                      <a16:creationId xmlns:a16="http://schemas.microsoft.com/office/drawing/2014/main" id="{162350D3-323A-4340-8443-75A6F3DB5586}"/>
                    </a:ext>
                  </a:extLst>
                </p:cNvPr>
                <p:cNvSpPr txBox="1"/>
                <p:nvPr/>
              </p:nvSpPr>
              <p:spPr>
                <a:xfrm>
                  <a:off x="6064550" y="1708642"/>
                  <a:ext cx="254966" cy="3023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49" name="CaixaDeTexto 348">
                  <a:extLst>
                    <a:ext uri="{FF2B5EF4-FFF2-40B4-BE49-F238E27FC236}">
                      <a16:creationId xmlns:a16="http://schemas.microsoft.com/office/drawing/2014/main" id="{162350D3-323A-4340-8443-75A6F3DB5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4550" y="1708642"/>
                  <a:ext cx="254966" cy="302390"/>
                </a:xfrm>
                <a:prstGeom prst="rect">
                  <a:avLst/>
                </a:prstGeom>
                <a:blipFill>
                  <a:blip r:embed="rId27"/>
                  <a:stretch>
                    <a:fillRect l="-21429" r="-19643" b="-196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0" name="CaixaDeTexto 349">
                  <a:extLst>
                    <a:ext uri="{FF2B5EF4-FFF2-40B4-BE49-F238E27FC236}">
                      <a16:creationId xmlns:a16="http://schemas.microsoft.com/office/drawing/2014/main" id="{471C4847-A51C-49C1-BDD5-1A2CA0DA4975}"/>
                    </a:ext>
                  </a:extLst>
                </p:cNvPr>
                <p:cNvSpPr txBox="1"/>
                <p:nvPr/>
              </p:nvSpPr>
              <p:spPr>
                <a:xfrm>
                  <a:off x="7060299" y="1708642"/>
                  <a:ext cx="2464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00CC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50" name="CaixaDeTexto 349">
                  <a:extLst>
                    <a:ext uri="{FF2B5EF4-FFF2-40B4-BE49-F238E27FC236}">
                      <a16:creationId xmlns:a16="http://schemas.microsoft.com/office/drawing/2014/main" id="{471C4847-A51C-49C1-BDD5-1A2CA0DA4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299" y="1708642"/>
                  <a:ext cx="246462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1111" b="-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3" name="Vetor Vy 8">
            <a:extLst>
              <a:ext uri="{FF2B5EF4-FFF2-40B4-BE49-F238E27FC236}">
                <a16:creationId xmlns:a16="http://schemas.microsoft.com/office/drawing/2014/main" id="{913E0010-16E8-4A21-BA4B-419EC8F712B5}"/>
              </a:ext>
            </a:extLst>
          </p:cNvPr>
          <p:cNvGrpSpPr/>
          <p:nvPr/>
        </p:nvGrpSpPr>
        <p:grpSpPr>
          <a:xfrm>
            <a:off x="9301537" y="3365521"/>
            <a:ext cx="1593646" cy="1109091"/>
            <a:chOff x="3373250" y="1647978"/>
            <a:chExt cx="1195235" cy="831818"/>
          </a:xfrm>
        </p:grpSpPr>
        <p:grpSp>
          <p:nvGrpSpPr>
            <p:cNvPr id="354" name="Vetor Voy 4">
              <a:extLst>
                <a:ext uri="{FF2B5EF4-FFF2-40B4-BE49-F238E27FC236}">
                  <a16:creationId xmlns:a16="http://schemas.microsoft.com/office/drawing/2014/main" id="{54CFD338-7B2A-4B24-A18D-8C5D33EAB5F3}"/>
                </a:ext>
              </a:extLst>
            </p:cNvPr>
            <p:cNvGrpSpPr/>
            <p:nvPr/>
          </p:nvGrpSpPr>
          <p:grpSpPr>
            <a:xfrm>
              <a:off x="3654710" y="1656062"/>
              <a:ext cx="646497" cy="823734"/>
              <a:chOff x="1542364" y="4338462"/>
              <a:chExt cx="645936" cy="837762"/>
            </a:xfrm>
          </p:grpSpPr>
          <p:cxnSp>
            <p:nvCxnSpPr>
              <p:cNvPr id="358" name="Conector de seta reta 199">
                <a:extLst>
                  <a:ext uri="{FF2B5EF4-FFF2-40B4-BE49-F238E27FC236}">
                    <a16:creationId xmlns:a16="http://schemas.microsoft.com/office/drawing/2014/main" id="{C13DC884-7A3D-4C47-8EEE-BDD916770162}"/>
                  </a:ext>
                </a:extLst>
              </p:cNvPr>
              <p:cNvCxnSpPr>
                <a:cxnSpLocks/>
                <a:endCxn id="355" idx="2"/>
              </p:cNvCxnSpPr>
              <p:nvPr/>
            </p:nvCxnSpPr>
            <p:spPr bwMode="auto">
              <a:xfrm>
                <a:off x="1542364" y="4352147"/>
                <a:ext cx="15201" cy="824077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59" name="Conector de seta reta 197">
                <a:extLst>
                  <a:ext uri="{FF2B5EF4-FFF2-40B4-BE49-F238E27FC236}">
                    <a16:creationId xmlns:a16="http://schemas.microsoft.com/office/drawing/2014/main" id="{5585BE5D-F2CA-41D6-BAD4-D7B2EB483CD4}"/>
                  </a:ext>
                </a:extLst>
              </p:cNvPr>
              <p:cNvCxnSpPr>
                <a:cxnSpLocks/>
                <a:endCxn id="355" idx="1"/>
              </p:cNvCxnSpPr>
              <p:nvPr/>
            </p:nvCxnSpPr>
            <p:spPr bwMode="auto">
              <a:xfrm>
                <a:off x="1549955" y="4338462"/>
                <a:ext cx="638345" cy="837760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sp>
          <p:nvSpPr>
            <p:cNvPr id="355" name="Forma Livre: Forma 354">
              <a:extLst>
                <a:ext uri="{FF2B5EF4-FFF2-40B4-BE49-F238E27FC236}">
                  <a16:creationId xmlns:a16="http://schemas.microsoft.com/office/drawing/2014/main" id="{8297A9B8-7395-44C1-B3AA-65E172C3992B}"/>
                </a:ext>
              </a:extLst>
            </p:cNvPr>
            <p:cNvSpPr/>
            <p:nvPr/>
          </p:nvSpPr>
          <p:spPr bwMode="auto">
            <a:xfrm flipV="1">
              <a:off x="3669924" y="1647978"/>
              <a:ext cx="631283" cy="831818"/>
            </a:xfrm>
            <a:custGeom>
              <a:avLst/>
              <a:gdLst>
                <a:gd name="connsiteX0" fmla="*/ 665480 w 665480"/>
                <a:gd name="connsiteY0" fmla="*/ 1214120 h 1214120"/>
                <a:gd name="connsiteX1" fmla="*/ 665480 w 665480"/>
                <a:gd name="connsiteY1" fmla="*/ 0 h 1214120"/>
                <a:gd name="connsiteX2" fmla="*/ 0 w 665480"/>
                <a:gd name="connsiteY2" fmla="*/ 0 h 121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480" h="1214120">
                  <a:moveTo>
                    <a:pt x="665480" y="1214120"/>
                  </a:moveTo>
                  <a:lnTo>
                    <a:pt x="66548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 algn="ctr">
              <a:solidFill>
                <a:srgbClr val="0000CC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pt-BR" sz="2667">
                <a:latin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CaixaDeTexto 355">
                  <a:extLst>
                    <a:ext uri="{FF2B5EF4-FFF2-40B4-BE49-F238E27FC236}">
                      <a16:creationId xmlns:a16="http://schemas.microsoft.com/office/drawing/2014/main" id="{57A938E5-60D4-4944-8BC1-22D72C60FCD0}"/>
                    </a:ext>
                  </a:extLst>
                </p:cNvPr>
                <p:cNvSpPr txBox="1"/>
                <p:nvPr/>
              </p:nvSpPr>
              <p:spPr>
                <a:xfrm>
                  <a:off x="3373250" y="1675120"/>
                  <a:ext cx="306527" cy="302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400" b="1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400" b="1" dirty="0">
                    <a:solidFill>
                      <a:srgbClr val="008000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56" name="CaixaDeTexto 355">
                  <a:extLst>
                    <a:ext uri="{FF2B5EF4-FFF2-40B4-BE49-F238E27FC236}">
                      <a16:creationId xmlns:a16="http://schemas.microsoft.com/office/drawing/2014/main" id="{57A938E5-60D4-4944-8BC1-22D72C60F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250" y="1675120"/>
                  <a:ext cx="306527" cy="302390"/>
                </a:xfrm>
                <a:prstGeom prst="rect">
                  <a:avLst/>
                </a:prstGeom>
                <a:blipFill>
                  <a:blip r:embed="rId29"/>
                  <a:stretch>
                    <a:fillRect l="-10448" r="-7463" b="-2121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CaixaDeTexto 356">
                  <a:extLst>
                    <a:ext uri="{FF2B5EF4-FFF2-40B4-BE49-F238E27FC236}">
                      <a16:creationId xmlns:a16="http://schemas.microsoft.com/office/drawing/2014/main" id="{FD9C76F2-BF73-4327-8E02-3D0C42DBD743}"/>
                    </a:ext>
                  </a:extLst>
                </p:cNvPr>
                <p:cNvSpPr txBox="1"/>
                <p:nvPr/>
              </p:nvSpPr>
              <p:spPr>
                <a:xfrm>
                  <a:off x="4322023" y="1675120"/>
                  <a:ext cx="2464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pt-BR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rgbClr val="0000CC"/>
                    </a:solidFill>
                    <a:latin typeface="Arial Rounded MT Bold" pitchFamily="34" charset="0"/>
                  </a:endParaRPr>
                </a:p>
              </p:txBody>
            </p:sp>
          </mc:Choice>
          <mc:Fallback xmlns="">
            <p:sp>
              <p:nvSpPr>
                <p:cNvPr id="357" name="CaixaDeTexto 356">
                  <a:extLst>
                    <a:ext uri="{FF2B5EF4-FFF2-40B4-BE49-F238E27FC236}">
                      <a16:creationId xmlns:a16="http://schemas.microsoft.com/office/drawing/2014/main" id="{FD9C76F2-BF73-4327-8E02-3D0C42DBD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3" y="1675120"/>
                  <a:ext cx="24646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11111" b="-491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0" name="Vetor Vy 9">
            <a:extLst>
              <a:ext uri="{FF2B5EF4-FFF2-40B4-BE49-F238E27FC236}">
                <a16:creationId xmlns:a16="http://schemas.microsoft.com/office/drawing/2014/main" id="{03F1994A-4C82-4272-A8EE-247FC62E021A}"/>
              </a:ext>
            </a:extLst>
          </p:cNvPr>
          <p:cNvGrpSpPr/>
          <p:nvPr/>
        </p:nvGrpSpPr>
        <p:grpSpPr>
          <a:xfrm>
            <a:off x="10247892" y="5060869"/>
            <a:ext cx="1471468" cy="1622647"/>
            <a:chOff x="7685917" y="3795651"/>
            <a:chExt cx="1103601" cy="1216985"/>
          </a:xfrm>
        </p:grpSpPr>
        <p:grpSp>
          <p:nvGrpSpPr>
            <p:cNvPr id="361" name="Grupo 13">
              <a:extLst>
                <a:ext uri="{FF2B5EF4-FFF2-40B4-BE49-F238E27FC236}">
                  <a16:creationId xmlns:a16="http://schemas.microsoft.com/office/drawing/2014/main" id="{62E6833B-2413-4056-8DBD-45C799F9CEAF}"/>
                </a:ext>
              </a:extLst>
            </p:cNvPr>
            <p:cNvGrpSpPr/>
            <p:nvPr/>
          </p:nvGrpSpPr>
          <p:grpSpPr>
            <a:xfrm>
              <a:off x="8132029" y="3805330"/>
              <a:ext cx="657489" cy="1192023"/>
              <a:chOff x="267960" y="3595329"/>
              <a:chExt cx="657489" cy="1192023"/>
            </a:xfrm>
          </p:grpSpPr>
          <p:cxnSp>
            <p:nvCxnSpPr>
              <p:cNvPr id="366" name="Conector de seta reta 151">
                <a:extLst>
                  <a:ext uri="{FF2B5EF4-FFF2-40B4-BE49-F238E27FC236}">
                    <a16:creationId xmlns:a16="http://schemas.microsoft.com/office/drawing/2014/main" id="{8EB3E4B9-5526-4CD0-963E-66F75FB672BE}"/>
                  </a:ext>
                </a:extLst>
              </p:cNvPr>
              <p:cNvCxnSpPr>
                <a:cxnSpLocks/>
                <a:endCxn id="363" idx="1"/>
              </p:cNvCxnSpPr>
              <p:nvPr/>
            </p:nvCxnSpPr>
            <p:spPr bwMode="auto">
              <a:xfrm>
                <a:off x="267960" y="3595329"/>
                <a:ext cx="657489" cy="1192023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lg"/>
              </a:ln>
              <a:effectLst>
                <a:glow rad="25400">
                  <a:schemeClr val="bg1"/>
                </a:glow>
              </a:effectLst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7" name="CaixaDeTexto 366">
                    <a:extLst>
                      <a:ext uri="{FF2B5EF4-FFF2-40B4-BE49-F238E27FC236}">
                        <a16:creationId xmlns:a16="http://schemas.microsoft.com/office/drawing/2014/main" id="{A58CB350-8997-4DF6-A46D-A683B31CFD70}"/>
                      </a:ext>
                    </a:extLst>
                  </p:cNvPr>
                  <p:cNvSpPr txBox="1"/>
                  <p:nvPr/>
                </p:nvSpPr>
                <p:spPr>
                  <a:xfrm>
                    <a:off x="638583" y="3925582"/>
                    <a:ext cx="246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pt-BR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oMath>
                      </m:oMathPara>
                    </a14:m>
                    <a:endParaRPr lang="pt-BR" sz="2400" dirty="0">
                      <a:solidFill>
                        <a:srgbClr val="0000CC"/>
                      </a:solidFill>
                      <a:latin typeface="Arial Rounded MT Bold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67" name="CaixaDeTexto 366">
                    <a:extLst>
                      <a:ext uri="{FF2B5EF4-FFF2-40B4-BE49-F238E27FC236}">
                        <a16:creationId xmlns:a16="http://schemas.microsoft.com/office/drawing/2014/main" id="{A58CB350-8997-4DF6-A46D-A683B31CFD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583" y="3925582"/>
                    <a:ext cx="246461" cy="276999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2963" b="-500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2" name="Grupo 163">
              <a:extLst>
                <a:ext uri="{FF2B5EF4-FFF2-40B4-BE49-F238E27FC236}">
                  <a16:creationId xmlns:a16="http://schemas.microsoft.com/office/drawing/2014/main" id="{84B957F8-A97E-4B74-9283-2F5BD24A734C}"/>
                </a:ext>
              </a:extLst>
            </p:cNvPr>
            <p:cNvGrpSpPr/>
            <p:nvPr/>
          </p:nvGrpSpPr>
          <p:grpSpPr>
            <a:xfrm>
              <a:off x="7685917" y="3795652"/>
              <a:ext cx="444207" cy="1216984"/>
              <a:chOff x="-2188712" y="6135561"/>
              <a:chExt cx="444207" cy="1216984"/>
            </a:xfrm>
          </p:grpSpPr>
          <p:cxnSp>
            <p:nvCxnSpPr>
              <p:cNvPr id="364" name="Conector de seta reta 164">
                <a:extLst>
                  <a:ext uri="{FF2B5EF4-FFF2-40B4-BE49-F238E27FC236}">
                    <a16:creationId xmlns:a16="http://schemas.microsoft.com/office/drawing/2014/main" id="{E76E7083-DEFA-4126-AAB9-EF8E97B7E85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-1747429" y="6135561"/>
                <a:ext cx="2924" cy="1216984"/>
              </a:xfrm>
              <a:prstGeom prst="straightConnector1">
                <a:avLst/>
              </a:prstGeom>
              <a:solidFill>
                <a:schemeClr val="accent1"/>
              </a:solidFill>
              <a:ln w="25400" cap="rnd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lg"/>
              </a:ln>
              <a:effectLst>
                <a:glow rad="25400">
                  <a:schemeClr val="bg1"/>
                </a:glow>
              </a:effectLst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5" name="CaixaDeTexto 364">
                    <a:extLst>
                      <a:ext uri="{FF2B5EF4-FFF2-40B4-BE49-F238E27FC236}">
                        <a16:creationId xmlns:a16="http://schemas.microsoft.com/office/drawing/2014/main" id="{4E8624B9-82B8-4A81-BAE5-B68C528F09B9}"/>
                      </a:ext>
                    </a:extLst>
                  </p:cNvPr>
                  <p:cNvSpPr txBox="1"/>
                  <p:nvPr/>
                </p:nvSpPr>
                <p:spPr>
                  <a:xfrm>
                    <a:off x="-2188712" y="6480549"/>
                    <a:ext cx="299361" cy="30239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2400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sz="2400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pt-BR" sz="2400" b="1" dirty="0">
                      <a:solidFill>
                        <a:srgbClr val="008000"/>
                      </a:solidFill>
                      <a:latin typeface="Arial Rounded MT Bold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65" name="CaixaDeTexto 364">
                    <a:extLst>
                      <a:ext uri="{FF2B5EF4-FFF2-40B4-BE49-F238E27FC236}">
                        <a16:creationId xmlns:a16="http://schemas.microsoft.com/office/drawing/2014/main" id="{4E8624B9-82B8-4A81-BAE5-B68C528F09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188712" y="6480549"/>
                    <a:ext cx="299361" cy="302390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10606" r="-9091" b="-1969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EC9D985F-0C7F-4EB8-8C05-2F43731E697E}"/>
                </a:ext>
              </a:extLst>
            </p:cNvPr>
            <p:cNvSpPr/>
            <p:nvPr/>
          </p:nvSpPr>
          <p:spPr bwMode="auto">
            <a:xfrm flipV="1">
              <a:off x="8149013" y="3795651"/>
              <a:ext cx="638600" cy="1196356"/>
            </a:xfrm>
            <a:custGeom>
              <a:avLst/>
              <a:gdLst>
                <a:gd name="connsiteX0" fmla="*/ 665480 w 665480"/>
                <a:gd name="connsiteY0" fmla="*/ 1214120 h 1214120"/>
                <a:gd name="connsiteX1" fmla="*/ 665480 w 665480"/>
                <a:gd name="connsiteY1" fmla="*/ 0 h 1214120"/>
                <a:gd name="connsiteX2" fmla="*/ 0 w 665480"/>
                <a:gd name="connsiteY2" fmla="*/ 0 h 121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480" h="1214120">
                  <a:moveTo>
                    <a:pt x="665480" y="1214120"/>
                  </a:moveTo>
                  <a:lnTo>
                    <a:pt x="66548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 algn="ctr">
              <a:solidFill>
                <a:srgbClr val="0000CC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pt-BR" sz="2667">
                <a:latin typeface="Arial" pitchFamily="34" charset="0"/>
              </a:endParaRPr>
            </a:p>
          </p:txBody>
        </p:sp>
      </p:grpSp>
      <p:graphicFrame>
        <p:nvGraphicFramePr>
          <p:cNvPr id="368" name="Voy equação">
            <a:extLst>
              <a:ext uri="{FF2B5EF4-FFF2-40B4-BE49-F238E27FC236}">
                <a16:creationId xmlns:a16="http://schemas.microsoft.com/office/drawing/2014/main" id="{BA1874A2-CAD0-4EA7-BABA-A755AC32B5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778973"/>
              </p:ext>
            </p:extLst>
          </p:nvPr>
        </p:nvGraphicFramePr>
        <p:xfrm>
          <a:off x="6074833" y="3985089"/>
          <a:ext cx="2082800" cy="66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863280" imgH="253800" progId="Equation.DSMT4">
                  <p:embed/>
                </p:oleObj>
              </mc:Choice>
              <mc:Fallback>
                <p:oleObj name="Equation" r:id="rId33" imgW="863280" imgH="253800" progId="Equation.DSMT4">
                  <p:embed/>
                  <p:pic>
                    <p:nvPicPr>
                      <p:cNvPr id="368" name="Voy equação">
                        <a:extLst>
                          <a:ext uri="{FF2B5EF4-FFF2-40B4-BE49-F238E27FC236}">
                            <a16:creationId xmlns:a16="http://schemas.microsoft.com/office/drawing/2014/main" id="{BA1874A2-CAD0-4EA7-BABA-A755AC32B5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833" y="3985089"/>
                        <a:ext cx="2082800" cy="666751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" name="seno theta">
            <a:extLst>
              <a:ext uri="{FF2B5EF4-FFF2-40B4-BE49-F238E27FC236}">
                <a16:creationId xmlns:a16="http://schemas.microsoft.com/office/drawing/2014/main" id="{4417D675-D217-427F-9953-34EC91D26B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673838"/>
              </p:ext>
            </p:extLst>
          </p:nvPr>
        </p:nvGraphicFramePr>
        <p:xfrm>
          <a:off x="3818838" y="3667588"/>
          <a:ext cx="1670049" cy="1102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711000" imgH="431640" progId="Equation.DSMT4">
                  <p:embed/>
                </p:oleObj>
              </mc:Choice>
              <mc:Fallback>
                <p:oleObj name="Equation" r:id="rId35" imgW="711000" imgH="431640" progId="Equation.DSMT4">
                  <p:embed/>
                  <p:pic>
                    <p:nvPicPr>
                      <p:cNvPr id="369" name="seno theta">
                        <a:extLst>
                          <a:ext uri="{FF2B5EF4-FFF2-40B4-BE49-F238E27FC236}">
                            <a16:creationId xmlns:a16="http://schemas.microsoft.com/office/drawing/2014/main" id="{4417D675-D217-427F-9953-34EC91D26B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838" y="3667588"/>
                        <a:ext cx="1670049" cy="1102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" name="Arco 369">
            <a:extLst>
              <a:ext uri="{FF2B5EF4-FFF2-40B4-BE49-F238E27FC236}">
                <a16:creationId xmlns:a16="http://schemas.microsoft.com/office/drawing/2014/main" id="{C01F1D07-867A-4FC2-9BA2-CB3BC7CBC39A}"/>
              </a:ext>
            </a:extLst>
          </p:cNvPr>
          <p:cNvSpPr/>
          <p:nvPr/>
        </p:nvSpPr>
        <p:spPr bwMode="auto">
          <a:xfrm flipH="1" flipV="1">
            <a:off x="3818246" y="3846552"/>
            <a:ext cx="1326071" cy="974603"/>
          </a:xfrm>
          <a:prstGeom prst="arc">
            <a:avLst>
              <a:gd name="adj1" fmla="val 12242836"/>
              <a:gd name="adj2" fmla="val 0"/>
            </a:avLst>
          </a:prstGeom>
          <a:noFill/>
          <a:ln w="19050" cap="rnd" cmpd="sng" algn="ctr">
            <a:solidFill>
              <a:srgbClr val="0000CC"/>
            </a:solidFill>
            <a:prstDash val="dash"/>
            <a:round/>
            <a:headEnd type="none" w="med" len="med"/>
            <a:tailEnd type="triangle" w="med" len="lg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endParaRPr lang="pt-BR" sz="2400">
              <a:solidFill>
                <a:srgbClr val="000000"/>
              </a:solidFill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1" name="CaixaDeTexto 370">
                <a:extLst>
                  <a:ext uri="{FF2B5EF4-FFF2-40B4-BE49-F238E27FC236}">
                    <a16:creationId xmlns:a16="http://schemas.microsoft.com/office/drawing/2014/main" id="{71F50CC2-4AB8-4F96-BC0D-B558E62E058D}"/>
                  </a:ext>
                </a:extLst>
              </p:cNvPr>
              <p:cNvSpPr txBox="1"/>
              <p:nvPr/>
            </p:nvSpPr>
            <p:spPr>
              <a:xfrm>
                <a:off x="5800141" y="588471"/>
                <a:ext cx="845298" cy="464993"/>
              </a:xfrm>
              <a:prstGeom prst="rect">
                <a:avLst/>
              </a:prstGeom>
              <a:noFill/>
            </p:spPr>
            <p:txBody>
              <a:bodyPr wrap="square" lIns="0" tIns="0" rIns="0" bIns="4800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400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400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400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400" b="1" i="1" dirty="0">
                    <a:solidFill>
                      <a:srgbClr val="000000"/>
                    </a:solidFill>
                    <a:latin typeface="Symbol" pitchFamily="18" charset="2"/>
                  </a:rPr>
                  <a:t> </a:t>
                </a:r>
                <a:r>
                  <a:rPr lang="pt-BR" sz="2400" b="1" dirty="0">
                    <a:solidFill>
                      <a:srgbClr val="000000"/>
                    </a:solidFill>
                    <a:latin typeface="Symbol" pitchFamily="18" charset="2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endParaRPr lang="pt-BR" sz="2400" b="1" dirty="0">
                  <a:solidFill>
                    <a:srgbClr val="008000"/>
                  </a:solidFill>
                  <a:latin typeface="Arial Rounded MT Bold" pitchFamily="34" charset="0"/>
                </a:endParaRPr>
              </a:p>
            </p:txBody>
          </p:sp>
        </mc:Choice>
        <mc:Fallback xmlns="">
          <p:sp>
            <p:nvSpPr>
              <p:cNvPr id="371" name="CaixaDeTexto 370">
                <a:extLst>
                  <a:ext uri="{FF2B5EF4-FFF2-40B4-BE49-F238E27FC236}">
                    <a16:creationId xmlns:a16="http://schemas.microsoft.com/office/drawing/2014/main" id="{71F50CC2-4AB8-4F96-BC0D-B558E62E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141" y="588471"/>
                <a:ext cx="845298" cy="464993"/>
              </a:xfrm>
              <a:prstGeom prst="rect">
                <a:avLst/>
              </a:prstGeom>
              <a:blipFill>
                <a:blip r:embed="rId37"/>
                <a:stretch>
                  <a:fillRect l="-9353" t="-18421" r="-10072" b="-210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2" name="CaixaDeTexto 371">
            <a:extLst>
              <a:ext uri="{FF2B5EF4-FFF2-40B4-BE49-F238E27FC236}">
                <a16:creationId xmlns:a16="http://schemas.microsoft.com/office/drawing/2014/main" id="{74FCA1E0-7EB5-4A81-B5A2-4F4A7C80598F}"/>
              </a:ext>
            </a:extLst>
          </p:cNvPr>
          <p:cNvSpPr txBox="1"/>
          <p:nvPr/>
        </p:nvSpPr>
        <p:spPr>
          <a:xfrm>
            <a:off x="5582564" y="1645856"/>
            <a:ext cx="116057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2400" b="1" dirty="0">
                <a:solidFill>
                  <a:srgbClr val="0000CC"/>
                </a:solidFill>
                <a:latin typeface="Comfortaa" panose="00000800000000000000" pitchFamily="2" charset="0"/>
              </a:rPr>
              <a:t>(mínima)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CaixaDeTexto 372">
                <a:extLst>
                  <a:ext uri="{FF2B5EF4-FFF2-40B4-BE49-F238E27FC236}">
                    <a16:creationId xmlns:a16="http://schemas.microsoft.com/office/drawing/2014/main" id="{F728670D-F769-4771-9D69-CB82F4E0D746}"/>
                  </a:ext>
                </a:extLst>
              </p:cNvPr>
              <p:cNvSpPr txBox="1"/>
              <p:nvPr/>
            </p:nvSpPr>
            <p:spPr>
              <a:xfrm>
                <a:off x="5855973" y="1321535"/>
                <a:ext cx="4969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pt-BR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pt-BR" sz="2400" dirty="0">
                    <a:solidFill>
                      <a:srgbClr val="0000CC"/>
                    </a:solidFill>
                    <a:latin typeface="Arial Rounded MT Bold" pitchFamily="34" charset="0"/>
                  </a:rPr>
                  <a:t> </a:t>
                </a:r>
                <a:r>
                  <a:rPr lang="pt-BR" sz="2400" b="1" dirty="0">
                    <a:solidFill>
                      <a:srgbClr val="0000CC"/>
                    </a:solidFill>
                    <a:latin typeface="Symbol" pitchFamily="18" charset="2"/>
                  </a:rPr>
                  <a:t>=</a:t>
                </a:r>
              </a:p>
            </p:txBody>
          </p:sp>
        </mc:Choice>
        <mc:Fallback xmlns="">
          <p:sp>
            <p:nvSpPr>
              <p:cNvPr id="373" name="CaixaDeTexto 372">
                <a:extLst>
                  <a:ext uri="{FF2B5EF4-FFF2-40B4-BE49-F238E27FC236}">
                    <a16:creationId xmlns:a16="http://schemas.microsoft.com/office/drawing/2014/main" id="{F728670D-F769-4771-9D69-CB82F4E0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73" y="1321535"/>
                <a:ext cx="496931" cy="369332"/>
              </a:xfrm>
              <a:prstGeom prst="rect">
                <a:avLst/>
              </a:prstGeom>
              <a:blipFill>
                <a:blip r:embed="rId38"/>
                <a:stretch>
                  <a:fillRect l="-17284" t="-26667" r="-37037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502FD08E-C4FC-076D-03AF-417FCC6C2A4C}"/>
              </a:ext>
            </a:extLst>
          </p:cNvPr>
          <p:cNvSpPr txBox="1"/>
          <p:nvPr/>
        </p:nvSpPr>
        <p:spPr>
          <a:xfrm>
            <a:off x="417471" y="5840003"/>
            <a:ext cx="9458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Enquanto o projétil sobe, seu movimento é retardado, tornando-se acelerado durante a descida.</a:t>
            </a: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9787E7AC-51B5-0ADF-9D6D-E318D63D6A1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702646" y="399279"/>
            <a:ext cx="2095500" cy="2095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2545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82716E-6 C 0.096 -0.29939 0.24184 -0.55371 0.3875 -0.55525 C 0.54149 -0.55679 0.69427 -0.28334 0.77812 0.0003 " pathEditMode="relative" rAng="0" ptsTypes="AAA">
                                      <p:cBhvr>
                                        <p:cTn id="17" dur="120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06" y="-27778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4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68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68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9" presetClass="emph" presetSubtype="0" fill="hold" grpId="2" nodeType="withEffect">
                                  <p:stCondLst>
                                    <p:cond delay="688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5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53" dur="25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5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8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8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9" presetClass="emph" presetSubtype="0" fill="hold" grpId="2" nodeType="withEffect">
                                  <p:stCondLst>
                                    <p:cond delay="8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62" dur="25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3" dur="25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9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9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9" presetClass="emph" presetSubtype="0" fill="hold" grpId="2" nodeType="withEffect">
                                  <p:stCondLst>
                                    <p:cond delay="97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2" dur="25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1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9" dur="3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1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5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000"/>
                            </p:stCondLst>
                            <p:childTnLst>
                              <p:par>
                                <p:cTn id="2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000"/>
                            </p:stCondLst>
                            <p:childTnLst>
                              <p:par>
                                <p:cTn id="2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6000"/>
                            </p:stCondLst>
                            <p:childTnLst>
                              <p:par>
                                <p:cTn id="2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8000"/>
                            </p:stCondLst>
                            <p:childTnLst>
                              <p:par>
                                <p:cTn id="224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5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0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0023 L 0.07227 -0.00023 L 0.07227 0.00116 " pathEditMode="relative" rAng="0" ptsTypes="AAA">
                                      <p:cBhvr>
                                        <p:cTn id="229" dur="2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33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1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9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500"/>
                            </p:stCondLst>
                            <p:childTnLst>
                              <p:par>
                                <p:cTn id="250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1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000"/>
                            </p:stCondLst>
                            <p:childTnLst>
                              <p:par>
                                <p:cTn id="2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3000"/>
                            </p:stCondLst>
                            <p:childTnLst>
                              <p:par>
                                <p:cTn id="267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8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1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500"/>
                            </p:stCondLst>
                            <p:childTnLst>
                              <p:par>
                                <p:cTn id="27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6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1000"/>
                            </p:stCondLst>
                            <p:childTnLst>
                              <p:par>
                                <p:cTn id="28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500"/>
                            </p:stCondLst>
                            <p:childTnLst>
                              <p:par>
                                <p:cTn id="287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8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000"/>
                            </p:stCondLst>
                            <p:childTnLst>
                              <p:par>
                                <p:cTn id="2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3000"/>
                            </p:stCondLst>
                            <p:childTnLst>
                              <p:par>
                                <p:cTn id="3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4000"/>
                            </p:stCondLst>
                            <p:childTnLst>
                              <p:par>
                                <p:cTn id="3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animBg="1"/>
      <p:bldP spid="236" grpId="0" animBg="1"/>
      <p:bldP spid="244" grpId="0" animBg="1"/>
      <p:bldP spid="245" grpId="0" animBg="1"/>
      <p:bldP spid="247" grpId="0" animBg="1"/>
      <p:bldP spid="247" grpId="1" animBg="1"/>
      <p:bldP spid="247" grpId="2" animBg="1"/>
      <p:bldP spid="248" grpId="0" animBg="1"/>
      <p:bldP spid="248" grpId="1" animBg="1"/>
      <p:bldP spid="248" grpId="2" animBg="1"/>
      <p:bldP spid="249" grpId="0" animBg="1"/>
      <p:bldP spid="249" grpId="1" animBg="1"/>
      <p:bldP spid="250" grpId="0" animBg="1"/>
      <p:bldP spid="259" grpId="0"/>
      <p:bldP spid="260" grpId="0"/>
      <p:bldP spid="269" grpId="0"/>
      <p:bldP spid="269" grpId="1"/>
      <p:bldP spid="270" grpId="0" animBg="1"/>
      <p:bldP spid="271" grpId="0" animBg="1"/>
      <p:bldP spid="283" grpId="0" animBg="1"/>
      <p:bldP spid="294" grpId="0" animBg="1"/>
      <p:bldP spid="298" grpId="0" animBg="1"/>
      <p:bldP spid="302" grpId="0" animBg="1"/>
      <p:bldP spid="306" grpId="0" animBg="1"/>
      <p:bldP spid="311" grpId="0" animBg="1"/>
      <p:bldP spid="315" grpId="0" animBg="1"/>
      <p:bldP spid="315" grpId="1" animBg="1"/>
      <p:bldP spid="316" grpId="0" animBg="1"/>
      <p:bldP spid="316" grpId="1" animBg="1"/>
      <p:bldP spid="317" grpId="0" animBg="1"/>
      <p:bldP spid="317" grpId="1" animBg="1"/>
      <p:bldP spid="318" grpId="0" animBg="1"/>
      <p:bldP spid="318" grpId="1" animBg="1"/>
      <p:bldP spid="319" grpId="0" animBg="1"/>
      <p:bldP spid="319" grpId="1" animBg="1"/>
      <p:bldP spid="320" grpId="0" animBg="1"/>
      <p:bldP spid="320" grpId="1" animBg="1"/>
      <p:bldP spid="321" grpId="0" animBg="1"/>
      <p:bldP spid="321" grpId="1" animBg="1"/>
      <p:bldP spid="323" grpId="0" animBg="1"/>
      <p:bldP spid="323" grpId="1" animBg="1"/>
      <p:bldP spid="323" grpId="2" animBg="1"/>
      <p:bldP spid="325" grpId="0" animBg="1"/>
      <p:bldP spid="325" grpId="1" animBg="1"/>
      <p:bldP spid="326" grpId="0"/>
      <p:bldP spid="327" grpId="0"/>
      <p:bldP spid="327" grpId="1"/>
      <p:bldP spid="328" grpId="0" animBg="1"/>
      <p:bldP spid="328" grpId="1" animBg="1"/>
      <p:bldP spid="370" grpId="0" animBg="1"/>
      <p:bldP spid="370" grpId="1" animBg="1"/>
      <p:bldP spid="371" grpId="0"/>
      <p:bldP spid="371" grpId="1"/>
      <p:bldP spid="372" grpId="0"/>
      <p:bldP spid="372" grpId="1"/>
      <p:bldP spid="37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97520" y="463503"/>
            <a:ext cx="2119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612718" y="976248"/>
                <a:ext cx="608165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Projétil lançado obliquamente com velocidade inicial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 inclinada de um ângulo θ em relação a um plano horizontal.</a:t>
                </a: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18" y="976248"/>
                <a:ext cx="6081652" cy="1815882"/>
              </a:xfrm>
              <a:prstGeom prst="rect">
                <a:avLst/>
              </a:prstGeom>
              <a:blipFill>
                <a:blip r:embed="rId2"/>
                <a:stretch>
                  <a:fillRect l="-2106" t="-3356" r="-2006" b="-83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612718" y="2970505"/>
            <a:ext cx="1196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Obs.: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17706" y="3672100"/>
            <a:ext cx="1012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Desprezada a influência do ar, a trajetória é um arco de parábola.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347881" y="4584392"/>
            <a:ext cx="9816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Velocidade vetorial é tangente a trajetória e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no ponto mais alto 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velocidade é horizontal, portanto,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não nula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347881" y="5538499"/>
                <a:ext cx="94057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pt-BR" sz="2800" b="1" dirty="0">
                    <a:solidFill>
                      <a:schemeClr val="accent4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aceleração vetorial do projétil, após livrar-se do agente que o lançou, é constante e igual 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𝒈</m:t>
                        </m:r>
                      </m:e>
                    </m:acc>
                  </m:oMath>
                </a14:m>
                <a:r>
                  <a:rPr lang="pt-BR" sz="2800" b="1" dirty="0">
                    <a:solidFill>
                      <a:schemeClr val="accent4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1" y="5538499"/>
                <a:ext cx="9405720" cy="954107"/>
              </a:xfrm>
              <a:prstGeom prst="rect">
                <a:avLst/>
              </a:prstGeom>
              <a:blipFill>
                <a:blip r:embed="rId4"/>
                <a:stretch>
                  <a:fillRect l="-1167" t="-7051" r="-1361" b="-173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C066320C-04F0-51EB-5A68-A01F16781C2B}"/>
              </a:ext>
            </a:extLst>
          </p:cNvPr>
          <p:cNvSpPr txBox="1"/>
          <p:nvPr/>
        </p:nvSpPr>
        <p:spPr>
          <a:xfrm>
            <a:off x="1178873" y="54060"/>
            <a:ext cx="9967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Lançamento Oblíquo – Cap. 2 – pag.: 21 – Livro 2 </a:t>
            </a:r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288CE557-EAFA-0C2B-1C23-A94CDFB78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563" y="694232"/>
            <a:ext cx="4138178" cy="2909588"/>
          </a:xfrm>
          <a:prstGeom prst="rect">
            <a:avLst/>
          </a:prstGeom>
        </p:spPr>
      </p:pic>
      <p:pic>
        <p:nvPicPr>
          <p:cNvPr id="11" name="Picture 2" descr="Imagens Emojis">
            <a:extLst>
              <a:ext uri="{FF2B5EF4-FFF2-40B4-BE49-F238E27FC236}">
                <a16:creationId xmlns:a16="http://schemas.microsoft.com/office/drawing/2014/main" id="{96D884FE-44FE-24E0-3AE0-D86362D5B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904" y="4837802"/>
            <a:ext cx="1791707" cy="179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23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272899" y="65389"/>
                <a:ext cx="11434192" cy="3066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Exemplo 1-) No instante t = 0, uma partícula é lançada de um ponto O do solo, com velocidade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formando um ângulo </a:t>
                </a:r>
                <a:r>
                  <a:rPr lang="el-G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θ</a:t>
                </a:r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com a horizontal. São dados: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𝒈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num>
                      <m:den>
                        <m:sSup>
                          <m:sSup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𝟏𝟑𝟎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𝒔𝒆𝒏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𝟏𝟐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𝟏𝟑</m:t>
                        </m:r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𝒆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𝒄𝒐𝒔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𝟏𝟑</m:t>
                        </m:r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Desprezando os efeitos do ar e adotando um sistema de coordenadas com origem em O,  como mostra a figura, pedem-se:</a:t>
                </a:r>
              </a:p>
              <a:p>
                <a:pPr algn="just"/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9" y="65389"/>
                <a:ext cx="11434192" cy="3066930"/>
              </a:xfrm>
              <a:prstGeom prst="rect">
                <a:avLst/>
              </a:prstGeom>
              <a:blipFill>
                <a:blip r:embed="rId2"/>
                <a:stretch>
                  <a:fillRect l="-1120" t="-2187" r="-11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272899" y="2655265"/>
            <a:ext cx="7450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a) as equações horárias da abscissa x e da ordenada y da partícula;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5592EF0-42A2-212C-7D79-C87018C11887}"/>
              </a:ext>
            </a:extLst>
          </p:cNvPr>
          <p:cNvSpPr txBox="1"/>
          <p:nvPr/>
        </p:nvSpPr>
        <p:spPr>
          <a:xfrm>
            <a:off x="263062" y="3578634"/>
            <a:ext cx="7460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b) a equação horária da componente vertical da velocidade;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6EA3D1-1DB5-2C66-AA49-311E6CA59205}"/>
              </a:ext>
            </a:extLst>
          </p:cNvPr>
          <p:cNvSpPr txBox="1"/>
          <p:nvPr/>
        </p:nvSpPr>
        <p:spPr>
          <a:xfrm>
            <a:off x="263063" y="4532741"/>
            <a:ext cx="7460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c) as coordenadas da partícula no instante t = 6,0 s;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50C1AEC-C26C-3BB5-BC8B-B1D7ED0A2210}"/>
              </a:ext>
            </a:extLst>
          </p:cNvPr>
          <p:cNvSpPr txBox="1"/>
          <p:nvPr/>
        </p:nvSpPr>
        <p:spPr>
          <a:xfrm>
            <a:off x="263063" y="5377727"/>
            <a:ext cx="76236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d) a velocidade em y da partícula no instante t = 18,0 s: nesse instante a partícula está subindo ou descendo?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678A437-3ED3-72F0-EFE8-CC173231BE08}"/>
              </a:ext>
            </a:extLst>
          </p:cNvPr>
          <p:cNvGrpSpPr/>
          <p:nvPr/>
        </p:nvGrpSpPr>
        <p:grpSpPr>
          <a:xfrm>
            <a:off x="8108847" y="2655265"/>
            <a:ext cx="3539383" cy="2995126"/>
            <a:chOff x="8069734" y="2655265"/>
            <a:chExt cx="3539383" cy="2995126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DCC96226-397B-8CE3-18B6-FF5310E444EF}"/>
                </a:ext>
              </a:extLst>
            </p:cNvPr>
            <p:cNvCxnSpPr/>
            <p:nvPr/>
          </p:nvCxnSpPr>
          <p:spPr>
            <a:xfrm flipV="1">
              <a:off x="8098969" y="5009794"/>
              <a:ext cx="3510148" cy="11737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71E62DE4-9168-98FD-CE20-10B852E05F6B}"/>
                </a:ext>
              </a:extLst>
            </p:cNvPr>
            <p:cNvCxnSpPr/>
            <p:nvPr/>
          </p:nvCxnSpPr>
          <p:spPr>
            <a:xfrm flipV="1">
              <a:off x="8409214" y="2890157"/>
              <a:ext cx="0" cy="259669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FC48280-4707-024F-0674-7565BEAB3922}"/>
                </a:ext>
              </a:extLst>
            </p:cNvPr>
            <p:cNvSpPr txBox="1"/>
            <p:nvPr/>
          </p:nvSpPr>
          <p:spPr>
            <a:xfrm>
              <a:off x="8069734" y="5067130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F201A613-6805-A101-FEF2-08963CAB1435}"/>
                </a:ext>
              </a:extLst>
            </p:cNvPr>
            <p:cNvSpPr txBox="1"/>
            <p:nvPr/>
          </p:nvSpPr>
          <p:spPr>
            <a:xfrm>
              <a:off x="11224075" y="5127171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A0CA128-21E5-B7DE-5C60-D2FDD86D7E2A}"/>
                </a:ext>
              </a:extLst>
            </p:cNvPr>
            <p:cNvSpPr txBox="1"/>
            <p:nvPr/>
          </p:nvSpPr>
          <p:spPr>
            <a:xfrm>
              <a:off x="8526939" y="2655265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8216B7D7-E859-C629-EE0A-4CC6D6D1B733}"/>
                </a:ext>
              </a:extLst>
            </p:cNvPr>
            <p:cNvCxnSpPr/>
            <p:nvPr/>
          </p:nvCxnSpPr>
          <p:spPr>
            <a:xfrm flipV="1">
              <a:off x="8409214" y="3918857"/>
              <a:ext cx="1012372" cy="1208314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Arco 35">
              <a:extLst>
                <a:ext uri="{FF2B5EF4-FFF2-40B4-BE49-F238E27FC236}">
                  <a16:creationId xmlns:a16="http://schemas.microsoft.com/office/drawing/2014/main" id="{8BC136B8-52F2-F57F-DDD7-B6FFB7AF7F40}"/>
                </a:ext>
              </a:extLst>
            </p:cNvPr>
            <p:cNvSpPr/>
            <p:nvPr/>
          </p:nvSpPr>
          <p:spPr>
            <a:xfrm>
              <a:off x="8428330" y="4767582"/>
              <a:ext cx="640235" cy="691427"/>
            </a:xfrm>
            <a:prstGeom prst="arc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31EA2F47-6797-5BDB-2337-5D81CB5AC38F}"/>
                    </a:ext>
                  </a:extLst>
                </p:cNvPr>
                <p:cNvSpPr txBox="1"/>
                <p:nvPr/>
              </p:nvSpPr>
              <p:spPr>
                <a:xfrm>
                  <a:off x="8932228" y="4456997"/>
                  <a:ext cx="50847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𝜽</m:t>
                        </m:r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31EA2F47-6797-5BDB-2337-5D81CB5AC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2228" y="4456997"/>
                  <a:ext cx="50847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DC695F6-6BDB-032A-4A8A-47038D4B3021}"/>
                    </a:ext>
                  </a:extLst>
                </p:cNvPr>
                <p:cNvSpPr txBox="1"/>
                <p:nvPr/>
              </p:nvSpPr>
              <p:spPr>
                <a:xfrm>
                  <a:off x="9316593" y="3521344"/>
                  <a:ext cx="67082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2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DC695F6-6BDB-032A-4A8A-47038D4B3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6593" y="3521344"/>
                  <a:ext cx="67082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2455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7F1E576-FC63-E136-294E-6DA100668B8A}"/>
              </a:ext>
            </a:extLst>
          </p:cNvPr>
          <p:cNvSpPr txBox="1"/>
          <p:nvPr/>
        </p:nvSpPr>
        <p:spPr>
          <a:xfrm>
            <a:off x="425334" y="290444"/>
            <a:ext cx="10821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e) o instante em que a partícula atinge o vértice da trajetória;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3981DB-D2B5-80E3-AAC5-1CC272864C77}"/>
              </a:ext>
            </a:extLst>
          </p:cNvPr>
          <p:cNvSpPr txBox="1"/>
          <p:nvPr/>
        </p:nvSpPr>
        <p:spPr>
          <a:xfrm>
            <a:off x="425334" y="993378"/>
            <a:ext cx="8674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f) o instante em que a partícula atinge o solo;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9EE244-66F3-80DA-3EB2-7F835FED074A}"/>
              </a:ext>
            </a:extLst>
          </p:cNvPr>
          <p:cNvSpPr txBox="1"/>
          <p:nvPr/>
        </p:nvSpPr>
        <p:spPr>
          <a:xfrm>
            <a:off x="425334" y="1546491"/>
            <a:ext cx="4395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g) o alcance horizontal;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D3B009-12F2-D68A-7ED2-283B698B00A3}"/>
              </a:ext>
            </a:extLst>
          </p:cNvPr>
          <p:cNvSpPr txBox="1"/>
          <p:nvPr/>
        </p:nvSpPr>
        <p:spPr>
          <a:xfrm>
            <a:off x="483065" y="2201588"/>
            <a:ext cx="8674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h) a altura máxima H atingida;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2DBF62-5D81-3AA1-120E-CFEE9837CFBE}"/>
              </a:ext>
            </a:extLst>
          </p:cNvPr>
          <p:cNvSpPr txBox="1"/>
          <p:nvPr/>
        </p:nvSpPr>
        <p:spPr>
          <a:xfrm>
            <a:off x="403911" y="2856685"/>
            <a:ext cx="9771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i) o módulo da velocidade da partícula ao atingir o vértice da trajetória;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60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766CF-DD9D-4ED7-071B-338A1C94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3E42FC2-CD53-C1A9-F9D7-D1E374FA8008}"/>
                  </a:ext>
                </a:extLst>
              </p:cNvPr>
              <p:cNvSpPr txBox="1"/>
              <p:nvPr/>
            </p:nvSpPr>
            <p:spPr>
              <a:xfrm>
                <a:off x="272899" y="65389"/>
                <a:ext cx="11434192" cy="1582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1-) No instante t = 0, uma partícula é lançada de um ponto O do solo, com velocidade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formando um ângulo </a:t>
                </a:r>
                <a:r>
                  <a:rPr lang="el-G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θ</a:t>
                </a:r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com a horizontal. São dados: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𝒈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num>
                      <m:den>
                        <m:sSup>
                          <m:sSup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pt-BR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𝟏𝟑𝟎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𝒔𝒆𝒏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𝟏𝟐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𝟏𝟑</m:t>
                        </m:r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𝒆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𝒄𝒐𝒔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𝟏𝟑</m:t>
                        </m:r>
                      </m:den>
                    </m:f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9" y="65389"/>
                <a:ext cx="11434192" cy="1582806"/>
              </a:xfrm>
              <a:prstGeom prst="rect">
                <a:avLst/>
              </a:prstGeom>
              <a:blipFill>
                <a:blip r:embed="rId2"/>
                <a:stretch>
                  <a:fillRect l="-1120" t="-4247" r="-1120" b="-3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01DB23ED-53A8-BFFE-AA8B-BF0530597C74}"/>
              </a:ext>
            </a:extLst>
          </p:cNvPr>
          <p:cNvSpPr txBox="1"/>
          <p:nvPr/>
        </p:nvSpPr>
        <p:spPr>
          <a:xfrm>
            <a:off x="282712" y="1514065"/>
            <a:ext cx="11562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Desprezando os efeitos do ar e adotando um sistema de coordenadas com origem em O,  como mostra a figura, pedem-se: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520A3F-A5E5-C737-C57F-1132F0F0E400}"/>
              </a:ext>
            </a:extLst>
          </p:cNvPr>
          <p:cNvSpPr txBox="1"/>
          <p:nvPr/>
        </p:nvSpPr>
        <p:spPr>
          <a:xfrm>
            <a:off x="236625" y="2343636"/>
            <a:ext cx="107500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a) as equações horárias da abscissa x e da ordenada y da partícula;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C90A1C-D191-138A-80F6-FE4A15332599}"/>
              </a:ext>
            </a:extLst>
          </p:cNvPr>
          <p:cNvSpPr txBox="1"/>
          <p:nvPr/>
        </p:nvSpPr>
        <p:spPr>
          <a:xfrm>
            <a:off x="346520" y="3111631"/>
            <a:ext cx="9634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Vamos determinar as componentes da velocidade: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E3F2547-8D86-6998-9A8A-4EE80091D038}"/>
                  </a:ext>
                </a:extLst>
              </p:cNvPr>
              <p:cNvSpPr txBox="1"/>
              <p:nvPr/>
            </p:nvSpPr>
            <p:spPr>
              <a:xfrm>
                <a:off x="5401086" y="3518470"/>
                <a:ext cx="5021741" cy="56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𝒄𝒐𝒔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𝒆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𝒔𝒆𝒏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E3F2547-8D86-6998-9A8A-4EE80091D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086" y="3518470"/>
                <a:ext cx="5021741" cy="562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4930BFF-BEC1-FD95-7FA7-F82B6D9E3AB0}"/>
                  </a:ext>
                </a:extLst>
              </p:cNvPr>
              <p:cNvSpPr txBox="1"/>
              <p:nvPr/>
            </p:nvSpPr>
            <p:spPr>
              <a:xfrm>
                <a:off x="91728" y="3720843"/>
                <a:ext cx="2308128" cy="910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𝟏𝟑𝟎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f>
                        <m:f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num>
                        <m:den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𝟏𝟑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8" y="3720843"/>
                <a:ext cx="2308128" cy="910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ta para a direita 10">
            <a:extLst>
              <a:ext uri="{FF2B5EF4-FFF2-40B4-BE49-F238E27FC236}">
                <a16:creationId xmlns:a16="http://schemas.microsoft.com/office/drawing/2014/main" id="{5484F24E-6302-F54D-953B-A3B80D16C066}"/>
              </a:ext>
            </a:extLst>
          </p:cNvPr>
          <p:cNvSpPr/>
          <p:nvPr/>
        </p:nvSpPr>
        <p:spPr>
          <a:xfrm>
            <a:off x="2553340" y="4069840"/>
            <a:ext cx="412124" cy="31017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ED16F05-E92D-9ECE-9320-8D84DC75EB33}"/>
                  </a:ext>
                </a:extLst>
              </p:cNvPr>
              <p:cNvSpPr txBox="1"/>
              <p:nvPr/>
            </p:nvSpPr>
            <p:spPr>
              <a:xfrm>
                <a:off x="3085006" y="3966857"/>
                <a:ext cx="2581198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006" y="3966857"/>
                <a:ext cx="258119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F9FD47F-4E6B-B341-F818-CA2B3F01AF1B}"/>
                  </a:ext>
                </a:extLst>
              </p:cNvPr>
              <p:cNvSpPr txBox="1"/>
              <p:nvPr/>
            </p:nvSpPr>
            <p:spPr>
              <a:xfrm>
                <a:off x="339481" y="4481935"/>
                <a:ext cx="2668332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𝟏𝟑𝟎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f>
                        <m:f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num>
                        <m:den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𝟏𝟑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81" y="4481935"/>
                <a:ext cx="2668332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eta para a direita 13">
            <a:extLst>
              <a:ext uri="{FF2B5EF4-FFF2-40B4-BE49-F238E27FC236}">
                <a16:creationId xmlns:a16="http://schemas.microsoft.com/office/drawing/2014/main" id="{4EBC8471-9237-88F3-B88E-57017CAE155C}"/>
              </a:ext>
            </a:extLst>
          </p:cNvPr>
          <p:cNvSpPr/>
          <p:nvPr/>
        </p:nvSpPr>
        <p:spPr>
          <a:xfrm>
            <a:off x="2927439" y="4855720"/>
            <a:ext cx="412124" cy="355193"/>
          </a:xfrm>
          <a:prstGeom prst="rightArrow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D1549EC-BD3C-3BA8-1C74-20129FEDE41C}"/>
                  </a:ext>
                </a:extLst>
              </p:cNvPr>
              <p:cNvSpPr txBox="1"/>
              <p:nvPr/>
            </p:nvSpPr>
            <p:spPr>
              <a:xfrm>
                <a:off x="3527391" y="4660529"/>
                <a:ext cx="2803798" cy="56271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CaixaDe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391" y="4660529"/>
                <a:ext cx="2803798" cy="5627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7621BC23-7EA9-110A-14DE-E02D20481D4C}"/>
              </a:ext>
            </a:extLst>
          </p:cNvPr>
          <p:cNvSpPr txBox="1"/>
          <p:nvPr/>
        </p:nvSpPr>
        <p:spPr>
          <a:xfrm>
            <a:off x="123640" y="5750305"/>
            <a:ext cx="2803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A4CBA48A-F34D-A411-2C21-3CAE01F8EEB4}"/>
                  </a:ext>
                </a:extLst>
              </p:cNvPr>
              <p:cNvSpPr txBox="1"/>
              <p:nvPr/>
            </p:nvSpPr>
            <p:spPr>
              <a:xfrm>
                <a:off x="858982" y="5364583"/>
                <a:ext cx="33023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sSub>
                      <m:sSub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pt-BR" sz="28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e</a:t>
                </a:r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82" y="5364583"/>
                <a:ext cx="3302319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2BAD216-0173-FC4A-72DD-574692789F09}"/>
                  </a:ext>
                </a:extLst>
              </p:cNvPr>
              <p:cNvSpPr txBox="1"/>
              <p:nvPr/>
            </p:nvSpPr>
            <p:spPr>
              <a:xfrm>
                <a:off x="4139560" y="5257600"/>
                <a:ext cx="4051507" cy="776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b="1" dirty="0">
                    <a:solidFill>
                      <a:schemeClr val="accent4">
                        <a:lumMod val="50000"/>
                      </a:schemeClr>
                    </a:solidFill>
                    <a:cs typeface="Arial" panose="020B0604020202020204" pitchFamily="34" charset="0"/>
                  </a:rPr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e>
                    </m:d>
                    <m:r>
                      <a:rPr lang="pt-BR" sz="28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  <m:r>
                      <a:rPr lang="pt-BR" sz="28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  <m:r>
                      <a:rPr lang="pt-BR" sz="28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𝒈</m:t>
                        </m:r>
                        <m:sSup>
                          <m:sSupPr>
                            <m:ctrlPr>
                              <a:rPr lang="pt-BR" sz="28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pt-BR" sz="28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pt-BR" sz="28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pt-BR" sz="28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den>
                    </m:f>
                  </m:oMath>
                </a14:m>
                <a:endParaRPr lang="pt-BR" sz="28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560" y="5257600"/>
                <a:ext cx="4051507" cy="776944"/>
              </a:xfrm>
              <a:prstGeom prst="rect">
                <a:avLst/>
              </a:prstGeom>
              <a:blipFill>
                <a:blip r:embed="rId9"/>
                <a:stretch>
                  <a:fillRect l="-3008" b="-8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upo 20">
            <a:extLst>
              <a:ext uri="{FF2B5EF4-FFF2-40B4-BE49-F238E27FC236}">
                <a16:creationId xmlns:a16="http://schemas.microsoft.com/office/drawing/2014/main" id="{F57F1EDA-FB11-A532-5445-80F7D4481E43}"/>
              </a:ext>
            </a:extLst>
          </p:cNvPr>
          <p:cNvGrpSpPr/>
          <p:nvPr/>
        </p:nvGrpSpPr>
        <p:grpSpPr>
          <a:xfrm>
            <a:off x="1125454" y="6170172"/>
            <a:ext cx="2979228" cy="538436"/>
            <a:chOff x="380078" y="5913879"/>
            <a:chExt cx="2979228" cy="538436"/>
          </a:xfrm>
        </p:grpSpPr>
        <p:sp>
          <p:nvSpPr>
            <p:cNvPr id="20" name="Retângulo de cantos arredondados 19">
              <a:extLst>
                <a:ext uri="{FF2B5EF4-FFF2-40B4-BE49-F238E27FC236}">
                  <a16:creationId xmlns:a16="http://schemas.microsoft.com/office/drawing/2014/main" id="{662F863C-87AD-9890-15FD-5EE803A5DC5C}"/>
                </a:ext>
              </a:extLst>
            </p:cNvPr>
            <p:cNvSpPr/>
            <p:nvPr/>
          </p:nvSpPr>
          <p:spPr>
            <a:xfrm>
              <a:off x="380078" y="5955897"/>
              <a:ext cx="2943698" cy="496418"/>
            </a:xfrm>
            <a:prstGeom prst="round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DCD4EE04-A5B0-1F61-12B6-CD7A316A6537}"/>
                    </a:ext>
                  </a:extLst>
                </p:cNvPr>
                <p:cNvSpPr txBox="1"/>
                <p:nvPr/>
              </p:nvSpPr>
              <p:spPr>
                <a:xfrm>
                  <a:off x="380078" y="5913879"/>
                  <a:ext cx="29792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𝟓𝟎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" name="CaixaDeTexto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78" y="5913879"/>
                  <a:ext cx="297922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2C250FC8-25E7-A885-4FCA-C7288B3DE0ED}"/>
              </a:ext>
            </a:extLst>
          </p:cNvPr>
          <p:cNvGrpSpPr/>
          <p:nvPr/>
        </p:nvGrpSpPr>
        <p:grpSpPr>
          <a:xfrm>
            <a:off x="4527708" y="6070544"/>
            <a:ext cx="4574082" cy="586571"/>
            <a:chOff x="2412694" y="5861003"/>
            <a:chExt cx="4574082" cy="586571"/>
          </a:xfrm>
        </p:grpSpPr>
        <p:sp>
          <p:nvSpPr>
            <p:cNvPr id="23" name="Retângulo de cantos arredondados 22">
              <a:extLst>
                <a:ext uri="{FF2B5EF4-FFF2-40B4-BE49-F238E27FC236}">
                  <a16:creationId xmlns:a16="http://schemas.microsoft.com/office/drawing/2014/main" id="{50DFF9B7-F28C-4BB1-FEC0-8EE52EF8B7DC}"/>
                </a:ext>
              </a:extLst>
            </p:cNvPr>
            <p:cNvSpPr/>
            <p:nvPr/>
          </p:nvSpPr>
          <p:spPr>
            <a:xfrm>
              <a:off x="2412694" y="5861003"/>
              <a:ext cx="4353056" cy="586571"/>
            </a:xfrm>
            <a:prstGeom prst="round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E127C988-E231-DA37-9927-F81AB091D76E}"/>
                    </a:ext>
                  </a:extLst>
                </p:cNvPr>
                <p:cNvSpPr txBox="1"/>
                <p:nvPr/>
              </p:nvSpPr>
              <p:spPr>
                <a:xfrm>
                  <a:off x="2531020" y="5864255"/>
                  <a:ext cx="4455756" cy="5329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2800" b="1" dirty="0">
                      <a:solidFill>
                        <a:schemeClr val="tx1"/>
                      </a:solidFill>
                      <a:cs typeface="Arial" panose="020B0604020202020204" pitchFamily="34" charset="0"/>
                    </a:rPr>
                    <a:t>y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sSup>
                        <m:sSupPr>
                          <m:ctrlP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p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p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;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2" name="CaixaDeTexto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1020" y="5864255"/>
                  <a:ext cx="4455756" cy="532966"/>
                </a:xfrm>
                <a:prstGeom prst="rect">
                  <a:avLst/>
                </a:prstGeom>
                <a:blipFill>
                  <a:blip r:embed="rId11"/>
                  <a:stretch>
                    <a:fillRect l="-2736" t="-9091" b="-306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561CF39F-7E2F-ECF0-CC3F-64A1B3B5F3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2815" y="4456720"/>
            <a:ext cx="21621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6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75333" y="65441"/>
            <a:ext cx="10594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b) a equação horária da componente vertical da velocidade;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75334" y="694154"/>
            <a:ext cx="2737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3106336" y="732791"/>
                <a:ext cx="2989663" cy="56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𝒈𝒕</m:t>
                      </m:r>
                    </m:oMath>
                  </m:oMathPara>
                </a14:m>
                <a:endParaRPr lang="pt-BR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336" y="732791"/>
                <a:ext cx="2989663" cy="562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/>
          <p:cNvGrpSpPr/>
          <p:nvPr/>
        </p:nvGrpSpPr>
        <p:grpSpPr>
          <a:xfrm>
            <a:off x="3717751" y="1329145"/>
            <a:ext cx="4163653" cy="627759"/>
            <a:chOff x="596998" y="1304072"/>
            <a:chExt cx="4163653" cy="627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/>
                <p:cNvSpPr txBox="1"/>
                <p:nvPr/>
              </p:nvSpPr>
              <p:spPr>
                <a:xfrm>
                  <a:off x="596998" y="1323256"/>
                  <a:ext cx="4136928" cy="5627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" name="CaixaDeTexto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98" y="1323256"/>
                  <a:ext cx="4136928" cy="5627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tângulo de cantos arredondados 7"/>
            <p:cNvSpPr/>
            <p:nvPr/>
          </p:nvSpPr>
          <p:spPr>
            <a:xfrm>
              <a:off x="623723" y="1304072"/>
              <a:ext cx="4136928" cy="62775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341799" y="2073666"/>
            <a:ext cx="9051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c) as coordenadas da partícula no instante t = 6,0 s;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475333" y="2595687"/>
            <a:ext cx="9012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Posição em x e a posição em y no instante t = 6,0 s.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404049" y="3298346"/>
            <a:ext cx="3108285" cy="539550"/>
            <a:chOff x="162634" y="5899886"/>
            <a:chExt cx="3108285" cy="539550"/>
          </a:xfrm>
        </p:grpSpPr>
        <p:sp>
          <p:nvSpPr>
            <p:cNvPr id="13" name="Retângulo de cantos arredondados 12"/>
            <p:cNvSpPr/>
            <p:nvPr/>
          </p:nvSpPr>
          <p:spPr>
            <a:xfrm>
              <a:off x="162634" y="5943018"/>
              <a:ext cx="3108285" cy="496418"/>
            </a:xfrm>
            <a:prstGeom prst="round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/>
                <p:cNvSpPr txBox="1"/>
                <p:nvPr/>
              </p:nvSpPr>
              <p:spPr>
                <a:xfrm>
                  <a:off x="162634" y="5899886"/>
                  <a:ext cx="29779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𝟓𝟎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CaixaDeTexto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634" y="5899886"/>
                  <a:ext cx="2977974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Seta para a direita 14"/>
          <p:cNvSpPr/>
          <p:nvPr/>
        </p:nvSpPr>
        <p:spPr>
          <a:xfrm>
            <a:off x="3717751" y="3441462"/>
            <a:ext cx="412124" cy="310173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4260186" y="3330128"/>
                <a:ext cx="21770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d>
                        <m:d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𝟔</m:t>
                          </m:r>
                        </m:e>
                      </m:d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186" y="3330128"/>
                <a:ext cx="217708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eta para a direita 16"/>
          <p:cNvSpPr/>
          <p:nvPr/>
        </p:nvSpPr>
        <p:spPr>
          <a:xfrm>
            <a:off x="6547056" y="3412070"/>
            <a:ext cx="412124" cy="310173"/>
          </a:xfrm>
          <a:prstGeom prst="rightArrow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Grupo 19"/>
          <p:cNvGrpSpPr/>
          <p:nvPr/>
        </p:nvGrpSpPr>
        <p:grpSpPr>
          <a:xfrm>
            <a:off x="7185121" y="3274319"/>
            <a:ext cx="2446996" cy="591974"/>
            <a:chOff x="5380684" y="2805891"/>
            <a:chExt cx="1869450" cy="591974"/>
          </a:xfrm>
        </p:grpSpPr>
        <p:sp>
          <p:nvSpPr>
            <p:cNvPr id="19" name="Retângulo de cantos arredondados 18"/>
            <p:cNvSpPr/>
            <p:nvPr/>
          </p:nvSpPr>
          <p:spPr>
            <a:xfrm>
              <a:off x="5380684" y="2874644"/>
              <a:ext cx="1869449" cy="523221"/>
            </a:xfrm>
            <a:prstGeom prst="round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/>
                <p:cNvSpPr txBox="1"/>
                <p:nvPr/>
              </p:nvSpPr>
              <p:spPr>
                <a:xfrm>
                  <a:off x="5380685" y="2805891"/>
                  <a:ext cx="186944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𝟔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𝟑𝟎𝟎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CaixaDeTexto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685" y="2805891"/>
                  <a:ext cx="1869449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upo 20"/>
          <p:cNvGrpSpPr/>
          <p:nvPr/>
        </p:nvGrpSpPr>
        <p:grpSpPr>
          <a:xfrm>
            <a:off x="239298" y="4426647"/>
            <a:ext cx="4479280" cy="588954"/>
            <a:chOff x="3052667" y="5901998"/>
            <a:chExt cx="4479280" cy="588954"/>
          </a:xfrm>
        </p:grpSpPr>
        <p:sp>
          <p:nvSpPr>
            <p:cNvPr id="22" name="Retângulo de cantos arredondados 21"/>
            <p:cNvSpPr/>
            <p:nvPr/>
          </p:nvSpPr>
          <p:spPr>
            <a:xfrm>
              <a:off x="3052667" y="5904381"/>
              <a:ext cx="4330077" cy="586571"/>
            </a:xfrm>
            <a:prstGeom prst="round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/>
                <p:cNvSpPr txBox="1"/>
                <p:nvPr/>
              </p:nvSpPr>
              <p:spPr>
                <a:xfrm>
                  <a:off x="3179031" y="5901998"/>
                  <a:ext cx="4352916" cy="5329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2800" b="1" dirty="0">
                      <a:solidFill>
                        <a:schemeClr val="tx1"/>
                      </a:solidFill>
                      <a:cs typeface="Arial" panose="020B0604020202020204" pitchFamily="34" charset="0"/>
                    </a:rPr>
                    <a:t>y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sSup>
                        <m:sSupPr>
                          <m:ctrlP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p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p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;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3" name="CaixaDeTexto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9031" y="5901998"/>
                  <a:ext cx="4352916" cy="532966"/>
                </a:xfrm>
                <a:prstGeom prst="rect">
                  <a:avLst/>
                </a:prstGeom>
                <a:blipFill>
                  <a:blip r:embed="rId7"/>
                  <a:stretch>
                    <a:fillRect l="-2941" t="-9091" b="-306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Seta para a direita 23"/>
          <p:cNvSpPr/>
          <p:nvPr/>
        </p:nvSpPr>
        <p:spPr>
          <a:xfrm>
            <a:off x="4867781" y="4698492"/>
            <a:ext cx="412124" cy="310173"/>
          </a:xfrm>
          <a:prstGeom prst="rightArrow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/>
              <p:cNvSpPr txBox="1"/>
              <p:nvPr/>
            </p:nvSpPr>
            <p:spPr>
              <a:xfrm>
                <a:off x="5468104" y="4533720"/>
                <a:ext cx="3865608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b="1" dirty="0">
                    <a:solidFill>
                      <a:srgbClr val="002060"/>
                    </a:solidFill>
                    <a:cs typeface="Arial" panose="020B0604020202020204" pitchFamily="34" charset="0"/>
                  </a:rPr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</m:t>
                        </m:r>
                      </m:e>
                    </m:d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𝟏𝟐𝟎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𝟔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sSup>
                      <m:sSupPr>
                        <m:ctrlPr>
                          <a:rPr 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</m:t>
                        </m:r>
                      </m:e>
                      <m:sup>
                        <m:r>
                          <a:rPr lang="pt-BR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CaixaDeTexto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104" y="4533720"/>
                <a:ext cx="3865608" cy="532966"/>
              </a:xfrm>
              <a:prstGeom prst="rect">
                <a:avLst/>
              </a:prstGeom>
              <a:blipFill>
                <a:blip r:embed="rId8"/>
                <a:stretch>
                  <a:fillRect l="-3312" t="-10345" b="-321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upo 26"/>
          <p:cNvGrpSpPr/>
          <p:nvPr/>
        </p:nvGrpSpPr>
        <p:grpSpPr>
          <a:xfrm>
            <a:off x="5468106" y="5594655"/>
            <a:ext cx="2610316" cy="523220"/>
            <a:chOff x="5462781" y="2946258"/>
            <a:chExt cx="1993159" cy="523220"/>
          </a:xfrm>
        </p:grpSpPr>
        <p:sp>
          <p:nvSpPr>
            <p:cNvPr id="28" name="Retângulo de cantos arredondados 27"/>
            <p:cNvSpPr/>
            <p:nvPr/>
          </p:nvSpPr>
          <p:spPr>
            <a:xfrm>
              <a:off x="5462781" y="2999478"/>
              <a:ext cx="1993159" cy="470000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75000"/>
                    <a:tint val="66000"/>
                    <a:satMod val="160000"/>
                  </a:schemeClr>
                </a:gs>
                <a:gs pos="50000">
                  <a:schemeClr val="accent4">
                    <a:lumMod val="75000"/>
                    <a:tint val="44500"/>
                    <a:satMod val="160000"/>
                  </a:schemeClr>
                </a:gs>
                <a:gs pos="100000">
                  <a:schemeClr val="accent4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/>
                <p:cNvSpPr txBox="1"/>
                <p:nvPr/>
              </p:nvSpPr>
              <p:spPr>
                <a:xfrm>
                  <a:off x="5508826" y="2946258"/>
                  <a:ext cx="18703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𝟔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𝟓𝟒𝟎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9" name="CaixaDeTexto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826" y="2946258"/>
                  <a:ext cx="1870303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5" name="Imagem 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2117" y="4477343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5" grpId="0" animBg="1"/>
      <p:bldP spid="16" grpId="0"/>
      <p:bldP spid="17" grpId="0" animBg="1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/>
          <p:cNvSpPr txBox="1"/>
          <p:nvPr/>
        </p:nvSpPr>
        <p:spPr>
          <a:xfrm>
            <a:off x="127339" y="136256"/>
            <a:ext cx="95865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d) a velocidade em y da partícula no instante t = 18,0 s: nesse instante a partícula está subindo ou descendo?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97331" y="1255798"/>
            <a:ext cx="9403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componente da velocidade em y no instante t = 18,0 s: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4350326" y="1980963"/>
            <a:ext cx="4150403" cy="627759"/>
            <a:chOff x="1563237" y="1106935"/>
            <a:chExt cx="4150403" cy="627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/>
                <p:cNvSpPr txBox="1"/>
                <p:nvPr/>
              </p:nvSpPr>
              <p:spPr>
                <a:xfrm>
                  <a:off x="1563237" y="1114187"/>
                  <a:ext cx="4150403" cy="5627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" name="CaixaDeTexto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3237" y="1114187"/>
                  <a:ext cx="4150403" cy="56271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tângulo de cantos arredondados 21"/>
            <p:cNvSpPr/>
            <p:nvPr/>
          </p:nvSpPr>
          <p:spPr>
            <a:xfrm>
              <a:off x="1563237" y="1106935"/>
              <a:ext cx="4150403" cy="62775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/>
              <p:cNvSpPr txBox="1"/>
              <p:nvPr/>
            </p:nvSpPr>
            <p:spPr>
              <a:xfrm>
                <a:off x="4451935" y="2933480"/>
                <a:ext cx="4048793" cy="56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𝟏𝟖</m:t>
                          </m:r>
                        </m:e>
                      </m:d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𝟏𝟖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CaixaDe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35" y="2933480"/>
                <a:ext cx="4048793" cy="562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upo 25"/>
          <p:cNvGrpSpPr/>
          <p:nvPr/>
        </p:nvGrpSpPr>
        <p:grpSpPr>
          <a:xfrm>
            <a:off x="4680839" y="3804150"/>
            <a:ext cx="3271670" cy="567836"/>
            <a:chOff x="6988280" y="5634822"/>
            <a:chExt cx="3271670" cy="567836"/>
          </a:xfrm>
        </p:grpSpPr>
        <p:sp>
          <p:nvSpPr>
            <p:cNvPr id="27" name="Retângulo de cantos arredondados 26"/>
            <p:cNvSpPr/>
            <p:nvPr/>
          </p:nvSpPr>
          <p:spPr>
            <a:xfrm>
              <a:off x="6988280" y="5658489"/>
              <a:ext cx="3271670" cy="54416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/>
                <p:cNvSpPr txBox="1"/>
                <p:nvPr/>
              </p:nvSpPr>
              <p:spPr>
                <a:xfrm>
                  <a:off x="6988280" y="5634822"/>
                  <a:ext cx="3271670" cy="5627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𝟏𝟖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" name="CaixaDeTexto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8280" y="5634822"/>
                  <a:ext cx="3271670" cy="5627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6" name="Imagem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573" y="4099902"/>
            <a:ext cx="2033151" cy="255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4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/>
          <p:cNvSpPr txBox="1"/>
          <p:nvPr/>
        </p:nvSpPr>
        <p:spPr>
          <a:xfrm>
            <a:off x="425334" y="290444"/>
            <a:ext cx="10821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e) o instante em que a partícula atinge o vértice da trajetória;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/>
              <p:cNvSpPr txBox="1"/>
              <p:nvPr/>
            </p:nvSpPr>
            <p:spPr>
              <a:xfrm>
                <a:off x="421311" y="866837"/>
                <a:ext cx="6000351" cy="56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sub>
                    </m:sSub>
                    <m:r>
                      <a:rPr lang="pt-BR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</m:oMath>
                </a14:m>
                <a:r>
                  <a:rPr lang="pt-BR" sz="28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  <m:r>
                      <a:rPr lang="pt-BR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pt-BR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e>
                      <m:sub>
                        <m:r>
                          <a:rPr lang="pt-BR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sub>
                    </m:sSub>
                    <m:r>
                      <a:rPr lang="pt-BR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r>
                      <a:rPr lang="pt-BR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pt-BR" sz="28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11" y="866837"/>
                <a:ext cx="6000351" cy="562718"/>
              </a:xfrm>
              <a:prstGeom prst="rect">
                <a:avLst/>
              </a:prstGeom>
              <a:blipFill>
                <a:blip r:embed="rId2"/>
                <a:stretch>
                  <a:fillRect l="-2033" t="-11828" b="-204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upo 17"/>
          <p:cNvGrpSpPr/>
          <p:nvPr/>
        </p:nvGrpSpPr>
        <p:grpSpPr>
          <a:xfrm>
            <a:off x="509626" y="1672137"/>
            <a:ext cx="4190078" cy="627759"/>
            <a:chOff x="901521" y="1304072"/>
            <a:chExt cx="4190078" cy="627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/>
                <p:cNvSpPr txBox="1"/>
                <p:nvPr/>
              </p:nvSpPr>
              <p:spPr>
                <a:xfrm>
                  <a:off x="954765" y="1336592"/>
                  <a:ext cx="4136834" cy="5627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</m:d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" name="CaixaDeTexto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765" y="1336592"/>
                  <a:ext cx="4136834" cy="5627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tângulo de cantos arredondados 19"/>
            <p:cNvSpPr/>
            <p:nvPr/>
          </p:nvSpPr>
          <p:spPr>
            <a:xfrm>
              <a:off x="901521" y="1304072"/>
              <a:ext cx="4131363" cy="62775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/>
              <p:cNvSpPr txBox="1"/>
              <p:nvPr/>
            </p:nvSpPr>
            <p:spPr>
              <a:xfrm>
                <a:off x="5590322" y="1746719"/>
                <a:ext cx="27986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CaixaDe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322" y="1746719"/>
                <a:ext cx="279861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eta para a direita 21"/>
          <p:cNvSpPr/>
          <p:nvPr/>
        </p:nvSpPr>
        <p:spPr>
          <a:xfrm>
            <a:off x="5067528" y="1853243"/>
            <a:ext cx="412124" cy="31017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4" name="Grupo 33"/>
          <p:cNvGrpSpPr/>
          <p:nvPr/>
        </p:nvGrpSpPr>
        <p:grpSpPr>
          <a:xfrm>
            <a:off x="4192545" y="2572187"/>
            <a:ext cx="2261786" cy="563374"/>
            <a:chOff x="4081457" y="2420949"/>
            <a:chExt cx="2261786" cy="563374"/>
          </a:xfrm>
        </p:grpSpPr>
        <p:sp>
          <p:nvSpPr>
            <p:cNvPr id="24" name="Retângulo de cantos arredondados 23"/>
            <p:cNvSpPr/>
            <p:nvPr/>
          </p:nvSpPr>
          <p:spPr>
            <a:xfrm>
              <a:off x="4185634" y="2444604"/>
              <a:ext cx="2053432" cy="539719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38100">
              <a:solidFill>
                <a:srgbClr val="00B05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/>
                <p:cNvSpPr txBox="1"/>
                <p:nvPr/>
              </p:nvSpPr>
              <p:spPr>
                <a:xfrm>
                  <a:off x="4081457" y="2420949"/>
                  <a:ext cx="226178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pt-BR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𝒔</m:t>
                            </m:r>
                          </m:sub>
                        </m:s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3" name="CaixaDeTexto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1457" y="2420949"/>
                  <a:ext cx="226178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CaixaDeTexto 24"/>
          <p:cNvSpPr txBox="1"/>
          <p:nvPr/>
        </p:nvSpPr>
        <p:spPr>
          <a:xfrm>
            <a:off x="362364" y="3410007"/>
            <a:ext cx="8674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f) o instante em que a partícula atinge o solo;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62364" y="4582179"/>
                <a:ext cx="19734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</m:t>
                          </m:r>
                        </m:sub>
                      </m:sSub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64" y="4582179"/>
                <a:ext cx="197348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eta para a direita 26"/>
          <p:cNvSpPr/>
          <p:nvPr/>
        </p:nvSpPr>
        <p:spPr>
          <a:xfrm>
            <a:off x="2558938" y="4733165"/>
            <a:ext cx="412124" cy="310173"/>
          </a:xfrm>
          <a:prstGeom prst="rightArrow">
            <a:avLst/>
          </a:prstGeom>
          <a:solidFill>
            <a:srgbClr val="FF0000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/>
              <p:cNvSpPr txBox="1"/>
              <p:nvPr/>
            </p:nvSpPr>
            <p:spPr>
              <a:xfrm>
                <a:off x="3056864" y="4537211"/>
                <a:ext cx="22167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</m:t>
                      </m:r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CaixaDe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64" y="4537211"/>
                <a:ext cx="221672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eta para a direita 28"/>
          <p:cNvSpPr/>
          <p:nvPr/>
        </p:nvSpPr>
        <p:spPr>
          <a:xfrm>
            <a:off x="5479652" y="4717459"/>
            <a:ext cx="412124" cy="31017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Grupo 31"/>
          <p:cNvGrpSpPr/>
          <p:nvPr/>
        </p:nvGrpSpPr>
        <p:grpSpPr>
          <a:xfrm>
            <a:off x="6096000" y="4534517"/>
            <a:ext cx="2143124" cy="581496"/>
            <a:chOff x="5342909" y="3687646"/>
            <a:chExt cx="1902574" cy="581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/>
                <p:cNvSpPr txBox="1"/>
                <p:nvPr/>
              </p:nvSpPr>
              <p:spPr>
                <a:xfrm>
                  <a:off x="5342909" y="3687646"/>
                  <a:ext cx="19025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</m:sub>
                        </m:s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oMath>
                    </m:oMathPara>
                  </a14:m>
                  <a:endParaRPr lang="pt-BR" sz="2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0" name="CaixaDeTexto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2909" y="3687646"/>
                  <a:ext cx="1902574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tângulo de cantos arredondados 30"/>
            <p:cNvSpPr/>
            <p:nvPr/>
          </p:nvSpPr>
          <p:spPr>
            <a:xfrm>
              <a:off x="5397204" y="3703458"/>
              <a:ext cx="1740472" cy="565684"/>
            </a:xfrm>
            <a:prstGeom prst="round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3" name="Imagem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3210" y="414931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6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 animBg="1"/>
      <p:bldP spid="26" grpId="0"/>
      <p:bldP spid="27" grpId="0" animBg="1"/>
      <p:bldP spid="28" grpId="0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12455" y="246029"/>
            <a:ext cx="4395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g) o alcance horizontal;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75308" y="997667"/>
            <a:ext cx="2887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3123478" y="870761"/>
            <a:ext cx="3118141" cy="732284"/>
            <a:chOff x="1339993" y="5858358"/>
            <a:chExt cx="3118141" cy="732284"/>
          </a:xfrm>
        </p:grpSpPr>
        <p:sp>
          <p:nvSpPr>
            <p:cNvPr id="5" name="Elipse 4"/>
            <p:cNvSpPr/>
            <p:nvPr/>
          </p:nvSpPr>
          <p:spPr>
            <a:xfrm>
              <a:off x="1339993" y="5858358"/>
              <a:ext cx="3118141" cy="73228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/>
                <p:cNvSpPr txBox="1"/>
                <p:nvPr/>
              </p:nvSpPr>
              <p:spPr>
                <a:xfrm>
                  <a:off x="1670526" y="5912301"/>
                  <a:ext cx="242131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pt-BR" sz="28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pt-BR" sz="28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</m:t>
                            </m:r>
                          </m:sub>
                        </m:sSub>
                        <m:r>
                          <a:rPr lang="pt-BR" sz="28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" name="CaixaDeTexto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0526" y="5912301"/>
                  <a:ext cx="2421310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412455" y="1972487"/>
                <a:ext cx="32322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=(</m:t>
                      </m:r>
                      <m:sSub>
                        <m:sSubPr>
                          <m:ctrlP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pt-BR" sz="2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𝒄𝒐𝒔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5" y="1972487"/>
                <a:ext cx="323226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ta para a direita 10"/>
          <p:cNvSpPr/>
          <p:nvPr/>
        </p:nvSpPr>
        <p:spPr>
          <a:xfrm>
            <a:off x="3719407" y="2172281"/>
            <a:ext cx="412124" cy="31017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4131531" y="2096534"/>
                <a:ext cx="18803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531" y="2096534"/>
                <a:ext cx="18803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eta para a direita 12"/>
          <p:cNvSpPr/>
          <p:nvPr/>
        </p:nvSpPr>
        <p:spPr>
          <a:xfrm>
            <a:off x="6140200" y="2265731"/>
            <a:ext cx="412124" cy="310173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6620759" y="2120175"/>
                <a:ext cx="22383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𝟐𝟒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759" y="2120175"/>
                <a:ext cx="223833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upo 16"/>
          <p:cNvGrpSpPr/>
          <p:nvPr/>
        </p:nvGrpSpPr>
        <p:grpSpPr>
          <a:xfrm>
            <a:off x="4398883" y="3158266"/>
            <a:ext cx="2587504" cy="596214"/>
            <a:chOff x="4069570" y="3332673"/>
            <a:chExt cx="2587504" cy="596214"/>
          </a:xfrm>
        </p:grpSpPr>
        <p:sp>
          <p:nvSpPr>
            <p:cNvPr id="16" name="Retângulo de cantos arredondados 15"/>
            <p:cNvSpPr/>
            <p:nvPr/>
          </p:nvSpPr>
          <p:spPr>
            <a:xfrm>
              <a:off x="4069570" y="3358519"/>
              <a:ext cx="2587504" cy="570368"/>
            </a:xfrm>
            <a:prstGeom prst="roundRect">
              <a:avLst/>
            </a:prstGeom>
            <a:gradFill flip="none" rotWithShape="1">
              <a:gsLst>
                <a:gs pos="0">
                  <a:srgbClr val="002060">
                    <a:tint val="66000"/>
                    <a:satMod val="160000"/>
                  </a:srgbClr>
                </a:gs>
                <a:gs pos="50000">
                  <a:srgbClr val="002060">
                    <a:tint val="44500"/>
                    <a:satMod val="160000"/>
                  </a:srgbClr>
                </a:gs>
                <a:gs pos="100000">
                  <a:srgbClr val="00206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38100"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/>
                <p:cNvSpPr txBox="1"/>
                <p:nvPr/>
              </p:nvSpPr>
              <p:spPr>
                <a:xfrm>
                  <a:off x="4121366" y="3332673"/>
                  <a:ext cx="244483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𝟏𝟐𝟎𝟎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" name="CaixaDeTexto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366" y="3332673"/>
                  <a:ext cx="2444839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" name="Imagem 6" descr="Cachorro sentado em cadeira verde&#10;&#10;Descrição gerada automaticamente">
            <a:extLst>
              <a:ext uri="{FF2B5EF4-FFF2-40B4-BE49-F238E27FC236}">
                <a16:creationId xmlns:a16="http://schemas.microsoft.com/office/drawing/2014/main" id="{D963B7C8-CBE4-B9A3-6B53-4CAA5F690C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1970" y="2947629"/>
            <a:ext cx="2666228" cy="355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9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71254" y="126584"/>
            <a:ext cx="8674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h) a altura máxima H atingida;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974288" y="587747"/>
            <a:ext cx="6077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altura máxima (</a:t>
            </a:r>
            <a:r>
              <a:rPr lang="pt-BR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pt-BR" sz="28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é dada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6747245" y="263212"/>
                <a:ext cx="2274754" cy="1085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𝒎𝒂𝒙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pt-BR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pt-BR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  <m:r>
                                <a:rPr lang="pt-BR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</m:sub>
                            <m:sup>
                              <m:r>
                                <a:rPr lang="pt-BR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245" y="263212"/>
                <a:ext cx="2274754" cy="10854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1075925" y="1113870"/>
                <a:ext cx="2398481" cy="96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</m:t>
                          </m:r>
                        </m:e>
                        <m:sub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𝒎𝒂𝒙</m:t>
                          </m:r>
                        </m:sub>
                      </m:sSub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pt-B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𝟏𝟐𝟎</m:t>
                              </m:r>
                            </m:e>
                            <m:sup>
                              <m:r>
                                <a:rPr lang="pt-B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925" y="1113870"/>
                <a:ext cx="2398481" cy="967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eta para a direita 9"/>
          <p:cNvSpPr/>
          <p:nvPr/>
        </p:nvSpPr>
        <p:spPr>
          <a:xfrm>
            <a:off x="3653377" y="1440178"/>
            <a:ext cx="412124" cy="31017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Grupo 12"/>
          <p:cNvGrpSpPr/>
          <p:nvPr/>
        </p:nvGrpSpPr>
        <p:grpSpPr>
          <a:xfrm>
            <a:off x="4789259" y="1382305"/>
            <a:ext cx="2574321" cy="632605"/>
            <a:chOff x="2821487" y="2354426"/>
            <a:chExt cx="2574321" cy="632605"/>
          </a:xfrm>
        </p:grpSpPr>
        <p:sp>
          <p:nvSpPr>
            <p:cNvPr id="12" name="Fluxograma: Processo alternativo 11"/>
            <p:cNvSpPr/>
            <p:nvPr/>
          </p:nvSpPr>
          <p:spPr>
            <a:xfrm>
              <a:off x="2821487" y="2354426"/>
              <a:ext cx="2574321" cy="632605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5">
                    <a:lumMod val="50000"/>
                    <a:tint val="66000"/>
                    <a:satMod val="160000"/>
                  </a:schemeClr>
                </a:gs>
                <a:gs pos="50000">
                  <a:schemeClr val="accent5">
                    <a:lumMod val="50000"/>
                    <a:tint val="44500"/>
                    <a:satMod val="160000"/>
                  </a:schemeClr>
                </a:gs>
                <a:gs pos="100000">
                  <a:schemeClr val="accent5">
                    <a:lumMod val="50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/>
                <p:cNvSpPr txBox="1"/>
                <p:nvPr/>
              </p:nvSpPr>
              <p:spPr>
                <a:xfrm>
                  <a:off x="2821487" y="2404823"/>
                  <a:ext cx="257432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𝒎𝒂𝒙</m:t>
                            </m:r>
                          </m:sub>
                        </m:sSub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𝟕𝟐𝟎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oMath>
                    </m:oMathPara>
                  </a14:m>
                  <a:endPara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" name="CaixaDeTexto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487" y="2404823"/>
                  <a:ext cx="257432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CaixaDeTexto 21"/>
          <p:cNvSpPr txBox="1"/>
          <p:nvPr/>
        </p:nvSpPr>
        <p:spPr>
          <a:xfrm>
            <a:off x="272889" y="2577391"/>
            <a:ext cx="112550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i) o módulo da velocidade da partícula ao atingir o vértice da trajetória;</a:t>
            </a:r>
            <a:endParaRPr lang="pt-BR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39874" y="3681088"/>
            <a:ext cx="95552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atingir o vértice da trajetória a componente y da velocidade é nula, assim, a partícula apresenta somente a componente x da velocidade que é 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m/s.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929" y="4381613"/>
            <a:ext cx="2179597" cy="228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3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10" grpId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A3A369-B3DE-C371-1B35-FBB6949B3410}"/>
              </a:ext>
            </a:extLst>
          </p:cNvPr>
          <p:cNvSpPr txBox="1"/>
          <p:nvPr/>
        </p:nvSpPr>
        <p:spPr>
          <a:xfrm>
            <a:off x="280017" y="221673"/>
            <a:ext cx="4288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Lançamento Oblíquo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2199C88-B652-8B64-084A-0F531FAE4C91}"/>
              </a:ext>
            </a:extLst>
          </p:cNvPr>
          <p:cNvSpPr txBox="1"/>
          <p:nvPr/>
        </p:nvSpPr>
        <p:spPr>
          <a:xfrm>
            <a:off x="1233055" y="1080654"/>
            <a:ext cx="4979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Final de Semana Feliz !!!!!!!!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25CF2A-9F27-6226-8BDC-37240A35861D}"/>
              </a:ext>
            </a:extLst>
          </p:cNvPr>
          <p:cNvSpPr txBox="1"/>
          <p:nvPr/>
        </p:nvSpPr>
        <p:spPr>
          <a:xfrm>
            <a:off x="511515" y="1817145"/>
            <a:ext cx="4979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i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Fazer os exercícios Livro 2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FDF703-0598-16F6-E7C4-E109D0E5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821" y="3030689"/>
            <a:ext cx="3548495" cy="36876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5F9E82E-67FC-2BCE-365A-450675AC9CAB}"/>
              </a:ext>
            </a:extLst>
          </p:cNvPr>
          <p:cNvSpPr txBox="1"/>
          <p:nvPr/>
        </p:nvSpPr>
        <p:spPr>
          <a:xfrm>
            <a:off x="325684" y="2553636"/>
            <a:ext cx="10418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Aplicando conhecimentos: Ex.: 1; pag.: 31; Ex.: 5; 6 e 7 pag.: 32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1CEB62-6E8F-C189-BE4E-9F6EE85AB8B3}"/>
              </a:ext>
            </a:extLst>
          </p:cNvPr>
          <p:cNvSpPr txBox="1"/>
          <p:nvPr/>
        </p:nvSpPr>
        <p:spPr>
          <a:xfrm>
            <a:off x="404993" y="3564333"/>
            <a:ext cx="8134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Consolidando saberes: Ex.: 1, 2, 4 e 7 pag.: 33</a:t>
            </a:r>
          </a:p>
        </p:txBody>
      </p:sp>
    </p:spTree>
    <p:extLst>
      <p:ext uri="{BB962C8B-B14F-4D97-AF65-F5344CB8AC3E}">
        <p14:creationId xmlns:p14="http://schemas.microsoft.com/office/powerpoint/2010/main" val="219394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TPSLTMG_" val="|31.97|44.66|73.61"/>
  <p:tag name="_TPSLAUTO_" val="1"/>
  <p:tag name="_TPSLAUTOTR_" val="93.589996"/>
  <p:tag name="_TPSLNARR_" val="01 Grandezas Fisicas_002.wav"/>
</p:tagLst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8167</TotalTime>
  <Words>956</Words>
  <Application>Microsoft Office PowerPoint</Application>
  <PresentationFormat>Widescreen</PresentationFormat>
  <Paragraphs>119</Paragraphs>
  <Slides>12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Aptos</vt:lpstr>
      <vt:lpstr>Arial</vt:lpstr>
      <vt:lpstr>Arial Rounded MT Bold</vt:lpstr>
      <vt:lpstr>Cambria Math</vt:lpstr>
      <vt:lpstr>Comfortaa</vt:lpstr>
      <vt:lpstr>Symbol</vt:lpstr>
      <vt:lpstr>Trebuchet MS</vt:lpstr>
      <vt:lpstr>Wingdings 3</vt:lpstr>
      <vt:lpstr>Facetado</vt:lpstr>
      <vt:lpstr>Equation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Willi Pendl</dc:creator>
  <cp:lastModifiedBy>WILLI PENDL JUNIOR PENDL JUNIOR</cp:lastModifiedBy>
  <cp:revision>122</cp:revision>
  <dcterms:created xsi:type="dcterms:W3CDTF">2020-10-01T21:29:30Z</dcterms:created>
  <dcterms:modified xsi:type="dcterms:W3CDTF">2025-10-04T22:45:16Z</dcterms:modified>
</cp:coreProperties>
</file>