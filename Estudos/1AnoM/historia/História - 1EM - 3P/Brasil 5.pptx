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1045" r:id="rId3"/>
    <p:sldId id="579" r:id="rId4"/>
    <p:sldId id="576" r:id="rId5"/>
    <p:sldId id="567" r:id="rId6"/>
    <p:sldId id="562" r:id="rId7"/>
    <p:sldId id="566" r:id="rId8"/>
    <p:sldId id="564" r:id="rId9"/>
    <p:sldId id="557" r:id="rId10"/>
    <p:sldId id="563" r:id="rId11"/>
    <p:sldId id="553" r:id="rId12"/>
    <p:sldId id="565" r:id="rId13"/>
    <p:sldId id="1044" r:id="rId14"/>
    <p:sldId id="569" r:id="rId15"/>
    <p:sldId id="555" r:id="rId16"/>
    <p:sldId id="573" r:id="rId17"/>
    <p:sldId id="575" r:id="rId1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1pPr>
    <a:lvl2pPr marL="0" marR="0" indent="2286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2pPr>
    <a:lvl3pPr marL="0" marR="0" indent="4572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3pPr>
    <a:lvl4pPr marL="0" marR="0" indent="6858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4pPr>
    <a:lvl5pPr marL="0" marR="0" indent="9144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5pPr>
    <a:lvl6pPr marL="0" marR="0" indent="11430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6pPr>
    <a:lvl7pPr marL="0" marR="0" indent="13716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7pPr>
    <a:lvl8pPr marL="0" marR="0" indent="16002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8pPr>
    <a:lvl9pPr marL="0" marR="0" indent="182880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oliedro Guarulhos" initials="PG" lastIdx="1" clrIdx="0"/>
  <p:cmAuthor id="2" name="Poliedro Guarulhos D01" initials="PGD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1E4D9A"/>
    <a:srgbClr val="C4160C"/>
    <a:srgbClr val="154A95"/>
    <a:srgbClr val="00B0F0"/>
    <a:srgbClr val="00CED7"/>
    <a:srgbClr val="0432FF"/>
    <a:srgbClr val="838787"/>
    <a:srgbClr val="FFFFFF"/>
    <a:srgbClr val="F7F3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897" autoAdjust="0"/>
    <p:restoredTop sz="94150"/>
  </p:normalViewPr>
  <p:slideViewPr>
    <p:cSldViewPr snapToGrid="0" snapToObjects="1">
      <p:cViewPr varScale="1">
        <p:scale>
          <a:sx n="24" d="100"/>
          <a:sy n="24" d="100"/>
        </p:scale>
        <p:origin x="7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Título - Centro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762000" y="5676900"/>
            <a:ext cx="22860000" cy="635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22725"/>
            </a:lvl1pPr>
          </a:lstStyle>
          <a:p>
            <a:r>
              <a:t>Texto do Título</a:t>
            </a:r>
          </a:p>
        </p:txBody>
      </p:sp>
      <p:sp>
        <p:nvSpPr>
          <p:cNvPr id="4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23010461" y="609602"/>
            <a:ext cx="605935" cy="43499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Título e Marcadores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Linha"/>
          <p:cNvSpPr/>
          <p:nvPr/>
        </p:nvSpPr>
        <p:spPr>
          <a:xfrm flipV="1">
            <a:off x="762003" y="1396636"/>
            <a:ext cx="22859999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38100" tIns="38100" rIns="38100" bIns="38100" anchor="ctr"/>
          <a:lstStyle/>
          <a:p>
            <a:pPr defTabSz="3429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72" name="Texto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762000" y="835011"/>
            <a:ext cx="20955000" cy="434991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485775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2700" cap="all" spc="135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r>
              <a:t>Texto</a:t>
            </a:r>
          </a:p>
        </p:txBody>
      </p:sp>
      <p:sp>
        <p:nvSpPr>
          <p:cNvPr id="73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74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</a:lvl1pPr>
            <a:lvl2pPr>
              <a:buClr>
                <a:schemeClr val="accent1"/>
              </a:buClr>
              <a:buChar char="▸"/>
            </a:lvl2pPr>
            <a:lvl3pPr>
              <a:buClr>
                <a:schemeClr val="accent1"/>
              </a:buClr>
              <a:buChar char="▸"/>
            </a:lvl3pPr>
            <a:lvl4pPr>
              <a:buClr>
                <a:schemeClr val="accent1"/>
              </a:buClr>
              <a:buChar char="▸"/>
            </a:lvl4pPr>
            <a:lvl5pPr>
              <a:buClr>
                <a:schemeClr val="accent1"/>
              </a:buClr>
              <a:buChar char="▸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7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Título, Marcadores e Foto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Linha"/>
          <p:cNvSpPr/>
          <p:nvPr/>
        </p:nvSpPr>
        <p:spPr>
          <a:xfrm flipV="1">
            <a:off x="762003" y="1396636"/>
            <a:ext cx="22859999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38100" tIns="38100" rIns="38100" bIns="38100" anchor="ctr"/>
          <a:lstStyle/>
          <a:p>
            <a:pPr defTabSz="3429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94" name="Texto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762000" y="835011"/>
            <a:ext cx="20955000" cy="434991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485775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2700" cap="all" spc="135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r>
              <a:t>Texto</a:t>
            </a:r>
          </a:p>
        </p:txBody>
      </p:sp>
      <p:sp>
        <p:nvSpPr>
          <p:cNvPr id="95" name="Imagem"/>
          <p:cNvSpPr>
            <a:spLocks noGrp="1"/>
          </p:cNvSpPr>
          <p:nvPr>
            <p:ph type="pic" sz="half" idx="14"/>
          </p:nvPr>
        </p:nvSpPr>
        <p:spPr>
          <a:xfrm>
            <a:off x="13335000" y="2159000"/>
            <a:ext cx="10287000" cy="10795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96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762000" y="2159000"/>
            <a:ext cx="11811000" cy="1016000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7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762000" y="3860800"/>
            <a:ext cx="11811000" cy="8585200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  <a:defRPr sz="3000"/>
            </a:lvl1pPr>
            <a:lvl2pPr>
              <a:buClr>
                <a:schemeClr val="accent1"/>
              </a:buClr>
              <a:buChar char="▸"/>
              <a:defRPr sz="3000"/>
            </a:lvl2pPr>
            <a:lvl3pPr>
              <a:buClr>
                <a:schemeClr val="accent1"/>
              </a:buClr>
              <a:buChar char="▸"/>
              <a:defRPr sz="3000"/>
            </a:lvl3pPr>
            <a:lvl4pPr>
              <a:buClr>
                <a:schemeClr val="accent1"/>
              </a:buClr>
              <a:buChar char="▸"/>
              <a:defRPr sz="3000"/>
            </a:lvl4pPr>
            <a:lvl5pPr>
              <a:buClr>
                <a:schemeClr val="accent1"/>
              </a:buClr>
              <a:buChar char="▸"/>
              <a:defRPr sz="30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98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Marcadores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Linha"/>
          <p:cNvSpPr/>
          <p:nvPr/>
        </p:nvSpPr>
        <p:spPr>
          <a:xfrm flipV="1">
            <a:off x="762003" y="1396636"/>
            <a:ext cx="22859999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38100" tIns="38100" rIns="38100" bIns="38100" anchor="ctr"/>
          <a:lstStyle/>
          <a:p>
            <a:pPr defTabSz="3429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106" name="Texto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762000" y="835011"/>
            <a:ext cx="20955000" cy="434991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485775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2700" cap="all" spc="135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r>
              <a:t>Texto</a:t>
            </a:r>
          </a:p>
        </p:txBody>
      </p:sp>
      <p:sp>
        <p:nvSpPr>
          <p:cNvPr id="107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SzPct val="125000"/>
              <a:buChar char="▸"/>
            </a:lvl1pPr>
            <a:lvl2pPr>
              <a:buClr>
                <a:schemeClr val="accent1"/>
              </a:buClr>
              <a:buSzPct val="125000"/>
              <a:buChar char="▸"/>
            </a:lvl2pPr>
            <a:lvl3pPr>
              <a:buClr>
                <a:schemeClr val="accent1"/>
              </a:buClr>
              <a:buSzPct val="125000"/>
              <a:buChar char="▸"/>
            </a:lvl3pPr>
            <a:lvl4pPr>
              <a:buClr>
                <a:schemeClr val="accent1"/>
              </a:buClr>
              <a:buSzPct val="125000"/>
              <a:buChar char="▸"/>
            </a:lvl4pPr>
            <a:lvl5pPr>
              <a:buClr>
                <a:schemeClr val="accent1"/>
              </a:buClr>
              <a:buSzPct val="125000"/>
              <a:buChar char="▸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08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Citação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Linha"/>
          <p:cNvSpPr/>
          <p:nvPr/>
        </p:nvSpPr>
        <p:spPr>
          <a:xfrm flipV="1">
            <a:off x="762003" y="1396636"/>
            <a:ext cx="22859999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38100" tIns="38100" rIns="38100" bIns="38100" anchor="ctr"/>
          <a:lstStyle/>
          <a:p>
            <a:pPr defTabSz="3429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126" name="Balão Explicativo"/>
          <p:cNvSpPr/>
          <p:nvPr/>
        </p:nvSpPr>
        <p:spPr>
          <a:xfrm>
            <a:off x="876300" y="3314704"/>
            <a:ext cx="22631400" cy="73171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9" y="0"/>
                </a:moveTo>
                <a:cubicBezTo>
                  <a:pt x="54" y="0"/>
                  <a:pt x="0" y="165"/>
                  <a:pt x="0" y="369"/>
                </a:cubicBezTo>
                <a:lnTo>
                  <a:pt x="0" y="19013"/>
                </a:lnTo>
                <a:cubicBezTo>
                  <a:pt x="0" y="19217"/>
                  <a:pt x="54" y="19382"/>
                  <a:pt x="119" y="19382"/>
                </a:cubicBezTo>
                <a:lnTo>
                  <a:pt x="18186" y="19382"/>
                </a:lnTo>
                <a:lnTo>
                  <a:pt x="18717" y="21600"/>
                </a:lnTo>
                <a:lnTo>
                  <a:pt x="19247" y="19382"/>
                </a:lnTo>
                <a:lnTo>
                  <a:pt x="21481" y="19382"/>
                </a:lnTo>
                <a:cubicBezTo>
                  <a:pt x="21546" y="19382"/>
                  <a:pt x="21600" y="19217"/>
                  <a:pt x="21600" y="19013"/>
                </a:cubicBezTo>
                <a:lnTo>
                  <a:pt x="21600" y="369"/>
                </a:lnTo>
                <a:cubicBezTo>
                  <a:pt x="21600" y="165"/>
                  <a:pt x="21546" y="0"/>
                  <a:pt x="21481" y="0"/>
                </a:cubicBezTo>
                <a:lnTo>
                  <a:pt x="119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80000"/>
              </a:lnSpc>
              <a:spcBef>
                <a:spcPts val="0"/>
              </a:spcBef>
              <a:defRPr sz="4000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DIN Condensed"/>
              </a:defRPr>
            </a:pPr>
            <a:endParaRPr sz="3000"/>
          </a:p>
        </p:txBody>
      </p:sp>
      <p:sp>
        <p:nvSpPr>
          <p:cNvPr id="127" name="Digite uma citação aqui.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1676400" y="4089402"/>
            <a:ext cx="21056600" cy="135626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10050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DIN Condensed"/>
              </a:defRPr>
            </a:lvl1pPr>
          </a:lstStyle>
          <a:p>
            <a:r>
              <a:t>Digite uma citação aqui.</a:t>
            </a:r>
          </a:p>
        </p:txBody>
      </p:sp>
      <p:sp>
        <p:nvSpPr>
          <p:cNvPr id="128" name="Jaime Silveira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762000" y="11098702"/>
            <a:ext cx="22860000" cy="916598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6525">
                <a:latin typeface="+mn-lt"/>
                <a:ea typeface="+mn-ea"/>
                <a:cs typeface="+mn-cs"/>
                <a:sym typeface="DIN Condensed"/>
              </a:defRPr>
            </a:lvl1pPr>
          </a:lstStyle>
          <a:p>
            <a:r>
              <a:t>Jaime Silveira</a:t>
            </a:r>
          </a:p>
        </p:txBody>
      </p:sp>
      <p:sp>
        <p:nvSpPr>
          <p:cNvPr id="129" name="Texto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762000" y="835011"/>
            <a:ext cx="20955000" cy="434991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485775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2700" cap="all" spc="135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r>
              <a:t>Texto</a:t>
            </a:r>
          </a:p>
        </p:txBody>
      </p:sp>
      <p:sp>
        <p:nvSpPr>
          <p:cNvPr id="13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633728" y="457200"/>
            <a:ext cx="21742400" cy="1981200"/>
          </a:xfrm>
        </p:spPr>
        <p:txBody>
          <a:bodyPr/>
          <a:lstStyle/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 hasCustomPrompt="1"/>
          </p:nvPr>
        </p:nvSpPr>
        <p:spPr>
          <a:xfrm>
            <a:off x="1633728" y="3200400"/>
            <a:ext cx="21742400" cy="89916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350F12-23F4-4AE1-852C-EF9752F73764}" type="datetimeFigureOut">
              <a:rPr lang="en-US"/>
            </a:fld>
            <a:endParaRPr lang="en-US" dirty="0"/>
          </a:p>
        </p:txBody>
      </p:sp>
      <p:sp>
        <p:nvSpPr>
          <p:cNvPr id="5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22"/>
          <p:cNvSpPr>
            <a:spLocks noGrp="1"/>
          </p:cNvSpPr>
          <p:nvPr>
            <p:ph type="sldNum" sz="quarter" idx="12"/>
          </p:nvPr>
        </p:nvSpPr>
        <p:spPr>
          <a:xfrm>
            <a:off x="22949204" y="609602"/>
            <a:ext cx="663644" cy="4432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B6D2C9-328E-4260-87CC-E33B94BD4E40}" type="slidenum">
              <a:rPr lang="en-US" altLang="pt-BR"/>
            </a:fld>
            <a:endParaRPr lang="en-US" altLang="pt-BR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757256-3AD6-48B6-A269-8A4BC1E03833}" type="datetimeFigureOut">
              <a:rPr lang="en-US"/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758757" y="12496800"/>
            <a:ext cx="663643" cy="44326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BC39EBA-80FF-4EC9-A2F3-7CEA35B298EF}" type="slidenum">
              <a:rPr lang="en-US" altLang="pt-BR"/>
            </a:fld>
            <a:endParaRPr lang="en-US" altLang="pt-BR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Título e Subtítulo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Linha"/>
          <p:cNvSpPr/>
          <p:nvPr/>
        </p:nvSpPr>
        <p:spPr>
          <a:xfrm flipV="1">
            <a:off x="762003" y="8635636"/>
            <a:ext cx="22859999" cy="369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38100" tIns="38100" rIns="38100" bIns="38100" anchor="ctr"/>
          <a:lstStyle/>
          <a:p>
            <a:pPr defTabSz="3429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34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762000" y="9042400"/>
            <a:ext cx="22860000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22725"/>
            </a:lvl1pPr>
          </a:lstStyle>
          <a:p>
            <a:r>
              <a:t>Texto do Título</a:t>
            </a:r>
          </a:p>
        </p:txBody>
      </p:sp>
      <p:sp>
        <p:nvSpPr>
          <p:cNvPr id="35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62000" y="5994400"/>
            <a:ext cx="22860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2400"/>
              </a:spcBef>
              <a:buClrTx/>
              <a:buSzTx/>
              <a:buFontTx/>
              <a:buNone/>
              <a:defRPr sz="5775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1pPr>
            <a:lvl2pPr marL="0" indent="171450">
              <a:lnSpc>
                <a:spcPct val="80000"/>
              </a:lnSpc>
              <a:spcBef>
                <a:spcPts val="2400"/>
              </a:spcBef>
              <a:buClrTx/>
              <a:buSzTx/>
              <a:buFontTx/>
              <a:buNone/>
              <a:defRPr sz="5775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2pPr>
            <a:lvl3pPr marL="0" indent="342900">
              <a:lnSpc>
                <a:spcPct val="80000"/>
              </a:lnSpc>
              <a:spcBef>
                <a:spcPts val="2400"/>
              </a:spcBef>
              <a:buClrTx/>
              <a:buSzTx/>
              <a:buFontTx/>
              <a:buNone/>
              <a:defRPr sz="5775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3pPr>
            <a:lvl4pPr marL="0" indent="514350">
              <a:lnSpc>
                <a:spcPct val="80000"/>
              </a:lnSpc>
              <a:spcBef>
                <a:spcPts val="2400"/>
              </a:spcBef>
              <a:buClrTx/>
              <a:buSzTx/>
              <a:buFontTx/>
              <a:buNone/>
              <a:defRPr sz="5775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4pPr>
            <a:lvl5pPr marL="0" indent="685800">
              <a:lnSpc>
                <a:spcPct val="80000"/>
              </a:lnSpc>
              <a:spcBef>
                <a:spcPts val="2400"/>
              </a:spcBef>
              <a:buClrTx/>
              <a:buSzTx/>
              <a:buFontTx/>
              <a:buNone/>
              <a:defRPr sz="5775" cap="all">
                <a:solidFill>
                  <a:srgbClr val="A6AAA9"/>
                </a:solidFill>
                <a:latin typeface="DIN Alternate"/>
                <a:ea typeface="DIN Alternate"/>
                <a:cs typeface="DIN Alternate"/>
                <a:sym typeface="DIN Alternate"/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36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22960481" y="584202"/>
            <a:ext cx="605935" cy="43499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ha"/>
          <p:cNvSpPr/>
          <p:nvPr/>
        </p:nvSpPr>
        <p:spPr>
          <a:xfrm flipV="1">
            <a:off x="762000" y="1396999"/>
            <a:ext cx="20955003" cy="4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38100" tIns="38100" rIns="38100" bIns="38100" anchor="ctr"/>
          <a:lstStyle/>
          <a:p>
            <a:pPr defTabSz="3429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3" name="Texto do Título"/>
          <p:cNvSpPr txBox="1">
            <a:spLocks noGrp="1"/>
          </p:cNvSpPr>
          <p:nvPr>
            <p:ph type="title"/>
          </p:nvPr>
        </p:nvSpPr>
        <p:spPr>
          <a:xfrm>
            <a:off x="762000" y="2159000"/>
            <a:ext cx="22860000" cy="101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Texto do Título</a:t>
            </a:r>
          </a:p>
        </p:txBody>
      </p:sp>
      <p:sp>
        <p:nvSpPr>
          <p:cNvPr id="4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5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23006913" y="609602"/>
            <a:ext cx="605935" cy="4349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defRPr sz="2700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ransition spd="med"/>
  <p:txStyles>
    <p:titleStyle>
      <a:lvl1pPr marL="0" marR="0" indent="0" algn="l" defTabSz="619125" rtl="0" latinLnBrk="0">
        <a:lnSpc>
          <a:spcPct val="80000"/>
        </a:lnSpc>
        <a:spcBef>
          <a:spcPts val="2925"/>
        </a:spcBef>
        <a:spcAft>
          <a:spcPts val="0"/>
        </a:spcAft>
        <a:buClrTx/>
        <a:buSzTx/>
        <a:buFontTx/>
        <a:buNone/>
        <a:defRPr sz="6525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1pPr>
      <a:lvl2pPr marL="0" marR="0" indent="171450" algn="l" defTabSz="619125" rtl="0" latinLnBrk="0">
        <a:lnSpc>
          <a:spcPct val="80000"/>
        </a:lnSpc>
        <a:spcBef>
          <a:spcPts val="2925"/>
        </a:spcBef>
        <a:spcAft>
          <a:spcPts val="0"/>
        </a:spcAft>
        <a:buClrTx/>
        <a:buSzTx/>
        <a:buFontTx/>
        <a:buNone/>
        <a:defRPr sz="6525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2pPr>
      <a:lvl3pPr marL="0" marR="0" indent="342900" algn="l" defTabSz="619125" rtl="0" latinLnBrk="0">
        <a:lnSpc>
          <a:spcPct val="80000"/>
        </a:lnSpc>
        <a:spcBef>
          <a:spcPts val="2925"/>
        </a:spcBef>
        <a:spcAft>
          <a:spcPts val="0"/>
        </a:spcAft>
        <a:buClrTx/>
        <a:buSzTx/>
        <a:buFontTx/>
        <a:buNone/>
        <a:defRPr sz="6525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3pPr>
      <a:lvl4pPr marL="0" marR="0" indent="514350" algn="l" defTabSz="619125" rtl="0" latinLnBrk="0">
        <a:lnSpc>
          <a:spcPct val="80000"/>
        </a:lnSpc>
        <a:spcBef>
          <a:spcPts val="2925"/>
        </a:spcBef>
        <a:spcAft>
          <a:spcPts val="0"/>
        </a:spcAft>
        <a:buClrTx/>
        <a:buSzTx/>
        <a:buFontTx/>
        <a:buNone/>
        <a:defRPr sz="6525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4pPr>
      <a:lvl5pPr marL="0" marR="0" indent="685800" algn="l" defTabSz="619125" rtl="0" latinLnBrk="0">
        <a:lnSpc>
          <a:spcPct val="80000"/>
        </a:lnSpc>
        <a:spcBef>
          <a:spcPts val="2925"/>
        </a:spcBef>
        <a:spcAft>
          <a:spcPts val="0"/>
        </a:spcAft>
        <a:buClrTx/>
        <a:buSzTx/>
        <a:buFontTx/>
        <a:buNone/>
        <a:defRPr sz="6525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5pPr>
      <a:lvl6pPr marL="0" marR="0" indent="857250" algn="l" defTabSz="619125" rtl="0" latinLnBrk="0">
        <a:lnSpc>
          <a:spcPct val="80000"/>
        </a:lnSpc>
        <a:spcBef>
          <a:spcPts val="2925"/>
        </a:spcBef>
        <a:spcAft>
          <a:spcPts val="0"/>
        </a:spcAft>
        <a:buClrTx/>
        <a:buSzTx/>
        <a:buFontTx/>
        <a:buNone/>
        <a:defRPr sz="6525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6pPr>
      <a:lvl7pPr marL="0" marR="0" indent="1028700" algn="l" defTabSz="619125" rtl="0" latinLnBrk="0">
        <a:lnSpc>
          <a:spcPct val="80000"/>
        </a:lnSpc>
        <a:spcBef>
          <a:spcPts val="2925"/>
        </a:spcBef>
        <a:spcAft>
          <a:spcPts val="0"/>
        </a:spcAft>
        <a:buClrTx/>
        <a:buSzTx/>
        <a:buFontTx/>
        <a:buNone/>
        <a:defRPr sz="6525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7pPr>
      <a:lvl8pPr marL="0" marR="0" indent="1200150" algn="l" defTabSz="619125" rtl="0" latinLnBrk="0">
        <a:lnSpc>
          <a:spcPct val="80000"/>
        </a:lnSpc>
        <a:spcBef>
          <a:spcPts val="2925"/>
        </a:spcBef>
        <a:spcAft>
          <a:spcPts val="0"/>
        </a:spcAft>
        <a:buClrTx/>
        <a:buSzTx/>
        <a:buFontTx/>
        <a:buNone/>
        <a:defRPr sz="6525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8pPr>
      <a:lvl9pPr marL="0" marR="0" indent="1371600" algn="l" defTabSz="619125" rtl="0" latinLnBrk="0">
        <a:lnSpc>
          <a:spcPct val="80000"/>
        </a:lnSpc>
        <a:spcBef>
          <a:spcPts val="2925"/>
        </a:spcBef>
        <a:spcAft>
          <a:spcPts val="0"/>
        </a:spcAft>
        <a:buClrTx/>
        <a:buSzTx/>
        <a:buFontTx/>
        <a:buNone/>
        <a:defRPr sz="6525" b="0" i="0" u="none" strike="noStrike" cap="all" spc="0" baseline="0">
          <a:ln>
            <a:noFill/>
          </a:ln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9pPr>
    </p:titleStyle>
    <p:bodyStyle>
      <a:lvl1pPr marL="476250" marR="0" indent="-476250" algn="l" defTabSz="619125" latinLnBrk="0">
        <a:lnSpc>
          <a:spcPct val="100000"/>
        </a:lnSpc>
        <a:spcBef>
          <a:spcPts val="2925"/>
        </a:spcBef>
        <a:spcAft>
          <a:spcPts val="0"/>
        </a:spcAft>
        <a:buClr>
          <a:schemeClr val="accent1">
            <a:satOff val="-4059"/>
          </a:schemeClr>
        </a:buClr>
        <a:buSzPct val="105000"/>
        <a:buFont typeface="Avenir Next"/>
        <a:buChar char="‣"/>
        <a:defRPr sz="36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1pPr>
      <a:lvl2pPr marL="952500" marR="0" indent="-476250" algn="l" defTabSz="619125" latinLnBrk="0">
        <a:lnSpc>
          <a:spcPct val="100000"/>
        </a:lnSpc>
        <a:spcBef>
          <a:spcPts val="2925"/>
        </a:spcBef>
        <a:spcAft>
          <a:spcPts val="0"/>
        </a:spcAft>
        <a:buClr>
          <a:schemeClr val="accent1">
            <a:satOff val="-4059"/>
          </a:schemeClr>
        </a:buClr>
        <a:buSzPct val="105000"/>
        <a:buFont typeface="Avenir Next"/>
        <a:buChar char="‣"/>
        <a:defRPr sz="36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2pPr>
      <a:lvl3pPr marL="1428750" marR="0" indent="-476250" algn="l" defTabSz="619125" latinLnBrk="0">
        <a:lnSpc>
          <a:spcPct val="100000"/>
        </a:lnSpc>
        <a:spcBef>
          <a:spcPts val="2925"/>
        </a:spcBef>
        <a:spcAft>
          <a:spcPts val="0"/>
        </a:spcAft>
        <a:buClr>
          <a:schemeClr val="accent1">
            <a:satOff val="-4059"/>
          </a:schemeClr>
        </a:buClr>
        <a:buSzPct val="105000"/>
        <a:buFont typeface="Avenir Next"/>
        <a:buChar char="‣"/>
        <a:defRPr sz="36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3pPr>
      <a:lvl4pPr marL="1905000" marR="0" indent="-476250" algn="l" defTabSz="619125" latinLnBrk="0">
        <a:lnSpc>
          <a:spcPct val="100000"/>
        </a:lnSpc>
        <a:spcBef>
          <a:spcPts val="2925"/>
        </a:spcBef>
        <a:spcAft>
          <a:spcPts val="0"/>
        </a:spcAft>
        <a:buClr>
          <a:schemeClr val="accent1">
            <a:satOff val="-4059"/>
          </a:schemeClr>
        </a:buClr>
        <a:buSzPct val="105000"/>
        <a:buFont typeface="Avenir Next"/>
        <a:buChar char="‣"/>
        <a:defRPr sz="36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4pPr>
      <a:lvl5pPr marL="2381250" marR="0" indent="-476250" algn="l" defTabSz="619125" latinLnBrk="0">
        <a:lnSpc>
          <a:spcPct val="100000"/>
        </a:lnSpc>
        <a:spcBef>
          <a:spcPts val="2925"/>
        </a:spcBef>
        <a:spcAft>
          <a:spcPts val="0"/>
        </a:spcAft>
        <a:buClr>
          <a:schemeClr val="accent1">
            <a:satOff val="-4059"/>
          </a:schemeClr>
        </a:buClr>
        <a:buSzPct val="105000"/>
        <a:buFont typeface="Avenir Next"/>
        <a:buChar char="‣"/>
        <a:defRPr sz="36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5pPr>
      <a:lvl6pPr marL="2857500" marR="0" indent="-476250" algn="l" defTabSz="619125" latinLnBrk="0">
        <a:lnSpc>
          <a:spcPct val="100000"/>
        </a:lnSpc>
        <a:spcBef>
          <a:spcPts val="2925"/>
        </a:spcBef>
        <a:spcAft>
          <a:spcPts val="0"/>
        </a:spcAft>
        <a:buClr>
          <a:schemeClr val="accent1">
            <a:satOff val="-4059"/>
          </a:schemeClr>
        </a:buClr>
        <a:buSzPct val="105000"/>
        <a:buFont typeface="Avenir Next"/>
        <a:buChar char="‣"/>
        <a:defRPr sz="36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6pPr>
      <a:lvl7pPr marL="3333750" marR="0" indent="-476250" algn="l" defTabSz="619125" latinLnBrk="0">
        <a:lnSpc>
          <a:spcPct val="100000"/>
        </a:lnSpc>
        <a:spcBef>
          <a:spcPts val="2925"/>
        </a:spcBef>
        <a:spcAft>
          <a:spcPts val="0"/>
        </a:spcAft>
        <a:buClr>
          <a:schemeClr val="accent1">
            <a:satOff val="-4059"/>
          </a:schemeClr>
        </a:buClr>
        <a:buSzPct val="105000"/>
        <a:buFont typeface="Avenir Next"/>
        <a:buChar char="‣"/>
        <a:defRPr sz="36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7pPr>
      <a:lvl8pPr marL="3810000" marR="0" indent="-476250" algn="l" defTabSz="619125" latinLnBrk="0">
        <a:lnSpc>
          <a:spcPct val="100000"/>
        </a:lnSpc>
        <a:spcBef>
          <a:spcPts val="2925"/>
        </a:spcBef>
        <a:spcAft>
          <a:spcPts val="0"/>
        </a:spcAft>
        <a:buClr>
          <a:schemeClr val="accent1">
            <a:satOff val="-4059"/>
          </a:schemeClr>
        </a:buClr>
        <a:buSzPct val="105000"/>
        <a:buFont typeface="Avenir Next"/>
        <a:buChar char="‣"/>
        <a:defRPr sz="36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8pPr>
      <a:lvl9pPr marL="4286250" marR="0" indent="-476250" algn="l" defTabSz="619125" latinLnBrk="0">
        <a:lnSpc>
          <a:spcPct val="100000"/>
        </a:lnSpc>
        <a:spcBef>
          <a:spcPts val="2925"/>
        </a:spcBef>
        <a:spcAft>
          <a:spcPts val="0"/>
        </a:spcAft>
        <a:buClr>
          <a:schemeClr val="accent1">
            <a:satOff val="-4059"/>
          </a:schemeClr>
        </a:buClr>
        <a:buSzPct val="105000"/>
        <a:buFont typeface="Avenir Next"/>
        <a:buChar char="‣"/>
        <a:defRPr sz="3600" b="0" i="0" u="none" strike="noStrike" cap="none" spc="0" baseline="0">
          <a:ln>
            <a:noFill/>
          </a:ln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9pPr>
    </p:bodyStyle>
    <p:otherStyle>
      <a:lvl1pPr marL="0" marR="0" indent="0" algn="r" defTabSz="619125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2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1pPr>
      <a:lvl2pPr marL="0" marR="0" indent="171450" algn="r" defTabSz="619125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2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2pPr>
      <a:lvl3pPr marL="0" marR="0" indent="342900" algn="r" defTabSz="619125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2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3pPr>
      <a:lvl4pPr marL="0" marR="0" indent="514350" algn="r" defTabSz="619125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2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4pPr>
      <a:lvl5pPr marL="0" marR="0" indent="685800" algn="r" defTabSz="619125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2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5pPr>
      <a:lvl6pPr marL="0" marR="0" indent="857250" algn="r" defTabSz="619125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2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6pPr>
      <a:lvl7pPr marL="0" marR="0" indent="1028700" algn="r" defTabSz="619125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2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7pPr>
      <a:lvl8pPr marL="0" marR="0" indent="1200150" algn="r" defTabSz="619125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2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8pPr>
      <a:lvl9pPr marL="0" marR="0" indent="1371600" algn="r" defTabSz="619125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27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Nova Estrutura para 2019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pt-BR" sz="7200" dirty="0">
                <a:solidFill>
                  <a:schemeClr val="bg1"/>
                </a:solidFill>
              </a:rPr>
              <a:t>mineração.</a:t>
            </a:r>
            <a:endParaRPr sz="6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6824" y="457200"/>
            <a:ext cx="22569304" cy="1981200"/>
          </a:xfrm>
        </p:spPr>
        <p:txBody>
          <a:bodyPr>
            <a:normAutofit/>
          </a:bodyPr>
          <a:lstStyle/>
          <a:p>
            <a:r>
              <a:rPr lang="pt-BR" sz="8000" dirty="0"/>
              <a:t>Portugal: crise; século: XVIII</a:t>
            </a:r>
            <a:endParaRPr lang="pt-BR" sz="80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06824" y="1559859"/>
            <a:ext cx="18871826" cy="1110921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6600" dirty="0">
                <a:solidFill>
                  <a:schemeClr val="bg1"/>
                </a:solidFill>
                <a:cs typeface="Times New Roman" panose="02020603050405020304" pitchFamily="18" charset="0"/>
              </a:rPr>
              <a:t>a) União Ibérica: Restauração Portuguesa.</a:t>
            </a:r>
            <a:endParaRPr lang="pt-BR" sz="66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6600" dirty="0">
                <a:solidFill>
                  <a:schemeClr val="bg1"/>
                </a:solidFill>
                <a:cs typeface="Times New Roman" panose="02020603050405020304" pitchFamily="18" charset="0"/>
              </a:rPr>
              <a:t>b) Império Português: manutenção.</a:t>
            </a:r>
            <a:endParaRPr lang="pt-BR" sz="66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6600" dirty="0">
                <a:solidFill>
                  <a:schemeClr val="bg1"/>
                </a:solidFill>
                <a:cs typeface="Times New Roman" panose="02020603050405020304" pitchFamily="18" charset="0"/>
              </a:rPr>
              <a:t>c) Produtos das colônias: concorrência.</a:t>
            </a:r>
            <a:endParaRPr lang="pt-BR" sz="66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6600" dirty="0">
                <a:solidFill>
                  <a:schemeClr val="bg1"/>
                </a:solidFill>
                <a:cs typeface="Times New Roman" panose="02020603050405020304" pitchFamily="18" charset="0"/>
              </a:rPr>
              <a:t>Exemplos: açúcar, especiarias e escravos.</a:t>
            </a:r>
            <a:endParaRPr lang="pt-BR" sz="66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6600" dirty="0">
                <a:solidFill>
                  <a:schemeClr val="bg1"/>
                </a:solidFill>
                <a:cs typeface="Times New Roman" panose="02020603050405020304" pitchFamily="18" charset="0"/>
              </a:rPr>
              <a:t>d) Inglaterra: potência; marítima, econômica...</a:t>
            </a:r>
            <a:endParaRPr lang="pt-BR" sz="66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6600" dirty="0">
                <a:solidFill>
                  <a:schemeClr val="bg1"/>
                </a:solidFill>
                <a:cs typeface="Times New Roman" panose="02020603050405020304" pitchFamily="18" charset="0"/>
              </a:rPr>
              <a:t>e) Acordos: empréstimos, financiamentos. </a:t>
            </a:r>
            <a:endParaRPr lang="pt-BR" sz="66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6600" dirty="0">
                <a:solidFill>
                  <a:schemeClr val="bg1"/>
                </a:solidFill>
                <a:cs typeface="Times New Roman" panose="02020603050405020304" pitchFamily="18" charset="0"/>
              </a:rPr>
              <a:t>Tratado de </a:t>
            </a:r>
            <a:r>
              <a:rPr lang="pt-BR" sz="6600" dirty="0" err="1">
                <a:solidFill>
                  <a:schemeClr val="bg1"/>
                </a:solidFill>
                <a:cs typeface="Times New Roman" panose="02020603050405020304" pitchFamily="18" charset="0"/>
              </a:rPr>
              <a:t>Methuen</a:t>
            </a:r>
            <a:r>
              <a:rPr lang="pt-BR" sz="6600" dirty="0">
                <a:solidFill>
                  <a:schemeClr val="bg1"/>
                </a:solidFill>
                <a:cs typeface="Times New Roman" panose="02020603050405020304" pitchFamily="18" charset="0"/>
              </a:rPr>
              <a:t> ou Panos e Vinhos.</a:t>
            </a:r>
            <a:endParaRPr lang="pt-BR" sz="66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6600" dirty="0">
                <a:solidFill>
                  <a:schemeClr val="bg1"/>
                </a:solidFill>
                <a:cs typeface="Times New Roman" panose="02020603050405020304" pitchFamily="18" charset="0"/>
              </a:rPr>
              <a:t>f) Reis: João V e José I.</a:t>
            </a:r>
            <a:endParaRPr lang="pt-BR" sz="66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endParaRPr lang="pt-BR" sz="6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2971" y="215802"/>
            <a:ext cx="9978058" cy="132843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Resultado de imagem para sociedade do ouro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7600" y="0"/>
            <a:ext cx="18288000" cy="137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m relacionada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5940" y="-342800"/>
            <a:ext cx="21452120" cy="1405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Imagem relacionada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5456" y="-2765"/>
            <a:ext cx="9793088" cy="13718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Resultado de imagem para casas de fundiÃ§Ã£o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8413" y="2383561"/>
            <a:ext cx="17207182" cy="8948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8000" dirty="0"/>
              <a:t>Diamantes.</a:t>
            </a:r>
            <a:endParaRPr lang="pt-BR" sz="8000" dirty="0"/>
          </a:p>
        </p:txBody>
      </p:sp>
      <p:pic>
        <p:nvPicPr>
          <p:cNvPr id="6146" name="Picture 2" descr="LocalizaÃ§Ã£o de Diamantina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02147" y="3200400"/>
            <a:ext cx="11779710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ttps://upload.wikimedia.org/wikipedia/commons/b/b1/Autor_desconhecido_-_Les_laveurs_de_diamants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939" y="-196795"/>
            <a:ext cx="19162642" cy="14012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2353" y="457200"/>
            <a:ext cx="22703775" cy="1981200"/>
          </a:xfrm>
        </p:spPr>
        <p:txBody>
          <a:bodyPr/>
          <a:lstStyle/>
          <a:p>
            <a:r>
              <a:rPr lang="pt-BR" sz="8000" dirty="0"/>
              <a:t>Marquês de Pombal</a:t>
            </a:r>
            <a:r>
              <a:rPr lang="pt-BR" dirty="0"/>
              <a:t>.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2353" y="1479176"/>
            <a:ext cx="19311925" cy="10865224"/>
          </a:xfrm>
        </p:spPr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pt-BR" sz="7200" dirty="0">
                <a:solidFill>
                  <a:schemeClr val="bg1"/>
                </a:solidFill>
              </a:rPr>
              <a:t>Reformas Pombalinas:</a:t>
            </a:r>
            <a:endParaRPr lang="pt-BR" sz="7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7200" dirty="0">
                <a:solidFill>
                  <a:schemeClr val="bg1"/>
                </a:solidFill>
              </a:rPr>
              <a:t>a) Fim das Capitanias Hereditárias.</a:t>
            </a:r>
            <a:endParaRPr lang="pt-BR" sz="7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7200" dirty="0">
                <a:solidFill>
                  <a:schemeClr val="bg1"/>
                </a:solidFill>
              </a:rPr>
              <a:t>b) 1763; Capital: Salvador - Rio de Janeiro.</a:t>
            </a:r>
            <a:endParaRPr lang="pt-BR" sz="7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7200" dirty="0">
                <a:solidFill>
                  <a:schemeClr val="bg1"/>
                </a:solidFill>
              </a:rPr>
              <a:t>c) Tratado de Madri</a:t>
            </a:r>
            <a:endParaRPr lang="pt-BR" sz="7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7200" dirty="0">
                <a:solidFill>
                  <a:schemeClr val="bg1"/>
                </a:solidFill>
              </a:rPr>
              <a:t>Expulsão dos jesuítas = Guerras Guariníticas.</a:t>
            </a:r>
            <a:endParaRPr lang="pt-BR" sz="7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7200" dirty="0">
                <a:solidFill>
                  <a:schemeClr val="bg1"/>
                </a:solidFill>
              </a:rPr>
              <a:t>e) Educação.</a:t>
            </a:r>
            <a:endParaRPr lang="pt-BR" sz="7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sz="7200" dirty="0">
                <a:solidFill>
                  <a:schemeClr val="bg1"/>
                </a:solidFill>
              </a:rPr>
              <a:t>f) Reconstrução de Portugal.</a:t>
            </a:r>
            <a:endParaRPr lang="pt-BR" sz="72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t-B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Resultado de imagem para marques de pombal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860" y="-313425"/>
            <a:ext cx="19374680" cy="14811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3413" y="-1371376"/>
            <a:ext cx="25388047" cy="15087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Imagem relacionada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0"/>
            <a:ext cx="18623280" cy="137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8000" dirty="0"/>
              <a:t>Cultura.</a:t>
            </a:r>
            <a:endParaRPr lang="pt-BR" sz="8000" dirty="0"/>
          </a:p>
        </p:txBody>
      </p:sp>
      <p:pic>
        <p:nvPicPr>
          <p:cNvPr id="17414" name="Picture 6" descr="https://upload.wikimedia.org/wikipedia/commons/a/a8/Aleijadinho%2C_Igreja_da_Ordem_Terceira_de_S%C3%A3o_Francisco_de_Assis%2C_S%C3%A3o_Jo%C3%A3o_del_Rei.jpg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442223" y="1700809"/>
            <a:ext cx="5136562" cy="10314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0" name="Picture 2" descr="https://upload.wikimedia.org/wikipedia/commons/0/04/Aleijadinho_-_Senhor_dos_Passo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092" y="1700809"/>
            <a:ext cx="7735788" cy="10314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Kala Kshetram — Teto da Igreja de São Francisco, obra de mestre...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99" y="-1031633"/>
            <a:ext cx="18381786" cy="18381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Imagem relacionada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0700" y="0"/>
            <a:ext cx="18265776" cy="137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New_Template7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ew_Template7">
      <a:majorFont>
        <a:latin typeface="DIN Condensed"/>
        <a:ea typeface="DIN Condensed"/>
        <a:cs typeface="DIN Condensed"/>
      </a:majorFont>
      <a:minorFont>
        <a:latin typeface="DIN Condensed"/>
        <a:ea typeface="DIN Condensed"/>
        <a:cs typeface="DIN Condensed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4000" b="0" i="0" u="none" strike="noStrike" cap="all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DIN Condense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3400"/>
          </a:spcBef>
          <a:spcAft>
            <a:spcPts val="0"/>
          </a:spcAft>
          <a:buClrTx/>
          <a:buSzTx/>
          <a:buFontTx/>
          <a:buNone/>
          <a:defRPr kumimoji="0" sz="3000" b="0" i="0" u="none" strike="noStrike" cap="none" spc="0" normalizeH="0" baseline="0">
            <a:ln>
              <a:noFill/>
            </a:ln>
            <a:solidFill>
              <a:srgbClr val="838787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IN Condensed"/>
        <a:ea typeface="DIN Condensed"/>
        <a:cs typeface="DIN Condensed"/>
      </a:majorFont>
      <a:minorFont>
        <a:latin typeface="DIN Condensed"/>
        <a:ea typeface="DIN Condensed"/>
        <a:cs typeface="DIN Condensed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4000" b="0" i="0" u="none" strike="noStrike" cap="all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DIN Condense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3400"/>
          </a:spcBef>
          <a:spcAft>
            <a:spcPts val="0"/>
          </a:spcAft>
          <a:buClrTx/>
          <a:buSzTx/>
          <a:buFontTx/>
          <a:buNone/>
          <a:defRPr kumimoji="0" sz="3000" b="0" i="0" u="none" strike="noStrike" cap="none" spc="0" normalizeH="0" baseline="0">
            <a:ln>
              <a:noFill/>
            </a:ln>
            <a:solidFill>
              <a:srgbClr val="838787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583</Words>
  <Application>WPS Presentation</Application>
  <PresentationFormat>Personalizar</PresentationFormat>
  <Paragraphs>29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Arial</vt:lpstr>
      <vt:lpstr>SimSun</vt:lpstr>
      <vt:lpstr>Wingdings</vt:lpstr>
      <vt:lpstr>Avenir Next Medium</vt:lpstr>
      <vt:lpstr>Segoe Print</vt:lpstr>
      <vt:lpstr>DIN Condensed</vt:lpstr>
      <vt:lpstr>Helvetica</vt:lpstr>
      <vt:lpstr>DIN Alternate</vt:lpstr>
      <vt:lpstr>Avenir Next</vt:lpstr>
      <vt:lpstr>Helvetica Neue</vt:lpstr>
      <vt:lpstr>Microsoft YaHei</vt:lpstr>
      <vt:lpstr>Arial Unicode MS</vt:lpstr>
      <vt:lpstr>Times New Roman</vt:lpstr>
      <vt:lpstr>1_New_Template7</vt:lpstr>
      <vt:lpstr>PowerPoint 演示文稿</vt:lpstr>
      <vt:lpstr>Portugal: crise; século: XVIII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Diamantes.</vt:lpstr>
      <vt:lpstr>PowerPoint 演示文稿</vt:lpstr>
      <vt:lpstr>Marquês de Pombal.</vt:lpstr>
      <vt:lpstr>PowerPoint 演示文稿</vt:lpstr>
      <vt:lpstr>PowerPoint 演示文稿</vt:lpstr>
      <vt:lpstr>PowerPoint 演示文稿</vt:lpstr>
      <vt:lpstr>Cultura.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Poliedro Guarulhos</dc:creator>
  <cp:lastModifiedBy>Rodrigo Bonifacio</cp:lastModifiedBy>
  <cp:revision>170</cp:revision>
  <dcterms:created xsi:type="dcterms:W3CDTF">2020-07-02T22:12:00Z</dcterms:created>
  <dcterms:modified xsi:type="dcterms:W3CDTF">2025-08-25T01:30:02Z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760B8FF2777344BD9EAF2779B2B7EFB6_12</vt:lpwstr>
  </property>
  <property fmtid="{D5CDD505-2E9C-101B-9397-08002B2CF9AE}" pid="3" name="KSOProductBuildVer">
    <vt:lpwstr>1046-12.2.0.22222</vt:lpwstr>
  </property>
</Properties>
</file>