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64" r:id="rId6"/>
    <p:sldId id="267" r:id="rId7"/>
    <p:sldId id="266" r:id="rId8"/>
    <p:sldId id="269" r:id="rId9"/>
    <p:sldId id="310" r:id="rId10"/>
    <p:sldId id="265" r:id="rId11"/>
    <p:sldId id="271" r:id="rId12"/>
    <p:sldId id="273" r:id="rId13"/>
    <p:sldId id="275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B41A9-D894-4479-8298-29D724B09AD9}" v="10" dt="2023-02-07T10:00:20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.bonifacio.historia@outlook.com" userId="2c15b1a1294440ef" providerId="LiveId" clId="{8E4B41A9-D894-4479-8298-29D724B09AD9}"/>
    <pc:docChg chg="addSld delSld modSld sldOrd">
      <pc:chgData name="rodrigo.bonifacio.historia@outlook.com" userId="2c15b1a1294440ef" providerId="LiveId" clId="{8E4B41A9-D894-4479-8298-29D724B09AD9}" dt="2023-02-07T10:00:20.398" v="54"/>
      <pc:docMkLst>
        <pc:docMk/>
      </pc:docMkLst>
      <pc:sldChg chg="del">
        <pc:chgData name="rodrigo.bonifacio.historia@outlook.com" userId="2c15b1a1294440ef" providerId="LiveId" clId="{8E4B41A9-D894-4479-8298-29D724B09AD9}" dt="2023-02-03T08:35:50.961" v="0" actId="47"/>
        <pc:sldMkLst>
          <pc:docMk/>
          <pc:sldMk cId="3304601770" sldId="257"/>
        </pc:sldMkLst>
      </pc:sldChg>
      <pc:sldChg chg="del">
        <pc:chgData name="rodrigo.bonifacio.historia@outlook.com" userId="2c15b1a1294440ef" providerId="LiveId" clId="{8E4B41A9-D894-4479-8298-29D724B09AD9}" dt="2023-02-03T08:35:51.711" v="1" actId="47"/>
        <pc:sldMkLst>
          <pc:docMk/>
          <pc:sldMk cId="1305870820" sldId="258"/>
        </pc:sldMkLst>
      </pc:sldChg>
      <pc:sldChg chg="del">
        <pc:chgData name="rodrigo.bonifacio.historia@outlook.com" userId="2c15b1a1294440ef" providerId="LiveId" clId="{8E4B41A9-D894-4479-8298-29D724B09AD9}" dt="2023-02-03T08:35:52.553" v="2" actId="47"/>
        <pc:sldMkLst>
          <pc:docMk/>
          <pc:sldMk cId="358876674" sldId="259"/>
        </pc:sldMkLst>
      </pc:sldChg>
      <pc:sldChg chg="del">
        <pc:chgData name="rodrigo.bonifacio.historia@outlook.com" userId="2c15b1a1294440ef" providerId="LiveId" clId="{8E4B41A9-D894-4479-8298-29D724B09AD9}" dt="2023-02-03T08:35:53.830" v="3" actId="47"/>
        <pc:sldMkLst>
          <pc:docMk/>
          <pc:sldMk cId="2410457138" sldId="260"/>
        </pc:sldMkLst>
      </pc:sldChg>
      <pc:sldChg chg="del">
        <pc:chgData name="rodrigo.bonifacio.historia@outlook.com" userId="2c15b1a1294440ef" providerId="LiveId" clId="{8E4B41A9-D894-4479-8298-29D724B09AD9}" dt="2023-02-07T09:54:05.131" v="43" actId="47"/>
        <pc:sldMkLst>
          <pc:docMk/>
          <pc:sldMk cId="3991484762" sldId="268"/>
        </pc:sldMkLst>
      </pc:sldChg>
      <pc:sldChg chg="modSp mod">
        <pc:chgData name="rodrigo.bonifacio.historia@outlook.com" userId="2c15b1a1294440ef" providerId="LiveId" clId="{8E4B41A9-D894-4479-8298-29D724B09AD9}" dt="2023-02-07T09:56:34.461" v="53" actId="20577"/>
        <pc:sldMkLst>
          <pc:docMk/>
          <pc:sldMk cId="3932411957" sldId="272"/>
        </pc:sldMkLst>
        <pc:spChg chg="mod">
          <ac:chgData name="rodrigo.bonifacio.historia@outlook.com" userId="2c15b1a1294440ef" providerId="LiveId" clId="{8E4B41A9-D894-4479-8298-29D724B09AD9}" dt="2023-02-07T09:56:34.461" v="53" actId="20577"/>
          <ac:spMkLst>
            <pc:docMk/>
            <pc:sldMk cId="3932411957" sldId="272"/>
            <ac:spMk id="3" creationId="{09A12CCC-7CED-4641-BB36-4B1A7B128B76}"/>
          </ac:spMkLst>
        </pc:spChg>
      </pc:sldChg>
      <pc:sldChg chg="del">
        <pc:chgData name="rodrigo.bonifacio.historia@outlook.com" userId="2c15b1a1294440ef" providerId="LiveId" clId="{8E4B41A9-D894-4479-8298-29D724B09AD9}" dt="2023-02-03T08:42:06.562" v="40" actId="47"/>
        <pc:sldMkLst>
          <pc:docMk/>
          <pc:sldMk cId="1747033223" sldId="277"/>
        </pc:sldMkLst>
      </pc:sldChg>
      <pc:sldChg chg="add del">
        <pc:chgData name="rodrigo.bonifacio.historia@outlook.com" userId="2c15b1a1294440ef" providerId="LiveId" clId="{8E4B41A9-D894-4479-8298-29D724B09AD9}" dt="2023-02-03T08:40:19.711" v="28" actId="47"/>
        <pc:sldMkLst>
          <pc:docMk/>
          <pc:sldMk cId="0" sldId="283"/>
        </pc:sldMkLst>
      </pc:sldChg>
      <pc:sldChg chg="add del">
        <pc:chgData name="rodrigo.bonifacio.historia@outlook.com" userId="2c15b1a1294440ef" providerId="LiveId" clId="{8E4B41A9-D894-4479-8298-29D724B09AD9}" dt="2023-02-07T09:54:45.363" v="48" actId="47"/>
        <pc:sldMkLst>
          <pc:docMk/>
          <pc:sldMk cId="3857419107" sldId="302"/>
        </pc:sldMkLst>
      </pc:sldChg>
      <pc:sldChg chg="add del">
        <pc:chgData name="rodrigo.bonifacio.historia@outlook.com" userId="2c15b1a1294440ef" providerId="LiveId" clId="{8E4B41A9-D894-4479-8298-29D724B09AD9}" dt="2023-02-03T08:37:38.435" v="11" actId="47"/>
        <pc:sldMkLst>
          <pc:docMk/>
          <pc:sldMk cId="4085946528" sldId="303"/>
        </pc:sldMkLst>
      </pc:sldChg>
      <pc:sldChg chg="add del">
        <pc:chgData name="rodrigo.bonifacio.historia@outlook.com" userId="2c15b1a1294440ef" providerId="LiveId" clId="{8E4B41A9-D894-4479-8298-29D724B09AD9}" dt="2023-02-03T08:37:39.050" v="12" actId="47"/>
        <pc:sldMkLst>
          <pc:docMk/>
          <pc:sldMk cId="2360055321" sldId="305"/>
        </pc:sldMkLst>
      </pc:sldChg>
      <pc:sldChg chg="add del ord">
        <pc:chgData name="rodrigo.bonifacio.historia@outlook.com" userId="2c15b1a1294440ef" providerId="LiveId" clId="{8E4B41A9-D894-4479-8298-29D724B09AD9}" dt="2023-02-03T08:40:56.618" v="32" actId="2696"/>
        <pc:sldMkLst>
          <pc:docMk/>
          <pc:sldMk cId="0" sldId="309"/>
        </pc:sldMkLst>
      </pc:sldChg>
      <pc:sldChg chg="add del ord">
        <pc:chgData name="rodrigo.bonifacio.historia@outlook.com" userId="2c15b1a1294440ef" providerId="LiveId" clId="{8E4B41A9-D894-4479-8298-29D724B09AD9}" dt="2023-02-03T08:41:21.164" v="37" actId="47"/>
        <pc:sldMkLst>
          <pc:docMk/>
          <pc:sldMk cId="1209875780" sldId="309"/>
        </pc:sldMkLst>
      </pc:sldChg>
      <pc:sldChg chg="add del">
        <pc:chgData name="rodrigo.bonifacio.historia@outlook.com" userId="2c15b1a1294440ef" providerId="LiveId" clId="{8E4B41A9-D894-4479-8298-29D724B09AD9}" dt="2023-02-03T08:40:56.618" v="32" actId="2696"/>
        <pc:sldMkLst>
          <pc:docMk/>
          <pc:sldMk cId="1626419770" sldId="310"/>
        </pc:sldMkLst>
      </pc:sldChg>
      <pc:sldChg chg="add del">
        <pc:chgData name="rodrigo.bonifacio.historia@outlook.com" userId="2c15b1a1294440ef" providerId="LiveId" clId="{8E4B41A9-D894-4479-8298-29D724B09AD9}" dt="2023-02-03T08:40:20.695" v="29" actId="47"/>
        <pc:sldMkLst>
          <pc:docMk/>
          <pc:sldMk cId="0" sldId="311"/>
        </pc:sldMkLst>
      </pc:sldChg>
      <pc:sldChg chg="add del">
        <pc:chgData name="rodrigo.bonifacio.historia@outlook.com" userId="2c15b1a1294440ef" providerId="LiveId" clId="{8E4B41A9-D894-4479-8298-29D724B09AD9}" dt="2023-02-03T08:37:40.365" v="14" actId="47"/>
        <pc:sldMkLst>
          <pc:docMk/>
          <pc:sldMk cId="3714018385" sldId="319"/>
        </pc:sldMkLst>
      </pc:sldChg>
      <pc:sldChg chg="add del">
        <pc:chgData name="rodrigo.bonifacio.historia@outlook.com" userId="2c15b1a1294440ef" providerId="LiveId" clId="{8E4B41A9-D894-4479-8298-29D724B09AD9}" dt="2023-02-03T08:37:41.037" v="15" actId="47"/>
        <pc:sldMkLst>
          <pc:docMk/>
          <pc:sldMk cId="601564352" sldId="320"/>
        </pc:sldMkLst>
      </pc:sldChg>
      <pc:sldChg chg="add del">
        <pc:chgData name="rodrigo.bonifacio.historia@outlook.com" userId="2c15b1a1294440ef" providerId="LiveId" clId="{8E4B41A9-D894-4479-8298-29D724B09AD9}" dt="2023-02-03T08:37:42.240" v="16" actId="47"/>
        <pc:sldMkLst>
          <pc:docMk/>
          <pc:sldMk cId="3501668758" sldId="321"/>
        </pc:sldMkLst>
      </pc:sldChg>
      <pc:sldChg chg="add del">
        <pc:chgData name="rodrigo.bonifacio.historia@outlook.com" userId="2c15b1a1294440ef" providerId="LiveId" clId="{8E4B41A9-D894-4479-8298-29D724B09AD9}" dt="2023-02-03T08:37:43.017" v="17" actId="47"/>
        <pc:sldMkLst>
          <pc:docMk/>
          <pc:sldMk cId="36279452" sldId="322"/>
        </pc:sldMkLst>
      </pc:sldChg>
      <pc:sldChg chg="add del">
        <pc:chgData name="rodrigo.bonifacio.historia@outlook.com" userId="2c15b1a1294440ef" providerId="LiveId" clId="{8E4B41A9-D894-4479-8298-29D724B09AD9}" dt="2023-02-03T08:37:43.767" v="18" actId="47"/>
        <pc:sldMkLst>
          <pc:docMk/>
          <pc:sldMk cId="2459335540" sldId="323"/>
        </pc:sldMkLst>
      </pc:sldChg>
      <pc:sldChg chg="add del">
        <pc:chgData name="rodrigo.bonifacio.historia@outlook.com" userId="2c15b1a1294440ef" providerId="LiveId" clId="{8E4B41A9-D894-4479-8298-29D724B09AD9}" dt="2023-02-03T08:37:44.267" v="19" actId="47"/>
        <pc:sldMkLst>
          <pc:docMk/>
          <pc:sldMk cId="4140651943" sldId="324"/>
        </pc:sldMkLst>
      </pc:sldChg>
      <pc:sldChg chg="add del">
        <pc:chgData name="rodrigo.bonifacio.historia@outlook.com" userId="2c15b1a1294440ef" providerId="LiveId" clId="{8E4B41A9-D894-4479-8298-29D724B09AD9}" dt="2023-02-03T08:37:44.767" v="20" actId="47"/>
        <pc:sldMkLst>
          <pc:docMk/>
          <pc:sldMk cId="1744908168" sldId="325"/>
        </pc:sldMkLst>
      </pc:sldChg>
      <pc:sldChg chg="add del">
        <pc:chgData name="rodrigo.bonifacio.historia@outlook.com" userId="2c15b1a1294440ef" providerId="LiveId" clId="{8E4B41A9-D894-4479-8298-29D724B09AD9}" dt="2023-02-03T08:37:45.392" v="21" actId="47"/>
        <pc:sldMkLst>
          <pc:docMk/>
          <pc:sldMk cId="3231178504" sldId="326"/>
        </pc:sldMkLst>
      </pc:sldChg>
      <pc:sldChg chg="add del">
        <pc:chgData name="rodrigo.bonifacio.historia@outlook.com" userId="2c15b1a1294440ef" providerId="LiveId" clId="{8E4B41A9-D894-4479-8298-29D724B09AD9}" dt="2023-02-03T08:40:19.006" v="27" actId="47"/>
        <pc:sldMkLst>
          <pc:docMk/>
          <pc:sldMk cId="0" sldId="351"/>
        </pc:sldMkLst>
      </pc:sldChg>
      <pc:sldChg chg="add del ord">
        <pc:chgData name="rodrigo.bonifacio.historia@outlook.com" userId="2c15b1a1294440ef" providerId="LiveId" clId="{8E4B41A9-D894-4479-8298-29D724B09AD9}" dt="2023-02-03T08:41:42.653" v="38" actId="47"/>
        <pc:sldMkLst>
          <pc:docMk/>
          <pc:sldMk cId="3040044029" sldId="395"/>
        </pc:sldMkLst>
      </pc:sldChg>
      <pc:sldChg chg="add del">
        <pc:chgData name="rodrigo.bonifacio.historia@outlook.com" userId="2c15b1a1294440ef" providerId="LiveId" clId="{8E4B41A9-D894-4479-8298-29D724B09AD9}" dt="2023-02-03T08:40:56.618" v="32" actId="2696"/>
        <pc:sldMkLst>
          <pc:docMk/>
          <pc:sldMk cId="3570263237" sldId="395"/>
        </pc:sldMkLst>
      </pc:sldChg>
      <pc:sldChg chg="add del">
        <pc:chgData name="rodrigo.bonifacio.historia@outlook.com" userId="2c15b1a1294440ef" providerId="LiveId" clId="{8E4B41A9-D894-4479-8298-29D724B09AD9}" dt="2023-02-03T08:39:58.514" v="25" actId="47"/>
        <pc:sldMkLst>
          <pc:docMk/>
          <pc:sldMk cId="1388912841" sldId="397"/>
        </pc:sldMkLst>
      </pc:sldChg>
      <pc:sldChg chg="add del">
        <pc:chgData name="rodrigo.bonifacio.historia@outlook.com" userId="2c15b1a1294440ef" providerId="LiveId" clId="{8E4B41A9-D894-4479-8298-29D724B09AD9}" dt="2023-02-07T09:54:36.646" v="46" actId="47"/>
        <pc:sldMkLst>
          <pc:docMk/>
          <pc:sldMk cId="3146770811" sldId="406"/>
        </pc:sldMkLst>
      </pc:sldChg>
      <pc:sldChg chg="add del">
        <pc:chgData name="rodrigo.bonifacio.historia@outlook.com" userId="2c15b1a1294440ef" providerId="LiveId" clId="{8E4B41A9-D894-4479-8298-29D724B09AD9}" dt="2023-02-03T08:37:31.260" v="10" actId="47"/>
        <pc:sldMkLst>
          <pc:docMk/>
          <pc:sldMk cId="915280241" sldId="407"/>
        </pc:sldMkLst>
      </pc:sldChg>
      <pc:sldChg chg="add">
        <pc:chgData name="rodrigo.bonifacio.historia@outlook.com" userId="2c15b1a1294440ef" providerId="LiveId" clId="{8E4B41A9-D894-4479-8298-29D724B09AD9}" dt="2023-02-07T10:00:20.398" v="54"/>
        <pc:sldMkLst>
          <pc:docMk/>
          <pc:sldMk cId="0" sldId="434"/>
        </pc:sldMkLst>
      </pc:sldChg>
      <pc:sldChg chg="add">
        <pc:chgData name="rodrigo.bonifacio.historia@outlook.com" userId="2c15b1a1294440ef" providerId="LiveId" clId="{8E4B41A9-D894-4479-8298-29D724B09AD9}" dt="2023-02-07T10:00:20.398" v="54"/>
        <pc:sldMkLst>
          <pc:docMk/>
          <pc:sldMk cId="0" sldId="448"/>
        </pc:sldMkLst>
      </pc:sldChg>
      <pc:sldChg chg="modSp add">
        <pc:chgData name="rodrigo.bonifacio.historia@outlook.com" userId="2c15b1a1294440ef" providerId="LiveId" clId="{8E4B41A9-D894-4479-8298-29D724B09AD9}" dt="2023-02-07T09:56:12.874" v="51" actId="20577"/>
        <pc:sldMkLst>
          <pc:docMk/>
          <pc:sldMk cId="3691995336" sldId="848"/>
        </pc:sldMkLst>
        <pc:spChg chg="mod">
          <ac:chgData name="rodrigo.bonifacio.historia@outlook.com" userId="2c15b1a1294440ef" providerId="LiveId" clId="{8E4B41A9-D894-4479-8298-29D724B09AD9}" dt="2023-02-07T09:56:12.874" v="51" actId="20577"/>
          <ac:spMkLst>
            <pc:docMk/>
            <pc:sldMk cId="3691995336" sldId="848"/>
            <ac:spMk id="8" creationId="{D0F360DD-C359-4924-8740-72E22B8C6CEB}"/>
          </ac:spMkLst>
        </pc:spChg>
      </pc:sldChg>
      <pc:sldChg chg="add del">
        <pc:chgData name="rodrigo.bonifacio.historia@outlook.com" userId="2c15b1a1294440ef" providerId="LiveId" clId="{8E4B41A9-D894-4479-8298-29D724B09AD9}" dt="2023-02-03T08:37:12.976" v="8" actId="47"/>
        <pc:sldMkLst>
          <pc:docMk/>
          <pc:sldMk cId="1233583598" sldId="882"/>
        </pc:sldMkLst>
      </pc:sldChg>
      <pc:sldChg chg="add del">
        <pc:chgData name="rodrigo.bonifacio.historia@outlook.com" userId="2c15b1a1294440ef" providerId="LiveId" clId="{8E4B41A9-D894-4479-8298-29D724B09AD9}" dt="2023-02-03T08:37:13.820" v="9" actId="47"/>
        <pc:sldMkLst>
          <pc:docMk/>
          <pc:sldMk cId="1649855544" sldId="883"/>
        </pc:sldMkLst>
      </pc:sldChg>
      <pc:sldChg chg="add ord">
        <pc:chgData name="rodrigo.bonifacio.historia@outlook.com" userId="2c15b1a1294440ef" providerId="LiveId" clId="{8E4B41A9-D894-4479-8298-29D724B09AD9}" dt="2023-02-07T09:54:31.457" v="45"/>
        <pc:sldMkLst>
          <pc:docMk/>
          <pc:sldMk cId="1458724114" sldId="884"/>
        </pc:sldMkLst>
      </pc:sldChg>
      <pc:sldChg chg="add del">
        <pc:chgData name="rodrigo.bonifacio.historia@outlook.com" userId="2c15b1a1294440ef" providerId="LiveId" clId="{8E4B41A9-D894-4479-8298-29D724B09AD9}" dt="2023-02-03T08:37:07.694" v="7" actId="47"/>
        <pc:sldMkLst>
          <pc:docMk/>
          <pc:sldMk cId="3956361974" sldId="888"/>
        </pc:sldMkLst>
      </pc:sldChg>
      <pc:sldChg chg="add del">
        <pc:chgData name="rodrigo.bonifacio.historia@outlook.com" userId="2c15b1a1294440ef" providerId="LiveId" clId="{8E4B41A9-D894-4479-8298-29D724B09AD9}" dt="2023-02-07T09:54:42.491" v="47" actId="47"/>
        <pc:sldMkLst>
          <pc:docMk/>
          <pc:sldMk cId="2944193589" sldId="889"/>
        </pc:sldMkLst>
      </pc:sldChg>
      <pc:sldChg chg="modSp add del modAnim">
        <pc:chgData name="rodrigo.bonifacio.historia@outlook.com" userId="2c15b1a1294440ef" providerId="LiveId" clId="{8E4B41A9-D894-4479-8298-29D724B09AD9}" dt="2023-02-07T09:53:26.614" v="41" actId="47"/>
        <pc:sldMkLst>
          <pc:docMk/>
          <pc:sldMk cId="3300324219" sldId="890"/>
        </pc:sldMkLst>
        <pc:spChg chg="mod">
          <ac:chgData name="rodrigo.bonifacio.historia@outlook.com" userId="2c15b1a1294440ef" providerId="LiveId" clId="{8E4B41A9-D894-4479-8298-29D724B09AD9}" dt="2023-02-03T08:36:52.506" v="6" actId="20577"/>
          <ac:spMkLst>
            <pc:docMk/>
            <pc:sldMk cId="3300324219" sldId="890"/>
            <ac:spMk id="8" creationId="{D0F360DD-C359-4924-8740-72E22B8C6CEB}"/>
          </ac:spMkLst>
        </pc:spChg>
      </pc:sldChg>
      <pc:sldChg chg="modSp add del modAnim">
        <pc:chgData name="rodrigo.bonifacio.historia@outlook.com" userId="2c15b1a1294440ef" providerId="LiveId" clId="{8E4B41A9-D894-4479-8298-29D724B09AD9}" dt="2023-02-03T08:40:56.618" v="32" actId="2696"/>
        <pc:sldMkLst>
          <pc:docMk/>
          <pc:sldMk cId="2192202559" sldId="892"/>
        </pc:sldMkLst>
        <pc:spChg chg="mod">
          <ac:chgData name="rodrigo.bonifacio.historia@outlook.com" userId="2c15b1a1294440ef" providerId="LiveId" clId="{8E4B41A9-D894-4479-8298-29D724B09AD9}" dt="2023-02-03T08:40:11.866" v="26" actId="20577"/>
          <ac:spMkLst>
            <pc:docMk/>
            <pc:sldMk cId="2192202559" sldId="892"/>
            <ac:spMk id="4" creationId="{00000000-0000-0000-0000-000000000000}"/>
          </ac:spMkLst>
        </pc:spChg>
      </pc:sldChg>
      <pc:sldChg chg="add del ord">
        <pc:chgData name="rodrigo.bonifacio.historia@outlook.com" userId="2c15b1a1294440ef" providerId="LiveId" clId="{8E4B41A9-D894-4479-8298-29D724B09AD9}" dt="2023-02-03T08:41:43.340" v="39" actId="47"/>
        <pc:sldMkLst>
          <pc:docMk/>
          <pc:sldMk cId="3735319907" sldId="892"/>
        </pc:sldMkLst>
      </pc:sldChg>
      <pc:sldChg chg="add del">
        <pc:chgData name="rodrigo.bonifacio.historia@outlook.com" userId="2c15b1a1294440ef" providerId="LiveId" clId="{8E4B41A9-D894-4479-8298-29D724B09AD9}" dt="2023-02-03T08:39:22.370" v="24" actId="47"/>
        <pc:sldMkLst>
          <pc:docMk/>
          <pc:sldMk cId="979188004" sldId="894"/>
        </pc:sldMkLst>
      </pc:sldChg>
      <pc:sldChg chg="add del ord">
        <pc:chgData name="rodrigo.bonifacio.historia@outlook.com" userId="2c15b1a1294440ef" providerId="LiveId" clId="{8E4B41A9-D894-4479-8298-29D724B09AD9}" dt="2023-02-03T08:41:15.788" v="36" actId="47"/>
        <pc:sldMkLst>
          <pc:docMk/>
          <pc:sldMk cId="2825512887" sldId="895"/>
        </pc:sldMkLst>
      </pc:sldChg>
      <pc:sldChg chg="add del">
        <pc:chgData name="rodrigo.bonifacio.historia@outlook.com" userId="2c15b1a1294440ef" providerId="LiveId" clId="{8E4B41A9-D894-4479-8298-29D724B09AD9}" dt="2023-02-03T08:40:56.618" v="32" actId="2696"/>
        <pc:sldMkLst>
          <pc:docMk/>
          <pc:sldMk cId="3550203005" sldId="895"/>
        </pc:sldMkLst>
      </pc:sldChg>
      <pc:sldChg chg="add del">
        <pc:chgData name="rodrigo.bonifacio.historia@outlook.com" userId="2c15b1a1294440ef" providerId="LiveId" clId="{8E4B41A9-D894-4479-8298-29D724B09AD9}" dt="2023-02-07T09:53:45.518" v="42"/>
        <pc:sldMkLst>
          <pc:docMk/>
          <pc:sldMk cId="839028520" sldId="982"/>
        </pc:sldMkLst>
      </pc:sldChg>
      <pc:sldChg chg="add del">
        <pc:chgData name="rodrigo.bonifacio.historia@outlook.com" userId="2c15b1a1294440ef" providerId="LiveId" clId="{8E4B41A9-D894-4479-8298-29D724B09AD9}" dt="2023-02-07T09:53:45.518" v="42"/>
        <pc:sldMkLst>
          <pc:docMk/>
          <pc:sldMk cId="1988345865" sldId="984"/>
        </pc:sldMkLst>
      </pc:sldChg>
      <pc:sldChg chg="add del">
        <pc:chgData name="rodrigo.bonifacio.historia@outlook.com" userId="2c15b1a1294440ef" providerId="LiveId" clId="{8E4B41A9-D894-4479-8298-29D724B09AD9}" dt="2023-02-07T09:53:45.518" v="42"/>
        <pc:sldMkLst>
          <pc:docMk/>
          <pc:sldMk cId="2007552915" sldId="985"/>
        </pc:sldMkLst>
      </pc:sldChg>
      <pc:sldChg chg="add del">
        <pc:chgData name="rodrigo.bonifacio.historia@outlook.com" userId="2c15b1a1294440ef" providerId="LiveId" clId="{8E4B41A9-D894-4479-8298-29D724B09AD9}" dt="2023-02-07T09:53:45.518" v="42"/>
        <pc:sldMkLst>
          <pc:docMk/>
          <pc:sldMk cId="1265100794" sldId="986"/>
        </pc:sldMkLst>
      </pc:sldChg>
      <pc:sldChg chg="add del">
        <pc:chgData name="rodrigo.bonifacio.historia@outlook.com" userId="2c15b1a1294440ef" providerId="LiveId" clId="{8E4B41A9-D894-4479-8298-29D724B09AD9}" dt="2023-02-07T09:53:45.518" v="42"/>
        <pc:sldMkLst>
          <pc:docMk/>
          <pc:sldMk cId="3914122892" sldId="987"/>
        </pc:sldMkLst>
      </pc:sldChg>
      <pc:sldChg chg="add del">
        <pc:chgData name="rodrigo.bonifacio.historia@outlook.com" userId="2c15b1a1294440ef" providerId="LiveId" clId="{8E4B41A9-D894-4479-8298-29D724B09AD9}" dt="2023-02-07T09:53:45.518" v="42"/>
        <pc:sldMkLst>
          <pc:docMk/>
          <pc:sldMk cId="1242866675" sldId="988"/>
        </pc:sldMkLst>
      </pc:sldChg>
      <pc:sldChg chg="add del">
        <pc:chgData name="rodrigo.bonifacio.historia@outlook.com" userId="2c15b1a1294440ef" providerId="LiveId" clId="{8E4B41A9-D894-4479-8298-29D724B09AD9}" dt="2023-02-03T08:37:39.833" v="13" actId="47"/>
        <pc:sldMkLst>
          <pc:docMk/>
          <pc:sldMk cId="203371450" sldId="10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3C489-C193-4049-920B-CD741259B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5FC162-FD68-471C-B041-18FE72C32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8CF6F0-E1FE-4C09-9699-DCB1C659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86765-6490-43FE-877F-7B3DA170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145F53-ABFC-4691-8AE9-C54DFDC4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94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AAD1F-B53A-435F-96CA-1192BC8A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DB5853-AF96-497B-A161-23DC0E9DA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5EBF96-7FF9-4922-8940-368DFB34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11060E-E633-44C0-B729-A524CE57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256EFA-1E80-4916-9D36-7C1BB827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329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568A8-DBD1-49F3-8458-274547B6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E50EE7-449E-4DDF-92C2-263E2851E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8587D4-7C62-49D1-A123-8F9A77BF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81EEBB-098C-483D-A8F0-6B8D51F0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1E73AF-EC43-4324-8131-09909EA8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92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A592-5EAD-4CFC-A349-441D4CD5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0B2EE4-0997-4426-91AC-F95A09D5F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BBA592-3A10-4214-A5CC-F39411A2E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41BFC-F179-4D3B-80C9-E0EDF67F0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154008-1901-49D8-BD62-2838C620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485946-85F7-4520-A4C2-49769B11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30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4E432-A2B6-405C-8932-94CAC5A2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92CB65-2131-4AF7-B70F-FE20F9EAB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6F3720-18E8-4ED7-B7C4-0A30959FB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182409-1AB3-4077-84EE-01D6ABA2E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F66968-0ACD-49C7-960A-5600FE211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B7CE1EB-9FEA-47E7-901F-A5B064EA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47A1D8-45A9-4EAE-9C35-088DE76B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453529-A58F-4291-9BE6-879A28CA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93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93C40-43E7-4C44-8B48-AC233BF8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B439CD-445A-4D9C-9D64-5372068B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0FC128-D504-4426-B034-3499C3F9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85A2F1-9115-402D-B268-AC00A8BA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74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C2A040-EC05-43D6-A93C-46A32291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4EE070-3DD1-4368-943A-96710AE9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D5B99A-0553-41E0-853C-0C0786E2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4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0BD64-EE17-4D2F-AE4F-0F81CFB2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005EED-4BDA-4C92-800C-A3ADB4D1C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57B643-B302-4E26-895F-B41CDA5CE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398DB9-454B-40AC-88F2-AA1CE057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BBC12F-4837-425F-8BC5-DBAE8BB7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D2C466-4057-4C85-94A1-9694F3B3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97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F4FE9-41B4-48F8-A853-817AA09C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8E5C167-49BB-4FC0-87A4-E78E3C2E4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778106-D6C9-4CC9-9325-F01F089C2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A6CA07-ECA8-4398-B533-0A5C337D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0AC017-FD45-45C0-A0C8-639347E9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8275C1-AD56-467A-AC87-C4C7A821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4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0E34B-B75D-42A8-AEDA-8C7F3613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C7A799-CE0F-4C67-A17C-EEFC0EEB5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E6581B-051B-4626-91A8-D35FC76D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20721D-DA99-43AC-A155-0A9119FD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37C41B-39FE-4396-B0D0-46D84187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63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D57DFB-3814-4E01-BFCC-CC683F928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FF5CF9-D7A4-4FF2-B061-EA10072B9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CDCEC-22E1-4AB7-B3ED-1206D30F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A60073-A0B0-4C65-95ED-10CFBBFB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BFE7D2-7D35-4FBF-BBAC-AB7FBA02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01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C04680-EC53-43B9-BE20-DA2BC2AF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A3C57E-B96B-4D78-8484-1241E66EC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F7043D-249D-411D-ABD4-DA430CB56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0D373-1C6F-453B-9C1F-2DA3C7B499C2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C8840B-662B-4462-B051-C7AECD24D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54D41-5CE1-437E-A630-FE1D92EDA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C35F8-E886-40A5-B483-FF2FCA73FB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55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4ECB2C-CF2F-4AF2-BC41-646CDA5AC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pt-BR" sz="2000" dirty="0" err="1">
                <a:solidFill>
                  <a:srgbClr val="080808"/>
                </a:solidFill>
              </a:rPr>
              <a:t>Trecento</a:t>
            </a:r>
            <a:r>
              <a:rPr lang="pt-BR" sz="2000" dirty="0">
                <a:solidFill>
                  <a:srgbClr val="080808"/>
                </a:solidFill>
              </a:rPr>
              <a:t>, Quattrocento, Cinquecento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78C743-EE5D-463D-A51D-114C9367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pt-BR" sz="3600" dirty="0">
                <a:solidFill>
                  <a:srgbClr val="080808"/>
                </a:solidFill>
              </a:rPr>
              <a:t>Arte Renascentista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36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78C743-EE5D-463D-A51D-114C9367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pt-BR" sz="6600" dirty="0">
                <a:solidFill>
                  <a:srgbClr val="FFFFFF"/>
                </a:solidFill>
              </a:rPr>
              <a:t>Arte Medieval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4ECB2C-CF2F-4AF2-BC41-646CDA5AC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anchor="b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Permeada por aspectos religiosos (cristianismo)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Teocentrismo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Espiritualismo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Pecado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Coletivismo</a:t>
            </a:r>
          </a:p>
        </p:txBody>
      </p:sp>
      <p:sp>
        <p:nvSpPr>
          <p:cNvPr id="37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8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908DAC-4601-442F-A689-30DA4B2F0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pt-BR" sz="5400"/>
              <a:t>Arte Medieval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2006532-C2CC-757B-6B57-1B9BC6B51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416" y="1543306"/>
            <a:ext cx="7671541" cy="377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089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78C743-EE5D-463D-A51D-114C9367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pt-BR" sz="5400" dirty="0">
                <a:solidFill>
                  <a:srgbClr val="FFFFFF"/>
                </a:solidFill>
              </a:rPr>
              <a:t>O Renascimento Cultural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4ECB2C-CF2F-4AF2-BC41-646CDA5AC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anchor="b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Antropocentrismo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Valorização da Razão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Humanismo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Hedonismo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Individualismo</a:t>
            </a:r>
          </a:p>
        </p:txBody>
      </p:sp>
      <p:sp>
        <p:nvSpPr>
          <p:cNvPr id="37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9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AF044D-E9E5-4979-AF64-1E9FFF33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Trecento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2F1095-4F9D-4BA4-B27C-0CDF3FBCB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38" y="4092320"/>
            <a:ext cx="10601325" cy="114488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Anos 1300 – Século XIV</a:t>
            </a:r>
          </a:p>
        </p:txBody>
      </p:sp>
      <p:cxnSp>
        <p:nvCxnSpPr>
          <p:cNvPr id="33" name="Straight Connector 13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45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534939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47DBDB-3714-400B-B0ED-C39DE7C5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156" y="640263"/>
            <a:ext cx="3812708" cy="1344975"/>
          </a:xfrm>
        </p:spPr>
        <p:txBody>
          <a:bodyPr>
            <a:normAutofit/>
          </a:bodyPr>
          <a:lstStyle/>
          <a:p>
            <a:r>
              <a:rPr lang="pt-BR" sz="3600" dirty="0" err="1"/>
              <a:t>Giotto</a:t>
            </a:r>
            <a:r>
              <a:rPr lang="pt-BR" sz="3600" dirty="0"/>
              <a:t> </a:t>
            </a:r>
            <a:r>
              <a:rPr lang="pt-BR" sz="3600" dirty="0" err="1"/>
              <a:t>di</a:t>
            </a:r>
            <a:r>
              <a:rPr lang="pt-BR" sz="3600" dirty="0"/>
              <a:t> </a:t>
            </a:r>
            <a:r>
              <a:rPr lang="pt-BR" sz="3600" dirty="0" err="1"/>
              <a:t>Bondone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12CCC-7CED-4641-BB36-4B1A7B128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298" y="2121763"/>
            <a:ext cx="3823094" cy="37730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Temática religiosa</a:t>
            </a:r>
          </a:p>
          <a:p>
            <a:r>
              <a:rPr lang="pt-BR" sz="2000" dirty="0"/>
              <a:t>Clara distinção entre o sagrado e o humano</a:t>
            </a:r>
          </a:p>
          <a:p>
            <a:r>
              <a:rPr lang="pt-BR" sz="2000" dirty="0"/>
              <a:t>Avanço nas noções de perspectiva e ponto de fuga</a:t>
            </a:r>
          </a:p>
        </p:txBody>
      </p:sp>
      <p:pic>
        <p:nvPicPr>
          <p:cNvPr id="5" name="Picture 5" descr="https://upload.wikimedia.org/wikipedia/commons/thumb/e/ef/Giotto_-_Scrovegni_-_-31-_-_Kiss_of_Judas.jpg/800px-Giotto_-_Scrovegni_-_-31-_-_Kiss_of_Judas.jpg">
            <a:extLst>
              <a:ext uri="{FF2B5EF4-FFF2-40B4-BE49-F238E27FC236}">
                <a16:creationId xmlns:a16="http://schemas.microsoft.com/office/drawing/2014/main" id="{D80AFBC4-9C6A-EE64-77A1-18DF353E4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7386" y="611155"/>
            <a:ext cx="5867400" cy="52816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72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AF044D-E9E5-4979-AF64-1E9FFF33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Quattrocento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2F1095-4F9D-4BA4-B27C-0CDF3FBCB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38" y="4092320"/>
            <a:ext cx="10601325" cy="114488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1400 –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Século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XV</a:t>
            </a:r>
          </a:p>
        </p:txBody>
      </p:sp>
      <p:cxnSp>
        <p:nvCxnSpPr>
          <p:cNvPr id="33" name="Straight Connector 13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64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534939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47DBDB-3714-400B-B0ED-C39DE7C5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156" y="640263"/>
            <a:ext cx="3812708" cy="1344975"/>
          </a:xfrm>
        </p:spPr>
        <p:txBody>
          <a:bodyPr>
            <a:normAutofit/>
          </a:bodyPr>
          <a:lstStyle/>
          <a:p>
            <a:r>
              <a:rPr lang="pt-BR" sz="3600" dirty="0"/>
              <a:t>Botticelli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12CCC-7CED-4641-BB36-4B1A7B128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298" y="2121763"/>
            <a:ext cx="3823094" cy="37730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Resgate da temática greco-romana</a:t>
            </a:r>
          </a:p>
          <a:p>
            <a:r>
              <a:rPr lang="pt-BR" sz="2000" dirty="0"/>
              <a:t>Valorização da natureza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CE1428-D25F-4622-B1EE-BCD4BD9B3DD7}"/>
              </a:ext>
            </a:extLst>
          </p:cNvPr>
          <p:cNvSpPr txBox="1"/>
          <p:nvPr/>
        </p:nvSpPr>
        <p:spPr>
          <a:xfrm>
            <a:off x="3872153" y="5855278"/>
            <a:ext cx="3419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pt-BR" sz="1600" i="1" dirty="0"/>
              <a:t>O Nascimento de Vênus (1485 d.C.)</a:t>
            </a:r>
          </a:p>
        </p:txBody>
      </p:sp>
      <p:pic>
        <p:nvPicPr>
          <p:cNvPr id="8" name="Google Shape;235;p39" descr="(QT)O Nascimento de Vénus, Botticelli 001.jpg">
            <a:extLst>
              <a:ext uri="{FF2B5EF4-FFF2-40B4-BE49-F238E27FC236}">
                <a16:creationId xmlns:a16="http://schemas.microsoft.com/office/drawing/2014/main" id="{AD89B96A-735B-4E98-8540-DB756315220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666" y="1063713"/>
            <a:ext cx="6990744" cy="43764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5247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1pPr>
            <a:lvl2pPr marL="37931725" indent="-37474525"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2pPr>
            <a:lvl3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3pPr>
            <a:lvl4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4pPr>
            <a:lvl5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9pPr>
          </a:lstStyle>
          <a:p>
            <a:endParaRPr lang="pt-PT" altLang="pt-BR"/>
          </a:p>
        </p:txBody>
      </p:sp>
      <p:sp>
        <p:nvSpPr>
          <p:cNvPr id="38915" name="Text Box 5"/>
          <p:cNvSpPr txBox="1">
            <a:spLocks noChangeArrowheads="1"/>
          </p:cNvSpPr>
          <p:nvPr/>
        </p:nvSpPr>
        <p:spPr bwMode="auto">
          <a:xfrm>
            <a:off x="1524001" y="433388"/>
            <a:ext cx="6684963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1pPr>
            <a:lvl2pPr marL="37931725" indent="-37474525"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2pPr>
            <a:lvl3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3pPr>
            <a:lvl4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4pPr>
            <a:lvl5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pt-BR" altLang="pt-BR" sz="5000">
                <a:solidFill>
                  <a:srgbClr val="8A7660"/>
                </a:solidFill>
                <a:latin typeface="Adobe Garamond Pro" panose="02020502060506020403" pitchFamily="18" charset="0"/>
              </a:rPr>
              <a:t>O Classicismo</a:t>
            </a:r>
            <a:endParaRPr lang="pt-BR" altLang="pt-BR" sz="5000" baseline="30000">
              <a:solidFill>
                <a:srgbClr val="8A7660"/>
              </a:solidFill>
              <a:latin typeface="Adobe Garamond Pro" panose="02020502060506020403" pitchFamily="18" charset="0"/>
            </a:endParaRPr>
          </a:p>
        </p:txBody>
      </p:sp>
      <p:sp>
        <p:nvSpPr>
          <p:cNvPr id="38916" name="Text Box 7"/>
          <p:cNvSpPr txBox="1">
            <a:spLocks noChangeArrowheads="1"/>
          </p:cNvSpPr>
          <p:nvPr/>
        </p:nvSpPr>
        <p:spPr bwMode="auto">
          <a:xfrm rot="-5400000">
            <a:off x="8375651" y="3833813"/>
            <a:ext cx="29924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1pPr>
            <a:lvl2pPr marL="37931725" indent="-37474525"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2pPr>
            <a:lvl3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3pPr>
            <a:lvl4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4pPr>
            <a:lvl5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pt-BR" altLang="pt-BR" sz="1600">
                <a:latin typeface="Adobe Garamond Pro Bold" panose="02020702060506020403" pitchFamily="18" charset="0"/>
              </a:rPr>
              <a:t>O nascimento de Vênus, de Botticelli, 1485.</a:t>
            </a:r>
          </a:p>
        </p:txBody>
      </p:sp>
      <p:pic>
        <p:nvPicPr>
          <p:cNvPr id="38917" name="Picture 8" descr="Botticelli_venu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55169" y="-1273968"/>
            <a:ext cx="5681663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Isosceles Triangle 5"/>
          <p:cNvSpPr>
            <a:spLocks noChangeArrowheads="1"/>
          </p:cNvSpPr>
          <p:nvPr/>
        </p:nvSpPr>
        <p:spPr bwMode="auto">
          <a:xfrm>
            <a:off x="2209800" y="914400"/>
            <a:ext cx="7924800" cy="4495800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1pPr>
            <a:lvl2pPr marL="37931725" indent="-37474525"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2pPr>
            <a:lvl3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3pPr>
            <a:lvl4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4pPr>
            <a:lvl5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9pPr>
          </a:lstStyle>
          <a:p>
            <a:endParaRPr lang="pt-PT" altLang="pt-BR"/>
          </a:p>
        </p:txBody>
      </p:sp>
      <p:sp>
        <p:nvSpPr>
          <p:cNvPr id="38919" name="Isosceles Triangle 5"/>
          <p:cNvSpPr>
            <a:spLocks noChangeArrowheads="1"/>
          </p:cNvSpPr>
          <p:nvPr/>
        </p:nvSpPr>
        <p:spPr bwMode="auto">
          <a:xfrm rot="5400000">
            <a:off x="1676400" y="1066800"/>
            <a:ext cx="4419600" cy="3810000"/>
          </a:xfrm>
          <a:prstGeom prst="triangle">
            <a:avLst>
              <a:gd name="adj" fmla="val 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1pPr>
            <a:lvl2pPr marL="37931725" indent="-37474525"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2pPr>
            <a:lvl3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3pPr>
            <a:lvl4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4pPr>
            <a:lvl5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9pPr>
          </a:lstStyle>
          <a:p>
            <a:endParaRPr lang="pt-PT" altLang="pt-BR"/>
          </a:p>
        </p:txBody>
      </p:sp>
      <p:sp>
        <p:nvSpPr>
          <p:cNvPr id="38920" name="Isosceles Triangle 5"/>
          <p:cNvSpPr>
            <a:spLocks noChangeArrowheads="1"/>
          </p:cNvSpPr>
          <p:nvPr/>
        </p:nvSpPr>
        <p:spPr bwMode="auto">
          <a:xfrm rot="5400000" flipV="1">
            <a:off x="6248400" y="1143000"/>
            <a:ext cx="4419600" cy="3657600"/>
          </a:xfrm>
          <a:prstGeom prst="triangle">
            <a:avLst>
              <a:gd name="adj" fmla="val 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1pPr>
            <a:lvl2pPr marL="37931725" indent="-37474525"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2pPr>
            <a:lvl3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3pPr>
            <a:lvl4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4pPr>
            <a:lvl5pPr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3000" b="1" i="1">
                <a:solidFill>
                  <a:schemeClr val="tx1"/>
                </a:solidFill>
                <a:latin typeface="JSL Ancient" pitchFamily="2" charset="0"/>
                <a:ea typeface="ＭＳ Ｐゴシック" panose="020B0600070205080204" pitchFamily="34" charset="-128"/>
              </a:defRPr>
            </a:lvl9pPr>
          </a:lstStyle>
          <a:p>
            <a:endParaRPr lang="pt-PT" altLang="pt-BR"/>
          </a:p>
        </p:txBody>
      </p:sp>
    </p:spTree>
    <p:extLst>
      <p:ext uri="{BB962C8B-B14F-4D97-AF65-F5344CB8AC3E}">
        <p14:creationId xmlns:p14="http://schemas.microsoft.com/office/powerpoint/2010/main" val="162641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843625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968282"/>
            <a:ext cx="12188824" cy="494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AF044D-E9E5-4979-AF64-1E9FFF33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Cinquecento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2F1095-4F9D-4BA4-B27C-0CDF3FBCB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38" y="4092320"/>
            <a:ext cx="10601325" cy="114488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1500 –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Século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XVI</a:t>
            </a:r>
          </a:p>
        </p:txBody>
      </p:sp>
      <p:cxnSp>
        <p:nvCxnSpPr>
          <p:cNvPr id="33" name="Straight Connector 13">
            <a:extLst>
              <a:ext uri="{FF2B5EF4-FFF2-40B4-BE49-F238E27FC236}">
                <a16:creationId xmlns:a16="http://schemas.microsoft.com/office/drawing/2014/main" id="{42CDBECE-872A-4C73-9DC1-BB4E805E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3894594"/>
            <a:ext cx="27432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5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028863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993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534939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47DBDB-3714-400B-B0ED-C39DE7C5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156" y="640263"/>
            <a:ext cx="3812708" cy="1344975"/>
          </a:xfrm>
        </p:spPr>
        <p:txBody>
          <a:bodyPr>
            <a:normAutofit/>
          </a:bodyPr>
          <a:lstStyle/>
          <a:p>
            <a:r>
              <a:rPr lang="pt-BR" sz="3600" dirty="0"/>
              <a:t>Da Vinci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12CCC-7CED-4641-BB36-4B1A7B128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298" y="2121763"/>
            <a:ext cx="3823094" cy="37730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Leonardo da Vinci produziu entre o final do Quattrocento e o início do Cinquecento</a:t>
            </a:r>
          </a:p>
          <a:p>
            <a:r>
              <a:rPr lang="pt-BR" sz="2000" dirty="0"/>
              <a:t>Estudos profundos da anatomia humana, buscando proporções matemáticas entre partes do corpo (razão)</a:t>
            </a:r>
          </a:p>
          <a:p>
            <a:endParaRPr lang="pt-BR" sz="2000" dirty="0"/>
          </a:p>
          <a:p>
            <a:endParaRPr lang="pt-BR" sz="2000" dirty="0"/>
          </a:p>
        </p:txBody>
      </p:sp>
      <p:pic>
        <p:nvPicPr>
          <p:cNvPr id="4" name="Picture 5" descr="https://upload.wikimedia.org/wikipedia/commons/thumb/2/22/Da_Vinci_Vitruve_Luc_Viatour.jpg/320px-Da_Vinci_Vitruve_Luc_Viatour.jpg">
            <a:extLst>
              <a:ext uri="{FF2B5EF4-FFF2-40B4-BE49-F238E27FC236}">
                <a16:creationId xmlns:a16="http://schemas.microsoft.com/office/drawing/2014/main" id="{12C2234E-46A9-4590-531B-2D42D96CF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3091" y="424040"/>
            <a:ext cx="4421650" cy="60099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050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534939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47DBDB-3714-400B-B0ED-C39DE7C5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156" y="640263"/>
            <a:ext cx="3812708" cy="1344975"/>
          </a:xfrm>
        </p:spPr>
        <p:txBody>
          <a:bodyPr>
            <a:normAutofit/>
          </a:bodyPr>
          <a:lstStyle/>
          <a:p>
            <a:r>
              <a:rPr lang="pt-BR" sz="3600"/>
              <a:t>Da Vinci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12CCC-7CED-4641-BB36-4B1A7B128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298" y="2121763"/>
            <a:ext cx="3823094" cy="37730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Ausência de elementos religiosos</a:t>
            </a:r>
          </a:p>
          <a:p>
            <a:r>
              <a:rPr lang="pt-BR" sz="2000" dirty="0"/>
              <a:t>Valorização da natureza</a:t>
            </a:r>
          </a:p>
          <a:p>
            <a:r>
              <a:rPr lang="pt-BR" sz="2000" dirty="0"/>
              <a:t>Individualismo</a:t>
            </a:r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CE1428-D25F-4622-B1EE-BCD4BD9B3DD7}"/>
              </a:ext>
            </a:extLst>
          </p:cNvPr>
          <p:cNvSpPr txBox="1"/>
          <p:nvPr/>
        </p:nvSpPr>
        <p:spPr>
          <a:xfrm>
            <a:off x="1832377" y="6215855"/>
            <a:ext cx="4161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pt-BR" sz="1600" i="1" dirty="0"/>
              <a:t>Retrato de Monalisa del Giocondo ( 1506 d.C.)</a:t>
            </a:r>
          </a:p>
        </p:txBody>
      </p:sp>
      <p:pic>
        <p:nvPicPr>
          <p:cNvPr id="5" name="Imagem 4" descr="Desenho de uma mulher&#10;&#10;Descrição gerada automaticamente">
            <a:extLst>
              <a:ext uri="{FF2B5EF4-FFF2-40B4-BE49-F238E27FC236}">
                <a16:creationId xmlns:a16="http://schemas.microsoft.com/office/drawing/2014/main" id="{61D768F5-FB24-4ED2-894E-C87D3AFBF0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674" y="303591"/>
            <a:ext cx="3956733" cy="58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79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534939" y="303591"/>
            <a:ext cx="4335327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47DBDB-3714-400B-B0ED-C39DE7C5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1156" y="640263"/>
            <a:ext cx="3812708" cy="1344975"/>
          </a:xfrm>
        </p:spPr>
        <p:txBody>
          <a:bodyPr>
            <a:normAutofit/>
          </a:bodyPr>
          <a:lstStyle/>
          <a:p>
            <a:r>
              <a:rPr lang="pt-BR" sz="3600" dirty="0"/>
              <a:t>Michelangelo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12CCC-7CED-4641-BB36-4B1A7B128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4298" y="2121763"/>
            <a:ext cx="3823094" cy="37730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000" dirty="0"/>
          </a:p>
          <a:p>
            <a:r>
              <a:rPr lang="pt-BR" sz="2000" dirty="0"/>
              <a:t>Temática cristã</a:t>
            </a:r>
          </a:p>
          <a:p>
            <a:r>
              <a:rPr lang="pt-BR" sz="2000" dirty="0"/>
              <a:t>Entretanto, não há elementos que permitam identificar a fronteira entre o humano e o divino</a:t>
            </a:r>
          </a:p>
          <a:p>
            <a:r>
              <a:rPr lang="pt-BR" sz="2000" dirty="0"/>
              <a:t>Grande conhecimento de anatomia humana e de perspectiva</a:t>
            </a:r>
          </a:p>
          <a:p>
            <a:endParaRPr lang="pt-BR" sz="2000" dirty="0"/>
          </a:p>
          <a:p>
            <a:endParaRPr lang="pt-BR" sz="2000" dirty="0"/>
          </a:p>
        </p:txBody>
      </p:sp>
      <p:pic>
        <p:nvPicPr>
          <p:cNvPr id="4" name="Picture 5" descr="https://upload.wikimedia.org/wikipedia/commons/thumb/7/73/God2-Sistine_Chapel.png/1024px-God2-Sistine_Chapel.png">
            <a:extLst>
              <a:ext uri="{FF2B5EF4-FFF2-40B4-BE49-F238E27FC236}">
                <a16:creationId xmlns:a16="http://schemas.microsoft.com/office/drawing/2014/main" id="{D0E164E5-C040-E3B6-C931-88E88CCBE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1734" y="1463531"/>
            <a:ext cx="6811783" cy="31731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869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182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Adobe Garamond Pro</vt:lpstr>
      <vt:lpstr>Adobe Garamond Pro Bold</vt:lpstr>
      <vt:lpstr>Arial</vt:lpstr>
      <vt:lpstr>Calibri</vt:lpstr>
      <vt:lpstr>Calibri Light</vt:lpstr>
      <vt:lpstr>Tema do Office</vt:lpstr>
      <vt:lpstr>Arte Renascentista</vt:lpstr>
      <vt:lpstr>Arte Medieval</vt:lpstr>
      <vt:lpstr>Arte Medieval</vt:lpstr>
      <vt:lpstr>O Renascimento Cultural</vt:lpstr>
      <vt:lpstr>Trecento</vt:lpstr>
      <vt:lpstr>Giotto di Bondone</vt:lpstr>
      <vt:lpstr>Quattrocento</vt:lpstr>
      <vt:lpstr>Botticelli</vt:lpstr>
      <vt:lpstr>Apresentação do PowerPoint</vt:lpstr>
      <vt:lpstr>Cinquecento</vt:lpstr>
      <vt:lpstr>Da Vinci</vt:lpstr>
      <vt:lpstr>Da Vinci</vt:lpstr>
      <vt:lpstr>Michelangelo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 Renascentista</dc:title>
  <dc:creator>Rauni Fontana Ferreira</dc:creator>
  <cp:lastModifiedBy>rodrigo bonifacio</cp:lastModifiedBy>
  <cp:revision>21</cp:revision>
  <dcterms:created xsi:type="dcterms:W3CDTF">2021-04-29T15:51:17Z</dcterms:created>
  <dcterms:modified xsi:type="dcterms:W3CDTF">2025-03-07T14:45:02Z</dcterms:modified>
</cp:coreProperties>
</file>