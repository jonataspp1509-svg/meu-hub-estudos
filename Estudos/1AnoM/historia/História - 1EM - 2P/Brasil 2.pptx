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1035" r:id="rId3"/>
    <p:sldId id="516" r:id="rId4"/>
    <p:sldId id="1032" r:id="rId5"/>
    <p:sldId id="497" r:id="rId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228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457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685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9144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11430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1371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1600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1828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liedro Guarulhos" initials="PG" lastIdx="1" clrIdx="0"/>
  <p:cmAuthor id="2" name="Poliedro Guarulhos D01" initials="PGD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E4D9A"/>
    <a:srgbClr val="C4160C"/>
    <a:srgbClr val="154A95"/>
    <a:srgbClr val="00B0F0"/>
    <a:srgbClr val="00CED7"/>
    <a:srgbClr val="0432FF"/>
    <a:srgbClr val="838787"/>
    <a:srgbClr val="FFFFFF"/>
    <a:srgbClr val="F7F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897" autoAdjust="0"/>
    <p:restoredTop sz="94150"/>
  </p:normalViewPr>
  <p:slideViewPr>
    <p:cSldViewPr snapToGrid="0" snapToObjects="1">
      <p:cViewPr varScale="1">
        <p:scale>
          <a:sx n="52" d="100"/>
          <a:sy n="52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- Centr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2725"/>
            </a:lvl1pPr>
          </a:lstStyle>
          <a:p>
            <a:r>
              <a:t>Texto do Título</a:t>
            </a:r>
          </a:p>
        </p:txBody>
      </p:sp>
      <p:sp>
        <p:nvSpPr>
          <p:cNvPr id="4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3010461" y="609602"/>
            <a:ext cx="605935" cy="4349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e Marcadore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72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73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74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, Marcadores e F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94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95" name="Imagem"/>
          <p:cNvSpPr>
            <a:spLocks noGrp="1"/>
          </p:cNvSpPr>
          <p:nvPr>
            <p:ph type="pic" sz="half" idx="14"/>
          </p:nvPr>
        </p:nvSpPr>
        <p:spPr>
          <a:xfrm>
            <a:off x="13335000" y="2159000"/>
            <a:ext cx="10287000" cy="10795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96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7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3000"/>
            </a:lvl1pPr>
            <a:lvl2pPr>
              <a:buClr>
                <a:schemeClr val="accent1"/>
              </a:buClr>
              <a:buChar char="▸"/>
              <a:defRPr sz="3000"/>
            </a:lvl2pPr>
            <a:lvl3pPr>
              <a:buClr>
                <a:schemeClr val="accent1"/>
              </a:buClr>
              <a:buChar char="▸"/>
              <a:defRPr sz="3000"/>
            </a:lvl3pPr>
            <a:lvl4pPr>
              <a:buClr>
                <a:schemeClr val="accent1"/>
              </a:buClr>
              <a:buChar char="▸"/>
              <a:defRPr sz="3000"/>
            </a:lvl4pPr>
            <a:lvl5pPr>
              <a:buClr>
                <a:schemeClr val="accent1"/>
              </a:buClr>
              <a:buChar char="▸"/>
              <a:defRPr sz="30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Marcadore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06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07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itaçã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26" name="Balão Explicativo"/>
          <p:cNvSpPr/>
          <p:nvPr/>
        </p:nvSpPr>
        <p:spPr>
          <a:xfrm>
            <a:off x="876300" y="3314704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pPr>
            <a:endParaRPr sz="3000"/>
          </a:p>
        </p:txBody>
      </p:sp>
      <p:sp>
        <p:nvSpPr>
          <p:cNvPr id="127" name="Digite uma citação aqui.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676400" y="4089402"/>
            <a:ext cx="21056600" cy="135626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005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Digite uma citação aqui.</a:t>
            </a:r>
          </a:p>
        </p:txBody>
      </p:sp>
      <p:sp>
        <p:nvSpPr>
          <p:cNvPr id="128" name="Jaime Silveira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2000" y="11098702"/>
            <a:ext cx="22860000" cy="916598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6525"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Jaime Silveira</a:t>
            </a:r>
          </a:p>
        </p:txBody>
      </p:sp>
      <p:sp>
        <p:nvSpPr>
          <p:cNvPr id="129" name="Texto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3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e Subtítul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ha"/>
          <p:cNvSpPr/>
          <p:nvPr/>
        </p:nvSpPr>
        <p:spPr>
          <a:xfrm flipV="1">
            <a:off x="762003" y="8635636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4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2725"/>
            </a:lvl1pPr>
          </a:lstStyle>
          <a:p>
            <a:r>
              <a:t>Texto do Título</a:t>
            </a:r>
          </a:p>
        </p:txBody>
      </p:sp>
      <p:sp>
        <p:nvSpPr>
          <p:cNvPr id="35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17145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34290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51435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68580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6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2960481" y="584202"/>
            <a:ext cx="605935" cy="4349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D599B-3FC8-4576-8B60-CCEC5EAF8D67}" type="datetimeFigureOut">
              <a:rPr lang="en-US"/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58757" y="12496800"/>
            <a:ext cx="663643" cy="4432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E2DFF55-9D0E-4D3B-8BE8-42390904135E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33728" y="457200"/>
            <a:ext cx="21742400" cy="1981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 hasCustomPrompt="1"/>
          </p:nvPr>
        </p:nvSpPr>
        <p:spPr>
          <a:xfrm>
            <a:off x="1633728" y="3200400"/>
            <a:ext cx="21742400" cy="8991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50F12-23F4-4AE1-852C-EF9752F73764}" type="datetimeFigureOut">
              <a:rPr lang="en-US"/>
            </a:fld>
            <a:endParaRPr lang="en-US" dirty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xfrm>
            <a:off x="22949204" y="609602"/>
            <a:ext cx="663644" cy="4432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6D2C9-328E-4260-87CC-E33B94BD4E40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"/>
          <p:cNvSpPr/>
          <p:nvPr/>
        </p:nvSpPr>
        <p:spPr>
          <a:xfrm flipV="1">
            <a:off x="762000" y="1396999"/>
            <a:ext cx="20955003" cy="4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" name="Texto do Título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Texto do Título</a:t>
            </a:r>
          </a:p>
        </p:txBody>
      </p:sp>
      <p:sp>
        <p:nvSpPr>
          <p:cNvPr id="4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3006913" y="609602"/>
            <a:ext cx="605935" cy="4349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27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txStyles>
    <p:titleStyle>
      <a:lvl1pPr marL="0" marR="0" indent="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1pPr>
      <a:lvl2pPr marL="0" marR="0" indent="1714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2pPr>
      <a:lvl3pPr marL="0" marR="0" indent="3429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3pPr>
      <a:lvl4pPr marL="0" marR="0" indent="5143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4pPr>
      <a:lvl5pPr marL="0" marR="0" indent="6858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5pPr>
      <a:lvl6pPr marL="0" marR="0" indent="8572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6pPr>
      <a:lvl7pPr marL="0" marR="0" indent="10287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7pPr>
      <a:lvl8pPr marL="0" marR="0" indent="12001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8pPr>
      <a:lvl9pPr marL="0" marR="0" indent="13716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9pPr>
    </p:titleStyle>
    <p:bodyStyle>
      <a:lvl1pPr marL="476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9525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4287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19050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2381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28575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33337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38100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4286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8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1pPr>
      <a:lvl2pPr marL="0" marR="0" indent="1714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2pPr>
      <a:lvl3pPr marL="0" marR="0" indent="3429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3pPr>
      <a:lvl4pPr marL="0" marR="0" indent="5143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4pPr>
      <a:lvl5pPr marL="0" marR="0" indent="6858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5pPr>
      <a:lvl6pPr marL="0" marR="0" indent="8572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6pPr>
      <a:lvl7pPr marL="0" marR="0" indent="10287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7pPr>
      <a:lvl8pPr marL="0" marR="0" indent="12001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8pPr>
      <a:lvl9pPr marL="0" marR="0" indent="13716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ova Estrutura para 2019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sz="7200" dirty="0">
                <a:solidFill>
                  <a:schemeClr val="bg1"/>
                </a:solidFill>
              </a:rPr>
              <a:t>Demais Atividades Econômicas.</a:t>
            </a:r>
            <a:endParaRPr sz="6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 descr="Resultado de imagem para economia colonia map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025" y="0"/>
            <a:ext cx="18288002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ova Estrutura para 2019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sz="7200" dirty="0">
                <a:solidFill>
                  <a:schemeClr val="bg1"/>
                </a:solidFill>
              </a:rPr>
              <a:t>Administração.</a:t>
            </a:r>
            <a:endParaRPr sz="6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Imagem relacionad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7" y="0"/>
            <a:ext cx="1341755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New_Template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WPS Presentation</Application>
  <PresentationFormat>Personalizar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SimSun</vt:lpstr>
      <vt:lpstr>Wingdings</vt:lpstr>
      <vt:lpstr>Avenir Next Medium</vt:lpstr>
      <vt:lpstr>Segoe Print</vt:lpstr>
      <vt:lpstr>DIN Condensed</vt:lpstr>
      <vt:lpstr>Helvetica</vt:lpstr>
      <vt:lpstr>DIN Alternate</vt:lpstr>
      <vt:lpstr>Avenir Next</vt:lpstr>
      <vt:lpstr>Helvetica Neue</vt:lpstr>
      <vt:lpstr>Microsoft YaHei</vt:lpstr>
      <vt:lpstr>Arial Unicode MS</vt:lpstr>
      <vt:lpstr>1_New_Template7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Poliedro Guarulhos</dc:creator>
  <cp:lastModifiedBy>Rodrigo Bonifacio</cp:lastModifiedBy>
  <cp:revision>160</cp:revision>
  <dcterms:created xsi:type="dcterms:W3CDTF">2020-07-02T22:12:00Z</dcterms:created>
  <dcterms:modified xsi:type="dcterms:W3CDTF">2025-05-21T00:24:56Z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ACD64036F5854354BD2C6497DD24F569_12</vt:lpwstr>
  </property>
  <property fmtid="{D5CDD505-2E9C-101B-9397-08002B2CF9AE}" pid="3" name="KSOProductBuildVer">
    <vt:lpwstr>1046-12.2.0.21179</vt:lpwstr>
  </property>
</Properties>
</file>