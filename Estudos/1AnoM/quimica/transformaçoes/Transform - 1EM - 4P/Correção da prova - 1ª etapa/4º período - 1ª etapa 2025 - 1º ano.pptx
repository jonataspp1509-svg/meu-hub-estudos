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Pansieri" userId="dac89d135cceb037" providerId="LiveId" clId="{F9252621-FB87-46C6-A72B-F282C4208CC7}"/>
    <pc:docChg chg="addSld delSld modSld">
      <pc:chgData name="Gustavo Pansieri" userId="dac89d135cceb037" providerId="LiveId" clId="{F9252621-FB87-46C6-A72B-F282C4208CC7}" dt="2025-10-28T21:03:05.025" v="14" actId="20577"/>
      <pc:docMkLst>
        <pc:docMk/>
      </pc:docMkLst>
      <pc:sldChg chg="modSp del modAnim">
        <pc:chgData name="Gustavo Pansieri" userId="dac89d135cceb037" providerId="LiveId" clId="{F9252621-FB87-46C6-A72B-F282C4208CC7}" dt="2025-10-28T21:03:01.043" v="12" actId="47"/>
        <pc:sldMkLst>
          <pc:docMk/>
          <pc:sldMk cId="2805637276" sldId="256"/>
        </pc:sldMkLst>
        <pc:spChg chg="mod">
          <ac:chgData name="Gustavo Pansieri" userId="dac89d135cceb037" providerId="LiveId" clId="{F9252621-FB87-46C6-A72B-F282C4208CC7}" dt="2025-10-28T20:45:47.103" v="9" actId="20577"/>
          <ac:spMkLst>
            <pc:docMk/>
            <pc:sldMk cId="2805637276" sldId="256"/>
            <ac:spMk id="3" creationId="{3C17095A-48DE-AC8F-41A4-CE5A931BFE9C}"/>
          </ac:spMkLst>
        </pc:spChg>
      </pc:sldChg>
      <pc:sldChg chg="delSp modSp add setBg delDesignElem">
        <pc:chgData name="Gustavo Pansieri" userId="dac89d135cceb037" providerId="LiveId" clId="{F9252621-FB87-46C6-A72B-F282C4208CC7}" dt="2025-10-28T21:03:05.025" v="14" actId="20577"/>
        <pc:sldMkLst>
          <pc:docMk/>
          <pc:sldMk cId="2353238012" sldId="259"/>
        </pc:sldMkLst>
        <pc:spChg chg="mod">
          <ac:chgData name="Gustavo Pansieri" userId="dac89d135cceb037" providerId="LiveId" clId="{F9252621-FB87-46C6-A72B-F282C4208CC7}" dt="2025-10-28T21:03:05.025" v="14" actId="20577"/>
          <ac:spMkLst>
            <pc:docMk/>
            <pc:sldMk cId="2353238012" sldId="259"/>
            <ac:spMk id="3" creationId="{3C17095A-48DE-AC8F-41A4-CE5A931BFE9C}"/>
          </ac:spMkLst>
        </pc:spChg>
        <pc:spChg chg="del">
          <ac:chgData name="Gustavo Pansieri" userId="dac89d135cceb037" providerId="LiveId" clId="{F9252621-FB87-46C6-A72B-F282C4208CC7}" dt="2025-10-28T21:02:58.635" v="11"/>
          <ac:spMkLst>
            <pc:docMk/>
            <pc:sldMk cId="2353238012" sldId="259"/>
            <ac:spMk id="65" creationId="{F49775AF-8896-43EE-92C6-83497D6DC56F}"/>
          </ac:spMkLst>
        </pc:spChg>
        <pc:spChg chg="del">
          <ac:chgData name="Gustavo Pansieri" userId="dac89d135cceb037" providerId="LiveId" clId="{F9252621-FB87-46C6-A72B-F282C4208CC7}" dt="2025-10-28T21:02:58.635" v="11"/>
          <ac:spMkLst>
            <pc:docMk/>
            <pc:sldMk cId="2353238012" sldId="259"/>
            <ac:spMk id="66" creationId="{9B7AD9F6-8CE7-4299-8FC6-328F4DCD3FF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E64CE-CC49-B56C-34E2-30BCB8FFE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FF7DE7-03E5-3353-9C65-09F4DD2E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FFB50F-8BA6-C4A2-A72C-082FE8CF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FA1352-00D4-BED7-96D0-39EFAAC9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4D5E1-17CF-3CB0-1FCC-90E3F1DF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48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CD55C-24A8-0529-97CA-22402215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5BD6A1-B083-EFB4-C42A-8E297EC1E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1E8E73-F496-2C68-85BF-E6138569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C8C089-61EA-1882-4C08-408FC34C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DCA770-3DE8-C774-CEA8-8F3A05D2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587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71775-83D0-EDC7-CB00-BD12E7FC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D9D493-D36C-0CA7-7D3A-625E6E868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61B0B-0B36-3AC5-299F-47226182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171EF8-BA13-CE0E-355E-C5AFD329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5D2970-738B-AFDD-F480-5F9536AB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66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33224-FA2C-84BE-BF4E-46EB26F6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8AFB00-F462-D82C-D38E-F085561C6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6B1494-8F8C-4302-00F5-1E0CE068E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B166F4-537A-3565-D012-BE8C95FF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DF6DDF-6F6B-6C74-7519-F53691540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F95BBB-F085-E368-EB53-4E706AEC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0674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59790-0AC9-92CE-30A7-69CBD8B9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455777-CACE-99CB-FFDC-935BE58F9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AF2333-C105-8BB6-5045-7BE8451B4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C917EA-4111-274C-BB7C-B35A68464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D2D48D-3232-6283-839D-342F5CF5A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A2C74B-873B-1849-92B7-0E4C3C43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CF5BF3E-6DD0-8C20-3877-345D3037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4CFA4B8-79B4-7ADA-F152-53DF7917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56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CF500-0879-CE01-C2C2-9965EFCC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414901-9D40-88E3-86B5-6575CA61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30E6CD-E37D-4653-F325-D0C751B6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AF5775-5E43-0E65-6A12-09909740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89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3801E7-28EE-1AA7-8515-7726F812E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CE48DC-DD4F-8011-5902-44503042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191257-730D-5350-5866-746065A8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4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4AF3B-A944-BAE1-9072-FAC11E37D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8D6D8D-6FEC-2F64-942F-FDB4AF63E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37E9D8-E0D4-7B5B-F3A7-722DF5968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37AEAD-A1DB-8FDA-5BA4-2ABEC9502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0C5213-63B5-1320-3BF8-50C70FAA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77F506-A233-8746-B55F-9F7E7A8F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09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88E86-B2C4-67E5-7DCE-0BE07C09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40A5B49-C6FC-4D0E-98E1-C1BA8F80C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C327BF-16C6-9456-1A28-4AF766DCE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A5EB07-C572-850A-4DDE-3D4150F4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4895E3-B6CF-8C29-BC77-CC2F3484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3E7555-1399-587D-701E-BA3806081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443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994CE-B004-A05D-88CB-93F10B9D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9BC402-35C6-88B8-A56E-E7BECACAE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056166-E233-E85B-011E-E94E3561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BAD13E-714E-90F1-D91B-F114A3D7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E67D63-6C6A-D922-8027-0F8621B3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376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5EDFAA-7018-2902-D79C-CF186202E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C503A4-FB16-7DC3-3DF2-7A7282B9A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3A1CD5-C79F-44E7-CF14-863DC95C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42BA70-25B1-D311-4D90-6E180846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DFF943-75FC-D41F-1E68-CA04F922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96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D88719-BC6B-63F7-4D31-B2F0DF09A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6164C5-CF88-D66F-D472-409F79AD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5F152F-E1FE-565C-37AA-B68645690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AB607-1F1E-40E3-AE10-1DA899117754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154BA8-D975-BCFE-EA3E-551BB5537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25C43B-85EA-573F-D20F-F7F97B950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1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8C9B5-B54B-2421-FCA1-DEC5BA2E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pt-BR" sz="5400"/>
              <a:t>Correção de provas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17095A-48DE-AC8F-41A4-CE5A931BF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pt-BR" dirty="0"/>
              <a:t>4º período – 1ª etapa – 2025</a:t>
            </a:r>
          </a:p>
          <a:p>
            <a:pPr algn="l"/>
            <a:r>
              <a:rPr lang="pt-BR" dirty="0"/>
              <a:t>1º ano</a:t>
            </a:r>
          </a:p>
        </p:txBody>
      </p:sp>
      <p:pic>
        <p:nvPicPr>
          <p:cNvPr id="8" name="Imagem 7" descr="Criança com roupa laranja&#10;&#10;O conteúdo gerado por IA pode estar incorreto.">
            <a:extLst>
              <a:ext uri="{FF2B5EF4-FFF2-40B4-BE49-F238E27FC236}">
                <a16:creationId xmlns:a16="http://schemas.microsoft.com/office/drawing/2014/main" id="{A377D2AC-005E-0C2C-3805-C44ADEC6B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5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5323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4A7D8-3B33-6A99-67B3-758C430A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6966"/>
            <a:ext cx="10515600" cy="1325563"/>
          </a:xfrm>
        </p:spPr>
        <p:txBody>
          <a:bodyPr/>
          <a:lstStyle/>
          <a:p>
            <a:r>
              <a:rPr lang="pt-BR" dirty="0"/>
              <a:t>1º ANO – Q2</a:t>
            </a:r>
          </a:p>
        </p:txBody>
      </p:sp>
      <p:pic>
        <p:nvPicPr>
          <p:cNvPr id="3" name="Imagem 2" descr="Forma&#10;&#10;O conteúdo gerado por IA pode estar incorreto.">
            <a:extLst>
              <a:ext uri="{FF2B5EF4-FFF2-40B4-BE49-F238E27FC236}">
                <a16:creationId xmlns:a16="http://schemas.microsoft.com/office/drawing/2014/main" id="{DB049EC2-073B-0C34-72C9-C43C8FEEA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770" y="1000573"/>
            <a:ext cx="5458460" cy="32385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4A512CD-13D8-35E6-0D39-4FBFC074C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6374" y="4328612"/>
            <a:ext cx="9376252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F36AE-7A77-8429-832E-A8B3D9D0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5976"/>
            <a:ext cx="10515600" cy="1325563"/>
          </a:xfrm>
        </p:spPr>
        <p:txBody>
          <a:bodyPr/>
          <a:lstStyle/>
          <a:p>
            <a:r>
              <a:rPr lang="pt-BR" dirty="0"/>
              <a:t>1º ANO – Q3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0BC79E-5C53-FAE1-96EC-0535B1960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949" y="860008"/>
            <a:ext cx="8410101" cy="684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DBAE5D4-7E1A-019B-9712-04B131E31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43" y="2127435"/>
            <a:ext cx="5400000" cy="321151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6C124F1-9846-C1B6-D54C-83B15F9EC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908" y="3071833"/>
            <a:ext cx="6156000" cy="2652775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6044507" y="2127435"/>
            <a:ext cx="5378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Obs.: é necessário acertar a equação para validar o exercício.</a:t>
            </a:r>
            <a:endParaRPr lang="pt-BR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2948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32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Correção de provas</vt:lpstr>
      <vt:lpstr>1º ANO – Q2</vt:lpstr>
      <vt:lpstr>1º ANO – Q3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Correção de provas</dc:title>
  <dc:creator>Gustavo Pansieri</dc:creator>
  <cp:lastModifiedBy>Professores 1 Ensino Medio</cp:lastModifiedBy>
  <cp:revision>7</cp:revision>
  <dcterms:created xsi:type="dcterms:W3CDTF">2025-03-14T18:45:50Z</dcterms:created>
  <dcterms:modified xsi:type="dcterms:W3CDTF">2025-11-03T09:58:14Z</dcterms:modified>
</cp:coreProperties>
</file>