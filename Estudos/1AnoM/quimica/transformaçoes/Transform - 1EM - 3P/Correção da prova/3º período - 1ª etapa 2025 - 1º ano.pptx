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Pansieri" userId="dac89d135cceb037" providerId="LiveId" clId="{69DE633F-53CB-43CA-A756-88CC0D80F60E}"/>
    <pc:docChg chg="undo custSel addSld delSld">
      <pc:chgData name="Gustavo Pansieri" userId="dac89d135cceb037" providerId="LiveId" clId="{69DE633F-53CB-43CA-A756-88CC0D80F60E}" dt="2025-09-07T12:36:14.307" v="3" actId="47"/>
      <pc:docMkLst>
        <pc:docMk/>
      </pc:docMkLst>
      <pc:sldChg chg="add del">
        <pc:chgData name="Gustavo Pansieri" userId="dac89d135cceb037" providerId="LiveId" clId="{69DE633F-53CB-43CA-A756-88CC0D80F60E}" dt="2025-09-07T12:36:11.878" v="2" actId="47"/>
        <pc:sldMkLst>
          <pc:docMk/>
          <pc:sldMk cId="1758295642" sldId="259"/>
        </pc:sldMkLst>
      </pc:sldChg>
      <pc:sldChg chg="add del">
        <pc:chgData name="Gustavo Pansieri" userId="dac89d135cceb037" providerId="LiveId" clId="{69DE633F-53CB-43CA-A756-88CC0D80F60E}" dt="2025-09-07T12:36:14.307" v="3" actId="47"/>
        <pc:sldMkLst>
          <pc:docMk/>
          <pc:sldMk cId="2052612561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E64CE-CC49-B56C-34E2-30BCB8FF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FF7DE7-03E5-3353-9C65-09F4DD2E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FB50F-8BA6-C4A2-A72C-082FE8CF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FA1352-00D4-BED7-96D0-39EFAAC9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4D5E1-17CF-3CB0-1FCC-90E3F1DF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48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D55C-24A8-0529-97CA-2240221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BD6A1-B083-EFB4-C42A-8E297EC1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E8E73-F496-2C68-85BF-E6138569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8C089-61EA-1882-4C08-408FC34C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CA770-3DE8-C774-CEA8-8F3A05D2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87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1775-83D0-EDC7-CB00-BD12E7FC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9D493-D36C-0CA7-7D3A-625E6E86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61B0B-0B36-3AC5-299F-47226182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71EF8-BA13-CE0E-355E-C5AFD329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5D2970-738B-AFDD-F480-5F9536AB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6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33224-FA2C-84BE-BF4E-46EB26F6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AFB00-F462-D82C-D38E-F085561C6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6B1494-8F8C-4302-00F5-1E0CE068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166F4-537A-3565-D012-BE8C95FF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DF6DDF-6F6B-6C74-7519-F5369154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95BBB-F085-E368-EB53-4E706AEC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67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59790-0AC9-92CE-30A7-69CBD8B9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455777-CACE-99CB-FFDC-935BE58F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AF2333-C105-8BB6-5045-7BE8451B4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C917EA-4111-274C-BB7C-B35A6846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D2D48D-3232-6283-839D-342F5CF5A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A2C74B-873B-1849-92B7-0E4C3C43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F5BF3E-6DD0-8C20-3877-345D3037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CFA4B8-79B4-7ADA-F152-53DF7917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5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CF500-0879-CE01-C2C2-9965EFCC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414901-9D40-88E3-86B5-6575CA6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30E6CD-E37D-4653-F325-D0C751B6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F5775-5E43-0E65-6A12-0990974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9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3801E7-28EE-1AA7-8515-7726F81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CE48DC-DD4F-8011-5902-44503042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91257-730D-5350-5866-746065A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4AF3B-A944-BAE1-9072-FAC11E37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8D6D8D-6FEC-2F64-942F-FDB4AF63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7E9D8-E0D4-7B5B-F3A7-722DF5968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37AEAD-A1DB-8FDA-5BA4-2ABEC950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0C5213-63B5-1320-3BF8-50C70FAA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77F506-A233-8746-B55F-9F7E7A8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0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88E86-B2C4-67E5-7DCE-0BE07C09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0A5B49-C6FC-4D0E-98E1-C1BA8F80C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327BF-16C6-9456-1A28-4AF766DC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A5EB07-C572-850A-4DDE-3D4150F4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895E3-B6CF-8C29-BC77-CC2F3484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3E7555-1399-587D-701E-BA380608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44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994CE-B004-A05D-88CB-93F10B9D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BC402-35C6-88B8-A56E-E7BECACA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56166-E233-E85B-011E-E94E3561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AD13E-714E-90F1-D91B-F114A3D7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67D63-6C6A-D922-8027-0F8621B3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7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EDFAA-7018-2902-D79C-CF186202E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503A4-FB16-7DC3-3DF2-7A7282B9A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A1CD5-C79F-44E7-CF14-863DC95C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42BA70-25B1-D311-4D90-6E18084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DFF943-75FC-D41F-1E68-CA04F922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96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D88719-BC6B-63F7-4D31-B2F0DF09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6164C5-CF88-D66F-D472-409F79AD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F152F-E1FE-565C-37AA-B6864569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B607-1F1E-40E3-AE10-1DA899117754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154BA8-D975-BCFE-EA3E-551BB5537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25C43B-85EA-573F-D20F-F7F97B95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08C9B5-B54B-2421-FCA1-DEC5BA2E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pt-BR" dirty="0"/>
              <a:t>Correção de provas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17095A-48DE-AC8F-41A4-CE5A931BF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pt-BR" dirty="0"/>
              <a:t>3º período – 1ª etapa - 2025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E0A16A-D948-24AC-0F76-B754838DB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0" b="12620"/>
          <a:stretch/>
        </p:blipFill>
        <p:spPr>
          <a:xfrm>
            <a:off x="885086" y="711981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3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4A7D8-3B33-6A99-67B3-758C43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6966"/>
            <a:ext cx="10515600" cy="1325563"/>
          </a:xfrm>
        </p:spPr>
        <p:txBody>
          <a:bodyPr/>
          <a:lstStyle/>
          <a:p>
            <a:r>
              <a:rPr lang="pt-BR" dirty="0"/>
              <a:t>1º ANO – Q2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D8D90C-F2D7-9C09-106A-38D082EA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23" y="986183"/>
            <a:ext cx="11212218" cy="427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36AE-7A77-8429-832E-A8B3D9D0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976"/>
            <a:ext cx="10515600" cy="1325563"/>
          </a:xfrm>
        </p:spPr>
        <p:txBody>
          <a:bodyPr/>
          <a:lstStyle/>
          <a:p>
            <a:r>
              <a:rPr lang="pt-BR" dirty="0"/>
              <a:t>1º ANO – Q3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A382D6-DC3A-B794-B78B-21B881BDE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8" y="726452"/>
            <a:ext cx="11227453" cy="444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9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Correção de provas</vt:lpstr>
      <vt:lpstr>1º ANO – Q2</vt:lpstr>
      <vt:lpstr>1º ANO – 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Pansieri</dc:creator>
  <cp:lastModifiedBy>Gustavo Pansieri</cp:lastModifiedBy>
  <cp:revision>5</cp:revision>
  <dcterms:created xsi:type="dcterms:W3CDTF">2025-03-14T18:45:50Z</dcterms:created>
  <dcterms:modified xsi:type="dcterms:W3CDTF">2025-09-07T12:36:18Z</dcterms:modified>
</cp:coreProperties>
</file>