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FB8612-FCDE-4630-901D-184C42C25FFE}" v="2" dt="2025-05-29T11:07:17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79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Pansieri" userId="dac89d135cceb037" providerId="LiveId" clId="{00FB8612-FCDE-4630-901D-184C42C25FFE}"/>
    <pc:docChg chg="modSld">
      <pc:chgData name="Gustavo Pansieri" userId="dac89d135cceb037" providerId="LiveId" clId="{00FB8612-FCDE-4630-901D-184C42C25FFE}" dt="2025-05-29T11:07:57.821" v="114" actId="14100"/>
      <pc:docMkLst>
        <pc:docMk/>
      </pc:docMkLst>
      <pc:sldChg chg="addSp modSp mod">
        <pc:chgData name="Gustavo Pansieri" userId="dac89d135cceb037" providerId="LiveId" clId="{00FB8612-FCDE-4630-901D-184C42C25FFE}" dt="2025-05-29T11:07:57.821" v="114" actId="14100"/>
        <pc:sldMkLst>
          <pc:docMk/>
          <pc:sldMk cId="3719294811" sldId="257"/>
        </pc:sldMkLst>
        <pc:spChg chg="add mod">
          <ac:chgData name="Gustavo Pansieri" userId="dac89d135cceb037" providerId="LiveId" clId="{00FB8612-FCDE-4630-901D-184C42C25FFE}" dt="2025-05-29T11:06:47.848" v="108" actId="1035"/>
          <ac:spMkLst>
            <pc:docMk/>
            <pc:sldMk cId="3719294811" sldId="257"/>
            <ac:spMk id="5" creationId="{8321D3B4-0481-8452-6E67-2337F5110BC2}"/>
          </ac:spMkLst>
        </pc:spChg>
        <pc:spChg chg="add mod">
          <ac:chgData name="Gustavo Pansieri" userId="dac89d135cceb037" providerId="LiveId" clId="{00FB8612-FCDE-4630-901D-184C42C25FFE}" dt="2025-05-29T11:07:17.468" v="110"/>
          <ac:spMkLst>
            <pc:docMk/>
            <pc:sldMk cId="3719294811" sldId="257"/>
            <ac:spMk id="7" creationId="{A9E77B11-E55E-3E4D-B98D-CAA6DA5A90EE}"/>
          </ac:spMkLst>
        </pc:spChg>
        <pc:graphicFrameChg chg="add mod">
          <ac:chgData name="Gustavo Pansieri" userId="dac89d135cceb037" providerId="LiveId" clId="{00FB8612-FCDE-4630-901D-184C42C25FFE}" dt="2025-05-29T11:07:14.086" v="109"/>
          <ac:graphicFrameMkLst>
            <pc:docMk/>
            <pc:sldMk cId="3719294811" sldId="257"/>
            <ac:graphicFrameMk id="6" creationId="{1FAD7CBF-E72A-0454-63CE-6E4D46C097F9}"/>
          </ac:graphicFrameMkLst>
        </pc:graphicFrameChg>
        <pc:picChg chg="add mod">
          <ac:chgData name="Gustavo Pansieri" userId="dac89d135cceb037" providerId="LiveId" clId="{00FB8612-FCDE-4630-901D-184C42C25FFE}" dt="2025-05-29T11:07:57.821" v="114" actId="14100"/>
          <ac:picMkLst>
            <pc:docMk/>
            <pc:sldMk cId="3719294811" sldId="257"/>
            <ac:picMk id="9" creationId="{DE82B29E-546D-5ADA-709F-E67E0C6D99B8}"/>
          </ac:picMkLst>
        </pc:picChg>
      </pc:sldChg>
      <pc:sldChg chg="addSp modSp mod">
        <pc:chgData name="Gustavo Pansieri" userId="dac89d135cceb037" providerId="LiveId" clId="{00FB8612-FCDE-4630-901D-184C42C25FFE}" dt="2025-05-29T11:05:42.621" v="79" actId="1036"/>
        <pc:sldMkLst>
          <pc:docMk/>
          <pc:sldMk cId="400920484" sldId="258"/>
        </pc:sldMkLst>
        <pc:spChg chg="add mod">
          <ac:chgData name="Gustavo Pansieri" userId="dac89d135cceb037" providerId="LiveId" clId="{00FB8612-FCDE-4630-901D-184C42C25FFE}" dt="2025-05-29T11:02:30.986" v="10" actId="20577"/>
          <ac:spMkLst>
            <pc:docMk/>
            <pc:sldMk cId="400920484" sldId="258"/>
            <ac:spMk id="5" creationId="{EF8790E6-E71A-B847-1418-063EAADBDD5B}"/>
          </ac:spMkLst>
        </pc:spChg>
        <pc:spChg chg="add mod">
          <ac:chgData name="Gustavo Pansieri" userId="dac89d135cceb037" providerId="LiveId" clId="{00FB8612-FCDE-4630-901D-184C42C25FFE}" dt="2025-05-29T11:05:42.621" v="79" actId="1036"/>
          <ac:spMkLst>
            <pc:docMk/>
            <pc:sldMk cId="400920484" sldId="258"/>
            <ac:spMk id="7" creationId="{863886E7-14A9-AB9D-70CC-6EB2D0DF41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8E64CE-CC49-B56C-34E2-30BCB8FFE6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3FF7DE7-03E5-3353-9C65-09F4DD2EE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FFB50F-8BA6-C4A2-A72C-082FE8CF3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FA1352-00D4-BED7-96D0-39EFAAC9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4D5E1-17CF-3CB0-1FCC-90E3F1DF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548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CD55C-24A8-0529-97CA-22402215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5BD6A1-B083-EFB4-C42A-8E297EC1E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E8E73-F496-2C68-85BF-E6138569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C8C089-61EA-1882-4C08-408FC34C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CA770-3DE8-C774-CEA8-8F3A05D2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87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71775-83D0-EDC7-CB00-BD12E7FC3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D9D493-D36C-0CA7-7D3A-625E6E86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E961B0B-0B36-3AC5-299F-47226182E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71EF8-BA13-CE0E-355E-C5AFD329F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5D2970-738B-AFDD-F480-5F9536AB4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66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733224-FA2C-84BE-BF4E-46EB26F6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8AFB00-F462-D82C-D38E-F085561C6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6B1494-8F8C-4302-00F5-1E0CE068E6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B166F4-537A-3565-D012-BE8C95FF9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7DF6DDF-6F6B-6C74-7519-F53691540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F95BBB-F085-E368-EB53-4E706AEC3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0674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259790-0AC9-92CE-30A7-69CBD8B92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455777-CACE-99CB-FFDC-935BE58F9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AF2333-C105-8BB6-5045-7BE8451B4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7C917EA-4111-274C-BB7C-B35A684641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D2D48D-3232-6283-839D-342F5CF5A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8A2C74B-873B-1849-92B7-0E4C3C43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CF5BF3E-6DD0-8C20-3877-345D3037E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4CFA4B8-79B4-7ADA-F152-53DF79171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956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6CF500-0879-CE01-C2C2-9965EFCC4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414901-9D40-88E3-86B5-6575CA61D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30E6CD-E37D-4653-F325-D0C751B6F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AF5775-5E43-0E65-6A12-099097404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892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3801E7-28EE-1AA7-8515-7726F812E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DCE48DC-DD4F-8011-5902-445030429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191257-730D-5350-5866-746065A87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48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4AF3B-A944-BAE1-9072-FAC11E37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8D6D8D-6FEC-2F64-942F-FDB4AF63E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37E9D8-E0D4-7B5B-F3A7-722DF5968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37AEAD-A1DB-8FDA-5BA4-2ABEC950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0C5213-63B5-1320-3BF8-50C70FAA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277F506-A233-8746-B55F-9F7E7A8F6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60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88E86-B2C4-67E5-7DCE-0BE07C096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40A5B49-C6FC-4D0E-98E1-C1BA8F80CB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C327BF-16C6-9456-1A28-4AF766DCE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A5EB07-C572-850A-4DDE-3D4150F44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4895E3-B6CF-8C29-BC77-CC2F3484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3E7555-1399-587D-701E-BA3806081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644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994CE-B004-A05D-88CB-93F10B9D9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9BC402-35C6-88B8-A56E-E7BECACAE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056166-E233-E85B-011E-E94E3561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BAD13E-714E-90F1-D91B-F114A3D71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3E67D63-6C6A-D922-8027-0F8621B3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8376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5EDFAA-7018-2902-D79C-CF186202E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7C503A4-FB16-7DC3-3DF2-7A7282B9A8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3A1CD5-C79F-44E7-CF14-863DC95C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42BA70-25B1-D311-4D90-6E180846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DFF943-75FC-D41F-1E68-CA04F9223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796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D88719-BC6B-63F7-4D31-B2F0DF09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6164C5-CF88-D66F-D472-409F79AD13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F152F-E1FE-565C-37AA-B686456909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AB607-1F1E-40E3-AE10-1DA899117754}" type="datetimeFigureOut">
              <a:rPr lang="pt-BR" smtClean="0"/>
              <a:t>02/06/2025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F154BA8-D975-BCFE-EA3E-551BB5537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C25C43B-85EA-573F-D20F-F7F97B9508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ABFE09-905F-470B-8B60-A2089E1C828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31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08C9B5-B54B-2421-FCA1-DEC5BA2E94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>
            <a:normAutofit/>
          </a:bodyPr>
          <a:lstStyle/>
          <a:p>
            <a:r>
              <a:rPr lang="pt-BR" dirty="0"/>
              <a:t>Correção de provas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17095A-48DE-AC8F-41A4-CE5A931BF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>
            <a:normAutofit/>
          </a:bodyPr>
          <a:lstStyle/>
          <a:p>
            <a:r>
              <a:rPr lang="pt-BR" dirty="0"/>
              <a:t>2º período – 1ª etapa - 2025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F1A26FD-8264-7295-13B9-C7CEB8476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099" y="990149"/>
            <a:ext cx="4137841" cy="515577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280563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4A7D8-3B33-6A99-67B3-758C430AE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6966"/>
            <a:ext cx="10515600" cy="1325563"/>
          </a:xfrm>
        </p:spPr>
        <p:txBody>
          <a:bodyPr/>
          <a:lstStyle/>
          <a:p>
            <a:r>
              <a:rPr lang="pt-BR" dirty="0"/>
              <a:t>1º ANO – Q2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8790E6-E71A-B847-1418-063EAADBDD5B}"/>
              </a:ext>
            </a:extLst>
          </p:cNvPr>
          <p:cNvSpPr txBox="1"/>
          <p:nvPr/>
        </p:nvSpPr>
        <p:spPr>
          <a:xfrm>
            <a:off x="582282" y="893532"/>
            <a:ext cx="11046125" cy="1658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Um estudante aquece 10,0 g de óxido de mercúrio (</a:t>
            </a:r>
            <a:r>
              <a:rPr lang="pt-BR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em um tubo de ensaio e observa que a massa final de mercúrio metálico (Hg) formada é de 9,3g. O outro produto desta reação é o gás oxigênio (O</a:t>
            </a:r>
            <a:r>
              <a:rPr lang="pt-BR" sz="1800" baseline="-25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 partir das informações do experimento hipotético, calcule as massas, de gás oxigênio e de mercúrio metálico, produzidas nesta reação se for aquecido uma quantidade de 45Kg de óxido de mercúrio. Justifique sua resposta com os cálculos matemáticos necessários.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63886E7-14A9-AB9D-70CC-6EB2D0DF415E}"/>
              </a:ext>
            </a:extLst>
          </p:cNvPr>
          <p:cNvSpPr txBox="1"/>
          <p:nvPr/>
        </p:nvSpPr>
        <p:spPr>
          <a:xfrm>
            <a:off x="563593" y="2638588"/>
            <a:ext cx="11237343" cy="388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Massa inicial de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(reagente): 10,0 g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Massa de mercúrio (produto): 9,3 g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Massa de oxigênio liberado = Massa inicial − Massa de Hg recuperado =  10,0 g − 9,3 g = 0,7 g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45Kg= 45000g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10g de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baseline="-250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________ 9,3g de Hg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45000g de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_____ X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X= 41850g de Hg (0,5 ponto, 0,25 se acertar a regra de três e errar o cálculo).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10g de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________ 0,7g de O</a:t>
            </a:r>
            <a:r>
              <a:rPr lang="pt-BR" sz="1800" baseline="-250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45000g de </a:t>
            </a:r>
            <a:r>
              <a:rPr lang="pt-BR" sz="1800" dirty="0" err="1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HgO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_____ Y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hangingPunct="0">
              <a:lnSpc>
                <a:spcPct val="115000"/>
              </a:lnSpc>
              <a:buNone/>
            </a:pP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Y= 3150g de O</a:t>
            </a:r>
            <a:r>
              <a:rPr lang="pt-BR" sz="1800" baseline="-250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  </a:t>
            </a:r>
            <a:r>
              <a:rPr lang="pt-BR" sz="18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(0,5 ponto, 0,25 se acertar a regra de três e errar o cálculo).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20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F36AE-7A77-8429-832E-A8B3D9D0E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976"/>
            <a:ext cx="10515600" cy="1325563"/>
          </a:xfrm>
        </p:spPr>
        <p:txBody>
          <a:bodyPr/>
          <a:lstStyle/>
          <a:p>
            <a:r>
              <a:rPr lang="pt-BR" dirty="0"/>
              <a:t>1º ANO – Q3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21D3B4-0481-8452-6E67-2337F5110BC2}"/>
              </a:ext>
            </a:extLst>
          </p:cNvPr>
          <p:cNvSpPr txBox="1"/>
          <p:nvPr/>
        </p:nvSpPr>
        <p:spPr>
          <a:xfrm>
            <a:off x="534837" y="888276"/>
            <a:ext cx="11283351" cy="1339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15000"/>
              </a:lnSpc>
            </a:pP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Utilizando as informações do texto e as quantidades de algumas substâncias usadas e produzidas num experimento com esta reação: 3,5mols de gás butano, 313,6L de gás oxigênio e 1,05.10</a:t>
            </a:r>
            <a:r>
              <a:rPr lang="pt-BR" sz="1800" baseline="30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25</a:t>
            </a:r>
            <a:r>
              <a:rPr lang="pt-BR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moléculas de água, calcule a massa de gás oxigênio deste experimento. Justifique sua resposta demonstrando o cálculo da Lei Ponderal.</a:t>
            </a:r>
            <a:endParaRPr lang="pt-BR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E82B29E-546D-5ADA-709F-E67E0C6D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37" y="2466840"/>
            <a:ext cx="11301494" cy="33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9481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203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Tema do Office</vt:lpstr>
      <vt:lpstr>Correção de provas</vt:lpstr>
      <vt:lpstr>1º ANO – Q2</vt:lpstr>
      <vt:lpstr>1º ANO – Q3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Correção de provas</dc:title>
  <dc:creator>Gustavo Pansieri</dc:creator>
  <cp:lastModifiedBy>Professores 1 Ensino Medio</cp:lastModifiedBy>
  <cp:revision>6</cp:revision>
  <dcterms:created xsi:type="dcterms:W3CDTF">2025-03-14T18:45:50Z</dcterms:created>
  <dcterms:modified xsi:type="dcterms:W3CDTF">2025-06-02T10:10:04Z</dcterms:modified>
</cp:coreProperties>
</file>