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Libre Baskerville"/>
      <p:regular r:id="rId13"/>
    </p:embeddedFont>
    <p:embeddedFont>
      <p:font typeface="Libre Baskerville"/>
      <p:regular r:id="rId14"/>
    </p:embeddedFont>
    <p:embeddedFont>
      <p:font typeface="Libre Baskerville"/>
      <p:regular r:id="rId15"/>
    </p:embeddedFont>
    <p:embeddedFont>
      <p:font typeface="Libre Baskerville"/>
      <p:regular r:id="rId16"/>
    </p:embeddedFont>
    <p:embeddedFont>
      <p:font typeface="Open Sans"/>
      <p:regular r:id="rId17"/>
    </p:embeddedFont>
    <p:embeddedFont>
      <p:font typeface="Open Sans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Desvendando o textão: posicionamento e argumentação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Nesta apresentação, vamos revisar o universo do "textão".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4105"/>
            <a:ext cx="71138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que define um textão?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681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668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Texto Opinativo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4158615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"textão" é um texto opinativo, geralmente compartilhado em redes sociais.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681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5954078" y="3668197"/>
            <a:ext cx="3057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Expressão e Reflexão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54078" y="4158615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Surge do desejo de expressar opiniões, gerar reflexão ou até protestar.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681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10377249" y="3668197"/>
            <a:ext cx="31188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Estrutura Organizada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377249" y="4158615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Apresenta uma estrutura organizada, apesar do tom pessoal e informal.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5024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textão é mais do que um desabafo. É uma oportunidade de influenciar e persuadir.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5493"/>
            <a:ext cx="87694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estrutura essencial do textão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34433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2361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Introdução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68022" y="2851666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Apresente o contexto e seu posicionamento de forma clara.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495318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8022" y="37221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Desenvolvimento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68022" y="4212550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Justifique sua opinião com argumentos bem justificados.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856202"/>
            <a:ext cx="1134070" cy="16698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8022" y="50830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Conclusão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268022" y="5573435"/>
            <a:ext cx="115685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Retome seu ponto de vista e seu argumento. Se possível, apresente formas interessantes para atenuar a problemática apresentada ao longo do texto.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7812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estrutura bem definida garante que sua mensagem seja compreendida e impactante.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8157"/>
            <a:ext cx="96828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Elementos linguísticos marcantes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4709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240887"/>
            <a:ext cx="3002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Marcas de Oralidade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704" y="3447098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54704" y="42408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Primeira Pessoa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738" y="344709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15738" y="42408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Interlocução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93790" y="48503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 primeira pessoa ("eu acho"), marque a interlocução e mantenha um tom pessoal.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793790" y="54684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linguagem informal torna o texto mais acessível e envolvente.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91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Exercício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8062"/>
            <a:ext cx="130428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direção de sua escola anunciou que, a partir do próximo semestre, as aulas de Artes e Educação Física serão suspensas para dar mais tempo às disciplinas cobradas no ENEM. A justificativa é que essas matérias “não caem na prova”. Muitos alunos ficaram revoltados com a decisão e começaram a comentar nas redes sociais. Outros estudantes concordam com a decisão da escola. Nesse cenário, você decide escrever um post extenso para expressar seu ponto de vista sobre essa mudança. Seu textão será publicado em sua rede social e seus seguidores também estudam em seu colégio. 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657725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8845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A) Contextualize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537495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Narre a situação vivida na escola de forma breve.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4657725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48845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B) Envolva-se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537495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Compartilhe como você se sente com essa decisão.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4657725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48845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C) Posicione-se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5374958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Apresente seu posicionamento e indique um argumentos para sustentar sua opinião.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448" y="721400"/>
            <a:ext cx="5217676" cy="652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Exemplo de textão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0448" y="1686520"/>
            <a:ext cx="13169503" cy="1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Oi, gente! Espero que todos vocês estejam bem! Hoje, recebemos a notícia de que as aulas de Artes e Educação Física serão suspensas para dar lugar a mais tempo de estudo das matérias do ENEM. A justificativa? Essas disciplinas “não caem na prova”. Essa decisão me causou incômodo e revolta, porque acredito que ela vai contra tudo o que a escola deveria representar. Por isso, quero deixar bem claro que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 contra essa mudança.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0448" y="3256717"/>
            <a:ext cx="13169503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Acho que vocês entendem que Artes e Educação Física sempre foram espaços de respiro, criatividade e aprendizado diferente. São nelas que muitos de nós descobrem talentos, aliviam a mente, aprendem a trabalhar em grupo e se expressam de formas que a matemática e a redação, sozinhas, não permitem. Por isso, cortar essas aulas é como dizer que essas partes da gente não importam.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448" y="4493062"/>
            <a:ext cx="13169503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escola precisa formar pessoas inteiras, não só candidatos a vestibulares. O ENEM é importante, claro. Mas ele não pode ser o único critério para definir o que importa na nossa formação. Se forçarem todo mundo a estudar só o que “cai na prova”, vamos sair da escola decorando fórmulas, mas sem entender quem somos, sem saber pensar de verdade.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448" y="5729407"/>
            <a:ext cx="13169503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Portanto, proponho uma reflexão: que tal rever essa decisão? Educação de verdade inclui corpo, arte, sentimento, criatividade. A gente não pode deixar isso morrer por causa de uma prova. Fica aqui meu apelo: repensem, por favor. O que a gente aprende em Artes e Educação Física também forma quem seremos no futuro. Espero que tudo fique bem logo. Até próxima!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0448" y="6965752"/>
            <a:ext cx="156448" cy="333851"/>
          </a:xfrm>
          <a:prstGeom prst="roundRect">
            <a:avLst>
              <a:gd name="adj" fmla="val 20011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1199912" y="6965752"/>
            <a:ext cx="12700040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2025-04-13T23:36:11Z</dcterms:created>
  <dcterms:modified xsi:type="dcterms:W3CDTF">2025-04-13T23:36:11Z</dcterms:modified>
</cp:coreProperties>
</file>