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6" r:id="rId5"/>
    <p:sldId id="267" r:id="rId6"/>
    <p:sldId id="268" r:id="rId7"/>
    <p:sldId id="265" r:id="rId8"/>
    <p:sldId id="269" r:id="rId9"/>
    <p:sldId id="257" r:id="rId10"/>
    <p:sldId id="258" r:id="rId11"/>
    <p:sldId id="259" r:id="rId12"/>
    <p:sldId id="260" r:id="rId13"/>
    <p:sldId id="261" r:id="rId14"/>
    <p:sldId id="262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5F244-F0AD-9E4D-B031-B2A5876BAD3E}" v="1" dt="2024-03-31T00:52:25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4"/>
    <p:restoredTop sz="94695"/>
  </p:normalViewPr>
  <p:slideViewPr>
    <p:cSldViewPr>
      <p:cViewPr varScale="1">
        <p:scale>
          <a:sx n="179" d="100"/>
          <a:sy n="179" d="100"/>
        </p:scale>
        <p:origin x="310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lma Cristina Castelhano" userId="62084f3622c28081" providerId="LiveId" clId="{C2A5F244-F0AD-9E4D-B031-B2A5876BAD3E}"/>
    <pc:docChg chg="custSel addSld delSld modSld">
      <pc:chgData name="Telma Cristina Castelhano" userId="62084f3622c28081" providerId="LiveId" clId="{C2A5F244-F0AD-9E4D-B031-B2A5876BAD3E}" dt="2024-03-31T01:15:48.298" v="1191" actId="123"/>
      <pc:docMkLst>
        <pc:docMk/>
      </pc:docMkLst>
      <pc:sldChg chg="modSp mod">
        <pc:chgData name="Telma Cristina Castelhano" userId="62084f3622c28081" providerId="LiveId" clId="{C2A5F244-F0AD-9E4D-B031-B2A5876BAD3E}" dt="2024-03-24T21:49:26.804" v="16" actId="14100"/>
        <pc:sldMkLst>
          <pc:docMk/>
          <pc:sldMk cId="3797185721" sldId="256"/>
        </pc:sldMkLst>
        <pc:spChg chg="mod">
          <ac:chgData name="Telma Cristina Castelhano" userId="62084f3622c28081" providerId="LiveId" clId="{C2A5F244-F0AD-9E4D-B031-B2A5876BAD3E}" dt="2024-03-24T21:49:26.804" v="16" actId="14100"/>
          <ac:spMkLst>
            <pc:docMk/>
            <pc:sldMk cId="3797185721" sldId="256"/>
            <ac:spMk id="3" creationId="{00000000-0000-0000-0000-000000000000}"/>
          </ac:spMkLst>
        </pc:spChg>
      </pc:sldChg>
      <pc:sldChg chg="addSp modSp new mod">
        <pc:chgData name="Telma Cristina Castelhano" userId="62084f3622c28081" providerId="LiveId" clId="{C2A5F244-F0AD-9E4D-B031-B2A5876BAD3E}" dt="2024-03-31T01:10:32.551" v="1077" actId="20577"/>
        <pc:sldMkLst>
          <pc:docMk/>
          <pc:sldMk cId="1379744291" sldId="272"/>
        </pc:sldMkLst>
        <pc:spChg chg="mod">
          <ac:chgData name="Telma Cristina Castelhano" userId="62084f3622c28081" providerId="LiveId" clId="{C2A5F244-F0AD-9E4D-B031-B2A5876BAD3E}" dt="2024-03-31T00:35:41.722" v="68" actId="20577"/>
          <ac:spMkLst>
            <pc:docMk/>
            <pc:sldMk cId="1379744291" sldId="272"/>
            <ac:spMk id="2" creationId="{98AAA4C8-B905-A5D7-CDAE-A7B2FC3EEB42}"/>
          </ac:spMkLst>
        </pc:spChg>
        <pc:spChg chg="mod">
          <ac:chgData name="Telma Cristina Castelhano" userId="62084f3622c28081" providerId="LiveId" clId="{C2A5F244-F0AD-9E4D-B031-B2A5876BAD3E}" dt="2024-03-31T01:10:32.551" v="1077" actId="20577"/>
          <ac:spMkLst>
            <pc:docMk/>
            <pc:sldMk cId="1379744291" sldId="272"/>
            <ac:spMk id="3" creationId="{C5278A7A-2913-0B3F-A7A7-31AAD5807A71}"/>
          </ac:spMkLst>
        </pc:spChg>
        <pc:graphicFrameChg chg="add mod modGraphic">
          <ac:chgData name="Telma Cristina Castelhano" userId="62084f3622c28081" providerId="LiveId" clId="{C2A5F244-F0AD-9E4D-B031-B2A5876BAD3E}" dt="2024-03-31T00:48:27.381" v="591" actId="255"/>
          <ac:graphicFrameMkLst>
            <pc:docMk/>
            <pc:sldMk cId="1379744291" sldId="272"/>
            <ac:graphicFrameMk id="4" creationId="{6463DA7F-E5D1-615A-3E7E-6EFF22588470}"/>
          </ac:graphicFrameMkLst>
        </pc:graphicFrameChg>
      </pc:sldChg>
      <pc:sldChg chg="addSp modSp new mod">
        <pc:chgData name="Telma Cristina Castelhano" userId="62084f3622c28081" providerId="LiveId" clId="{C2A5F244-F0AD-9E4D-B031-B2A5876BAD3E}" dt="2024-03-31T00:42:40.254" v="424" actId="255"/>
        <pc:sldMkLst>
          <pc:docMk/>
          <pc:sldMk cId="740673639" sldId="273"/>
        </pc:sldMkLst>
        <pc:spChg chg="mod">
          <ac:chgData name="Telma Cristina Castelhano" userId="62084f3622c28081" providerId="LiveId" clId="{C2A5F244-F0AD-9E4D-B031-B2A5876BAD3E}" dt="2024-03-31T00:40:18.117" v="341" actId="27636"/>
          <ac:spMkLst>
            <pc:docMk/>
            <pc:sldMk cId="740673639" sldId="273"/>
            <ac:spMk id="2" creationId="{DB7F404E-00D3-671D-3C67-451DD4F896D7}"/>
          </ac:spMkLst>
        </pc:spChg>
        <pc:spChg chg="mod">
          <ac:chgData name="Telma Cristina Castelhano" userId="62084f3622c28081" providerId="LiveId" clId="{C2A5F244-F0AD-9E4D-B031-B2A5876BAD3E}" dt="2024-03-31T00:41:06.746" v="381" actId="20577"/>
          <ac:spMkLst>
            <pc:docMk/>
            <pc:sldMk cId="740673639" sldId="273"/>
            <ac:spMk id="3" creationId="{4909BD2B-F5E3-659F-9595-1933A2FD98C6}"/>
          </ac:spMkLst>
        </pc:spChg>
        <pc:graphicFrameChg chg="add mod modGraphic">
          <ac:chgData name="Telma Cristina Castelhano" userId="62084f3622c28081" providerId="LiveId" clId="{C2A5F244-F0AD-9E4D-B031-B2A5876BAD3E}" dt="2024-03-31T00:42:40.254" v="424" actId="255"/>
          <ac:graphicFrameMkLst>
            <pc:docMk/>
            <pc:sldMk cId="740673639" sldId="273"/>
            <ac:graphicFrameMk id="4" creationId="{54B10D95-B37F-A21F-100F-5EF64081B3E5}"/>
          </ac:graphicFrameMkLst>
        </pc:graphicFrameChg>
      </pc:sldChg>
      <pc:sldChg chg="addSp modSp new mod">
        <pc:chgData name="Telma Cristina Castelhano" userId="62084f3622c28081" providerId="LiveId" clId="{C2A5F244-F0AD-9E4D-B031-B2A5876BAD3E}" dt="2024-03-31T00:48:41.162" v="592" actId="255"/>
        <pc:sldMkLst>
          <pc:docMk/>
          <pc:sldMk cId="970465360" sldId="274"/>
        </pc:sldMkLst>
        <pc:spChg chg="mod">
          <ac:chgData name="Telma Cristina Castelhano" userId="62084f3622c28081" providerId="LiveId" clId="{C2A5F244-F0AD-9E4D-B031-B2A5876BAD3E}" dt="2024-03-31T00:43:36.279" v="429" actId="27636"/>
          <ac:spMkLst>
            <pc:docMk/>
            <pc:sldMk cId="970465360" sldId="274"/>
            <ac:spMk id="2" creationId="{7AC08235-840A-1755-F036-8EB6B7154EDA}"/>
          </ac:spMkLst>
        </pc:spChg>
        <pc:spChg chg="mod">
          <ac:chgData name="Telma Cristina Castelhano" userId="62084f3622c28081" providerId="LiveId" clId="{C2A5F244-F0AD-9E4D-B031-B2A5876BAD3E}" dt="2024-03-31T00:45:26.125" v="538" actId="20577"/>
          <ac:spMkLst>
            <pc:docMk/>
            <pc:sldMk cId="970465360" sldId="274"/>
            <ac:spMk id="3" creationId="{CEDE90E0-0107-2806-A3F9-8E97DCE72733}"/>
          </ac:spMkLst>
        </pc:spChg>
        <pc:graphicFrameChg chg="add mod modGraphic">
          <ac:chgData name="Telma Cristina Castelhano" userId="62084f3622c28081" providerId="LiveId" clId="{C2A5F244-F0AD-9E4D-B031-B2A5876BAD3E}" dt="2024-03-31T00:48:41.162" v="592" actId="255"/>
          <ac:graphicFrameMkLst>
            <pc:docMk/>
            <pc:sldMk cId="970465360" sldId="274"/>
            <ac:graphicFrameMk id="4" creationId="{23C7D563-CF73-1218-F1F9-46F7720F677E}"/>
          </ac:graphicFrameMkLst>
        </pc:graphicFrameChg>
      </pc:sldChg>
      <pc:sldChg chg="addSp modSp new mod">
        <pc:chgData name="Telma Cristina Castelhano" userId="62084f3622c28081" providerId="LiveId" clId="{C2A5F244-F0AD-9E4D-B031-B2A5876BAD3E}" dt="2024-03-31T00:52:42.629" v="810" actId="20577"/>
        <pc:sldMkLst>
          <pc:docMk/>
          <pc:sldMk cId="2207792190" sldId="275"/>
        </pc:sldMkLst>
        <pc:spChg chg="mod">
          <ac:chgData name="Telma Cristina Castelhano" userId="62084f3622c28081" providerId="LiveId" clId="{C2A5F244-F0AD-9E4D-B031-B2A5876BAD3E}" dt="2024-03-31T00:48:59.249" v="595" actId="27636"/>
          <ac:spMkLst>
            <pc:docMk/>
            <pc:sldMk cId="2207792190" sldId="275"/>
            <ac:spMk id="2" creationId="{87F54C9F-BC63-7CA1-6124-A5846C8C2FF7}"/>
          </ac:spMkLst>
        </pc:spChg>
        <pc:spChg chg="mod">
          <ac:chgData name="Telma Cristina Castelhano" userId="62084f3622c28081" providerId="LiveId" clId="{C2A5F244-F0AD-9E4D-B031-B2A5876BAD3E}" dt="2024-03-31T00:51:02.941" v="705" actId="20577"/>
          <ac:spMkLst>
            <pc:docMk/>
            <pc:sldMk cId="2207792190" sldId="275"/>
            <ac:spMk id="3" creationId="{B28EDBA9-B35B-8678-49CC-B1C2C7C6083A}"/>
          </ac:spMkLst>
        </pc:spChg>
        <pc:graphicFrameChg chg="add mod modGraphic">
          <ac:chgData name="Telma Cristina Castelhano" userId="62084f3622c28081" providerId="LiveId" clId="{C2A5F244-F0AD-9E4D-B031-B2A5876BAD3E}" dt="2024-03-31T00:52:42.629" v="810" actId="20577"/>
          <ac:graphicFrameMkLst>
            <pc:docMk/>
            <pc:sldMk cId="2207792190" sldId="275"/>
            <ac:graphicFrameMk id="4" creationId="{020905A4-CE35-B918-9550-8C03D8A1AA7A}"/>
          </ac:graphicFrameMkLst>
        </pc:graphicFrameChg>
      </pc:sldChg>
      <pc:sldChg chg="addSp modSp new mod">
        <pc:chgData name="Telma Cristina Castelhano" userId="62084f3622c28081" providerId="LiveId" clId="{C2A5F244-F0AD-9E4D-B031-B2A5876BAD3E}" dt="2024-03-31T01:05:31.413" v="922" actId="20577"/>
        <pc:sldMkLst>
          <pc:docMk/>
          <pc:sldMk cId="4116788704" sldId="276"/>
        </pc:sldMkLst>
        <pc:spChg chg="mod">
          <ac:chgData name="Telma Cristina Castelhano" userId="62084f3622c28081" providerId="LiveId" clId="{C2A5F244-F0AD-9E4D-B031-B2A5876BAD3E}" dt="2024-03-31T01:02:23.357" v="813" actId="27636"/>
          <ac:spMkLst>
            <pc:docMk/>
            <pc:sldMk cId="4116788704" sldId="276"/>
            <ac:spMk id="2" creationId="{E097F0D3-ADA6-8E57-D06F-5297A11706C7}"/>
          </ac:spMkLst>
        </pc:spChg>
        <pc:spChg chg="mod">
          <ac:chgData name="Telma Cristina Castelhano" userId="62084f3622c28081" providerId="LiveId" clId="{C2A5F244-F0AD-9E4D-B031-B2A5876BAD3E}" dt="2024-03-31T01:02:36.205" v="839" actId="20577"/>
          <ac:spMkLst>
            <pc:docMk/>
            <pc:sldMk cId="4116788704" sldId="276"/>
            <ac:spMk id="3" creationId="{BC8139CA-4EEF-79A0-4189-77410B354A0C}"/>
          </ac:spMkLst>
        </pc:spChg>
        <pc:graphicFrameChg chg="add mod modGraphic">
          <ac:chgData name="Telma Cristina Castelhano" userId="62084f3622c28081" providerId="LiveId" clId="{C2A5F244-F0AD-9E4D-B031-B2A5876BAD3E}" dt="2024-03-31T01:05:31.413" v="922" actId="20577"/>
          <ac:graphicFrameMkLst>
            <pc:docMk/>
            <pc:sldMk cId="4116788704" sldId="276"/>
            <ac:graphicFrameMk id="4" creationId="{DC90EEE6-64EE-9A49-85BB-BC2751F59712}"/>
          </ac:graphicFrameMkLst>
        </pc:graphicFrameChg>
      </pc:sldChg>
      <pc:sldChg chg="addSp modSp new mod">
        <pc:chgData name="Telma Cristina Castelhano" userId="62084f3622c28081" providerId="LiveId" clId="{C2A5F244-F0AD-9E4D-B031-B2A5876BAD3E}" dt="2024-03-31T01:09:01.830" v="1075" actId="20577"/>
        <pc:sldMkLst>
          <pc:docMk/>
          <pc:sldMk cId="173248835" sldId="277"/>
        </pc:sldMkLst>
        <pc:spChg chg="mod">
          <ac:chgData name="Telma Cristina Castelhano" userId="62084f3622c28081" providerId="LiveId" clId="{C2A5F244-F0AD-9E4D-B031-B2A5876BAD3E}" dt="2024-03-31T01:07:28.732" v="924" actId="27636"/>
          <ac:spMkLst>
            <pc:docMk/>
            <pc:sldMk cId="173248835" sldId="277"/>
            <ac:spMk id="2" creationId="{1BFB52CC-4E9D-C795-723F-95770AC9D901}"/>
          </ac:spMkLst>
        </pc:spChg>
        <pc:spChg chg="mod">
          <ac:chgData name="Telma Cristina Castelhano" userId="62084f3622c28081" providerId="LiveId" clId="{C2A5F244-F0AD-9E4D-B031-B2A5876BAD3E}" dt="2024-03-31T01:08:00.113" v="1010" actId="5793"/>
          <ac:spMkLst>
            <pc:docMk/>
            <pc:sldMk cId="173248835" sldId="277"/>
            <ac:spMk id="3" creationId="{C5104244-81BD-D1D7-4308-D83B10EFDCCF}"/>
          </ac:spMkLst>
        </pc:spChg>
        <pc:graphicFrameChg chg="add mod modGraphic">
          <ac:chgData name="Telma Cristina Castelhano" userId="62084f3622c28081" providerId="LiveId" clId="{C2A5F244-F0AD-9E4D-B031-B2A5876BAD3E}" dt="2024-03-31T01:09:01.830" v="1075" actId="20577"/>
          <ac:graphicFrameMkLst>
            <pc:docMk/>
            <pc:sldMk cId="173248835" sldId="277"/>
            <ac:graphicFrameMk id="4" creationId="{74257538-3030-031E-DA5C-35E0F35439D6}"/>
          </ac:graphicFrameMkLst>
        </pc:graphicFrameChg>
      </pc:sldChg>
      <pc:sldChg chg="modSp new mod">
        <pc:chgData name="Telma Cristina Castelhano" userId="62084f3622c28081" providerId="LiveId" clId="{C2A5F244-F0AD-9E4D-B031-B2A5876BAD3E}" dt="2024-03-31T01:15:48.298" v="1191" actId="123"/>
        <pc:sldMkLst>
          <pc:docMk/>
          <pc:sldMk cId="3453874915" sldId="278"/>
        </pc:sldMkLst>
        <pc:spChg chg="mod">
          <ac:chgData name="Telma Cristina Castelhano" userId="62084f3622c28081" providerId="LiveId" clId="{C2A5F244-F0AD-9E4D-B031-B2A5876BAD3E}" dt="2024-03-31T01:14:52.124" v="1082" actId="27636"/>
          <ac:spMkLst>
            <pc:docMk/>
            <pc:sldMk cId="3453874915" sldId="278"/>
            <ac:spMk id="2" creationId="{3D9CC19C-B6E4-C46B-36A3-6E9BCA4826ED}"/>
          </ac:spMkLst>
        </pc:spChg>
        <pc:spChg chg="mod">
          <ac:chgData name="Telma Cristina Castelhano" userId="62084f3622c28081" providerId="LiveId" clId="{C2A5F244-F0AD-9E4D-B031-B2A5876BAD3E}" dt="2024-03-31T01:15:48.298" v="1191" actId="123"/>
          <ac:spMkLst>
            <pc:docMk/>
            <pc:sldMk cId="3453874915" sldId="278"/>
            <ac:spMk id="3" creationId="{10710B95-3258-D17D-B772-0D0DF4D8C5EE}"/>
          </ac:spMkLst>
        </pc:spChg>
      </pc:sldChg>
      <pc:sldChg chg="new del">
        <pc:chgData name="Telma Cristina Castelhano" userId="62084f3622c28081" providerId="LiveId" clId="{C2A5F244-F0AD-9E4D-B031-B2A5876BAD3E}" dt="2024-03-31T01:14:36.672" v="1079" actId="2696"/>
        <pc:sldMkLst>
          <pc:docMk/>
          <pc:sldMk cId="4248645520" sldId="278"/>
        </pc:sldMkLst>
      </pc:sldChg>
    </pc:docChg>
  </pc:docChgLst>
  <pc:docChgLst>
    <pc:chgData name="Telma Cristina Castelhano" userId="62084f3622c28081" providerId="LiveId" clId="{E07ECA61-2D5F-1449-AC96-DCC37566F944}"/>
    <pc:docChg chg="undo custSel addSld modSld">
      <pc:chgData name="Telma Cristina Castelhano" userId="62084f3622c28081" providerId="LiveId" clId="{E07ECA61-2D5F-1449-AC96-DCC37566F944}" dt="2023-03-08T21:44:06.315" v="2515" actId="20577"/>
      <pc:docMkLst>
        <pc:docMk/>
      </pc:docMkLst>
      <pc:sldChg chg="addSp delSp modSp mod">
        <pc:chgData name="Telma Cristina Castelhano" userId="62084f3622c28081" providerId="LiveId" clId="{E07ECA61-2D5F-1449-AC96-DCC37566F944}" dt="2023-03-08T21:22:14.969" v="2204"/>
        <pc:sldMkLst>
          <pc:docMk/>
          <pc:sldMk cId="3407115625" sldId="257"/>
        </pc:sldMkLst>
        <pc:spChg chg="add mod">
          <ac:chgData name="Telma Cristina Castelhano" userId="62084f3622c28081" providerId="LiveId" clId="{E07ECA61-2D5F-1449-AC96-DCC37566F944}" dt="2023-03-08T21:19:12.024" v="2046" actId="20577"/>
          <ac:spMkLst>
            <pc:docMk/>
            <pc:sldMk cId="3407115625" sldId="257"/>
            <ac:spMk id="6" creationId="{E1EDA0D1-F657-0C1F-AE2A-2917C387A71D}"/>
          </ac:spMkLst>
        </pc:spChg>
        <pc:spChg chg="add del mod">
          <ac:chgData name="Telma Cristina Castelhano" userId="62084f3622c28081" providerId="LiveId" clId="{E07ECA61-2D5F-1449-AC96-DCC37566F944}" dt="2023-03-08T21:18:27.244" v="2036"/>
          <ac:spMkLst>
            <pc:docMk/>
            <pc:sldMk cId="3407115625" sldId="257"/>
            <ac:spMk id="7" creationId="{CD5DAFA3-1B72-C6C7-77A9-6C290E4AA040}"/>
          </ac:spMkLst>
        </pc:spChg>
        <pc:spChg chg="add del mod">
          <ac:chgData name="Telma Cristina Castelhano" userId="62084f3622c28081" providerId="LiveId" clId="{E07ECA61-2D5F-1449-AC96-DCC37566F944}" dt="2023-03-08T21:18:27.244" v="2036"/>
          <ac:spMkLst>
            <pc:docMk/>
            <pc:sldMk cId="3407115625" sldId="257"/>
            <ac:spMk id="8" creationId="{961E7712-6FB8-4095-C979-6E2D33DF652B}"/>
          </ac:spMkLst>
        </pc:spChg>
        <pc:spChg chg="add del mod">
          <ac:chgData name="Telma Cristina Castelhano" userId="62084f3622c28081" providerId="LiveId" clId="{E07ECA61-2D5F-1449-AC96-DCC37566F944}" dt="2023-03-08T21:18:27.244" v="2036"/>
          <ac:spMkLst>
            <pc:docMk/>
            <pc:sldMk cId="3407115625" sldId="257"/>
            <ac:spMk id="9" creationId="{26E6AEF4-65B9-06DD-F2A5-F5A313D085BC}"/>
          </ac:spMkLst>
        </pc:spChg>
        <pc:spChg chg="add del mod">
          <ac:chgData name="Telma Cristina Castelhano" userId="62084f3622c28081" providerId="LiveId" clId="{E07ECA61-2D5F-1449-AC96-DCC37566F944}" dt="2023-03-08T21:18:27.244" v="2036"/>
          <ac:spMkLst>
            <pc:docMk/>
            <pc:sldMk cId="3407115625" sldId="257"/>
            <ac:spMk id="10" creationId="{EC2851BF-68D5-67AE-AB46-1A88D99C0FF4}"/>
          </ac:spMkLst>
        </pc:spChg>
        <pc:spChg chg="add del mod">
          <ac:chgData name="Telma Cristina Castelhano" userId="62084f3622c28081" providerId="LiveId" clId="{E07ECA61-2D5F-1449-AC96-DCC37566F944}" dt="2023-03-08T21:18:27.244" v="2036"/>
          <ac:spMkLst>
            <pc:docMk/>
            <pc:sldMk cId="3407115625" sldId="257"/>
            <ac:spMk id="11" creationId="{517DCEE5-C48F-8E9D-B11F-BBD4F586749D}"/>
          </ac:spMkLst>
        </pc:spChg>
        <pc:spChg chg="add del mod">
          <ac:chgData name="Telma Cristina Castelhano" userId="62084f3622c28081" providerId="LiveId" clId="{E07ECA61-2D5F-1449-AC96-DCC37566F944}" dt="2023-03-08T21:18:27.244" v="2036"/>
          <ac:spMkLst>
            <pc:docMk/>
            <pc:sldMk cId="3407115625" sldId="257"/>
            <ac:spMk id="12" creationId="{C4E2DD9F-A9B1-BBF7-AAF8-A088C9EC37C6}"/>
          </ac:spMkLst>
        </pc:spChg>
        <pc:spChg chg="add mod">
          <ac:chgData name="Telma Cristina Castelhano" userId="62084f3622c28081" providerId="LiveId" clId="{E07ECA61-2D5F-1449-AC96-DCC37566F944}" dt="2023-03-08T21:18:51.648" v="2038"/>
          <ac:spMkLst>
            <pc:docMk/>
            <pc:sldMk cId="3407115625" sldId="257"/>
            <ac:spMk id="13" creationId="{331462A7-1462-9ADC-4DC3-9AD264FE1C33}"/>
          </ac:spMkLst>
        </pc:spChg>
        <pc:spChg chg="add mod">
          <ac:chgData name="Telma Cristina Castelhano" userId="62084f3622c28081" providerId="LiveId" clId="{E07ECA61-2D5F-1449-AC96-DCC37566F944}" dt="2023-03-08T21:18:54.650" v="2040"/>
          <ac:spMkLst>
            <pc:docMk/>
            <pc:sldMk cId="3407115625" sldId="257"/>
            <ac:spMk id="14" creationId="{98954D58-E76D-F4A6-DC29-EFF9CB2CE2EA}"/>
          </ac:spMkLst>
        </pc:spChg>
        <pc:graphicFrameChg chg="add mod modGraphic">
          <ac:chgData name="Telma Cristina Castelhano" userId="62084f3622c28081" providerId="LiveId" clId="{E07ECA61-2D5F-1449-AC96-DCC37566F944}" dt="2023-03-08T21:22:14.969" v="2204"/>
          <ac:graphicFrameMkLst>
            <pc:docMk/>
            <pc:sldMk cId="3407115625" sldId="257"/>
            <ac:graphicFrameMk id="16" creationId="{D03D2DDE-22FE-5643-F9FF-2A32CDCAE322}"/>
          </ac:graphicFrameMkLst>
        </pc:graphicFrameChg>
        <pc:picChg chg="add del mod">
          <ac:chgData name="Telma Cristina Castelhano" userId="62084f3622c28081" providerId="LiveId" clId="{E07ECA61-2D5F-1449-AC96-DCC37566F944}" dt="2023-03-08T21:15:48.346" v="2021" actId="478"/>
          <ac:picMkLst>
            <pc:docMk/>
            <pc:sldMk cId="3407115625" sldId="257"/>
            <ac:picMk id="2" creationId="{706676C7-D44D-9B77-6A56-D6D73B142910}"/>
          </ac:picMkLst>
        </pc:picChg>
        <pc:picChg chg="add del mod">
          <ac:chgData name="Telma Cristina Castelhano" userId="62084f3622c28081" providerId="LiveId" clId="{E07ECA61-2D5F-1449-AC96-DCC37566F944}" dt="2023-03-08T21:15:39.665" v="2020" actId="478"/>
          <ac:picMkLst>
            <pc:docMk/>
            <pc:sldMk cId="3407115625" sldId="257"/>
            <ac:picMk id="3" creationId="{713BC7B4-ACBF-9398-E1E2-2A3E497F13FF}"/>
          </ac:picMkLst>
        </pc:picChg>
        <pc:picChg chg="add del mod">
          <ac:chgData name="Telma Cristina Castelhano" userId="62084f3622c28081" providerId="LiveId" clId="{E07ECA61-2D5F-1449-AC96-DCC37566F944}" dt="2023-03-08T21:15:38.072" v="2019" actId="478"/>
          <ac:picMkLst>
            <pc:docMk/>
            <pc:sldMk cId="3407115625" sldId="257"/>
            <ac:picMk id="4" creationId="{A5624016-6B0F-5A1C-EB2C-59AECC85D67F}"/>
          </ac:picMkLst>
        </pc:picChg>
        <pc:picChg chg="add del mod">
          <ac:chgData name="Telma Cristina Castelhano" userId="62084f3622c28081" providerId="LiveId" clId="{E07ECA61-2D5F-1449-AC96-DCC37566F944}" dt="2023-03-08T21:16:07.297" v="2023" actId="478"/>
          <ac:picMkLst>
            <pc:docMk/>
            <pc:sldMk cId="3407115625" sldId="257"/>
            <ac:picMk id="5" creationId="{FEA1D440-826F-8802-301F-B4AD6EC3FB34}"/>
          </ac:picMkLst>
        </pc:picChg>
        <pc:picChg chg="add del mod">
          <ac:chgData name="Telma Cristina Castelhano" userId="62084f3622c28081" providerId="LiveId" clId="{E07ECA61-2D5F-1449-AC96-DCC37566F944}" dt="2023-03-08T21:19:05.813" v="2044" actId="478"/>
          <ac:picMkLst>
            <pc:docMk/>
            <pc:sldMk cId="3407115625" sldId="257"/>
            <ac:picMk id="15" creationId="{5B221748-C79C-F0FA-CB8B-9CB121CEE872}"/>
          </ac:picMkLst>
        </pc:picChg>
        <pc:picChg chg="del mod">
          <ac:chgData name="Telma Cristina Castelhano" userId="62084f3622c28081" providerId="LiveId" clId="{E07ECA61-2D5F-1449-AC96-DCC37566F944}" dt="2023-03-08T21:17:06.587" v="2024" actId="478"/>
          <ac:picMkLst>
            <pc:docMk/>
            <pc:sldMk cId="3407115625" sldId="257"/>
            <ac:picMk id="1026" creationId="{00000000-0000-0000-0000-000000000000}"/>
          </ac:picMkLst>
        </pc:picChg>
      </pc:sldChg>
      <pc:sldChg chg="modSp mod">
        <pc:chgData name="Telma Cristina Castelhano" userId="62084f3622c28081" providerId="LiveId" clId="{E07ECA61-2D5F-1449-AC96-DCC37566F944}" dt="2023-03-08T21:31:55.770" v="2293" actId="27636"/>
        <pc:sldMkLst>
          <pc:docMk/>
          <pc:sldMk cId="3170269951" sldId="258"/>
        </pc:sldMkLst>
        <pc:spChg chg="mod">
          <ac:chgData name="Telma Cristina Castelhano" userId="62084f3622c28081" providerId="LiveId" clId="{E07ECA61-2D5F-1449-AC96-DCC37566F944}" dt="2023-03-08T21:31:55.770" v="2293" actId="27636"/>
          <ac:spMkLst>
            <pc:docMk/>
            <pc:sldMk cId="3170269951" sldId="258"/>
            <ac:spMk id="3" creationId="{00000000-0000-0000-0000-000000000000}"/>
          </ac:spMkLst>
        </pc:spChg>
      </pc:sldChg>
      <pc:sldChg chg="modSp mod">
        <pc:chgData name="Telma Cristina Castelhano" userId="62084f3622c28081" providerId="LiveId" clId="{E07ECA61-2D5F-1449-AC96-DCC37566F944}" dt="2023-03-08T21:32:41.938" v="2294" actId="20577"/>
        <pc:sldMkLst>
          <pc:docMk/>
          <pc:sldMk cId="210153980" sldId="259"/>
        </pc:sldMkLst>
        <pc:spChg chg="mod">
          <ac:chgData name="Telma Cristina Castelhano" userId="62084f3622c28081" providerId="LiveId" clId="{E07ECA61-2D5F-1449-AC96-DCC37566F944}" dt="2023-03-08T21:32:41.938" v="2294" actId="20577"/>
          <ac:spMkLst>
            <pc:docMk/>
            <pc:sldMk cId="210153980" sldId="259"/>
            <ac:spMk id="3" creationId="{00000000-0000-0000-0000-000000000000}"/>
          </ac:spMkLst>
        </pc:spChg>
      </pc:sldChg>
      <pc:sldChg chg="modSp mod">
        <pc:chgData name="Telma Cristina Castelhano" userId="62084f3622c28081" providerId="LiveId" clId="{E07ECA61-2D5F-1449-AC96-DCC37566F944}" dt="2023-03-08T21:33:15.979" v="2295" actId="20577"/>
        <pc:sldMkLst>
          <pc:docMk/>
          <pc:sldMk cId="2961136044" sldId="261"/>
        </pc:sldMkLst>
        <pc:spChg chg="mod">
          <ac:chgData name="Telma Cristina Castelhano" userId="62084f3622c28081" providerId="LiveId" clId="{E07ECA61-2D5F-1449-AC96-DCC37566F944}" dt="2023-03-08T21:33:15.979" v="2295" actId="20577"/>
          <ac:spMkLst>
            <pc:docMk/>
            <pc:sldMk cId="2961136044" sldId="261"/>
            <ac:spMk id="3" creationId="{00000000-0000-0000-0000-000000000000}"/>
          </ac:spMkLst>
        </pc:spChg>
      </pc:sldChg>
      <pc:sldChg chg="modSp mod">
        <pc:chgData name="Telma Cristina Castelhano" userId="62084f3622c28081" providerId="LiveId" clId="{E07ECA61-2D5F-1449-AC96-DCC37566F944}" dt="2023-03-08T21:37:13.528" v="2352" actId="20577"/>
        <pc:sldMkLst>
          <pc:docMk/>
          <pc:sldMk cId="4270478092" sldId="262"/>
        </pc:sldMkLst>
        <pc:spChg chg="mod">
          <ac:chgData name="Telma Cristina Castelhano" userId="62084f3622c28081" providerId="LiveId" clId="{E07ECA61-2D5F-1449-AC96-DCC37566F944}" dt="2023-03-08T21:34:39.830" v="2312" actId="1076"/>
          <ac:spMkLst>
            <pc:docMk/>
            <pc:sldMk cId="4270478092" sldId="262"/>
            <ac:spMk id="2" creationId="{00000000-0000-0000-0000-000000000000}"/>
          </ac:spMkLst>
        </pc:spChg>
        <pc:spChg chg="mod">
          <ac:chgData name="Telma Cristina Castelhano" userId="62084f3622c28081" providerId="LiveId" clId="{E07ECA61-2D5F-1449-AC96-DCC37566F944}" dt="2023-03-08T21:37:13.528" v="2352" actId="20577"/>
          <ac:spMkLst>
            <pc:docMk/>
            <pc:sldMk cId="4270478092" sldId="262"/>
            <ac:spMk id="3" creationId="{00000000-0000-0000-0000-000000000000}"/>
          </ac:spMkLst>
        </pc:spChg>
      </pc:sldChg>
      <pc:sldChg chg="delSp modSp new mod">
        <pc:chgData name="Telma Cristina Castelhano" userId="62084f3622c28081" providerId="LiveId" clId="{E07ECA61-2D5F-1449-AC96-DCC37566F944}" dt="2023-03-08T20:50:26.949" v="295" actId="20577"/>
        <pc:sldMkLst>
          <pc:docMk/>
          <pc:sldMk cId="564107445" sldId="263"/>
        </pc:sldMkLst>
        <pc:spChg chg="del">
          <ac:chgData name="Telma Cristina Castelhano" userId="62084f3622c28081" providerId="LiveId" clId="{E07ECA61-2D5F-1449-AC96-DCC37566F944}" dt="2023-03-08T20:47:56.689" v="2" actId="478"/>
          <ac:spMkLst>
            <pc:docMk/>
            <pc:sldMk cId="564107445" sldId="263"/>
            <ac:spMk id="2" creationId="{E6679417-F0DC-9681-E3F5-43FCD4FD591E}"/>
          </ac:spMkLst>
        </pc:spChg>
        <pc:spChg chg="mod">
          <ac:chgData name="Telma Cristina Castelhano" userId="62084f3622c28081" providerId="LiveId" clId="{E07ECA61-2D5F-1449-AC96-DCC37566F944}" dt="2023-03-08T20:50:26.949" v="295" actId="20577"/>
          <ac:spMkLst>
            <pc:docMk/>
            <pc:sldMk cId="564107445" sldId="263"/>
            <ac:spMk id="3" creationId="{CD5D4698-33BC-2335-6E00-50F97922A262}"/>
          </ac:spMkLst>
        </pc:spChg>
      </pc:sldChg>
      <pc:sldChg chg="delSp modSp new mod">
        <pc:chgData name="Telma Cristina Castelhano" userId="62084f3622c28081" providerId="LiveId" clId="{E07ECA61-2D5F-1449-AC96-DCC37566F944}" dt="2023-03-08T20:52:15.095" v="310" actId="115"/>
        <pc:sldMkLst>
          <pc:docMk/>
          <pc:sldMk cId="2299489499" sldId="264"/>
        </pc:sldMkLst>
        <pc:spChg chg="del">
          <ac:chgData name="Telma Cristina Castelhano" userId="62084f3622c28081" providerId="LiveId" clId="{E07ECA61-2D5F-1449-AC96-DCC37566F944}" dt="2023-03-08T20:50:55.787" v="297" actId="478"/>
          <ac:spMkLst>
            <pc:docMk/>
            <pc:sldMk cId="2299489499" sldId="264"/>
            <ac:spMk id="2" creationId="{EF4D1CC5-E4A1-2605-6FE7-63D956EB1163}"/>
          </ac:spMkLst>
        </pc:spChg>
        <pc:spChg chg="mod">
          <ac:chgData name="Telma Cristina Castelhano" userId="62084f3622c28081" providerId="LiveId" clId="{E07ECA61-2D5F-1449-AC96-DCC37566F944}" dt="2023-03-08T20:52:15.095" v="310" actId="115"/>
          <ac:spMkLst>
            <pc:docMk/>
            <pc:sldMk cId="2299489499" sldId="264"/>
            <ac:spMk id="3" creationId="{283E48DB-4A16-0A31-23E7-3478EDAE6E1A}"/>
          </ac:spMkLst>
        </pc:spChg>
      </pc:sldChg>
      <pc:sldChg chg="modSp new mod">
        <pc:chgData name="Telma Cristina Castelhano" userId="62084f3622c28081" providerId="LiveId" clId="{E07ECA61-2D5F-1449-AC96-DCC37566F944}" dt="2023-03-08T21:09:39.151" v="1566" actId="20577"/>
        <pc:sldMkLst>
          <pc:docMk/>
          <pc:sldMk cId="3539475442" sldId="265"/>
        </pc:sldMkLst>
        <pc:spChg chg="mod">
          <ac:chgData name="Telma Cristina Castelhano" userId="62084f3622c28081" providerId="LiveId" clId="{E07ECA61-2D5F-1449-AC96-DCC37566F944}" dt="2023-03-08T20:52:35.436" v="326" actId="20577"/>
          <ac:spMkLst>
            <pc:docMk/>
            <pc:sldMk cId="3539475442" sldId="265"/>
            <ac:spMk id="2" creationId="{6864E354-145B-B3B3-EF68-9F9531D17D67}"/>
          </ac:spMkLst>
        </pc:spChg>
        <pc:spChg chg="mod">
          <ac:chgData name="Telma Cristina Castelhano" userId="62084f3622c28081" providerId="LiveId" clId="{E07ECA61-2D5F-1449-AC96-DCC37566F944}" dt="2023-03-08T21:09:39.151" v="1566" actId="20577"/>
          <ac:spMkLst>
            <pc:docMk/>
            <pc:sldMk cId="3539475442" sldId="265"/>
            <ac:spMk id="3" creationId="{5A955917-4760-9375-BAD5-F8BBED0653F2}"/>
          </ac:spMkLst>
        </pc:spChg>
      </pc:sldChg>
      <pc:sldChg chg="addSp delSp modSp new mod modClrScheme chgLayout">
        <pc:chgData name="Telma Cristina Castelhano" userId="62084f3622c28081" providerId="LiveId" clId="{E07ECA61-2D5F-1449-AC96-DCC37566F944}" dt="2023-03-08T20:59:35.877" v="821" actId="20577"/>
        <pc:sldMkLst>
          <pc:docMk/>
          <pc:sldMk cId="1912153999" sldId="266"/>
        </pc:sldMkLst>
        <pc:spChg chg="add del">
          <ac:chgData name="Telma Cristina Castelhano" userId="62084f3622c28081" providerId="LiveId" clId="{E07ECA61-2D5F-1449-AC96-DCC37566F944}" dt="2023-03-08T20:56:58.012" v="667" actId="26606"/>
          <ac:spMkLst>
            <pc:docMk/>
            <pc:sldMk cId="1912153999" sldId="266"/>
            <ac:spMk id="2" creationId="{BDBA944A-446E-C381-E4F2-32764233741F}"/>
          </ac:spMkLst>
        </pc:spChg>
        <pc:spChg chg="del">
          <ac:chgData name="Telma Cristina Castelhano" userId="62084f3622c28081" providerId="LiveId" clId="{E07ECA61-2D5F-1449-AC96-DCC37566F944}" dt="2023-03-08T20:56:44.336" v="662" actId="931"/>
          <ac:spMkLst>
            <pc:docMk/>
            <pc:sldMk cId="1912153999" sldId="266"/>
            <ac:spMk id="3" creationId="{05AF2C0F-79A2-F86F-FF97-BCCA54DDEF6F}"/>
          </ac:spMkLst>
        </pc:spChg>
        <pc:spChg chg="add del mod">
          <ac:chgData name="Telma Cristina Castelhano" userId="62084f3622c28081" providerId="LiveId" clId="{E07ECA61-2D5F-1449-AC96-DCC37566F944}" dt="2023-03-08T20:56:58.009" v="666" actId="26606"/>
          <ac:spMkLst>
            <pc:docMk/>
            <pc:sldMk cId="1912153999" sldId="266"/>
            <ac:spMk id="10" creationId="{F9C9B893-DCEA-58DB-F288-D8D126248A83}"/>
          </ac:spMkLst>
        </pc:spChg>
        <pc:spChg chg="add del mod">
          <ac:chgData name="Telma Cristina Castelhano" userId="62084f3622c28081" providerId="LiveId" clId="{E07ECA61-2D5F-1449-AC96-DCC37566F944}" dt="2023-03-08T20:56:58.009" v="666" actId="26606"/>
          <ac:spMkLst>
            <pc:docMk/>
            <pc:sldMk cId="1912153999" sldId="266"/>
            <ac:spMk id="12" creationId="{3C40E7F0-417E-F26F-1361-B076147F6B2E}"/>
          </ac:spMkLst>
        </pc:spChg>
        <pc:spChg chg="add del mod">
          <ac:chgData name="Telma Cristina Castelhano" userId="62084f3622c28081" providerId="LiveId" clId="{E07ECA61-2D5F-1449-AC96-DCC37566F944}" dt="2023-03-08T20:59:29.487" v="820" actId="478"/>
          <ac:spMkLst>
            <pc:docMk/>
            <pc:sldMk cId="1912153999" sldId="266"/>
            <ac:spMk id="14" creationId="{C3FD409F-A0FE-3E2F-4A92-54FDA80D5F85}"/>
          </ac:spMkLst>
        </pc:spChg>
        <pc:spChg chg="add mod">
          <ac:chgData name="Telma Cristina Castelhano" userId="62084f3622c28081" providerId="LiveId" clId="{E07ECA61-2D5F-1449-AC96-DCC37566F944}" dt="2023-03-08T20:59:35.877" v="821" actId="20577"/>
          <ac:spMkLst>
            <pc:docMk/>
            <pc:sldMk cId="1912153999" sldId="266"/>
            <ac:spMk id="15" creationId="{E8309336-61E6-8CBC-EEC0-FE3082C6538F}"/>
          </ac:spMkLst>
        </pc:spChg>
        <pc:picChg chg="add mod">
          <ac:chgData name="Telma Cristina Castelhano" userId="62084f3622c28081" providerId="LiveId" clId="{E07ECA61-2D5F-1449-AC96-DCC37566F944}" dt="2023-03-08T20:56:58.012" v="667" actId="26606"/>
          <ac:picMkLst>
            <pc:docMk/>
            <pc:sldMk cId="1912153999" sldId="266"/>
            <ac:picMk id="5" creationId="{5C4C5C69-A944-9E0E-5FF2-6616D6F44946}"/>
          </ac:picMkLst>
        </pc:picChg>
      </pc:sldChg>
      <pc:sldChg chg="delSp modSp new mod">
        <pc:chgData name="Telma Cristina Castelhano" userId="62084f3622c28081" providerId="LiveId" clId="{E07ECA61-2D5F-1449-AC96-DCC37566F944}" dt="2023-03-08T21:44:06.315" v="2515" actId="20577"/>
        <pc:sldMkLst>
          <pc:docMk/>
          <pc:sldMk cId="72722353" sldId="267"/>
        </pc:sldMkLst>
        <pc:spChg chg="mod">
          <ac:chgData name="Telma Cristina Castelhano" userId="62084f3622c28081" providerId="LiveId" clId="{E07ECA61-2D5F-1449-AC96-DCC37566F944}" dt="2023-03-08T20:59:54.929" v="830" actId="20577"/>
          <ac:spMkLst>
            <pc:docMk/>
            <pc:sldMk cId="72722353" sldId="267"/>
            <ac:spMk id="2" creationId="{CD04B18E-56CD-9861-A556-43FE2D89679F}"/>
          </ac:spMkLst>
        </pc:spChg>
        <pc:spChg chg="mod">
          <ac:chgData name="Telma Cristina Castelhano" userId="62084f3622c28081" providerId="LiveId" clId="{E07ECA61-2D5F-1449-AC96-DCC37566F944}" dt="2023-03-08T21:44:06.315" v="2515" actId="20577"/>
          <ac:spMkLst>
            <pc:docMk/>
            <pc:sldMk cId="72722353" sldId="267"/>
            <ac:spMk id="3" creationId="{76B0CF8C-4B95-7358-4991-5C9010D95F25}"/>
          </ac:spMkLst>
        </pc:spChg>
        <pc:spChg chg="del">
          <ac:chgData name="Telma Cristina Castelhano" userId="62084f3622c28081" providerId="LiveId" clId="{E07ECA61-2D5F-1449-AC96-DCC37566F944}" dt="2023-03-08T20:59:59.141" v="831" actId="478"/>
          <ac:spMkLst>
            <pc:docMk/>
            <pc:sldMk cId="72722353" sldId="267"/>
            <ac:spMk id="4" creationId="{0681710C-0E61-9B35-33D6-B2A3FB077EB4}"/>
          </ac:spMkLst>
        </pc:spChg>
      </pc:sldChg>
      <pc:sldChg chg="modSp new mod">
        <pc:chgData name="Telma Cristina Castelhano" userId="62084f3622c28081" providerId="LiveId" clId="{E07ECA61-2D5F-1449-AC96-DCC37566F944}" dt="2023-03-08T21:05:29.985" v="1230" actId="20577"/>
        <pc:sldMkLst>
          <pc:docMk/>
          <pc:sldMk cId="2801158873" sldId="268"/>
        </pc:sldMkLst>
        <pc:spChg chg="mod">
          <ac:chgData name="Telma Cristina Castelhano" userId="62084f3622c28081" providerId="LiveId" clId="{E07ECA61-2D5F-1449-AC96-DCC37566F944}" dt="2023-03-08T21:03:37.413" v="1064" actId="20577"/>
          <ac:spMkLst>
            <pc:docMk/>
            <pc:sldMk cId="2801158873" sldId="268"/>
            <ac:spMk id="2" creationId="{F4B5E3DD-67F2-F488-A93B-A1CFED7E729C}"/>
          </ac:spMkLst>
        </pc:spChg>
        <pc:spChg chg="mod">
          <ac:chgData name="Telma Cristina Castelhano" userId="62084f3622c28081" providerId="LiveId" clId="{E07ECA61-2D5F-1449-AC96-DCC37566F944}" dt="2023-03-08T21:05:29.985" v="1230" actId="20577"/>
          <ac:spMkLst>
            <pc:docMk/>
            <pc:sldMk cId="2801158873" sldId="268"/>
            <ac:spMk id="3" creationId="{7ACB3051-6573-FF10-D692-57A65B361731}"/>
          </ac:spMkLst>
        </pc:spChg>
      </pc:sldChg>
      <pc:sldChg chg="modSp new mod">
        <pc:chgData name="Telma Cristina Castelhano" userId="62084f3622c28081" providerId="LiveId" clId="{E07ECA61-2D5F-1449-AC96-DCC37566F944}" dt="2023-03-08T21:14:45.476" v="2014" actId="123"/>
        <pc:sldMkLst>
          <pc:docMk/>
          <pc:sldMk cId="3012230444" sldId="269"/>
        </pc:sldMkLst>
        <pc:spChg chg="mod">
          <ac:chgData name="Telma Cristina Castelhano" userId="62084f3622c28081" providerId="LiveId" clId="{E07ECA61-2D5F-1449-AC96-DCC37566F944}" dt="2023-03-08T21:11:35.766" v="1575" actId="20577"/>
          <ac:spMkLst>
            <pc:docMk/>
            <pc:sldMk cId="3012230444" sldId="269"/>
            <ac:spMk id="2" creationId="{EDD5A61A-B999-928B-23D1-F78C25771EE8}"/>
          </ac:spMkLst>
        </pc:spChg>
        <pc:spChg chg="mod">
          <ac:chgData name="Telma Cristina Castelhano" userId="62084f3622c28081" providerId="LiveId" clId="{E07ECA61-2D5F-1449-AC96-DCC37566F944}" dt="2023-03-08T21:14:45.476" v="2014" actId="123"/>
          <ac:spMkLst>
            <pc:docMk/>
            <pc:sldMk cId="3012230444" sldId="269"/>
            <ac:spMk id="3" creationId="{E6FEDDBD-B501-72D7-20F1-B6BCF069EF65}"/>
          </ac:spMkLst>
        </pc:spChg>
      </pc:sldChg>
      <pc:sldChg chg="modSp new mod">
        <pc:chgData name="Telma Cristina Castelhano" userId="62084f3622c28081" providerId="LiveId" clId="{E07ECA61-2D5F-1449-AC96-DCC37566F944}" dt="2023-03-08T21:38:35.468" v="2368" actId="5793"/>
        <pc:sldMkLst>
          <pc:docMk/>
          <pc:sldMk cId="3273313097" sldId="270"/>
        </pc:sldMkLst>
        <pc:spChg chg="mod">
          <ac:chgData name="Telma Cristina Castelhano" userId="62084f3622c28081" providerId="LiveId" clId="{E07ECA61-2D5F-1449-AC96-DCC37566F944}" dt="2023-03-08T21:37:49.555" v="2355" actId="27636"/>
          <ac:spMkLst>
            <pc:docMk/>
            <pc:sldMk cId="3273313097" sldId="270"/>
            <ac:spMk id="2" creationId="{F922B56B-BF2B-C83D-9997-A82DBA06AB66}"/>
          </ac:spMkLst>
        </pc:spChg>
        <pc:spChg chg="mod">
          <ac:chgData name="Telma Cristina Castelhano" userId="62084f3622c28081" providerId="LiveId" clId="{E07ECA61-2D5F-1449-AC96-DCC37566F944}" dt="2023-03-08T21:38:35.468" v="2368" actId="5793"/>
          <ac:spMkLst>
            <pc:docMk/>
            <pc:sldMk cId="3273313097" sldId="270"/>
            <ac:spMk id="3" creationId="{D436359B-0BF8-B089-2475-DB0653396A91}"/>
          </ac:spMkLst>
        </pc:spChg>
      </pc:sldChg>
      <pc:sldChg chg="modSp new mod">
        <pc:chgData name="Telma Cristina Castelhano" userId="62084f3622c28081" providerId="LiveId" clId="{E07ECA61-2D5F-1449-AC96-DCC37566F944}" dt="2023-03-08T21:40:16.942" v="2514" actId="20577"/>
        <pc:sldMkLst>
          <pc:docMk/>
          <pc:sldMk cId="503199966" sldId="271"/>
        </pc:sldMkLst>
        <pc:spChg chg="mod">
          <ac:chgData name="Telma Cristina Castelhano" userId="62084f3622c28081" providerId="LiveId" clId="{E07ECA61-2D5F-1449-AC96-DCC37566F944}" dt="2023-03-08T21:39:13.721" v="2391" actId="20577"/>
          <ac:spMkLst>
            <pc:docMk/>
            <pc:sldMk cId="503199966" sldId="271"/>
            <ac:spMk id="2" creationId="{CA2CE966-E40C-9E89-3113-AD293692003E}"/>
          </ac:spMkLst>
        </pc:spChg>
        <pc:spChg chg="mod">
          <ac:chgData name="Telma Cristina Castelhano" userId="62084f3622c28081" providerId="LiveId" clId="{E07ECA61-2D5F-1449-AC96-DCC37566F944}" dt="2023-03-08T21:40:16.942" v="2514" actId="20577"/>
          <ac:spMkLst>
            <pc:docMk/>
            <pc:sldMk cId="503199966" sldId="271"/>
            <ac:spMk id="3" creationId="{5D29D2FA-55E0-AD3C-DA3B-BBCEDC6399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pt-BR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 no ícone para adicionar uma imagem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E114424-7695-4D21-BE54-F257CDACDAFE}" type="datetimeFigureOut">
              <a:rPr lang="pt-BR" smtClean="0"/>
              <a:t>30/03/2024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D5F7817E-EF22-45FE-BEDC-73BEC61E6072}" type="slidenum">
              <a:rPr lang="pt-BR" smtClean="0"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ACENTUAÇÃO GRÁFICA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673366"/>
          </a:xfrm>
        </p:spPr>
        <p:txBody>
          <a:bodyPr/>
          <a:lstStyle/>
          <a:p>
            <a:r>
              <a:rPr lang="pt-BR" dirty="0"/>
              <a:t>Telma Castelhano</a:t>
            </a:r>
          </a:p>
        </p:txBody>
      </p:sp>
    </p:spTree>
    <p:extLst>
      <p:ext uri="{BB962C8B-B14F-4D97-AF65-F5344CB8AC3E}">
        <p14:creationId xmlns:p14="http://schemas.microsoft.com/office/powerpoint/2010/main" val="3797185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D4698-33BC-2335-6E00-50F97922A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88"/>
          </a:xfrm>
        </p:spPr>
        <p:txBody>
          <a:bodyPr>
            <a:normAutofit fontScale="92500"/>
          </a:bodyPr>
          <a:lstStyle/>
          <a:p>
            <a:pPr marL="137160" indent="0">
              <a:buNone/>
            </a:pPr>
            <a:r>
              <a:rPr lang="pt-BR" dirty="0"/>
              <a:t>1- LUCANARI : nome de um peixe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2- ESTRÓFULO: irritação na pele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3- CÁQUI: nome de uma cor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4- CARIJO: estrado, armação feita de varas trançadas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5- PANGARAVE: pessoa desprezível, ordinária, vil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6- AIMARÁ: túnica de algodão</a:t>
            </a:r>
          </a:p>
        </p:txBody>
      </p:sp>
    </p:spTree>
    <p:extLst>
      <p:ext uri="{BB962C8B-B14F-4D97-AF65-F5344CB8AC3E}">
        <p14:creationId xmlns:p14="http://schemas.microsoft.com/office/powerpoint/2010/main" val="5641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E48DB-4A16-0A31-23E7-3478EDAE6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60680"/>
          </a:xfrm>
        </p:spPr>
        <p:txBody>
          <a:bodyPr>
            <a:normAutofit fontScale="92500"/>
          </a:bodyPr>
          <a:lstStyle/>
          <a:p>
            <a:pPr marL="137160" indent="0">
              <a:buNone/>
            </a:pPr>
            <a:r>
              <a:rPr lang="pt-BR" dirty="0"/>
              <a:t>1- LUCANA</a:t>
            </a:r>
            <a:r>
              <a:rPr lang="pt-BR" u="sng" dirty="0"/>
              <a:t>RI</a:t>
            </a:r>
            <a:r>
              <a:rPr lang="pt-BR" dirty="0"/>
              <a:t> : nome de um peixe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2- ES</a:t>
            </a:r>
            <a:r>
              <a:rPr lang="pt-BR" u="sng" dirty="0"/>
              <a:t>TRÓ</a:t>
            </a:r>
            <a:r>
              <a:rPr lang="pt-BR" dirty="0"/>
              <a:t>FULO: irritação na pele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3- </a:t>
            </a:r>
            <a:r>
              <a:rPr lang="pt-BR" u="sng" dirty="0"/>
              <a:t>CÁ</a:t>
            </a:r>
            <a:r>
              <a:rPr lang="pt-BR" dirty="0"/>
              <a:t>QUI: nome de uma cor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4- CA</a:t>
            </a:r>
            <a:r>
              <a:rPr lang="pt-BR" u="sng" dirty="0"/>
              <a:t>R</a:t>
            </a:r>
            <a:r>
              <a:rPr lang="pt-BR" dirty="0"/>
              <a:t>IJO: estrado, armação feita de varas trançadas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5- PANGA</a:t>
            </a:r>
            <a:r>
              <a:rPr lang="pt-BR" u="sng" dirty="0"/>
              <a:t>RA</a:t>
            </a:r>
            <a:r>
              <a:rPr lang="pt-BR" dirty="0"/>
              <a:t>VE: pessoa desprezível, ordinária, vil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6- AIMA</a:t>
            </a:r>
            <a:r>
              <a:rPr lang="pt-BR" u="sng" dirty="0"/>
              <a:t>RÁ</a:t>
            </a:r>
            <a:r>
              <a:rPr lang="pt-BR" dirty="0"/>
              <a:t>: túnica de algodão</a:t>
            </a:r>
          </a:p>
          <a:p>
            <a:pPr marL="13716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9489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8309336-61E6-8CBC-EEC0-FE3082C65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marL="137160" indent="0" algn="just">
              <a:buNone/>
            </a:pPr>
            <a:r>
              <a:rPr lang="en-US" dirty="0"/>
              <a:t>Observe a </a:t>
            </a:r>
            <a:r>
              <a:rPr lang="en-US" dirty="0" err="1"/>
              <a:t>ilustração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e </a:t>
            </a:r>
            <a:r>
              <a:rPr lang="en-US" dirty="0" err="1"/>
              <a:t>considere</a:t>
            </a:r>
            <a:r>
              <a:rPr lang="en-US" dirty="0"/>
              <a:t> a </a:t>
            </a:r>
            <a:r>
              <a:rPr lang="en-US" dirty="0" err="1"/>
              <a:t>palavra</a:t>
            </a:r>
            <a:r>
              <a:rPr lang="en-US" dirty="0"/>
              <a:t> </a:t>
            </a:r>
            <a:r>
              <a:rPr lang="en-US" dirty="0" err="1"/>
              <a:t>abaixo</a:t>
            </a:r>
            <a:r>
              <a:rPr lang="en-US" dirty="0"/>
              <a:t> dela </a:t>
            </a:r>
            <a:r>
              <a:rPr lang="en-US" dirty="0" err="1"/>
              <a:t>escrita</a:t>
            </a:r>
            <a:r>
              <a:rPr lang="en-US" dirty="0"/>
              <a:t>.</a:t>
            </a:r>
          </a:p>
        </p:txBody>
      </p:sp>
      <p:pic>
        <p:nvPicPr>
          <p:cNvPr id="5" name="Espaço Reservado para Conteúdo 4" descr="Uma imagem contendo no interior, texto, foto, mesa&#10;&#10;Descrição gerada automaticamente">
            <a:extLst>
              <a:ext uri="{FF2B5EF4-FFF2-40B4-BE49-F238E27FC236}">
                <a16:creationId xmlns:a16="http://schemas.microsoft.com/office/drawing/2014/main" id="{5C4C5C69-A944-9E0E-5FF2-6616D6F449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838" y="1600200"/>
            <a:ext cx="3281323" cy="4525963"/>
          </a:xfrm>
          <a:noFill/>
        </p:spPr>
      </p:pic>
    </p:spTree>
    <p:extLst>
      <p:ext uri="{BB962C8B-B14F-4D97-AF65-F5344CB8AC3E}">
        <p14:creationId xmlns:p14="http://schemas.microsoft.com/office/powerpoint/2010/main" val="191215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4B18E-56CD-9861-A556-43FE2D89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SÍLFIDE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B0CF8C-4B95-7358-4991-5C9010D95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137160" indent="0">
              <a:buNone/>
            </a:pPr>
            <a:r>
              <a:rPr lang="pt-BR" dirty="0"/>
              <a:t>substantivo feminino</a:t>
            </a:r>
          </a:p>
          <a:p>
            <a:pPr marL="137160" indent="0">
              <a:buNone/>
            </a:pPr>
            <a:endParaRPr lang="pt-BR" dirty="0"/>
          </a:p>
          <a:p>
            <a:pPr marL="651510" indent="-514350">
              <a:buAutoNum type="arabicPeriod"/>
            </a:pPr>
            <a:r>
              <a:rPr lang="pt-BR" dirty="0"/>
              <a:t>gênio feminino do ar na mitologia céltica e germânica da </a:t>
            </a:r>
            <a:r>
              <a:rPr lang="pt-BR"/>
              <a:t>Idade Média</a:t>
            </a:r>
            <a:r>
              <a:rPr lang="pt-BR" dirty="0"/>
              <a:t>;</a:t>
            </a:r>
          </a:p>
          <a:p>
            <a:pPr marL="651510" indent="-514350">
              <a:buAutoNum type="arabicPeriod"/>
            </a:pPr>
            <a:r>
              <a:rPr lang="pt-BR" dirty="0"/>
              <a:t>mulher esbelta e delicada;</a:t>
            </a:r>
          </a:p>
          <a:p>
            <a:pPr marL="651510" indent="-514350">
              <a:buAutoNum type="arabicPeriod"/>
            </a:pPr>
            <a:r>
              <a:rPr lang="pt-BR" dirty="0"/>
              <a:t>imagem vaporosa de mulher;</a:t>
            </a:r>
          </a:p>
          <a:p>
            <a:pPr marL="651510" indent="-514350">
              <a:buAutoNum type="arabicPeriod"/>
            </a:pPr>
            <a:r>
              <a:rPr lang="pt-BR" dirty="0"/>
              <a:t>figura feminina indistinta.</a:t>
            </a:r>
          </a:p>
        </p:txBody>
      </p:sp>
    </p:spTree>
    <p:extLst>
      <p:ext uri="{BB962C8B-B14F-4D97-AF65-F5344CB8AC3E}">
        <p14:creationId xmlns:p14="http://schemas.microsoft.com/office/powerpoint/2010/main" val="7272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5E3DD-67F2-F488-A93B-A1CFED7E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FANCA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B3051-6573-FF10-D692-57A65B361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pt-BR" dirty="0"/>
              <a:t>substantivo feminino</a:t>
            </a:r>
          </a:p>
          <a:p>
            <a:pPr marL="137160" indent="0">
              <a:buNone/>
            </a:pPr>
            <a:endParaRPr lang="pt-BR" dirty="0"/>
          </a:p>
          <a:p>
            <a:pPr marL="651510" indent="-514350">
              <a:buAutoNum type="arabicPeriod"/>
            </a:pPr>
            <a:r>
              <a:rPr lang="pt-BR" dirty="0"/>
              <a:t>conjunto de tecidos exposto à venda;</a:t>
            </a:r>
          </a:p>
          <a:p>
            <a:pPr marL="651510" indent="-514350">
              <a:buAutoNum type="arabicPeriod"/>
            </a:pPr>
            <a:r>
              <a:rPr lang="pt-BR" dirty="0"/>
              <a:t>qualquer objeto do comércio de fancaria.</a:t>
            </a:r>
          </a:p>
        </p:txBody>
      </p:sp>
    </p:spTree>
    <p:extLst>
      <p:ext uri="{BB962C8B-B14F-4D97-AF65-F5344CB8AC3E}">
        <p14:creationId xmlns:p14="http://schemas.microsoft.com/office/powerpoint/2010/main" val="2801158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4E354-145B-B3B3-EF68-9F9531D1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 que saber?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55917-4760-9375-BAD5-F8BBED06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 algn="just">
              <a:buNone/>
            </a:pPr>
            <a:r>
              <a:rPr lang="pt-BR" dirty="0"/>
              <a:t>A acentuação gráfica tem uma finalidade prática: orientar o leitor quanto à pronúncia correta das palavras. </a:t>
            </a:r>
          </a:p>
          <a:p>
            <a:pPr marL="137160" indent="0" algn="just">
              <a:buNone/>
            </a:pPr>
            <a:endParaRPr lang="pt-BR" dirty="0"/>
          </a:p>
          <a:p>
            <a:pPr marL="137160" indent="0" algn="just">
              <a:buNone/>
            </a:pPr>
            <a:r>
              <a:rPr lang="pt-BR" dirty="0"/>
              <a:t>Tanto a presença do acento (nas palavras que exigem) quanto sua ausência (nas palavras que não o admitem) são fundamentais para indicar a pronúncia.</a:t>
            </a:r>
          </a:p>
          <a:p>
            <a:pPr marL="137160" indent="0" algn="just">
              <a:buNone/>
            </a:pPr>
            <a:endParaRPr lang="pt-BR" dirty="0"/>
          </a:p>
          <a:p>
            <a:pPr marL="13716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9475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5A61A-B999-928B-23D1-F78C2577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ACORDO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EDDBD-B501-72D7-20F1-B6BCF069E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 algn="just">
              <a:buNone/>
            </a:pPr>
            <a:r>
              <a:rPr lang="pt-BR" dirty="0"/>
              <a:t>As regras que orientam a acentuação gráfica das palavras foram estabelecidas em 1943 e passaram por pequenas alterações em 1971. </a:t>
            </a:r>
          </a:p>
          <a:p>
            <a:pPr marL="137160" indent="0" algn="just">
              <a:buNone/>
            </a:pPr>
            <a:endParaRPr lang="pt-BR" dirty="0"/>
          </a:p>
          <a:p>
            <a:pPr marL="137160" indent="0" algn="just">
              <a:buNone/>
            </a:pPr>
            <a:r>
              <a:rPr lang="pt-BR" dirty="0"/>
              <a:t>Depois, em 1990, o Acordo Ortográfico da Língua Portuguesa introduziu mais algumas modificações, fixando, assim, as regras atualmente em vigor. No Brasil, o acordo passou a vigorar em 2009.</a:t>
            </a:r>
          </a:p>
        </p:txBody>
      </p:sp>
    </p:spTree>
    <p:extLst>
      <p:ext uri="{BB962C8B-B14F-4D97-AF65-F5344CB8AC3E}">
        <p14:creationId xmlns:p14="http://schemas.microsoft.com/office/powerpoint/2010/main" val="3012230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EDA0D1-F657-0C1F-AE2A-2917C387A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904696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pt-BR" dirty="0">
                <a:effectLst/>
                <a:ea typeface="Times New Roman" panose="02020603050405020304" pitchFamily="18" charset="0"/>
              </a:rPr>
              <a:t>SÍLABA TÔNICA- É a sílaba pronunciada com mais intensidade (força). </a:t>
            </a:r>
          </a:p>
          <a:p>
            <a:pPr marL="137160" indent="0">
              <a:buNone/>
            </a:pPr>
            <a:endParaRPr lang="pt-BR" dirty="0">
              <a:ea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pt-BR" dirty="0">
                <a:effectLst/>
                <a:ea typeface="Times New Roman" panose="02020603050405020304" pitchFamily="18" charset="0"/>
              </a:rPr>
              <a:t>Nem sempre a sílaba tônica recebe acento.</a:t>
            </a:r>
          </a:p>
          <a:p>
            <a:pPr marL="137160" indent="0">
              <a:buNone/>
            </a:pPr>
            <a:endParaRPr lang="pt-BR" dirty="0">
              <a:ea typeface="Times New Roman" panose="02020603050405020304" pitchFamily="18" charset="0"/>
            </a:endParaRPr>
          </a:p>
          <a:p>
            <a:pPr marL="137160" indent="0">
              <a:buNone/>
            </a:pPr>
            <a:endParaRPr lang="pt-BR" dirty="0">
              <a:effectLst/>
              <a:ea typeface="Times New Roman" panose="02020603050405020304" pitchFamily="18" charset="0"/>
            </a:endParaRP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endParaRPr lang="pt-BR" dirty="0"/>
          </a:p>
        </p:txBody>
      </p:sp>
      <p:graphicFrame>
        <p:nvGraphicFramePr>
          <p:cNvPr id="16" name="Tabela 16">
            <a:extLst>
              <a:ext uri="{FF2B5EF4-FFF2-40B4-BE49-F238E27FC236}">
                <a16:creationId xmlns:a16="http://schemas.microsoft.com/office/drawing/2014/main" id="{D03D2DDE-22FE-5643-F9FF-2A32CDCAE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938690"/>
              </p:ext>
            </p:extLst>
          </p:nvPr>
        </p:nvGraphicFramePr>
        <p:xfrm>
          <a:off x="611560" y="2852936"/>
          <a:ext cx="7920882" cy="2508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294">
                  <a:extLst>
                    <a:ext uri="{9D8B030D-6E8A-4147-A177-3AD203B41FA5}">
                      <a16:colId xmlns:a16="http://schemas.microsoft.com/office/drawing/2014/main" val="1699401706"/>
                    </a:ext>
                  </a:extLst>
                </a:gridCol>
                <a:gridCol w="2640294">
                  <a:extLst>
                    <a:ext uri="{9D8B030D-6E8A-4147-A177-3AD203B41FA5}">
                      <a16:colId xmlns:a16="http://schemas.microsoft.com/office/drawing/2014/main" val="2580351128"/>
                    </a:ext>
                  </a:extLst>
                </a:gridCol>
                <a:gridCol w="2640294">
                  <a:extLst>
                    <a:ext uri="{9D8B030D-6E8A-4147-A177-3AD203B41FA5}">
                      <a16:colId xmlns:a16="http://schemas.microsoft.com/office/drawing/2014/main" val="1058341753"/>
                    </a:ext>
                  </a:extLst>
                </a:gridCol>
              </a:tblGrid>
              <a:tr h="605758">
                <a:tc>
                  <a:txBody>
                    <a:bodyPr/>
                    <a:lstStyle/>
                    <a:p>
                      <a:r>
                        <a:rPr lang="pt-BR" dirty="0"/>
                        <a:t>CLASSIFICAÇÃO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POSIÇÃO DA TÔNICA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EXEMPLOS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994408"/>
                  </a:ext>
                </a:extLst>
              </a:tr>
              <a:tr h="614171">
                <a:tc>
                  <a:txBody>
                    <a:bodyPr/>
                    <a:lstStyle/>
                    <a:p>
                      <a:r>
                        <a:rPr lang="pt-BR" dirty="0"/>
                        <a:t>oxítona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última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</a:t>
                      </a:r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fé</a:t>
                      </a:r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avi</a:t>
                      </a:r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</a:t>
                      </a:r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uru</a:t>
                      </a:r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058085"/>
                  </a:ext>
                </a:extLst>
              </a:tr>
              <a:tr h="614171">
                <a:tc>
                  <a:txBody>
                    <a:bodyPr/>
                    <a:lstStyle/>
                    <a:p>
                      <a:r>
                        <a:rPr lang="pt-BR" dirty="0"/>
                        <a:t>paroxítona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penúltima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cafe</a:t>
                      </a:r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</a:t>
                      </a:r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nho, tran</a:t>
                      </a:r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</a:t>
                      </a:r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to, re</a:t>
                      </a:r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pór</a:t>
                      </a:r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186019"/>
                  </a:ext>
                </a:extLst>
              </a:tr>
              <a:tr h="614171">
                <a:tc>
                  <a:txBody>
                    <a:bodyPr/>
                    <a:lstStyle/>
                    <a:p>
                      <a:r>
                        <a:rPr lang="pt-BR" dirty="0"/>
                        <a:t>proparoxítona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antepenúltima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trân</a:t>
                      </a:r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sito, </a:t>
                      </a:r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tó</a:t>
                      </a:r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xico, </a:t>
                      </a:r>
                      <a:r>
                        <a:rPr kumimoji="0"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ní</a:t>
                      </a:r>
                      <a:r>
                        <a:rPr kumimoji="0"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tido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06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11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MONOSSÍLABAS TÔNICAS: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12608"/>
          </a:xfrm>
        </p:spPr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r>
              <a:rPr lang="pt-BR" dirty="0"/>
              <a:t>A (S)- ch</a:t>
            </a:r>
            <a:r>
              <a:rPr lang="pt-BR" b="1" dirty="0"/>
              <a:t>á</a:t>
            </a:r>
            <a:r>
              <a:rPr lang="pt-BR" dirty="0"/>
              <a:t>, g</a:t>
            </a:r>
            <a:r>
              <a:rPr lang="pt-BR" b="1" dirty="0"/>
              <a:t>ás</a:t>
            </a:r>
            <a:r>
              <a:rPr lang="pt-BR" dirty="0"/>
              <a:t>, d</a:t>
            </a:r>
            <a:r>
              <a:rPr lang="pt-BR" b="1" dirty="0"/>
              <a:t>á</a:t>
            </a:r>
            <a:r>
              <a:rPr lang="pt-BR" dirty="0"/>
              <a:t>-lo</a:t>
            </a:r>
          </a:p>
          <a:p>
            <a:pPr marL="137160" indent="0">
              <a:buNone/>
            </a:pPr>
            <a:r>
              <a:rPr lang="pt-BR" dirty="0"/>
              <a:t>E (S)- m</a:t>
            </a:r>
            <a:r>
              <a:rPr lang="pt-BR" b="1" dirty="0"/>
              <a:t>ês</a:t>
            </a:r>
            <a:r>
              <a:rPr lang="pt-BR" dirty="0"/>
              <a:t>, cr</a:t>
            </a:r>
            <a:r>
              <a:rPr lang="pt-BR" b="1" dirty="0"/>
              <a:t>ê</a:t>
            </a:r>
            <a:r>
              <a:rPr lang="pt-BR" dirty="0"/>
              <a:t>, d</a:t>
            </a:r>
            <a:r>
              <a:rPr lang="pt-BR" b="1" dirty="0"/>
              <a:t>ê</a:t>
            </a:r>
            <a:r>
              <a:rPr lang="pt-BR" dirty="0"/>
              <a:t>, v</a:t>
            </a:r>
            <a:r>
              <a:rPr lang="pt-BR" b="1" dirty="0"/>
              <a:t>ê</a:t>
            </a:r>
            <a:r>
              <a:rPr lang="pt-BR" dirty="0"/>
              <a:t>-lo</a:t>
            </a:r>
          </a:p>
          <a:p>
            <a:pPr marL="137160" indent="0">
              <a:buNone/>
            </a:pPr>
            <a:r>
              <a:rPr lang="pt-BR" dirty="0"/>
              <a:t>O (S)- n</a:t>
            </a:r>
            <a:r>
              <a:rPr lang="pt-BR" b="1" dirty="0"/>
              <a:t>ós</a:t>
            </a:r>
            <a:r>
              <a:rPr lang="pt-BR" dirty="0"/>
              <a:t>, d</a:t>
            </a:r>
            <a:r>
              <a:rPr lang="pt-BR" b="1" dirty="0"/>
              <a:t>ó</a:t>
            </a:r>
            <a:r>
              <a:rPr lang="pt-BR" dirty="0"/>
              <a:t>, p</a:t>
            </a:r>
            <a:r>
              <a:rPr lang="pt-BR" b="1" dirty="0"/>
              <a:t>ô</a:t>
            </a:r>
            <a:r>
              <a:rPr lang="pt-BR" dirty="0"/>
              <a:t>-lo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ÉI(</a:t>
            </a:r>
            <a:r>
              <a:rPr lang="pt-BR" dirty="0" err="1"/>
              <a:t>S</a:t>
            </a:r>
            <a:r>
              <a:rPr lang="pt-BR" dirty="0"/>
              <a:t>)- méis, réis</a:t>
            </a:r>
          </a:p>
          <a:p>
            <a:pPr marL="137160" indent="0">
              <a:buNone/>
            </a:pPr>
            <a:r>
              <a:rPr lang="pt-BR" dirty="0"/>
              <a:t>ÉU(</a:t>
            </a:r>
            <a:r>
              <a:rPr lang="pt-BR" dirty="0" err="1"/>
              <a:t>S</a:t>
            </a:r>
            <a:r>
              <a:rPr lang="pt-BR" dirty="0"/>
              <a:t>)- céu</a:t>
            </a:r>
          </a:p>
          <a:p>
            <a:pPr marL="137160" indent="0">
              <a:buNone/>
            </a:pPr>
            <a:r>
              <a:rPr lang="pt-BR" dirty="0"/>
              <a:t>ÓI(</a:t>
            </a:r>
            <a:r>
              <a:rPr lang="pt-BR" dirty="0" err="1"/>
              <a:t>S</a:t>
            </a:r>
            <a:r>
              <a:rPr lang="pt-BR" dirty="0"/>
              <a:t>)- dói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Obs.- Monossílabas átonas (pronúncia “fraca”) não recebem acento.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Ex.: Ela estava </a:t>
            </a:r>
            <a:r>
              <a:rPr lang="pt-BR" b="1" dirty="0"/>
              <a:t>na</a:t>
            </a:r>
            <a:r>
              <a:rPr lang="pt-BR" dirty="0"/>
              <a:t> festa </a:t>
            </a:r>
            <a:r>
              <a:rPr lang="pt-BR" b="1" dirty="0"/>
              <a:t>de</a:t>
            </a:r>
            <a:r>
              <a:rPr lang="pt-BR" dirty="0"/>
              <a:t> aniversário, </a:t>
            </a:r>
            <a:r>
              <a:rPr lang="pt-BR" b="1" dirty="0"/>
              <a:t>mas</a:t>
            </a:r>
            <a:r>
              <a:rPr lang="pt-BR" dirty="0"/>
              <a:t> não </a:t>
            </a:r>
            <a:r>
              <a:rPr lang="pt-BR" b="1" dirty="0"/>
              <a:t>a</a:t>
            </a:r>
            <a:r>
              <a:rPr lang="pt-BR" dirty="0"/>
              <a:t> vi.</a:t>
            </a:r>
          </a:p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026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OXÍTONAS: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r>
              <a:rPr lang="pt-BR" dirty="0"/>
              <a:t>A (S)- guara</a:t>
            </a:r>
            <a:r>
              <a:rPr lang="pt-BR" b="1" dirty="0"/>
              <a:t>ná</a:t>
            </a:r>
            <a:r>
              <a:rPr lang="pt-BR" dirty="0"/>
              <a:t>, criti</a:t>
            </a:r>
            <a:r>
              <a:rPr lang="pt-BR" b="1" dirty="0"/>
              <a:t>cá</a:t>
            </a:r>
            <a:r>
              <a:rPr lang="pt-BR" dirty="0"/>
              <a:t>-lo</a:t>
            </a:r>
          </a:p>
          <a:p>
            <a:pPr marL="137160" indent="0">
              <a:buNone/>
            </a:pPr>
            <a:r>
              <a:rPr lang="pt-BR" dirty="0"/>
              <a:t>E (S)- vo</a:t>
            </a:r>
            <a:r>
              <a:rPr lang="pt-BR" b="1" dirty="0"/>
              <a:t>cê</a:t>
            </a:r>
            <a:r>
              <a:rPr lang="pt-BR" dirty="0"/>
              <a:t>, ven</a:t>
            </a:r>
            <a:r>
              <a:rPr lang="pt-BR" b="1" dirty="0"/>
              <a:t>dê</a:t>
            </a:r>
            <a:r>
              <a:rPr lang="pt-BR" dirty="0"/>
              <a:t>-las</a:t>
            </a:r>
          </a:p>
          <a:p>
            <a:pPr marL="137160" indent="0">
              <a:buNone/>
            </a:pPr>
            <a:r>
              <a:rPr lang="pt-BR" dirty="0"/>
              <a:t>O (S)- bisa</a:t>
            </a:r>
            <a:r>
              <a:rPr lang="pt-BR" b="1" dirty="0"/>
              <a:t>vó</a:t>
            </a:r>
            <a:r>
              <a:rPr lang="pt-BR" dirty="0"/>
              <a:t>, ex</a:t>
            </a:r>
            <a:r>
              <a:rPr lang="pt-BR" b="1" dirty="0"/>
              <a:t>pô</a:t>
            </a:r>
            <a:r>
              <a:rPr lang="pt-BR" dirty="0"/>
              <a:t>-la</a:t>
            </a:r>
          </a:p>
          <a:p>
            <a:pPr marL="137160" indent="0">
              <a:buNone/>
            </a:pPr>
            <a:r>
              <a:rPr lang="pt-BR" dirty="0"/>
              <a:t>EM / ENS- para</a:t>
            </a:r>
            <a:r>
              <a:rPr lang="pt-BR" b="1" dirty="0"/>
              <a:t>béns</a:t>
            </a:r>
            <a:r>
              <a:rPr lang="pt-BR" dirty="0"/>
              <a:t>, al</a:t>
            </a:r>
            <a:r>
              <a:rPr lang="pt-BR" b="1" dirty="0"/>
              <a:t>guém</a:t>
            </a:r>
            <a:endParaRPr lang="pt-BR" dirty="0"/>
          </a:p>
          <a:p>
            <a:pPr marL="137160" indent="0">
              <a:buNone/>
            </a:pPr>
            <a:r>
              <a:rPr lang="pt-BR" dirty="0"/>
              <a:t>ditongo aberto e tônico (-</a:t>
            </a:r>
            <a:r>
              <a:rPr lang="pt-BR" dirty="0" err="1"/>
              <a:t>éu</a:t>
            </a:r>
            <a:r>
              <a:rPr lang="pt-BR" dirty="0"/>
              <a:t>, -</a:t>
            </a:r>
            <a:r>
              <a:rPr lang="pt-BR" dirty="0" err="1"/>
              <a:t>éi</a:t>
            </a:r>
            <a:r>
              <a:rPr lang="pt-BR" dirty="0"/>
              <a:t>, -</a:t>
            </a:r>
            <a:r>
              <a:rPr lang="pt-BR" dirty="0" err="1"/>
              <a:t>ói</a:t>
            </a:r>
            <a:r>
              <a:rPr lang="pt-BR" dirty="0"/>
              <a:t>)- an</a:t>
            </a:r>
            <a:r>
              <a:rPr lang="pt-BR" b="1" dirty="0"/>
              <a:t>éi</a:t>
            </a:r>
            <a:r>
              <a:rPr lang="pt-BR" dirty="0"/>
              <a:t>s, chap</a:t>
            </a:r>
            <a:r>
              <a:rPr lang="pt-BR" b="1" dirty="0"/>
              <a:t>éu</a:t>
            </a:r>
            <a:r>
              <a:rPr lang="pt-BR" dirty="0"/>
              <a:t>s, her</a:t>
            </a:r>
            <a:r>
              <a:rPr lang="pt-BR" b="1" dirty="0"/>
              <a:t>ói</a:t>
            </a:r>
            <a:endParaRPr lang="pt-BR" dirty="0"/>
          </a:p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r>
              <a:rPr lang="pt-BR" dirty="0"/>
              <a:t>Observação- ditongos fechados- am</a:t>
            </a:r>
            <a:r>
              <a:rPr lang="pt-BR" b="1" dirty="0"/>
              <a:t>ei</a:t>
            </a:r>
            <a:r>
              <a:rPr lang="pt-BR" dirty="0"/>
              <a:t>xa, n</a:t>
            </a:r>
            <a:r>
              <a:rPr lang="pt-BR" b="1" dirty="0"/>
              <a:t>oi</a:t>
            </a:r>
            <a:r>
              <a:rPr lang="pt-BR" dirty="0"/>
              <a:t>te, pleb</a:t>
            </a:r>
            <a:r>
              <a:rPr lang="pt-BR" b="1" dirty="0"/>
              <a:t>eu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cha</a:t>
            </a:r>
            <a:r>
              <a:rPr lang="pt-BR" u="sng" dirty="0"/>
              <a:t>p</a:t>
            </a:r>
            <a:r>
              <a:rPr lang="pt-BR" b="1" u="sng" dirty="0"/>
              <a:t>éu</a:t>
            </a:r>
            <a:r>
              <a:rPr lang="pt-BR" dirty="0"/>
              <a:t>- é acentuada, pois o ditongo aberto está na tônica</a:t>
            </a:r>
          </a:p>
          <a:p>
            <a:pPr marL="137160" indent="0">
              <a:buNone/>
            </a:pPr>
            <a:r>
              <a:rPr lang="pt-BR" dirty="0"/>
              <a:t>chap</a:t>
            </a:r>
            <a:r>
              <a:rPr lang="pt-BR" b="1" dirty="0"/>
              <a:t>eu</a:t>
            </a:r>
            <a:r>
              <a:rPr lang="pt-BR" u="sng" dirty="0"/>
              <a:t>zi</a:t>
            </a:r>
            <a:r>
              <a:rPr lang="pt-BR" dirty="0"/>
              <a:t>nho- não é acentuada, pois o ditongo aberto não está na tônica</a:t>
            </a:r>
          </a:p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15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PAROXÍTONAS: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r>
              <a:rPr lang="pt-BR" dirty="0"/>
              <a:t>I (S), US- bi</a:t>
            </a:r>
            <a:r>
              <a:rPr lang="pt-BR" b="1" dirty="0"/>
              <a:t>quí</a:t>
            </a:r>
            <a:r>
              <a:rPr lang="pt-BR" dirty="0"/>
              <a:t>ni, </a:t>
            </a:r>
            <a:r>
              <a:rPr lang="pt-BR" b="1" dirty="0"/>
              <a:t>tê</a:t>
            </a:r>
            <a:r>
              <a:rPr lang="pt-BR" dirty="0"/>
              <a:t>nis, </a:t>
            </a:r>
            <a:r>
              <a:rPr lang="pt-BR" b="1" dirty="0"/>
              <a:t>bô</a:t>
            </a:r>
            <a:r>
              <a:rPr lang="pt-BR" dirty="0"/>
              <a:t>nus, ônus, húmus</a:t>
            </a:r>
          </a:p>
          <a:p>
            <a:pPr marL="137160" indent="0">
              <a:buNone/>
            </a:pPr>
            <a:r>
              <a:rPr lang="pt-BR" dirty="0"/>
              <a:t>L, N, R, X- no</a:t>
            </a:r>
            <a:r>
              <a:rPr lang="pt-BR" b="1" dirty="0"/>
              <a:t>tá</a:t>
            </a:r>
            <a:r>
              <a:rPr lang="pt-BR" dirty="0"/>
              <a:t>vel, </a:t>
            </a:r>
            <a:r>
              <a:rPr lang="pt-BR" b="1" dirty="0"/>
              <a:t>hí</a:t>
            </a:r>
            <a:r>
              <a:rPr lang="pt-BR" dirty="0"/>
              <a:t>fen, </a:t>
            </a:r>
            <a:r>
              <a:rPr lang="pt-BR" b="1" dirty="0"/>
              <a:t>fê</a:t>
            </a:r>
            <a:r>
              <a:rPr lang="pt-BR" dirty="0"/>
              <a:t>mur, </a:t>
            </a:r>
            <a:r>
              <a:rPr lang="pt-BR" b="1" dirty="0"/>
              <a:t>tó</a:t>
            </a:r>
            <a:r>
              <a:rPr lang="pt-BR" dirty="0"/>
              <a:t>rax</a:t>
            </a:r>
          </a:p>
          <a:p>
            <a:pPr marL="137160" indent="0">
              <a:buNone/>
            </a:pPr>
            <a:r>
              <a:rPr lang="pt-BR" dirty="0"/>
              <a:t>UM / UNS, PS- </a:t>
            </a:r>
            <a:r>
              <a:rPr lang="pt-BR" b="1" dirty="0"/>
              <a:t>fó</a:t>
            </a:r>
            <a:r>
              <a:rPr lang="pt-BR" dirty="0"/>
              <a:t>rum, </a:t>
            </a:r>
            <a:r>
              <a:rPr lang="pt-BR" b="1" dirty="0"/>
              <a:t>ál</a:t>
            </a:r>
            <a:r>
              <a:rPr lang="pt-BR" dirty="0"/>
              <a:t>buns, </a:t>
            </a:r>
            <a:r>
              <a:rPr lang="pt-BR" b="1" dirty="0"/>
              <a:t>bí</a:t>
            </a:r>
            <a:r>
              <a:rPr lang="pt-BR" dirty="0"/>
              <a:t>ceps</a:t>
            </a:r>
          </a:p>
          <a:p>
            <a:pPr marL="137160" indent="0">
              <a:buNone/>
            </a:pPr>
            <a:r>
              <a:rPr lang="pt-BR" dirty="0"/>
              <a:t>Ã (S)- </a:t>
            </a:r>
            <a:r>
              <a:rPr lang="pt-BR" b="1" dirty="0"/>
              <a:t>ór</a:t>
            </a:r>
            <a:r>
              <a:rPr lang="pt-BR" dirty="0"/>
              <a:t>fã, </a:t>
            </a:r>
            <a:r>
              <a:rPr lang="pt-BR" b="1" dirty="0"/>
              <a:t>í</a:t>
            </a:r>
            <a:r>
              <a:rPr lang="pt-BR" dirty="0"/>
              <a:t>mã, </a:t>
            </a:r>
            <a:r>
              <a:rPr lang="pt-BR" b="1" dirty="0"/>
              <a:t>í</a:t>
            </a:r>
            <a:r>
              <a:rPr lang="pt-BR" dirty="0"/>
              <a:t>mãs</a:t>
            </a:r>
          </a:p>
          <a:p>
            <a:pPr marL="137160" indent="0">
              <a:buNone/>
            </a:pPr>
            <a:r>
              <a:rPr lang="pt-BR" dirty="0"/>
              <a:t>DITONGO (S)- fa</a:t>
            </a:r>
            <a:r>
              <a:rPr lang="pt-BR" b="1" dirty="0"/>
              <a:t>lên</a:t>
            </a:r>
            <a:r>
              <a:rPr lang="pt-BR" dirty="0"/>
              <a:t>cia, </a:t>
            </a:r>
            <a:r>
              <a:rPr lang="pt-BR" b="1" dirty="0"/>
              <a:t>ór</a:t>
            </a:r>
            <a:r>
              <a:rPr lang="pt-BR" dirty="0"/>
              <a:t>fãos, </a:t>
            </a:r>
            <a:r>
              <a:rPr lang="pt-BR" b="1" dirty="0"/>
              <a:t>pô</a:t>
            </a:r>
            <a:r>
              <a:rPr lang="pt-BR" dirty="0"/>
              <a:t>nei</a:t>
            </a:r>
          </a:p>
          <a:p>
            <a:pPr marL="137160" indent="0">
              <a:buNone/>
            </a:pPr>
            <a:r>
              <a:rPr lang="pt-BR" dirty="0"/>
              <a:t>ON, ONS- íon, íons, elétrons</a:t>
            </a:r>
          </a:p>
          <a:p>
            <a:pPr marL="13716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9599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PROPAROXÍTONAS: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r>
              <a:rPr lang="pt-BR" dirty="0"/>
              <a:t>	Todas as palavras proparoxítonas são acentuadas.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Exemplos: </a:t>
            </a:r>
            <a:r>
              <a:rPr lang="pt-BR" b="1" dirty="0"/>
              <a:t>tí</a:t>
            </a:r>
            <a:r>
              <a:rPr lang="pt-BR" dirty="0"/>
              <a:t>pico, </a:t>
            </a:r>
            <a:r>
              <a:rPr lang="pt-BR" b="1" dirty="0"/>
              <a:t>má</a:t>
            </a:r>
            <a:r>
              <a:rPr lang="pt-BR" dirty="0"/>
              <a:t>quinas, </a:t>
            </a:r>
            <a:r>
              <a:rPr lang="pt-BR" b="1" dirty="0"/>
              <a:t>có</a:t>
            </a:r>
            <a:r>
              <a:rPr lang="pt-BR" dirty="0"/>
              <a:t>digos, </a:t>
            </a:r>
            <a:r>
              <a:rPr lang="pt-BR" b="1" dirty="0"/>
              <a:t>tô</a:t>
            </a:r>
            <a:r>
              <a:rPr lang="pt-BR" dirty="0"/>
              <a:t>nica</a:t>
            </a:r>
          </a:p>
          <a:p>
            <a:pPr marL="13716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1136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1196" y="116632"/>
            <a:ext cx="8229600" cy="1143000"/>
          </a:xfrm>
        </p:spPr>
        <p:txBody>
          <a:bodyPr>
            <a:normAutofit/>
          </a:bodyPr>
          <a:lstStyle/>
          <a:p>
            <a:r>
              <a:rPr lang="pt-BR" u="sng" dirty="0"/>
              <a:t>REGRAS COMPLEMENTARES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259632"/>
            <a:ext cx="8568952" cy="5121696"/>
          </a:xfrm>
        </p:spPr>
        <p:txBody>
          <a:bodyPr>
            <a:noAutofit/>
          </a:bodyPr>
          <a:lstStyle/>
          <a:p>
            <a:pPr marL="137160" indent="0">
              <a:buNone/>
            </a:pPr>
            <a:r>
              <a:rPr lang="pt-BR" u="sng" dirty="0" err="1">
                <a:solidFill>
                  <a:srgbClr val="FF0000"/>
                </a:solidFill>
              </a:rPr>
              <a:t>I</a:t>
            </a:r>
            <a:r>
              <a:rPr lang="pt-BR" dirty="0">
                <a:solidFill>
                  <a:srgbClr val="FF0000"/>
                </a:solidFill>
              </a:rPr>
              <a:t> E </a:t>
            </a:r>
            <a:r>
              <a:rPr lang="pt-BR" u="sng" dirty="0">
                <a:solidFill>
                  <a:srgbClr val="FF0000"/>
                </a:solidFill>
              </a:rPr>
              <a:t>U</a:t>
            </a:r>
            <a:r>
              <a:rPr lang="pt-BR" dirty="0">
                <a:solidFill>
                  <a:srgbClr val="FF0000"/>
                </a:solidFill>
              </a:rPr>
              <a:t> NA 2ª VOGAL DO HIATO</a:t>
            </a:r>
            <a:r>
              <a:rPr lang="pt-BR" dirty="0"/>
              <a:t>:</a:t>
            </a:r>
          </a:p>
          <a:p>
            <a:pPr marL="137160" indent="0">
              <a:buNone/>
            </a:pPr>
            <a:r>
              <a:rPr lang="pt-BR" dirty="0"/>
              <a:t>-sejam a única letra da sílaba (ou acompanhadas de </a:t>
            </a:r>
            <a:r>
              <a:rPr lang="pt-BR" b="1" dirty="0"/>
              <a:t>s</a:t>
            </a:r>
            <a:r>
              <a:rPr lang="pt-BR" dirty="0"/>
              <a:t>);</a:t>
            </a:r>
          </a:p>
          <a:p>
            <a:pPr marL="137160" lvl="0" indent="0">
              <a:buNone/>
            </a:pPr>
            <a:r>
              <a:rPr lang="pt-BR" dirty="0"/>
              <a:t>- não estejam seguidos de </a:t>
            </a:r>
            <a:r>
              <a:rPr lang="pt-BR" b="1" dirty="0" err="1"/>
              <a:t>nh</a:t>
            </a:r>
            <a:r>
              <a:rPr lang="pt-BR" b="1" dirty="0"/>
              <a:t>;</a:t>
            </a:r>
            <a:endParaRPr lang="pt-BR" dirty="0"/>
          </a:p>
          <a:p>
            <a:pPr marL="137160" lvl="0" indent="0">
              <a:buNone/>
            </a:pPr>
            <a:r>
              <a:rPr lang="pt-BR" dirty="0"/>
              <a:t>- não forem precedidos de ditongo.</a:t>
            </a:r>
          </a:p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r>
              <a:rPr lang="pt-BR" dirty="0" err="1"/>
              <a:t>m</a:t>
            </a:r>
            <a:r>
              <a:rPr lang="pt-BR" b="1" dirty="0" err="1"/>
              <a:t>i</a:t>
            </a:r>
            <a:r>
              <a:rPr lang="pt-BR" dirty="0" err="1"/>
              <a:t>-</a:t>
            </a:r>
            <a:r>
              <a:rPr lang="pt-BR" b="1" dirty="0" err="1"/>
              <a:t>ú</a:t>
            </a:r>
            <a:r>
              <a:rPr lang="pt-BR" dirty="0" err="1"/>
              <a:t>-do</a:t>
            </a:r>
            <a:r>
              <a:rPr lang="pt-BR" dirty="0"/>
              <a:t>, </a:t>
            </a:r>
            <a:r>
              <a:rPr lang="pt-BR" dirty="0" err="1"/>
              <a:t>c</a:t>
            </a:r>
            <a:r>
              <a:rPr lang="pt-BR" b="1" dirty="0" err="1"/>
              <a:t>a</a:t>
            </a:r>
            <a:r>
              <a:rPr lang="pt-BR" dirty="0" err="1"/>
              <a:t>-</a:t>
            </a:r>
            <a:r>
              <a:rPr lang="pt-BR" b="1" dirty="0" err="1"/>
              <a:t>í</a:t>
            </a:r>
            <a:r>
              <a:rPr lang="pt-BR" dirty="0" err="1"/>
              <a:t>-do</a:t>
            </a:r>
            <a:r>
              <a:rPr lang="pt-BR" dirty="0"/>
              <a:t>, </a:t>
            </a:r>
            <a:r>
              <a:rPr lang="pt-BR" dirty="0" err="1"/>
              <a:t>p</a:t>
            </a:r>
            <a:r>
              <a:rPr lang="pt-BR" b="1" dirty="0" err="1"/>
              <a:t>a</a:t>
            </a:r>
            <a:r>
              <a:rPr lang="pt-BR" dirty="0" err="1"/>
              <a:t>-</a:t>
            </a:r>
            <a:r>
              <a:rPr lang="pt-BR" b="1" dirty="0" err="1"/>
              <a:t>í</a:t>
            </a:r>
            <a:r>
              <a:rPr lang="pt-BR" dirty="0" err="1"/>
              <a:t>s</a:t>
            </a:r>
            <a:r>
              <a:rPr lang="pt-BR" dirty="0"/>
              <a:t>, </a:t>
            </a:r>
            <a:r>
              <a:rPr lang="pt-BR" dirty="0" err="1"/>
              <a:t>I</a:t>
            </a:r>
            <a:r>
              <a:rPr lang="pt-BR" dirty="0"/>
              <a:t>-</a:t>
            </a:r>
            <a:r>
              <a:rPr lang="pt-BR" dirty="0" err="1"/>
              <a:t>ta</a:t>
            </a:r>
            <a:r>
              <a:rPr lang="pt-BR" dirty="0"/>
              <a:t>-já-</a:t>
            </a:r>
            <a:r>
              <a:rPr lang="pt-BR" dirty="0" err="1"/>
              <a:t>í</a:t>
            </a:r>
            <a:endParaRPr lang="pt-BR" dirty="0"/>
          </a:p>
          <a:p>
            <a:pPr marL="137160" indent="0">
              <a:buNone/>
            </a:pPr>
            <a:r>
              <a:rPr lang="pt-BR" dirty="0" err="1"/>
              <a:t>Ra-ul</a:t>
            </a:r>
            <a:r>
              <a:rPr lang="pt-BR" dirty="0"/>
              <a:t>, </a:t>
            </a:r>
            <a:r>
              <a:rPr lang="pt-BR" dirty="0" err="1"/>
              <a:t>ca-ir</a:t>
            </a:r>
            <a:r>
              <a:rPr lang="pt-BR" dirty="0"/>
              <a:t>, </a:t>
            </a:r>
            <a:r>
              <a:rPr lang="pt-BR" dirty="0" err="1"/>
              <a:t>ra-i-nha</a:t>
            </a:r>
            <a:r>
              <a:rPr lang="pt-BR" dirty="0"/>
              <a:t>, </a:t>
            </a:r>
            <a:r>
              <a:rPr lang="pt-BR" dirty="0" err="1"/>
              <a:t>fe-i-nho</a:t>
            </a:r>
            <a:endParaRPr lang="pt-BR" dirty="0"/>
          </a:p>
          <a:p>
            <a:pPr marL="137160" indent="0">
              <a:buNone/>
            </a:pPr>
            <a:r>
              <a:rPr lang="pt-BR" dirty="0" err="1"/>
              <a:t>fei-u-ra</a:t>
            </a:r>
            <a:r>
              <a:rPr lang="pt-BR" dirty="0"/>
              <a:t>, </a:t>
            </a:r>
            <a:r>
              <a:rPr lang="pt-BR" dirty="0" err="1"/>
              <a:t>Sau-i-pe</a:t>
            </a:r>
            <a:r>
              <a:rPr lang="pt-BR" dirty="0"/>
              <a:t>, </a:t>
            </a:r>
            <a:r>
              <a:rPr lang="pt-BR" dirty="0" err="1"/>
              <a:t>bai-u-ca</a:t>
            </a:r>
            <a:r>
              <a:rPr lang="pt-BR" dirty="0"/>
              <a:t> (lugar popular)</a:t>
            </a:r>
          </a:p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0478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2B56B-BF2B-C83D-9997-A82DBA06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ACENTOS DIFERENCIAIS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36359B-0BF8-B089-2475-DB0653396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pt-BR" dirty="0"/>
              <a:t> -verbos </a:t>
            </a:r>
            <a:r>
              <a:rPr lang="pt-BR" b="1" dirty="0"/>
              <a:t>ter</a:t>
            </a:r>
            <a:r>
              <a:rPr lang="pt-BR" dirty="0"/>
              <a:t> e </a:t>
            </a:r>
            <a:r>
              <a:rPr lang="pt-BR" b="1" dirty="0"/>
              <a:t>vir</a:t>
            </a:r>
            <a:r>
              <a:rPr lang="pt-BR" dirty="0"/>
              <a:t> (e seus derivados) </a:t>
            </a:r>
          </a:p>
          <a:p>
            <a:pPr marL="137160" indent="0">
              <a:buNone/>
            </a:pPr>
            <a:r>
              <a:rPr lang="pt-BR" dirty="0"/>
              <a:t>ele tem    eles têm</a:t>
            </a:r>
          </a:p>
          <a:p>
            <a:pPr marL="137160" indent="0">
              <a:buNone/>
            </a:pPr>
            <a:r>
              <a:rPr lang="pt-BR" dirty="0"/>
              <a:t>ele vem    eles vêm</a:t>
            </a:r>
          </a:p>
          <a:p>
            <a:pPr marL="137160" indent="0">
              <a:buNone/>
            </a:pPr>
            <a:r>
              <a:rPr lang="pt-BR" dirty="0"/>
              <a:t> </a:t>
            </a:r>
          </a:p>
          <a:p>
            <a:pPr marL="137160" indent="0">
              <a:buNone/>
            </a:pPr>
            <a:r>
              <a:rPr lang="pt-BR" dirty="0"/>
              <a:t>pôr – infinitivo verbal </a:t>
            </a:r>
          </a:p>
          <a:p>
            <a:pPr marL="137160" indent="0">
              <a:buNone/>
            </a:pPr>
            <a:r>
              <a:rPr lang="pt-BR" dirty="0"/>
              <a:t>por – preposição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- pôde – pode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3313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CE966-E40C-9E89-3113-AD293692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CRER, DAR, LER E VER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29D2FA-55E0-AD3C-DA3B-BBCEDC639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pt-BR" dirty="0"/>
              <a:t>Ele crê – Eles creem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Que ele dê – Que eles deem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Ele lê – Eles leem</a:t>
            </a:r>
          </a:p>
          <a:p>
            <a:pPr marL="137160" indent="0">
              <a:buNone/>
            </a:pPr>
            <a:endParaRPr lang="pt-BR" dirty="0"/>
          </a:p>
          <a:p>
            <a:pPr marL="137160" indent="0">
              <a:buNone/>
            </a:pPr>
            <a:r>
              <a:rPr lang="pt-BR" dirty="0"/>
              <a:t>Ele vê – Eles veem</a:t>
            </a:r>
          </a:p>
        </p:txBody>
      </p:sp>
    </p:spTree>
    <p:extLst>
      <p:ext uri="{BB962C8B-B14F-4D97-AF65-F5344CB8AC3E}">
        <p14:creationId xmlns:p14="http://schemas.microsoft.com/office/powerpoint/2010/main" val="503199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AA4C8-B905-A5D7-CDAE-A7B2FC3E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DEPOIS DO NOVO ACORDO ORTOGRÁFICO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278A7A-2913-0B3F-A7A7-31AAD5807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ditongos EI e OI não são mais acentuados quando estiverem na paroxítona.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13716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463DA7F-E5D1-615A-3E7E-6EFF22588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188079"/>
              </p:ext>
            </p:extLst>
          </p:nvPr>
        </p:nvGraphicFramePr>
        <p:xfrm>
          <a:off x="1403648" y="2780928"/>
          <a:ext cx="6096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8737294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48995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COMO 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COMO FICOU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195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 err="1"/>
                        <a:t>plebéia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plebeia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56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 err="1"/>
                        <a:t>idéia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ideia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810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 err="1"/>
                        <a:t>heróico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heroico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3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 err="1"/>
                        <a:t>jibóia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jiboia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11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744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F404E-00D3-671D-3C67-451DD4F8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DEPOIS DO NOVO ACORDO ORTOGRÁFICO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09BD2B-F5E3-659F-9595-1933A2FD9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Entretanto o acento permanece quando os ditongos ÉU, EÍ, ÓI estiverem na oxítona.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4B10D95-B37F-A21F-100F-5EF64081B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995665"/>
              </p:ext>
            </p:extLst>
          </p:nvPr>
        </p:nvGraphicFramePr>
        <p:xfrm>
          <a:off x="2915816" y="3068960"/>
          <a:ext cx="2520280" cy="1872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691576469"/>
                    </a:ext>
                  </a:extLst>
                </a:gridCol>
              </a:tblGrid>
              <a:tr h="555651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chemeClr val="bg1"/>
                          </a:solidFill>
                        </a:rPr>
                        <a:t>chapéu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615343"/>
                  </a:ext>
                </a:extLst>
              </a:tr>
              <a:tr h="658278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fiéis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46759"/>
                  </a:ext>
                </a:extLst>
              </a:tr>
              <a:tr h="658278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herói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292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673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08235-840A-1755-F036-8EB6B715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DEPOIS DO NOVO ACORDO ORTOGRÁFICO</a:t>
            </a:r>
            <a:endParaRPr lang="pt-BR" b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DE90E0-0107-2806-A3F9-8E97DCE72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Não serão mais acentuados </a:t>
            </a:r>
            <a:r>
              <a:rPr lang="pt-BR" dirty="0" err="1"/>
              <a:t>I</a:t>
            </a:r>
            <a:r>
              <a:rPr lang="pt-BR" dirty="0"/>
              <a:t> e </a:t>
            </a:r>
            <a:r>
              <a:rPr lang="pt-BR" dirty="0" err="1"/>
              <a:t>U</a:t>
            </a:r>
            <a:r>
              <a:rPr lang="pt-BR" dirty="0"/>
              <a:t> tônicos, quando, depois de um ditongo, formarem hiato.</a:t>
            </a:r>
          </a:p>
          <a:p>
            <a:pPr marL="137160" indent="0" algn="just">
              <a:buNone/>
            </a:pPr>
            <a:endParaRPr lang="pt-BR" dirty="0"/>
          </a:p>
          <a:p>
            <a:pPr marL="137160" indent="0" algn="just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3C7D563-CF73-1218-F1F9-46F7720F6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783326"/>
              </p:ext>
            </p:extLst>
          </p:nvPr>
        </p:nvGraphicFramePr>
        <p:xfrm>
          <a:off x="1331640" y="3140968"/>
          <a:ext cx="6096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382919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9596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COMO 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COMO FICOU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19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feiúra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feiura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8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Sauípe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Sauipe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827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465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54C9F-BC63-7CA1-6124-A5846C8C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DEPOIS DO NOVO ACORDO ORTOGRÁFICO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EDBA9-B35B-8678-49CC-B1C2C7C60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acento agudo não será mais usado para diferenciar determinadas palavras: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20905A4-CE35-B918-9550-8C03D8A1A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03899"/>
              </p:ext>
            </p:extLst>
          </p:nvPr>
        </p:nvGraphicFramePr>
        <p:xfrm>
          <a:off x="1403648" y="2996952"/>
          <a:ext cx="60960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434844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99168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COMO 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COMO FICOU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821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pára</a:t>
                      </a:r>
                      <a:r>
                        <a:rPr lang="pt-BR" sz="2800" dirty="0"/>
                        <a:t> (verbo)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para (verbo)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9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pêlo</a:t>
                      </a:r>
                      <a:r>
                        <a:rPr lang="pt-BR" sz="2800" dirty="0"/>
                        <a:t> (substantivo)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/>
                        <a:t>pelo (substantivo)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925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pêra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pera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231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792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7F0D3-ADA6-8E57-D06F-5297A1170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DEPOIS DO NOVO ACORDO ORTOGRÁFICO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8139CA-4EEF-79A0-4189-77410B354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TREMA: não existe mais.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C90EEE6-64EE-9A49-85BB-BC2751F59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09379"/>
              </p:ext>
            </p:extLst>
          </p:nvPr>
        </p:nvGraphicFramePr>
        <p:xfrm>
          <a:off x="1403648" y="2708920"/>
          <a:ext cx="6096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9324445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05456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COMO 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COMO FICOU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98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 err="1"/>
                        <a:t>lingüiça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linguiça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29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 err="1"/>
                        <a:t>tranqüilo</a:t>
                      </a:r>
                      <a:r>
                        <a:rPr lang="pt-BR" sz="28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tranquilo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91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788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B52CC-4E9D-C795-723F-95770AC9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DEPOIS DO NOVO ACORDO ORTOGRÁFICO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104244-81BD-D1D7-4308-D83B10EFD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Palavras com vogais duplas não têm mais acento circunflexo.</a:t>
            </a:r>
          </a:p>
          <a:p>
            <a:endParaRPr lang="pt-BR" dirty="0"/>
          </a:p>
          <a:p>
            <a:pPr marL="13716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4257538-3030-031E-DA5C-35E0F3543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704188"/>
              </p:ext>
            </p:extLst>
          </p:nvPr>
        </p:nvGraphicFramePr>
        <p:xfrm>
          <a:off x="1403648" y="2852936"/>
          <a:ext cx="60960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91064583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70099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COMO 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COMO FICOU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28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vôo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voo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18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enjôo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enjoo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70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vêem</a:t>
                      </a:r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veem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382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48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CC19C-B6E4-C46B-36A3-6E9BCA48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DEPOIS DO NOVO ACORDO ORTOGRÁFICO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10B95-3258-D17D-B772-0D0DF4D8C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Apenas 4% das nossas palavras mudaram após o novo acordo ortográfico. </a:t>
            </a:r>
          </a:p>
        </p:txBody>
      </p:sp>
    </p:spTree>
    <p:extLst>
      <p:ext uri="{BB962C8B-B14F-4D97-AF65-F5344CB8AC3E}">
        <p14:creationId xmlns:p14="http://schemas.microsoft.com/office/powerpoint/2010/main" val="3453874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pice">
  <a:themeElements>
    <a:clrScheme name="Áp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Áp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Áp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132</TotalTime>
  <Words>875</Words>
  <Application>Microsoft Macintosh PowerPoint</Application>
  <PresentationFormat>Apresentação na tela (4:3)</PresentationFormat>
  <Paragraphs>190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Book Antiqua</vt:lpstr>
      <vt:lpstr>Lucida Sans</vt:lpstr>
      <vt:lpstr>Times New Roman</vt:lpstr>
      <vt:lpstr>Wingdings</vt:lpstr>
      <vt:lpstr>Wingdings 2</vt:lpstr>
      <vt:lpstr>Wingdings 3</vt:lpstr>
      <vt:lpstr>Ápice</vt:lpstr>
      <vt:lpstr>ACENTUAÇÃO GRÁFICA</vt:lpstr>
      <vt:lpstr>Apresentação do PowerPoint</vt:lpstr>
      <vt:lpstr>Apresentação do PowerPoint</vt:lpstr>
      <vt:lpstr>Apresentação do PowerPoint</vt:lpstr>
      <vt:lpstr>SÍLFIDE</vt:lpstr>
      <vt:lpstr>FANCA</vt:lpstr>
      <vt:lpstr>Para que saber?</vt:lpstr>
      <vt:lpstr>O ACORDO</vt:lpstr>
      <vt:lpstr>Apresentação do PowerPoint</vt:lpstr>
      <vt:lpstr>MONOSSÍLABAS TÔNICAS: </vt:lpstr>
      <vt:lpstr>OXÍTONAS:</vt:lpstr>
      <vt:lpstr>PAROXÍTONAS:</vt:lpstr>
      <vt:lpstr>PROPAROXÍTONAS: </vt:lpstr>
      <vt:lpstr>REGRAS COMPLEMENTARES</vt:lpstr>
      <vt:lpstr>ACENTOS DIFERENCIAIS </vt:lpstr>
      <vt:lpstr>CRER, DAR, LER E VER</vt:lpstr>
      <vt:lpstr>DEPOIS DO NOVO ACORDO ORTOGRÁFICO</vt:lpstr>
      <vt:lpstr>DEPOIS DO NOVO ACORDO ORTOGRÁFICO</vt:lpstr>
      <vt:lpstr>DEPOIS DO NOVO ACORDO ORTOGRÁFICO</vt:lpstr>
      <vt:lpstr>DEPOIS DO NOVO ACORDO ORTOGRÁFICO</vt:lpstr>
      <vt:lpstr>DEPOIS DO NOVO ACORDO ORTOGRÁFICO</vt:lpstr>
      <vt:lpstr>DEPOIS DO NOVO ACORDO ORTOGRÁFICO</vt:lpstr>
      <vt:lpstr>DEPOIS DO NOVO ACORDO ORTOGRÁFICO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ACENTUAÇÃO GRÁFICA</dc:title>
  <dc:creator>Telma e Carlos</dc:creator>
  <cp:lastModifiedBy>Telma Cristina Castelhano</cp:lastModifiedBy>
  <cp:revision>3</cp:revision>
  <dcterms:created xsi:type="dcterms:W3CDTF">2013-04-07T14:38:44Z</dcterms:created>
  <dcterms:modified xsi:type="dcterms:W3CDTF">2024-03-31T01:15:52Z</dcterms:modified>
</cp:coreProperties>
</file>