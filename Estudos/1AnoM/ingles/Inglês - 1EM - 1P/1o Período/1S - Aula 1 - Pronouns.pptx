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6" r:id="rId3"/>
    <p:sldId id="279" r:id="rId4"/>
    <p:sldId id="282" r:id="rId5"/>
    <p:sldId id="277" r:id="rId6"/>
    <p:sldId id="280" r:id="rId7"/>
    <p:sldId id="285" r:id="rId8"/>
    <p:sldId id="286" r:id="rId9"/>
    <p:sldId id="287" r:id="rId10"/>
    <p:sldId id="288" r:id="rId11"/>
    <p:sldId id="289" r:id="rId12"/>
    <p:sldId id="292" r:id="rId13"/>
    <p:sldId id="290" r:id="rId14"/>
    <p:sldId id="269" r:id="rId15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Open Sans Light" panose="020B0306030504020204" pitchFamily="34" charset="0"/>
      <p:regular r:id="rId22"/>
      <p: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Rage Italic" panose="03070502040507070304" pitchFamily="66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hvwgbOORErvCOqkNX89BZSDt4O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06" autoAdjust="0"/>
    <p:restoredTop sz="91395" autoAdjust="0"/>
  </p:normalViewPr>
  <p:slideViewPr>
    <p:cSldViewPr snapToGrid="0">
      <p:cViewPr varScale="1">
        <p:scale>
          <a:sx n="87" d="100"/>
          <a:sy n="87" d="100"/>
        </p:scale>
        <p:origin x="1044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43" Type="http://customschemas.google.com/relationships/presentationmetadata" Target="meta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BR"/>
              <a:t>ENSINO MÉDIO - 1ª SÉRIE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D6730-0AB5-40B0-9277-FB76EC6A5D7E}" type="datetimeFigureOut">
              <a:rPr lang="pt-BR" smtClean="0"/>
              <a:t>25/01/2025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2BEC3E-D6B8-4EB8-882B-DF7AEE61C1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55870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2182037"/>
      </p:ext>
    </p:extLst>
  </p:cSld>
  <p:clrMap bg1="lt1" tx1="dk1" bg2="dk2" tx2="lt2" accent1="accent1" accent2="accent2" accent3="accent3" accent4="accent4" accent5="accent5" accent6="accent6" hlink="hlink" folHlink="folHlink"/>
  <p:hf sldNum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3251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7612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419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1676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270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3349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3163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8391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640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9082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601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743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494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 userDrawn="1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7" descr="Uma imagem contendo cerca, cheio, mesa, grande&#10;&#10;Descrição gerada automaticamente"/>
          <p:cNvPicPr preferRelativeResize="0"/>
          <p:nvPr/>
        </p:nvPicPr>
        <p:blipFill rotWithShape="1">
          <a:blip r:embed="rId2">
            <a:alphaModFix/>
          </a:blip>
          <a:srcRect l="1303" t="11861" r="4905" b="1000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7"/>
          <p:cNvSpPr/>
          <p:nvPr/>
        </p:nvSpPr>
        <p:spPr>
          <a:xfrm>
            <a:off x="0" y="-7850"/>
            <a:ext cx="9144000" cy="49725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vzc</a:t>
            </a:r>
            <a:endParaRPr sz="18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Google Shape;10;p7"/>
          <p:cNvSpPr/>
          <p:nvPr/>
        </p:nvSpPr>
        <p:spPr>
          <a:xfrm>
            <a:off x="-18234" y="4814325"/>
            <a:ext cx="9170100" cy="386400"/>
          </a:xfrm>
          <a:prstGeom prst="rect">
            <a:avLst/>
          </a:prstGeom>
          <a:solidFill>
            <a:srgbClr val="009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Google Shape;11;p7"/>
          <p:cNvSpPr txBox="1"/>
          <p:nvPr/>
        </p:nvSpPr>
        <p:spPr>
          <a:xfrm>
            <a:off x="328937" y="3434592"/>
            <a:ext cx="19686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7" descr="Fundo preto com estrelas&#10;&#10;Descrição gerada automaticamente"/>
          <p:cNvPicPr preferRelativeResize="0"/>
          <p:nvPr/>
        </p:nvPicPr>
        <p:blipFill rotWithShape="1">
          <a:blip r:embed="rId3">
            <a:alphaModFix/>
          </a:blip>
          <a:srcRect l="83072" r="6398" b="-421"/>
          <a:stretch/>
        </p:blipFill>
        <p:spPr>
          <a:xfrm>
            <a:off x="7758535" y="-296775"/>
            <a:ext cx="1122922" cy="230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7" descr="Uma imagem contendo Diagrama&#10;&#10;Descrição gerada automaticamente"/>
          <p:cNvPicPr preferRelativeResize="0"/>
          <p:nvPr/>
        </p:nvPicPr>
        <p:blipFill rotWithShape="1">
          <a:blip r:embed="rId4">
            <a:alphaModFix/>
          </a:blip>
          <a:srcRect l="5138" t="60" r="-123" b="-220"/>
          <a:stretch/>
        </p:blipFill>
        <p:spPr>
          <a:xfrm>
            <a:off x="-8709" y="-75341"/>
            <a:ext cx="9208598" cy="322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7" descr="Texto&#10;&#10;Descrição gerada automaticament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60227" y="68339"/>
            <a:ext cx="1323067" cy="491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13" preserve="1" userDrawn="1">
  <p:cSld name="Layout 0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3" descr="Uma imagem contendo garrafa, placa, segurando, pessoas&#10;&#10;Descrição gerada automaticamente">
            <a:extLst>
              <a:ext uri="{FF2B5EF4-FFF2-40B4-BE49-F238E27FC236}">
                <a16:creationId xmlns:a16="http://schemas.microsoft.com/office/drawing/2014/main" id="{BA93108B-FB0C-9249-8CD6-F9B4B1FBED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571" y="0"/>
            <a:ext cx="2454628" cy="4921068"/>
          </a:xfrm>
          <a:prstGeom prst="rect">
            <a:avLst/>
          </a:prstGeom>
        </p:spPr>
      </p:pic>
      <p:sp>
        <p:nvSpPr>
          <p:cNvPr id="140" name="Google Shape;140;ga472368388_7_8"/>
          <p:cNvSpPr txBox="1"/>
          <p:nvPr/>
        </p:nvSpPr>
        <p:spPr>
          <a:xfrm>
            <a:off x="6090570" y="1428613"/>
            <a:ext cx="13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" name="Google Shape;102;ga472368388_0_390" descr="Forma, Círculo&#10;&#10;Descrição gerada automaticamente">
            <a:extLst>
              <a:ext uri="{FF2B5EF4-FFF2-40B4-BE49-F238E27FC236}">
                <a16:creationId xmlns:a16="http://schemas.microsoft.com/office/drawing/2014/main" id="{CD4E4275-4F9B-C047-A513-B66EFA5C1B78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-12700" y="1867227"/>
            <a:ext cx="9144000" cy="3276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15;ga472368388_0_390">
            <a:extLst>
              <a:ext uri="{FF2B5EF4-FFF2-40B4-BE49-F238E27FC236}">
                <a16:creationId xmlns:a16="http://schemas.microsoft.com/office/drawing/2014/main" id="{84D52EEA-DBD0-4B48-A850-884C3789EA55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7013816" y="4368706"/>
            <a:ext cx="1595418" cy="55236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47;ga472368388_0_220">
            <a:extLst>
              <a:ext uri="{FF2B5EF4-FFF2-40B4-BE49-F238E27FC236}">
                <a16:creationId xmlns:a16="http://schemas.microsoft.com/office/drawing/2014/main" id="{A4773956-615B-0E4F-A166-D6D729E6864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46166" y="365756"/>
            <a:ext cx="7663068" cy="376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"/>
              <a:buNone/>
              <a:defRPr sz="2800" b="1" i="0" u="none" strike="noStrike" cap="none">
                <a:solidFill>
                  <a:srgbClr val="00B0F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/>
              <a:t>XXXXXXXXX</a:t>
            </a:r>
            <a:endParaRPr dirty="0"/>
          </a:p>
        </p:txBody>
      </p:sp>
      <p:sp>
        <p:nvSpPr>
          <p:cNvPr id="32" name="Espaço Reservado para Texto 10">
            <a:extLst>
              <a:ext uri="{FF2B5EF4-FFF2-40B4-BE49-F238E27FC236}">
                <a16:creationId xmlns:a16="http://schemas.microsoft.com/office/drawing/2014/main" id="{662BAF5D-9B4F-3F46-A1BF-5E4852E6FA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7682" y="186396"/>
            <a:ext cx="7664199" cy="168326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solidFill>
                  <a:srgbClr val="00B0F0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pt-BR" dirty="0" err="1"/>
              <a:t>xxxxxxxxxxx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9393EDA-D7B1-1D4A-8780-3AA21E352E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50469" y="935748"/>
            <a:ext cx="2852761" cy="3276273"/>
          </a:xfrm>
          <a:prstGeom prst="rect">
            <a:avLst/>
          </a:prstGeom>
        </p:spPr>
        <p:txBody>
          <a:bodyPr/>
          <a:lstStyle>
            <a:lvl1pPr algn="just">
              <a:lnSpc>
                <a:spcPct val="100000"/>
              </a:lnSpc>
              <a:defRPr sz="800" b="0" i="0"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>
              <a:defRPr sz="105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05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05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05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pt-BR" dirty="0"/>
              <a:t>Integer </a:t>
            </a:r>
            <a:r>
              <a:rPr lang="pt-BR" dirty="0" err="1"/>
              <a:t>ornare</a:t>
            </a:r>
            <a:r>
              <a:rPr lang="pt-BR" dirty="0"/>
              <a:t> in </a:t>
            </a:r>
            <a:r>
              <a:rPr lang="pt-BR" dirty="0" err="1"/>
              <a:t>augue</a:t>
            </a:r>
            <a:r>
              <a:rPr lang="pt-BR" dirty="0"/>
              <a:t> quis </a:t>
            </a:r>
            <a:r>
              <a:rPr lang="pt-BR" dirty="0" err="1"/>
              <a:t>malesuada</a:t>
            </a:r>
            <a:r>
              <a:rPr lang="pt-BR" dirty="0"/>
              <a:t>. </a:t>
            </a:r>
            <a:r>
              <a:rPr lang="pt-BR" dirty="0" err="1"/>
              <a:t>Curabitur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</a:t>
            </a:r>
            <a:r>
              <a:rPr lang="pt-BR" dirty="0" err="1"/>
              <a:t>bibendum</a:t>
            </a:r>
            <a:r>
              <a:rPr lang="pt-BR" dirty="0"/>
              <a:t> </a:t>
            </a:r>
            <a:r>
              <a:rPr lang="pt-BR" dirty="0" err="1"/>
              <a:t>nulla</a:t>
            </a:r>
            <a:r>
              <a:rPr lang="pt-BR" dirty="0"/>
              <a:t> id </a:t>
            </a:r>
            <a:r>
              <a:rPr lang="pt-BR" dirty="0" err="1"/>
              <a:t>maximus</a:t>
            </a:r>
            <a:r>
              <a:rPr lang="pt-BR" dirty="0"/>
              <a:t>. </a:t>
            </a:r>
            <a:r>
              <a:rPr lang="pt-BR" dirty="0" err="1"/>
              <a:t>Donec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rhoncus</a:t>
            </a:r>
            <a:r>
              <a:rPr lang="pt-BR" dirty="0"/>
              <a:t> </a:t>
            </a:r>
            <a:r>
              <a:rPr lang="pt-BR" dirty="0" err="1"/>
              <a:t>tortor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erat </a:t>
            </a:r>
            <a:r>
              <a:rPr lang="pt-BR" dirty="0" err="1"/>
              <a:t>volutpat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luctus</a:t>
            </a:r>
            <a:r>
              <a:rPr lang="pt-BR" dirty="0"/>
              <a:t> </a:t>
            </a:r>
            <a:r>
              <a:rPr lang="pt-BR" dirty="0" err="1"/>
              <a:t>scelerisque</a:t>
            </a:r>
            <a:r>
              <a:rPr lang="pt-BR" dirty="0"/>
              <a:t> </a:t>
            </a:r>
            <a:r>
              <a:rPr lang="pt-BR" dirty="0" err="1"/>
              <a:t>felis</a:t>
            </a:r>
            <a:r>
              <a:rPr lang="pt-BR" dirty="0"/>
              <a:t>,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vehicula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aliquet</a:t>
            </a:r>
            <a:r>
              <a:rPr lang="pt-BR" dirty="0"/>
              <a:t> vitae. Nunc eu </a:t>
            </a:r>
            <a:r>
              <a:rPr lang="pt-BR" dirty="0" err="1"/>
              <a:t>dolor</a:t>
            </a:r>
            <a:r>
              <a:rPr lang="pt-BR" dirty="0"/>
              <a:t> quis erat </a:t>
            </a:r>
            <a:r>
              <a:rPr lang="pt-BR" dirty="0" err="1"/>
              <a:t>sagittis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id id </a:t>
            </a:r>
            <a:r>
              <a:rPr lang="pt-BR" dirty="0" err="1"/>
              <a:t>elit</a:t>
            </a:r>
            <a:r>
              <a:rPr lang="pt-BR" dirty="0"/>
              <a:t>. Nam </a:t>
            </a:r>
            <a:r>
              <a:rPr lang="pt-BR" dirty="0" err="1"/>
              <a:t>rhoncus</a:t>
            </a:r>
            <a:r>
              <a:rPr lang="pt-BR" dirty="0"/>
              <a:t>, </a:t>
            </a:r>
            <a:r>
              <a:rPr lang="pt-BR" dirty="0" err="1"/>
              <a:t>neque</a:t>
            </a:r>
            <a:r>
              <a:rPr lang="pt-BR" dirty="0"/>
              <a:t> ut </a:t>
            </a:r>
            <a:r>
              <a:rPr lang="pt-BR" dirty="0" err="1"/>
              <a:t>vulputate</a:t>
            </a:r>
            <a:r>
              <a:rPr lang="pt-BR" dirty="0"/>
              <a:t> </a:t>
            </a:r>
            <a:r>
              <a:rPr lang="pt-BR" dirty="0" err="1"/>
              <a:t>blandit</a:t>
            </a:r>
            <a:r>
              <a:rPr lang="pt-BR" dirty="0"/>
              <a:t>, </a:t>
            </a:r>
            <a:r>
              <a:rPr lang="pt-BR" dirty="0" err="1"/>
              <a:t>nulla</a:t>
            </a:r>
            <a:r>
              <a:rPr lang="pt-BR" dirty="0"/>
              <a:t> justo </a:t>
            </a:r>
            <a:r>
              <a:rPr lang="pt-BR" dirty="0" err="1"/>
              <a:t>porttitor</a:t>
            </a:r>
            <a:r>
              <a:rPr lang="pt-BR" dirty="0"/>
              <a:t> </a:t>
            </a:r>
            <a:r>
              <a:rPr lang="pt-BR" dirty="0" err="1"/>
              <a:t>quam</a:t>
            </a:r>
            <a:r>
              <a:rPr lang="pt-BR" dirty="0"/>
              <a:t>, </a:t>
            </a:r>
            <a:r>
              <a:rPr lang="pt-BR" dirty="0" err="1"/>
              <a:t>eget</a:t>
            </a:r>
            <a:r>
              <a:rPr lang="pt-BR" dirty="0"/>
              <a:t> tempus </a:t>
            </a:r>
            <a:r>
              <a:rPr lang="pt-BR" dirty="0" err="1"/>
              <a:t>turpis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 </a:t>
            </a:r>
            <a:r>
              <a:rPr lang="pt-BR" dirty="0" err="1"/>
              <a:t>sapien</a:t>
            </a:r>
            <a:r>
              <a:rPr lang="pt-BR" dirty="0"/>
              <a:t>. </a:t>
            </a:r>
            <a:r>
              <a:rPr lang="pt-BR" dirty="0" err="1"/>
              <a:t>Aenean</a:t>
            </a:r>
            <a:r>
              <a:rPr lang="pt-BR" dirty="0"/>
              <a:t> et </a:t>
            </a:r>
            <a:r>
              <a:rPr lang="pt-BR" dirty="0" err="1"/>
              <a:t>neque</a:t>
            </a:r>
            <a:r>
              <a:rPr lang="pt-BR" dirty="0"/>
              <a:t> </a:t>
            </a:r>
            <a:r>
              <a:rPr lang="pt-BR" dirty="0" err="1"/>
              <a:t>purus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</a:t>
            </a:r>
            <a:r>
              <a:rPr lang="pt-BR" dirty="0" err="1"/>
              <a:t>sodales</a:t>
            </a:r>
            <a:r>
              <a:rPr lang="pt-BR" dirty="0"/>
              <a:t> </a:t>
            </a:r>
            <a:r>
              <a:rPr lang="pt-BR" dirty="0" err="1"/>
              <a:t>eros</a:t>
            </a:r>
            <a:r>
              <a:rPr lang="pt-BR" dirty="0"/>
              <a:t>, non </a:t>
            </a:r>
            <a:r>
              <a:rPr lang="pt-BR" dirty="0" err="1"/>
              <a:t>congue</a:t>
            </a:r>
            <a:r>
              <a:rPr lang="pt-BR" dirty="0"/>
              <a:t> </a:t>
            </a:r>
            <a:r>
              <a:rPr lang="pt-BR" dirty="0" err="1"/>
              <a:t>tellus</a:t>
            </a:r>
            <a:r>
              <a:rPr lang="pt-BR" dirty="0"/>
              <a:t> </a:t>
            </a:r>
            <a:r>
              <a:rPr lang="pt-BR" dirty="0" err="1"/>
              <a:t>varius</a:t>
            </a:r>
            <a:r>
              <a:rPr lang="pt-BR" dirty="0"/>
              <a:t> quis. </a:t>
            </a:r>
            <a:r>
              <a:rPr lang="pt-BR" dirty="0" err="1"/>
              <a:t>Cras</a:t>
            </a:r>
            <a:r>
              <a:rPr lang="pt-BR" dirty="0"/>
              <a:t> </a:t>
            </a:r>
            <a:r>
              <a:rPr lang="pt-BR" dirty="0" err="1"/>
              <a:t>malesuada</a:t>
            </a:r>
            <a:r>
              <a:rPr lang="pt-BR" dirty="0"/>
              <a:t>, </a:t>
            </a:r>
            <a:r>
              <a:rPr lang="pt-BR" dirty="0" err="1"/>
              <a:t>risus</a:t>
            </a:r>
            <a:r>
              <a:rPr lang="pt-BR" dirty="0"/>
              <a:t> in </a:t>
            </a:r>
            <a:r>
              <a:rPr lang="pt-BR" dirty="0" err="1"/>
              <a:t>ullamcorper</a:t>
            </a:r>
            <a:r>
              <a:rPr lang="pt-BR" dirty="0"/>
              <a:t> </a:t>
            </a:r>
            <a:r>
              <a:rPr lang="pt-BR" dirty="0" err="1"/>
              <a:t>pellentesque</a:t>
            </a:r>
            <a:r>
              <a:rPr lang="pt-BR" dirty="0"/>
              <a:t>,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tellus</a:t>
            </a:r>
            <a:r>
              <a:rPr lang="pt-BR" dirty="0"/>
              <a:t> </a:t>
            </a:r>
            <a:r>
              <a:rPr lang="pt-BR" dirty="0" err="1"/>
              <a:t>fringilla</a:t>
            </a:r>
            <a:r>
              <a:rPr lang="pt-BR" dirty="0"/>
              <a:t> </a:t>
            </a:r>
            <a:r>
              <a:rPr lang="pt-BR" dirty="0" err="1"/>
              <a:t>nulla</a:t>
            </a:r>
            <a:r>
              <a:rPr lang="pt-BR" dirty="0"/>
              <a:t>, quis </a:t>
            </a:r>
            <a:r>
              <a:rPr lang="pt-BR" dirty="0" err="1"/>
              <a:t>efficitur</a:t>
            </a:r>
            <a:r>
              <a:rPr lang="pt-BR" dirty="0"/>
              <a:t> </a:t>
            </a:r>
            <a:r>
              <a:rPr lang="pt-BR" dirty="0" err="1"/>
              <a:t>augue</a:t>
            </a:r>
            <a:r>
              <a:rPr lang="pt-BR" dirty="0"/>
              <a:t> </a:t>
            </a:r>
            <a:r>
              <a:rPr lang="pt-BR" dirty="0" err="1"/>
              <a:t>eros</a:t>
            </a:r>
            <a:r>
              <a:rPr lang="pt-BR" dirty="0"/>
              <a:t> ut </a:t>
            </a:r>
            <a:r>
              <a:rPr lang="pt-BR" dirty="0" err="1"/>
              <a:t>arcu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quis gravida justo. </a:t>
            </a:r>
            <a:r>
              <a:rPr lang="pt-BR" dirty="0" err="1"/>
              <a:t>Proin</a:t>
            </a:r>
            <a:r>
              <a:rPr lang="pt-BR" dirty="0"/>
              <a:t> </a:t>
            </a:r>
            <a:r>
              <a:rPr lang="pt-BR" dirty="0" err="1"/>
              <a:t>sed</a:t>
            </a:r>
            <a:r>
              <a:rPr lang="pt-BR" dirty="0"/>
              <a:t> </a:t>
            </a:r>
            <a:r>
              <a:rPr lang="pt-BR" dirty="0" err="1"/>
              <a:t>tempor</a:t>
            </a:r>
            <a:r>
              <a:rPr lang="pt-BR" dirty="0"/>
              <a:t> </a:t>
            </a:r>
            <a:r>
              <a:rPr lang="pt-BR" dirty="0" err="1"/>
              <a:t>turpis</a:t>
            </a:r>
            <a:r>
              <a:rPr lang="pt-BR" dirty="0"/>
              <a:t>. </a:t>
            </a:r>
            <a:r>
              <a:rPr lang="pt-BR" dirty="0" err="1"/>
              <a:t>Integer</a:t>
            </a:r>
            <a:r>
              <a:rPr lang="pt-BR" dirty="0"/>
              <a:t> </a:t>
            </a:r>
            <a:r>
              <a:rPr lang="pt-BR" dirty="0" err="1"/>
              <a:t>ornare</a:t>
            </a:r>
            <a:r>
              <a:rPr lang="pt-BR" dirty="0"/>
              <a:t> in </a:t>
            </a:r>
            <a:r>
              <a:rPr lang="pt-BR" dirty="0" err="1"/>
              <a:t>augue</a:t>
            </a:r>
            <a:r>
              <a:rPr lang="pt-BR" dirty="0"/>
              <a:t> quis </a:t>
            </a:r>
            <a:r>
              <a:rPr lang="pt-BR" dirty="0" err="1"/>
              <a:t>malesuada</a:t>
            </a:r>
            <a:r>
              <a:rPr lang="pt-BR" dirty="0"/>
              <a:t>. </a:t>
            </a:r>
            <a:r>
              <a:rPr lang="pt-BR" dirty="0" err="1"/>
              <a:t>Curabitur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</a:t>
            </a:r>
            <a:r>
              <a:rPr lang="pt-BR" dirty="0" err="1"/>
              <a:t>bibendum</a:t>
            </a:r>
            <a:r>
              <a:rPr lang="pt-BR" dirty="0"/>
              <a:t> </a:t>
            </a:r>
            <a:r>
              <a:rPr lang="pt-BR" dirty="0" err="1"/>
              <a:t>nulla</a:t>
            </a:r>
            <a:r>
              <a:rPr lang="pt-BR" dirty="0"/>
              <a:t> id </a:t>
            </a:r>
            <a:r>
              <a:rPr lang="pt-BR" dirty="0" err="1"/>
              <a:t>maximus</a:t>
            </a:r>
            <a:r>
              <a:rPr lang="pt-BR" dirty="0"/>
              <a:t>. </a:t>
            </a:r>
            <a:r>
              <a:rPr lang="pt-BR" dirty="0" err="1"/>
              <a:t>Donec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rhoncus</a:t>
            </a:r>
            <a:r>
              <a:rPr lang="pt-BR" dirty="0"/>
              <a:t> </a:t>
            </a:r>
            <a:r>
              <a:rPr lang="pt-BR" dirty="0" err="1"/>
              <a:t>tortor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erat </a:t>
            </a:r>
            <a:r>
              <a:rPr lang="pt-BR" dirty="0" err="1"/>
              <a:t>volutpat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luctus</a:t>
            </a:r>
            <a:r>
              <a:rPr lang="pt-BR" dirty="0"/>
              <a:t> </a:t>
            </a:r>
            <a:r>
              <a:rPr lang="pt-BR" dirty="0" err="1"/>
              <a:t>scelerisque</a:t>
            </a:r>
            <a:r>
              <a:rPr lang="pt-BR" dirty="0"/>
              <a:t> </a:t>
            </a:r>
            <a:r>
              <a:rPr lang="pt-BR" dirty="0" err="1"/>
              <a:t>felis</a:t>
            </a:r>
            <a:r>
              <a:rPr lang="pt-BR" dirty="0"/>
              <a:t>,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vehicula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aliquet</a:t>
            </a:r>
            <a:r>
              <a:rPr lang="pt-BR" dirty="0"/>
              <a:t> vitae. Nunc eu </a:t>
            </a:r>
            <a:r>
              <a:rPr lang="pt-BR" dirty="0" err="1"/>
              <a:t>dolor</a:t>
            </a:r>
            <a:r>
              <a:rPr lang="pt-BR" dirty="0"/>
              <a:t> quis erat </a:t>
            </a:r>
            <a:r>
              <a:rPr lang="pt-BR" dirty="0" err="1"/>
              <a:t>sagittis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id id </a:t>
            </a:r>
            <a:r>
              <a:rPr lang="pt-BR" dirty="0" err="1"/>
              <a:t>elit</a:t>
            </a:r>
            <a:r>
              <a:rPr lang="pt-BR" dirty="0"/>
              <a:t>. Nam </a:t>
            </a:r>
            <a:r>
              <a:rPr lang="pt-BR" dirty="0" err="1"/>
              <a:t>rhoncus</a:t>
            </a:r>
            <a:r>
              <a:rPr lang="pt-BR" dirty="0"/>
              <a:t>, </a:t>
            </a:r>
            <a:r>
              <a:rPr lang="pt-BR" dirty="0" err="1"/>
              <a:t>neque</a:t>
            </a:r>
            <a:r>
              <a:rPr lang="pt-BR" dirty="0"/>
              <a:t> ut </a:t>
            </a:r>
            <a:r>
              <a:rPr lang="pt-BR" dirty="0" err="1"/>
              <a:t>vulputate</a:t>
            </a:r>
            <a:r>
              <a:rPr lang="pt-BR" dirty="0"/>
              <a:t> </a:t>
            </a:r>
            <a:r>
              <a:rPr lang="pt-BR" dirty="0" err="1"/>
              <a:t>blandit</a:t>
            </a:r>
            <a:r>
              <a:rPr lang="pt-BR" dirty="0"/>
              <a:t>, </a:t>
            </a:r>
            <a:r>
              <a:rPr lang="pt-BR" dirty="0" err="1"/>
              <a:t>nulla</a:t>
            </a:r>
            <a:r>
              <a:rPr lang="pt-BR" dirty="0"/>
              <a:t> justo </a:t>
            </a:r>
            <a:r>
              <a:rPr lang="pt-BR" dirty="0" err="1"/>
              <a:t>porttitor</a:t>
            </a:r>
            <a:r>
              <a:rPr lang="pt-BR" dirty="0"/>
              <a:t> </a:t>
            </a:r>
            <a:r>
              <a:rPr lang="pt-BR" dirty="0" err="1"/>
              <a:t>quam</a:t>
            </a:r>
            <a:r>
              <a:rPr lang="pt-BR" dirty="0"/>
              <a:t>, </a:t>
            </a:r>
            <a:r>
              <a:rPr lang="pt-BR" dirty="0" err="1"/>
              <a:t>eget</a:t>
            </a:r>
            <a:r>
              <a:rPr lang="pt-BR" dirty="0"/>
              <a:t> tempus </a:t>
            </a:r>
            <a:r>
              <a:rPr lang="pt-BR" dirty="0" err="1"/>
              <a:t>turpis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 </a:t>
            </a:r>
            <a:r>
              <a:rPr lang="pt-BR" dirty="0" err="1"/>
              <a:t>sapien</a:t>
            </a:r>
            <a:r>
              <a:rPr lang="pt-BR" dirty="0"/>
              <a:t>. </a:t>
            </a:r>
            <a:r>
              <a:rPr lang="pt-BR" dirty="0" err="1"/>
              <a:t>Aenean</a:t>
            </a:r>
            <a:r>
              <a:rPr lang="pt-BR" dirty="0"/>
              <a:t> et </a:t>
            </a:r>
            <a:r>
              <a:rPr lang="pt-BR" dirty="0" err="1"/>
              <a:t>neque</a:t>
            </a:r>
            <a:r>
              <a:rPr lang="pt-BR" dirty="0"/>
              <a:t> </a:t>
            </a:r>
            <a:r>
              <a:rPr lang="pt-BR" dirty="0" err="1"/>
              <a:t>purus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</a:t>
            </a:r>
            <a:r>
              <a:rPr lang="pt-BR" dirty="0" err="1"/>
              <a:t>sodales</a:t>
            </a:r>
            <a:r>
              <a:rPr lang="pt-BR" dirty="0"/>
              <a:t> </a:t>
            </a:r>
            <a:r>
              <a:rPr lang="pt-BR" dirty="0" err="1"/>
              <a:t>eros</a:t>
            </a:r>
            <a:r>
              <a:rPr lang="pt-BR" dirty="0"/>
              <a:t>, non </a:t>
            </a:r>
            <a:r>
              <a:rPr lang="pt-BR" dirty="0" err="1"/>
              <a:t>congue</a:t>
            </a:r>
            <a:r>
              <a:rPr lang="pt-BR" dirty="0"/>
              <a:t> </a:t>
            </a:r>
            <a:r>
              <a:rPr lang="pt-BR" dirty="0" err="1"/>
              <a:t>tellus</a:t>
            </a:r>
            <a:r>
              <a:rPr lang="pt-BR" dirty="0"/>
              <a:t> </a:t>
            </a:r>
            <a:r>
              <a:rPr lang="pt-BR" dirty="0" err="1"/>
              <a:t>varius</a:t>
            </a:r>
            <a:r>
              <a:rPr lang="pt-BR" dirty="0"/>
              <a:t> quis.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Cras</a:t>
            </a:r>
            <a:r>
              <a:rPr lang="pt-BR" dirty="0"/>
              <a:t> </a:t>
            </a:r>
            <a:r>
              <a:rPr lang="pt-BR" dirty="0" err="1"/>
              <a:t>malesuada</a:t>
            </a:r>
            <a:r>
              <a:rPr lang="pt-BR" dirty="0"/>
              <a:t>, </a:t>
            </a:r>
            <a:r>
              <a:rPr lang="pt-BR" dirty="0" err="1"/>
              <a:t>risus</a:t>
            </a:r>
            <a:r>
              <a:rPr lang="pt-BR" dirty="0"/>
              <a:t> in </a:t>
            </a:r>
            <a:r>
              <a:rPr lang="pt-BR" dirty="0" err="1"/>
              <a:t>ullamcorper</a:t>
            </a:r>
            <a:r>
              <a:rPr lang="pt-BR" dirty="0"/>
              <a:t> </a:t>
            </a:r>
            <a:r>
              <a:rPr lang="pt-BR" dirty="0" err="1"/>
              <a:t>pellentesque</a:t>
            </a:r>
            <a:r>
              <a:rPr lang="pt-BR" dirty="0"/>
              <a:t>,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tellus</a:t>
            </a:r>
            <a:r>
              <a:rPr lang="pt-BR" dirty="0"/>
              <a:t> </a:t>
            </a:r>
            <a:r>
              <a:rPr lang="pt-BR" dirty="0" err="1"/>
              <a:t>fringilla</a:t>
            </a:r>
            <a:r>
              <a:rPr lang="pt-BR" dirty="0"/>
              <a:t> </a:t>
            </a:r>
            <a:r>
              <a:rPr lang="pt-BR" dirty="0" err="1"/>
              <a:t>nulla</a:t>
            </a:r>
            <a:r>
              <a:rPr lang="pt-BR" dirty="0"/>
              <a:t>, quis </a:t>
            </a:r>
            <a:r>
              <a:rPr lang="pt-BR" dirty="0" err="1"/>
              <a:t>efficitur</a:t>
            </a:r>
            <a:r>
              <a:rPr lang="pt-BR" dirty="0"/>
              <a:t> </a:t>
            </a:r>
            <a:r>
              <a:rPr lang="pt-BR" dirty="0" err="1"/>
              <a:t>augue</a:t>
            </a:r>
            <a:r>
              <a:rPr lang="pt-BR" dirty="0"/>
              <a:t> </a:t>
            </a:r>
            <a:r>
              <a:rPr lang="pt-BR" dirty="0" err="1"/>
              <a:t>eros</a:t>
            </a:r>
            <a:r>
              <a:rPr lang="pt-BR" dirty="0"/>
              <a:t> ut </a:t>
            </a:r>
            <a:r>
              <a:rPr lang="pt-BR" dirty="0" err="1"/>
              <a:t>arcu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quis gravida justo. </a:t>
            </a:r>
            <a:r>
              <a:rPr lang="pt-BR" dirty="0" err="1"/>
              <a:t>Proin</a:t>
            </a:r>
            <a:r>
              <a:rPr lang="pt-BR" dirty="0"/>
              <a:t> </a:t>
            </a:r>
            <a:r>
              <a:rPr lang="pt-BR" dirty="0" err="1"/>
              <a:t>sed</a:t>
            </a:r>
            <a:r>
              <a:rPr lang="pt-BR" dirty="0"/>
              <a:t> </a:t>
            </a:r>
            <a:r>
              <a:rPr lang="pt-BR" dirty="0" err="1"/>
              <a:t>tempor</a:t>
            </a:r>
            <a:r>
              <a:rPr lang="pt-BR" dirty="0"/>
              <a:t> </a:t>
            </a:r>
            <a:r>
              <a:rPr lang="pt-BR" dirty="0" err="1"/>
              <a:t>turpis</a:t>
            </a:r>
            <a:r>
              <a:rPr lang="pt-BR" dirty="0"/>
              <a:t>. Integer </a:t>
            </a:r>
            <a:r>
              <a:rPr lang="pt-BR" dirty="0" err="1"/>
              <a:t>ornare</a:t>
            </a:r>
            <a:r>
              <a:rPr lang="pt-BR" dirty="0"/>
              <a:t> in </a:t>
            </a:r>
            <a:r>
              <a:rPr lang="pt-BR" dirty="0" err="1"/>
              <a:t>augue</a:t>
            </a:r>
            <a:r>
              <a:rPr lang="pt-BR" dirty="0"/>
              <a:t> quis </a:t>
            </a:r>
            <a:r>
              <a:rPr lang="pt-BR" dirty="0" err="1"/>
              <a:t>malesuada</a:t>
            </a:r>
            <a:r>
              <a:rPr lang="pt-BR" dirty="0"/>
              <a:t>. </a:t>
            </a:r>
            <a:r>
              <a:rPr lang="pt-BR" dirty="0" err="1"/>
              <a:t>Curabitur</a:t>
            </a:r>
            <a:endParaRPr lang="pt-BR" dirty="0"/>
          </a:p>
        </p:txBody>
      </p:sp>
      <p:sp>
        <p:nvSpPr>
          <p:cNvPr id="16" name="Espaço Reservado para Conteúdo 5">
            <a:extLst>
              <a:ext uri="{FF2B5EF4-FFF2-40B4-BE49-F238E27FC236}">
                <a16:creationId xmlns:a16="http://schemas.microsoft.com/office/drawing/2014/main" id="{116E5C19-5842-5549-9651-A8B06AF64FB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764114" y="935748"/>
            <a:ext cx="2852761" cy="3539433"/>
          </a:xfrm>
          <a:prstGeom prst="rect">
            <a:avLst/>
          </a:prstGeom>
        </p:spPr>
        <p:txBody>
          <a:bodyPr/>
          <a:lstStyle>
            <a:lvl1pPr algn="just">
              <a:defRPr sz="800" b="0" i="0"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>
              <a:defRPr sz="105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05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05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05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pt-BR" dirty="0" err="1"/>
              <a:t>Integer</a:t>
            </a:r>
            <a:r>
              <a:rPr lang="pt-BR" dirty="0"/>
              <a:t> </a:t>
            </a:r>
            <a:r>
              <a:rPr lang="pt-BR" dirty="0" err="1"/>
              <a:t>ornare</a:t>
            </a:r>
            <a:r>
              <a:rPr lang="pt-BR" dirty="0"/>
              <a:t> in </a:t>
            </a:r>
            <a:r>
              <a:rPr lang="pt-BR" dirty="0" err="1"/>
              <a:t>augue</a:t>
            </a:r>
            <a:r>
              <a:rPr lang="pt-BR" dirty="0"/>
              <a:t> quis </a:t>
            </a:r>
            <a:r>
              <a:rPr lang="pt-BR" dirty="0" err="1"/>
              <a:t>malesuada</a:t>
            </a:r>
            <a:r>
              <a:rPr lang="pt-BR" dirty="0"/>
              <a:t>. </a:t>
            </a:r>
            <a:r>
              <a:rPr lang="pt-BR" dirty="0" err="1"/>
              <a:t>Curabitur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</a:t>
            </a:r>
            <a:r>
              <a:rPr lang="pt-BR" dirty="0" err="1"/>
              <a:t>bibendum</a:t>
            </a:r>
            <a:r>
              <a:rPr lang="pt-BR" dirty="0"/>
              <a:t> </a:t>
            </a:r>
            <a:r>
              <a:rPr lang="pt-BR" dirty="0" err="1"/>
              <a:t>nulla</a:t>
            </a:r>
            <a:r>
              <a:rPr lang="pt-BR" dirty="0"/>
              <a:t> id </a:t>
            </a:r>
            <a:r>
              <a:rPr lang="pt-BR" dirty="0" err="1"/>
              <a:t>maximus</a:t>
            </a:r>
            <a:r>
              <a:rPr lang="pt-BR" dirty="0"/>
              <a:t>. </a:t>
            </a:r>
            <a:r>
              <a:rPr lang="pt-BR" dirty="0" err="1"/>
              <a:t>Donec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rhoncus</a:t>
            </a:r>
            <a:r>
              <a:rPr lang="pt-BR" dirty="0"/>
              <a:t> </a:t>
            </a:r>
            <a:r>
              <a:rPr lang="pt-BR" dirty="0" err="1"/>
              <a:t>tortor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erat </a:t>
            </a:r>
            <a:r>
              <a:rPr lang="pt-BR" dirty="0" err="1"/>
              <a:t>volutpat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luctus</a:t>
            </a:r>
            <a:r>
              <a:rPr lang="pt-BR" dirty="0"/>
              <a:t> </a:t>
            </a:r>
            <a:r>
              <a:rPr lang="pt-BR" dirty="0" err="1"/>
              <a:t>scelerisque</a:t>
            </a:r>
            <a:r>
              <a:rPr lang="pt-BR" dirty="0"/>
              <a:t> </a:t>
            </a:r>
            <a:r>
              <a:rPr lang="pt-BR" dirty="0" err="1"/>
              <a:t>felis</a:t>
            </a:r>
            <a:r>
              <a:rPr lang="pt-BR" dirty="0"/>
              <a:t>,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vehicula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aliquet</a:t>
            </a:r>
            <a:r>
              <a:rPr lang="pt-BR" dirty="0"/>
              <a:t> vitae. Nunc eu </a:t>
            </a:r>
            <a:r>
              <a:rPr lang="pt-BR" dirty="0" err="1"/>
              <a:t>dolor</a:t>
            </a:r>
            <a:r>
              <a:rPr lang="pt-BR" dirty="0"/>
              <a:t> quis erat </a:t>
            </a:r>
            <a:r>
              <a:rPr lang="pt-BR" dirty="0" err="1"/>
              <a:t>sagittis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id id </a:t>
            </a:r>
            <a:r>
              <a:rPr lang="pt-BR" dirty="0" err="1"/>
              <a:t>elit</a:t>
            </a:r>
            <a:r>
              <a:rPr lang="pt-BR" dirty="0"/>
              <a:t>. Nam </a:t>
            </a:r>
            <a:r>
              <a:rPr lang="pt-BR" dirty="0" err="1"/>
              <a:t>rhoncus</a:t>
            </a:r>
            <a:r>
              <a:rPr lang="pt-BR" dirty="0"/>
              <a:t>, </a:t>
            </a:r>
            <a:r>
              <a:rPr lang="pt-BR" dirty="0" err="1"/>
              <a:t>neque</a:t>
            </a:r>
            <a:r>
              <a:rPr lang="pt-BR" dirty="0"/>
              <a:t> ut </a:t>
            </a:r>
            <a:r>
              <a:rPr lang="pt-BR" dirty="0" err="1"/>
              <a:t>vulputate</a:t>
            </a:r>
            <a:r>
              <a:rPr lang="pt-BR" dirty="0"/>
              <a:t> </a:t>
            </a:r>
            <a:r>
              <a:rPr lang="pt-BR" dirty="0" err="1"/>
              <a:t>blandit</a:t>
            </a:r>
            <a:r>
              <a:rPr lang="pt-BR" dirty="0"/>
              <a:t>, </a:t>
            </a:r>
            <a:r>
              <a:rPr lang="pt-BR" dirty="0" err="1"/>
              <a:t>nulla</a:t>
            </a:r>
            <a:r>
              <a:rPr lang="pt-BR" dirty="0"/>
              <a:t> justo </a:t>
            </a:r>
            <a:r>
              <a:rPr lang="pt-BR" dirty="0" err="1"/>
              <a:t>porttitor</a:t>
            </a:r>
            <a:r>
              <a:rPr lang="pt-BR" dirty="0"/>
              <a:t> </a:t>
            </a:r>
            <a:r>
              <a:rPr lang="pt-BR" dirty="0" err="1"/>
              <a:t>quam</a:t>
            </a:r>
            <a:r>
              <a:rPr lang="pt-BR" dirty="0"/>
              <a:t>, </a:t>
            </a:r>
            <a:r>
              <a:rPr lang="pt-BR" dirty="0" err="1"/>
              <a:t>eget</a:t>
            </a:r>
            <a:r>
              <a:rPr lang="pt-BR" dirty="0"/>
              <a:t> tempus </a:t>
            </a:r>
            <a:r>
              <a:rPr lang="pt-BR" dirty="0" err="1"/>
              <a:t>turpis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 </a:t>
            </a:r>
            <a:r>
              <a:rPr lang="pt-BR" dirty="0" err="1"/>
              <a:t>sapien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Aenean</a:t>
            </a:r>
            <a:r>
              <a:rPr lang="pt-BR" dirty="0"/>
              <a:t> et </a:t>
            </a:r>
            <a:r>
              <a:rPr lang="pt-BR" dirty="0" err="1"/>
              <a:t>neque</a:t>
            </a:r>
            <a:r>
              <a:rPr lang="pt-BR" dirty="0"/>
              <a:t> </a:t>
            </a:r>
            <a:r>
              <a:rPr lang="pt-BR" dirty="0" err="1"/>
              <a:t>purus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</a:t>
            </a:r>
            <a:r>
              <a:rPr lang="pt-BR" dirty="0" err="1"/>
              <a:t>sodales</a:t>
            </a:r>
            <a:r>
              <a:rPr lang="pt-BR" dirty="0"/>
              <a:t> </a:t>
            </a:r>
            <a:r>
              <a:rPr lang="pt-BR" dirty="0" err="1"/>
              <a:t>eros</a:t>
            </a:r>
            <a:r>
              <a:rPr lang="pt-BR" dirty="0"/>
              <a:t>, non </a:t>
            </a:r>
            <a:r>
              <a:rPr lang="pt-BR" dirty="0" err="1"/>
              <a:t>congue</a:t>
            </a:r>
            <a:r>
              <a:rPr lang="pt-BR" dirty="0"/>
              <a:t> </a:t>
            </a:r>
            <a:r>
              <a:rPr lang="pt-BR" dirty="0" err="1"/>
              <a:t>tellus</a:t>
            </a:r>
            <a:r>
              <a:rPr lang="pt-BR" dirty="0"/>
              <a:t> </a:t>
            </a:r>
            <a:r>
              <a:rPr lang="pt-BR" dirty="0" err="1"/>
              <a:t>varius</a:t>
            </a:r>
            <a:r>
              <a:rPr lang="pt-BR" dirty="0"/>
              <a:t> quis. </a:t>
            </a:r>
            <a:r>
              <a:rPr lang="pt-BR" dirty="0" err="1"/>
              <a:t>Cras</a:t>
            </a:r>
            <a:r>
              <a:rPr lang="pt-BR" dirty="0"/>
              <a:t> </a:t>
            </a:r>
            <a:r>
              <a:rPr lang="pt-BR" dirty="0" err="1"/>
              <a:t>malesuada</a:t>
            </a:r>
            <a:r>
              <a:rPr lang="pt-BR" dirty="0"/>
              <a:t>, </a:t>
            </a:r>
            <a:r>
              <a:rPr lang="pt-BR" dirty="0" err="1"/>
              <a:t>risus</a:t>
            </a:r>
            <a:r>
              <a:rPr lang="pt-BR" dirty="0"/>
              <a:t> in </a:t>
            </a:r>
            <a:r>
              <a:rPr lang="pt-BR" dirty="0" err="1"/>
              <a:t>ullamcorper</a:t>
            </a:r>
            <a:r>
              <a:rPr lang="pt-BR" dirty="0"/>
              <a:t> </a:t>
            </a:r>
            <a:r>
              <a:rPr lang="pt-BR" dirty="0" err="1"/>
              <a:t>pellentesque</a:t>
            </a:r>
            <a:r>
              <a:rPr lang="pt-BR" dirty="0"/>
              <a:t>,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tellus</a:t>
            </a:r>
            <a:r>
              <a:rPr lang="pt-BR" dirty="0"/>
              <a:t> </a:t>
            </a:r>
            <a:r>
              <a:rPr lang="pt-BR" dirty="0" err="1"/>
              <a:t>fringilla</a:t>
            </a:r>
            <a:r>
              <a:rPr lang="pt-BR" dirty="0"/>
              <a:t> </a:t>
            </a:r>
            <a:r>
              <a:rPr lang="pt-BR" dirty="0" err="1"/>
              <a:t>nulla</a:t>
            </a:r>
            <a:r>
              <a:rPr lang="pt-BR" dirty="0"/>
              <a:t>, quis </a:t>
            </a:r>
            <a:r>
              <a:rPr lang="pt-BR" dirty="0" err="1"/>
              <a:t>efficitur</a:t>
            </a:r>
            <a:r>
              <a:rPr lang="pt-BR" dirty="0"/>
              <a:t> </a:t>
            </a:r>
            <a:r>
              <a:rPr lang="pt-BR" dirty="0" err="1"/>
              <a:t>augue</a:t>
            </a:r>
            <a:r>
              <a:rPr lang="pt-BR" dirty="0"/>
              <a:t> </a:t>
            </a:r>
            <a:r>
              <a:rPr lang="pt-BR" dirty="0" err="1"/>
              <a:t>eros</a:t>
            </a:r>
            <a:r>
              <a:rPr lang="pt-BR" dirty="0"/>
              <a:t> ut </a:t>
            </a:r>
            <a:r>
              <a:rPr lang="pt-BR" dirty="0" err="1"/>
              <a:t>arcu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quis gravida justo. </a:t>
            </a:r>
            <a:r>
              <a:rPr lang="pt-BR" dirty="0" err="1"/>
              <a:t>Proin</a:t>
            </a:r>
            <a:r>
              <a:rPr lang="pt-BR" dirty="0"/>
              <a:t> </a:t>
            </a:r>
            <a:r>
              <a:rPr lang="pt-BR" dirty="0" err="1"/>
              <a:t>sed</a:t>
            </a:r>
            <a:r>
              <a:rPr lang="pt-BR" dirty="0"/>
              <a:t> </a:t>
            </a:r>
            <a:r>
              <a:rPr lang="pt-BR" dirty="0" err="1"/>
              <a:t>tempor</a:t>
            </a:r>
            <a:r>
              <a:rPr lang="pt-BR" dirty="0"/>
              <a:t> </a:t>
            </a:r>
            <a:r>
              <a:rPr lang="pt-BR" dirty="0" err="1"/>
              <a:t>turpis</a:t>
            </a:r>
            <a:r>
              <a:rPr lang="pt-BR" dirty="0"/>
              <a:t>. Integer </a:t>
            </a:r>
            <a:r>
              <a:rPr lang="pt-BR" dirty="0" err="1"/>
              <a:t>ornare</a:t>
            </a:r>
            <a:r>
              <a:rPr lang="pt-BR" dirty="0"/>
              <a:t> in </a:t>
            </a:r>
            <a:r>
              <a:rPr lang="pt-BR" dirty="0" err="1"/>
              <a:t>augue</a:t>
            </a:r>
            <a:r>
              <a:rPr lang="pt-BR" dirty="0"/>
              <a:t> quis </a:t>
            </a:r>
            <a:r>
              <a:rPr lang="pt-BR" dirty="0" err="1"/>
              <a:t>malesuada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Curabitur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</a:t>
            </a:r>
            <a:r>
              <a:rPr lang="pt-BR" dirty="0" err="1"/>
              <a:t>bibendum</a:t>
            </a:r>
            <a:r>
              <a:rPr lang="pt-BR" dirty="0"/>
              <a:t> </a:t>
            </a:r>
            <a:r>
              <a:rPr lang="pt-BR" dirty="0" err="1"/>
              <a:t>nulla</a:t>
            </a:r>
            <a:r>
              <a:rPr lang="pt-BR" dirty="0"/>
              <a:t> id </a:t>
            </a:r>
            <a:r>
              <a:rPr lang="pt-BR" dirty="0" err="1"/>
              <a:t>maximus</a:t>
            </a:r>
            <a:r>
              <a:rPr lang="pt-BR" dirty="0"/>
              <a:t>. </a:t>
            </a:r>
            <a:r>
              <a:rPr lang="pt-BR" dirty="0" err="1"/>
              <a:t>Donec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rhoncus</a:t>
            </a:r>
            <a:r>
              <a:rPr lang="pt-BR" dirty="0"/>
              <a:t> </a:t>
            </a:r>
            <a:r>
              <a:rPr lang="pt-BR" dirty="0" err="1"/>
              <a:t>tortor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erat </a:t>
            </a:r>
            <a:r>
              <a:rPr lang="pt-BR" dirty="0" err="1"/>
              <a:t>volutpat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luctus</a:t>
            </a:r>
            <a:r>
              <a:rPr lang="pt-BR" dirty="0"/>
              <a:t> </a:t>
            </a:r>
            <a:r>
              <a:rPr lang="pt-BR" dirty="0" err="1"/>
              <a:t>scelerisque</a:t>
            </a:r>
            <a:r>
              <a:rPr lang="pt-BR" dirty="0"/>
              <a:t> </a:t>
            </a:r>
            <a:r>
              <a:rPr lang="pt-BR" dirty="0" err="1"/>
              <a:t>felis</a:t>
            </a:r>
            <a:r>
              <a:rPr lang="pt-BR" dirty="0"/>
              <a:t>,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vehicula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aliquet</a:t>
            </a:r>
            <a:r>
              <a:rPr lang="pt-BR" dirty="0"/>
              <a:t> vitae. Nunc eu </a:t>
            </a:r>
            <a:r>
              <a:rPr lang="pt-BR" dirty="0" err="1"/>
              <a:t>dolor</a:t>
            </a:r>
            <a:r>
              <a:rPr lang="pt-BR" dirty="0"/>
              <a:t> quis erat </a:t>
            </a:r>
            <a:r>
              <a:rPr lang="pt-BR" dirty="0" err="1"/>
              <a:t>sagittis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id id </a:t>
            </a:r>
            <a:r>
              <a:rPr lang="pt-BR" dirty="0" err="1"/>
              <a:t>elit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Nam </a:t>
            </a:r>
            <a:r>
              <a:rPr lang="pt-BR" dirty="0" err="1"/>
              <a:t>rhoncus</a:t>
            </a:r>
            <a:r>
              <a:rPr lang="pt-BR" dirty="0"/>
              <a:t>, </a:t>
            </a:r>
            <a:r>
              <a:rPr lang="pt-BR" dirty="0" err="1"/>
              <a:t>neque</a:t>
            </a:r>
            <a:r>
              <a:rPr lang="pt-BR" dirty="0"/>
              <a:t> ut </a:t>
            </a:r>
            <a:r>
              <a:rPr lang="pt-BR" dirty="0" err="1"/>
              <a:t>vulputate</a:t>
            </a:r>
            <a:r>
              <a:rPr lang="pt-BR" dirty="0"/>
              <a:t> </a:t>
            </a:r>
            <a:r>
              <a:rPr lang="pt-BR" dirty="0" err="1"/>
              <a:t>blandit</a:t>
            </a:r>
            <a:r>
              <a:rPr lang="pt-BR" dirty="0"/>
              <a:t>, </a:t>
            </a:r>
            <a:r>
              <a:rPr lang="pt-BR" dirty="0" err="1"/>
              <a:t>nulla</a:t>
            </a:r>
            <a:r>
              <a:rPr lang="pt-BR" dirty="0"/>
              <a:t> justo </a:t>
            </a:r>
            <a:r>
              <a:rPr lang="pt-BR" dirty="0" err="1"/>
              <a:t>porttitor</a:t>
            </a:r>
            <a:r>
              <a:rPr lang="pt-BR" dirty="0"/>
              <a:t> </a:t>
            </a:r>
            <a:r>
              <a:rPr lang="pt-BR" dirty="0" err="1"/>
              <a:t>quam</a:t>
            </a:r>
            <a:r>
              <a:rPr lang="pt-BR" dirty="0"/>
              <a:t>, </a:t>
            </a:r>
            <a:r>
              <a:rPr lang="pt-BR" dirty="0" err="1"/>
              <a:t>eget</a:t>
            </a:r>
            <a:r>
              <a:rPr lang="pt-BR" dirty="0"/>
              <a:t> tempus </a:t>
            </a:r>
            <a:r>
              <a:rPr lang="pt-BR" dirty="0" err="1"/>
              <a:t>turpis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 </a:t>
            </a:r>
            <a:r>
              <a:rPr lang="pt-BR" dirty="0" err="1"/>
              <a:t>sapien</a:t>
            </a:r>
            <a:r>
              <a:rPr lang="pt-BR" dirty="0"/>
              <a:t>. </a:t>
            </a:r>
            <a:r>
              <a:rPr lang="pt-BR" dirty="0" err="1"/>
              <a:t>Aenean</a:t>
            </a:r>
            <a:r>
              <a:rPr lang="pt-BR" dirty="0"/>
              <a:t> et </a:t>
            </a:r>
            <a:r>
              <a:rPr lang="pt-BR" dirty="0" err="1"/>
              <a:t>neque</a:t>
            </a:r>
            <a:r>
              <a:rPr lang="pt-BR" dirty="0"/>
              <a:t> </a:t>
            </a:r>
            <a:r>
              <a:rPr lang="pt-BR" dirty="0" err="1"/>
              <a:t>purus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</a:t>
            </a:r>
            <a:r>
              <a:rPr lang="pt-BR" dirty="0" err="1"/>
              <a:t>sodales</a:t>
            </a:r>
            <a:r>
              <a:rPr lang="pt-BR" dirty="0"/>
              <a:t> </a:t>
            </a:r>
            <a:r>
              <a:rPr lang="pt-BR" dirty="0" err="1"/>
              <a:t>eros</a:t>
            </a:r>
            <a:r>
              <a:rPr lang="pt-BR" dirty="0"/>
              <a:t>, non </a:t>
            </a:r>
            <a:r>
              <a:rPr lang="pt-BR" dirty="0" err="1"/>
              <a:t>congue</a:t>
            </a:r>
            <a:r>
              <a:rPr lang="pt-BR" dirty="0"/>
              <a:t> </a:t>
            </a:r>
            <a:r>
              <a:rPr lang="pt-BR" dirty="0" err="1"/>
              <a:t>tellus</a:t>
            </a:r>
            <a:r>
              <a:rPr lang="pt-BR" dirty="0"/>
              <a:t> </a:t>
            </a:r>
            <a:r>
              <a:rPr lang="pt-BR" dirty="0" err="1"/>
              <a:t>varius</a:t>
            </a:r>
            <a:r>
              <a:rPr lang="pt-BR" dirty="0"/>
              <a:t> quis. </a:t>
            </a:r>
          </a:p>
        </p:txBody>
      </p:sp>
    </p:spTree>
    <p:extLst>
      <p:ext uri="{BB962C8B-B14F-4D97-AF65-F5344CB8AC3E}">
        <p14:creationId xmlns:p14="http://schemas.microsoft.com/office/powerpoint/2010/main" val="3849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13" preserve="1" userDrawn="1">
  <p:cSld name="03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44;ga472368388_0_220">
            <a:extLst>
              <a:ext uri="{FF2B5EF4-FFF2-40B4-BE49-F238E27FC236}">
                <a16:creationId xmlns:a16="http://schemas.microsoft.com/office/drawing/2014/main" id="{216CF026-CFFA-0447-A0A9-3D9F4C477C91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-12700" y="-1"/>
            <a:ext cx="4584700" cy="5152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ga472368388_7_8"/>
          <p:cNvSpPr txBox="1"/>
          <p:nvPr/>
        </p:nvSpPr>
        <p:spPr>
          <a:xfrm>
            <a:off x="6090570" y="1428613"/>
            <a:ext cx="13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" name="Google Shape;102;ga472368388_0_390" descr="Forma, Círculo&#10;&#10;Descrição gerada automaticamente">
            <a:extLst>
              <a:ext uri="{FF2B5EF4-FFF2-40B4-BE49-F238E27FC236}">
                <a16:creationId xmlns:a16="http://schemas.microsoft.com/office/drawing/2014/main" id="{CD4E4275-4F9B-C047-A513-B66EFA5C1B7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12700" y="1867227"/>
            <a:ext cx="9144000" cy="3276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15;ga472368388_0_390">
            <a:extLst>
              <a:ext uri="{FF2B5EF4-FFF2-40B4-BE49-F238E27FC236}">
                <a16:creationId xmlns:a16="http://schemas.microsoft.com/office/drawing/2014/main" id="{84D52EEA-DBD0-4B48-A850-884C3789EA5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7013816" y="4368706"/>
            <a:ext cx="1595418" cy="55236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47;ga472368388_0_220">
            <a:extLst>
              <a:ext uri="{FF2B5EF4-FFF2-40B4-BE49-F238E27FC236}">
                <a16:creationId xmlns:a16="http://schemas.microsoft.com/office/drawing/2014/main" id="{A4773956-615B-0E4F-A166-D6D729E6864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92070" y="366355"/>
            <a:ext cx="7663068" cy="376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"/>
              <a:buNone/>
              <a:defRPr sz="2800" b="1" i="0" u="none" strike="noStrike" cap="none">
                <a:solidFill>
                  <a:srgbClr val="00B0F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/>
              <a:t>XXXXXXXXX</a:t>
            </a:r>
            <a:endParaRPr dirty="0"/>
          </a:p>
        </p:txBody>
      </p:sp>
      <p:sp>
        <p:nvSpPr>
          <p:cNvPr id="32" name="Espaço Reservado para Texto 10">
            <a:extLst>
              <a:ext uri="{FF2B5EF4-FFF2-40B4-BE49-F238E27FC236}">
                <a16:creationId xmlns:a16="http://schemas.microsoft.com/office/drawing/2014/main" id="{662BAF5D-9B4F-3F46-A1BF-5E4852E6FA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7682" y="186396"/>
            <a:ext cx="7664199" cy="168326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solidFill>
                  <a:srgbClr val="00B0F0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pt-BR" dirty="0" err="1"/>
              <a:t>xxxxxxxxxxx</a:t>
            </a:r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869F281-7543-2B44-BAB7-C9CAD04FAB9B}"/>
              </a:ext>
            </a:extLst>
          </p:cNvPr>
          <p:cNvSpPr/>
          <p:nvPr userDrawn="1"/>
        </p:nvSpPr>
        <p:spPr>
          <a:xfrm>
            <a:off x="5325033" y="1080369"/>
            <a:ext cx="2936837" cy="2950900"/>
          </a:xfrm>
          <a:prstGeom prst="rect">
            <a:avLst/>
          </a:prstGeom>
          <a:ln w="28575">
            <a:solidFill>
              <a:srgbClr val="0095D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ACF081F-D7E5-4F49-9656-3A30E8B8A6E6}"/>
              </a:ext>
            </a:extLst>
          </p:cNvPr>
          <p:cNvSpPr/>
          <p:nvPr userDrawn="1"/>
        </p:nvSpPr>
        <p:spPr>
          <a:xfrm>
            <a:off x="4888187" y="3740545"/>
            <a:ext cx="898314" cy="905443"/>
          </a:xfrm>
          <a:prstGeom prst="ellipse">
            <a:avLst/>
          </a:prstGeom>
          <a:solidFill>
            <a:srgbClr val="009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5" descr="Uma imagem contendo desenho&#10;&#10;Descrição gerada automaticamente">
            <a:extLst>
              <a:ext uri="{FF2B5EF4-FFF2-40B4-BE49-F238E27FC236}">
                <a16:creationId xmlns:a16="http://schemas.microsoft.com/office/drawing/2014/main" id="{58471540-3F5D-AD4F-ACAB-6F0AF72789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15428" y="853883"/>
            <a:ext cx="585081" cy="557220"/>
          </a:xfrm>
          <a:prstGeom prst="rect">
            <a:avLst/>
          </a:prstGeom>
        </p:spPr>
      </p:pic>
      <p:pic>
        <p:nvPicPr>
          <p:cNvPr id="14" name="Imagem 15" descr="Uma imagem contendo desenho&#10;&#10;Descrição gerada automaticamente">
            <a:extLst>
              <a:ext uri="{FF2B5EF4-FFF2-40B4-BE49-F238E27FC236}">
                <a16:creationId xmlns:a16="http://schemas.microsoft.com/office/drawing/2014/main" id="{5E34AA54-1CAC-C649-B282-2011FB7B7D6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0800000">
            <a:off x="7193256" y="3779912"/>
            <a:ext cx="585081" cy="557220"/>
          </a:xfrm>
          <a:prstGeom prst="rect">
            <a:avLst/>
          </a:prstGeom>
        </p:spPr>
      </p:pic>
      <p:sp>
        <p:nvSpPr>
          <p:cNvPr id="16" name="Espaço Reservado para Conteúdo 5">
            <a:extLst>
              <a:ext uri="{FF2B5EF4-FFF2-40B4-BE49-F238E27FC236}">
                <a16:creationId xmlns:a16="http://schemas.microsoft.com/office/drawing/2014/main" id="{116E5C19-5842-5549-9651-A8B06AF64FB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785631" y="1378847"/>
            <a:ext cx="2271847" cy="2160418"/>
          </a:xfrm>
          <a:prstGeom prst="rect">
            <a:avLst/>
          </a:prstGeom>
        </p:spPr>
        <p:txBody>
          <a:bodyPr/>
          <a:lstStyle>
            <a:lvl1pPr algn="l">
              <a:defRPr sz="1200" b="0" i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defRPr sz="105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05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05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05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pt-BR" dirty="0" err="1"/>
              <a:t>Integer</a:t>
            </a:r>
            <a:r>
              <a:rPr lang="pt-BR" dirty="0"/>
              <a:t> </a:t>
            </a:r>
            <a:r>
              <a:rPr lang="pt-BR" dirty="0" err="1"/>
              <a:t>ornare</a:t>
            </a:r>
            <a:r>
              <a:rPr lang="pt-BR" dirty="0"/>
              <a:t> in </a:t>
            </a:r>
            <a:r>
              <a:rPr lang="pt-BR" dirty="0" err="1"/>
              <a:t>augue</a:t>
            </a:r>
            <a:r>
              <a:rPr lang="pt-BR" dirty="0"/>
              <a:t> quis </a:t>
            </a:r>
            <a:r>
              <a:rPr lang="pt-BR" dirty="0" err="1"/>
              <a:t>malesuada</a:t>
            </a:r>
            <a:r>
              <a:rPr lang="pt-BR" dirty="0"/>
              <a:t>. </a:t>
            </a:r>
            <a:r>
              <a:rPr lang="pt-BR" dirty="0" err="1"/>
              <a:t>Curabitur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</a:t>
            </a:r>
            <a:r>
              <a:rPr lang="pt-BR" dirty="0" err="1"/>
              <a:t>bibendum</a:t>
            </a:r>
            <a:r>
              <a:rPr lang="pt-BR" dirty="0"/>
              <a:t> </a:t>
            </a:r>
            <a:r>
              <a:rPr lang="pt-BR" dirty="0" err="1"/>
              <a:t>nulla</a:t>
            </a:r>
            <a:r>
              <a:rPr lang="pt-BR" dirty="0"/>
              <a:t> id </a:t>
            </a:r>
            <a:r>
              <a:rPr lang="pt-BR" dirty="0" err="1"/>
              <a:t>maximus</a:t>
            </a:r>
            <a:r>
              <a:rPr lang="pt-BR" dirty="0"/>
              <a:t>. </a:t>
            </a:r>
            <a:r>
              <a:rPr lang="pt-BR" dirty="0" err="1"/>
              <a:t>Donec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rhoncus</a:t>
            </a:r>
            <a:r>
              <a:rPr lang="pt-BR" dirty="0"/>
              <a:t> </a:t>
            </a:r>
            <a:r>
              <a:rPr lang="pt-BR" dirty="0" err="1"/>
              <a:t>tortor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erat </a:t>
            </a:r>
            <a:r>
              <a:rPr lang="pt-BR" dirty="0" err="1"/>
              <a:t>volutpat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luctus</a:t>
            </a:r>
            <a:r>
              <a:rPr lang="pt-BR" dirty="0"/>
              <a:t> </a:t>
            </a:r>
            <a:r>
              <a:rPr lang="pt-BR" dirty="0" err="1"/>
              <a:t>scelerisque</a:t>
            </a:r>
            <a:r>
              <a:rPr lang="pt-BR" dirty="0"/>
              <a:t> </a:t>
            </a:r>
            <a:r>
              <a:rPr lang="pt-BR" dirty="0" err="1"/>
              <a:t>felis</a:t>
            </a:r>
            <a:r>
              <a:rPr lang="pt-BR" dirty="0"/>
              <a:t>,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vehicula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aliquet</a:t>
            </a:r>
            <a:r>
              <a:rPr lang="pt-BR" dirty="0"/>
              <a:t> vitae. Nunc eu </a:t>
            </a:r>
            <a:r>
              <a:rPr lang="pt-BR" dirty="0" err="1"/>
              <a:t>dolor</a:t>
            </a:r>
            <a:r>
              <a:rPr lang="pt-BR" dirty="0"/>
              <a:t> quis erat </a:t>
            </a:r>
            <a:r>
              <a:rPr lang="pt-BR" dirty="0" err="1"/>
              <a:t>sagittis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id id </a:t>
            </a:r>
            <a:r>
              <a:rPr lang="pt-BR" dirty="0" err="1"/>
              <a:t>elit</a:t>
            </a:r>
            <a:r>
              <a:rPr lang="pt-BR" dirty="0"/>
              <a:t>. Nam </a:t>
            </a:r>
            <a:r>
              <a:rPr lang="pt-BR" dirty="0" err="1"/>
              <a:t>rhoncus</a:t>
            </a:r>
            <a:r>
              <a:rPr lang="pt-BR" dirty="0"/>
              <a:t>, </a:t>
            </a:r>
            <a:r>
              <a:rPr lang="pt-BR" dirty="0" err="1"/>
              <a:t>neque</a:t>
            </a:r>
            <a:r>
              <a:rPr lang="pt-BR" dirty="0"/>
              <a:t> ut </a:t>
            </a:r>
            <a:r>
              <a:rPr lang="pt-BR" dirty="0" err="1"/>
              <a:t>vulputate</a:t>
            </a:r>
            <a:r>
              <a:rPr lang="pt-BR" dirty="0"/>
              <a:t> </a:t>
            </a:r>
            <a:r>
              <a:rPr lang="pt-BR" dirty="0" err="1"/>
              <a:t>blandit</a:t>
            </a:r>
            <a:r>
              <a:rPr lang="pt-BR" dirty="0"/>
              <a:t>, </a:t>
            </a:r>
            <a:r>
              <a:rPr lang="pt-BR" dirty="0" err="1"/>
              <a:t>nulla</a:t>
            </a:r>
            <a:r>
              <a:rPr lang="pt-BR" dirty="0"/>
              <a:t> justo </a:t>
            </a:r>
            <a:r>
              <a:rPr lang="pt-BR" dirty="0" err="1"/>
              <a:t>porttitor</a:t>
            </a:r>
            <a:r>
              <a:rPr lang="pt-BR" dirty="0"/>
              <a:t> </a:t>
            </a:r>
            <a:r>
              <a:rPr lang="pt-BR" dirty="0" err="1"/>
              <a:t>quam</a:t>
            </a:r>
            <a:r>
              <a:rPr lang="pt-BR" dirty="0"/>
              <a:t>, </a:t>
            </a:r>
            <a:r>
              <a:rPr lang="pt-BR" dirty="0" err="1"/>
              <a:t>eget</a:t>
            </a:r>
            <a:r>
              <a:rPr lang="pt-BR" dirty="0"/>
              <a:t> tempus </a:t>
            </a:r>
            <a:r>
              <a:rPr lang="pt-BR" dirty="0" err="1"/>
              <a:t>turpis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 </a:t>
            </a:r>
            <a:r>
              <a:rPr lang="pt-BR" dirty="0" err="1"/>
              <a:t>sapien</a:t>
            </a:r>
            <a:r>
              <a:rPr lang="pt-BR" dirty="0"/>
              <a:t>. </a:t>
            </a:r>
          </a:p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48126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13" preserve="1" userDrawn="1">
  <p:cSld name="04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148;ga472368388_7_8" descr="Uma imagem contendo Forma&#10;&#10;Descrição gerada automaticamente">
            <a:extLst>
              <a:ext uri="{FF2B5EF4-FFF2-40B4-BE49-F238E27FC236}">
                <a16:creationId xmlns:a16="http://schemas.microsoft.com/office/drawing/2014/main" id="{732FE930-824F-F646-8589-8A1A7D8C2B4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339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a472368388_7_8"/>
          <p:cNvSpPr txBox="1"/>
          <p:nvPr/>
        </p:nvSpPr>
        <p:spPr>
          <a:xfrm>
            <a:off x="6090570" y="1428613"/>
            <a:ext cx="13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" name="Google Shape;102;ga472368388_0_390" descr="Forma, Círculo&#10;&#10;Descrição gerada automaticamente">
            <a:extLst>
              <a:ext uri="{FF2B5EF4-FFF2-40B4-BE49-F238E27FC236}">
                <a16:creationId xmlns:a16="http://schemas.microsoft.com/office/drawing/2014/main" id="{CD4E4275-4F9B-C047-A513-B66EFA5C1B78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-12700" y="1867227"/>
            <a:ext cx="9144000" cy="3276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15;ga472368388_0_390">
            <a:extLst>
              <a:ext uri="{FF2B5EF4-FFF2-40B4-BE49-F238E27FC236}">
                <a16:creationId xmlns:a16="http://schemas.microsoft.com/office/drawing/2014/main" id="{84D52EEA-DBD0-4B48-A850-884C3789EA55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7013816" y="4368706"/>
            <a:ext cx="1595418" cy="55236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47;ga472368388_0_220">
            <a:extLst>
              <a:ext uri="{FF2B5EF4-FFF2-40B4-BE49-F238E27FC236}">
                <a16:creationId xmlns:a16="http://schemas.microsoft.com/office/drawing/2014/main" id="{A4773956-615B-0E4F-A166-D6D729E6864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46166" y="365756"/>
            <a:ext cx="4466456" cy="376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"/>
              <a:buNone/>
              <a:defRPr sz="2800" b="1" i="0" u="none" strike="noStrike" cap="none">
                <a:solidFill>
                  <a:srgbClr val="00B0F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/>
              <a:t>XXXXXXXXX</a:t>
            </a:r>
            <a:endParaRPr dirty="0"/>
          </a:p>
        </p:txBody>
      </p:sp>
      <p:sp>
        <p:nvSpPr>
          <p:cNvPr id="32" name="Espaço Reservado para Texto 10">
            <a:extLst>
              <a:ext uri="{FF2B5EF4-FFF2-40B4-BE49-F238E27FC236}">
                <a16:creationId xmlns:a16="http://schemas.microsoft.com/office/drawing/2014/main" id="{662BAF5D-9B4F-3F46-A1BF-5E4852E6FA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7682" y="186396"/>
            <a:ext cx="4467115" cy="168326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00B0F0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pt-BR" dirty="0" err="1"/>
              <a:t>xxxxxxxxxxx</a:t>
            </a:r>
            <a:endParaRPr lang="pt-BR" dirty="0"/>
          </a:p>
        </p:txBody>
      </p:sp>
      <p:sp>
        <p:nvSpPr>
          <p:cNvPr id="36" name="Espaço Reservado para Texto 87">
            <a:extLst>
              <a:ext uri="{FF2B5EF4-FFF2-40B4-BE49-F238E27FC236}">
                <a16:creationId xmlns:a16="http://schemas.microsoft.com/office/drawing/2014/main" id="{373D02BE-AF01-8D46-88EF-C9F56C3788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7682" y="1840730"/>
            <a:ext cx="4615537" cy="204192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200" b="0" i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>
              <a:defRPr sz="1200"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200"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200"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200"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>
              <a:lnSpc>
                <a:spcPct val="100000"/>
              </a:lnSpc>
            </a:pP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Lorem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ipsum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dolor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sit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amet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consectetur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adipiscing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elit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.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Maecenas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sed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diam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eget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risus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varius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blandit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sit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amet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non magna. </a:t>
            </a:r>
          </a:p>
          <a:p>
            <a:pPr>
              <a:lnSpc>
                <a:spcPct val="100000"/>
              </a:lnSpc>
            </a:pPr>
            <a:endParaRPr lang="pt-BR" sz="1200" dirty="0">
              <a:solidFill>
                <a:schemeClr val="tx1"/>
              </a:solidFill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lnSpc>
                <a:spcPct val="100000"/>
              </a:lnSpc>
            </a:pP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Donec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id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elit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non mi porta gravida.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Donec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id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elit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non mi porta gravida.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Donec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id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elit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non mi porta gravida.</a:t>
            </a:r>
          </a:p>
          <a:p>
            <a:pPr>
              <a:lnSpc>
                <a:spcPct val="100000"/>
              </a:lnSpc>
            </a:pPr>
            <a:endParaRPr lang="pt-BR" sz="1200" dirty="0">
              <a:solidFill>
                <a:schemeClr val="tx1"/>
              </a:solidFill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lnSpc>
                <a:spcPct val="100000"/>
              </a:lnSpc>
            </a:pP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Lorem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ipsum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dolor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sit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amet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,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consectetur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adipiscing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elit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.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Maecenas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sed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diam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eget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risus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varius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blandit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sit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amet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non magna.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Donec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id </a:t>
            </a:r>
            <a:r>
              <a:rPr lang="pt-BR" sz="1200" dirty="0" err="1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elit</a:t>
            </a:r>
            <a:r>
              <a:rPr lang="pt-BR" sz="12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 non mi porta gravida.</a:t>
            </a:r>
          </a:p>
          <a:p>
            <a:pPr>
              <a:lnSpc>
                <a:spcPct val="100000"/>
              </a:lnSpc>
            </a:pPr>
            <a:endParaRPr lang="pt-BR" sz="12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89D001-E6C2-2A4F-A787-AA378B4454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8375" y="1333500"/>
            <a:ext cx="4614863" cy="373063"/>
          </a:xfrm>
          <a:prstGeom prst="rect">
            <a:avLst/>
          </a:prstGeom>
        </p:spPr>
        <p:txBody>
          <a:bodyPr/>
          <a:lstStyle>
            <a:lvl1pPr>
              <a:defRPr sz="1200" b="1" i="0">
                <a:solidFill>
                  <a:srgbClr val="00206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defRPr sz="1100" b="1" i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100" b="1" i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100" b="1" i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100" b="1" i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pt-BR" dirty="0" err="1"/>
              <a:t>Integer</a:t>
            </a:r>
            <a:r>
              <a:rPr lang="pt-BR" dirty="0"/>
              <a:t> </a:t>
            </a:r>
            <a:r>
              <a:rPr lang="pt-BR" dirty="0" err="1"/>
              <a:t>ornare</a:t>
            </a:r>
            <a:r>
              <a:rPr lang="pt-BR" dirty="0"/>
              <a:t> in </a:t>
            </a:r>
            <a:r>
              <a:rPr lang="pt-BR" dirty="0" err="1"/>
              <a:t>augue</a:t>
            </a:r>
            <a:r>
              <a:rPr lang="pt-BR" dirty="0"/>
              <a:t> quis </a:t>
            </a:r>
            <a:r>
              <a:rPr lang="pt-BR" dirty="0" err="1"/>
              <a:t>malesuada</a:t>
            </a:r>
            <a:r>
              <a:rPr lang="pt-BR" dirty="0"/>
              <a:t>. </a:t>
            </a:r>
            <a:r>
              <a:rPr lang="pt-BR" dirty="0" err="1"/>
              <a:t>Curabitur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 </a:t>
            </a:r>
            <a:r>
              <a:rPr lang="pt-BR" dirty="0" err="1"/>
              <a:t>bibendum</a:t>
            </a:r>
            <a:r>
              <a:rPr lang="pt-BR" dirty="0"/>
              <a:t> </a:t>
            </a:r>
            <a:r>
              <a:rPr lang="pt-BR" dirty="0" err="1"/>
              <a:t>nulla</a:t>
            </a:r>
            <a:r>
              <a:rPr lang="pt-BR" dirty="0"/>
              <a:t> id </a:t>
            </a:r>
            <a:r>
              <a:rPr lang="pt-BR" dirty="0" err="1"/>
              <a:t>maximus</a:t>
            </a:r>
            <a:r>
              <a:rPr lang="pt-BR" dirty="0"/>
              <a:t>. </a:t>
            </a:r>
            <a:r>
              <a:rPr lang="pt-BR" dirty="0" err="1"/>
              <a:t>Donec</a:t>
            </a:r>
            <a:r>
              <a:rPr lang="pt-BR" dirty="0"/>
              <a:t> </a:t>
            </a:r>
            <a:r>
              <a:rPr lang="pt-BR" dirty="0" err="1"/>
              <a:t>eget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80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13" preserve="1" userDrawn="1">
  <p:cSld name="texto sem enfeite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a472368388_7_8"/>
          <p:cNvSpPr txBox="1"/>
          <p:nvPr/>
        </p:nvSpPr>
        <p:spPr>
          <a:xfrm>
            <a:off x="6090570" y="1428613"/>
            <a:ext cx="13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" name="Google Shape;102;ga472368388_0_390" descr="Forma, Círculo&#10;&#10;Descrição gerada automaticamente">
            <a:extLst>
              <a:ext uri="{FF2B5EF4-FFF2-40B4-BE49-F238E27FC236}">
                <a16:creationId xmlns:a16="http://schemas.microsoft.com/office/drawing/2014/main" id="{CD4E4275-4F9B-C047-A513-B66EFA5C1B7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12700" y="1867227"/>
            <a:ext cx="9144000" cy="3276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15;ga472368388_0_390">
            <a:extLst>
              <a:ext uri="{FF2B5EF4-FFF2-40B4-BE49-F238E27FC236}">
                <a16:creationId xmlns:a16="http://schemas.microsoft.com/office/drawing/2014/main" id="{84D52EEA-DBD0-4B48-A850-884C3789EA5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7013816" y="4368706"/>
            <a:ext cx="1595418" cy="55236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7;ga472368388_0_220">
            <a:extLst>
              <a:ext uri="{FF2B5EF4-FFF2-40B4-BE49-F238E27FC236}">
                <a16:creationId xmlns:a16="http://schemas.microsoft.com/office/drawing/2014/main" id="{DCBA2CA8-FFB6-374A-8BDB-B98AEDE4B3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46166" y="365756"/>
            <a:ext cx="4466456" cy="376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"/>
              <a:buNone/>
              <a:defRPr sz="2800" b="1" i="0" u="none" strike="noStrike" cap="none">
                <a:solidFill>
                  <a:srgbClr val="00B0F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/>
              <a:t>XXXXXXXXXX</a:t>
            </a:r>
            <a:endParaRPr dirty="0"/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5F9266D5-CDE3-3143-AC2F-A26194FDE4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7682" y="186396"/>
            <a:ext cx="4467115" cy="168326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00B0F0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pt-BR" dirty="0"/>
              <a:t>XXXXXXXXXX</a:t>
            </a:r>
          </a:p>
        </p:txBody>
      </p:sp>
      <p:sp>
        <p:nvSpPr>
          <p:cNvPr id="8" name="Espaço Reservado para Texto 87">
            <a:extLst>
              <a:ext uri="{FF2B5EF4-FFF2-40B4-BE49-F238E27FC236}">
                <a16:creationId xmlns:a16="http://schemas.microsoft.com/office/drawing/2014/main" id="{5A63A7CC-9513-F44A-9BF0-89F5AE6CE3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682" y="1867227"/>
            <a:ext cx="7641552" cy="171576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200" b="0" i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>
              <a:defRPr sz="1200"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200"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200"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200"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>
              <a:lnSpc>
                <a:spcPct val="100000"/>
              </a:lnSpc>
            </a:pP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sit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amet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.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Maecenas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diam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eget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risus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varius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blandit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sit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amet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non magna.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Donec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id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non mi porta gravida.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Donec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id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non mi porta gravida.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Donec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id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non mi porta gravida.</a:t>
            </a:r>
          </a:p>
          <a:p>
            <a:pPr>
              <a:lnSpc>
                <a:spcPct val="100000"/>
              </a:lnSpc>
            </a:pPr>
            <a:endParaRPr lang="pt-BR" sz="1200" dirty="0">
              <a:solidFill>
                <a:schemeClr val="tx1"/>
              </a:solidFill>
              <a:latin typeface="Arial" panose="020B0604020202020204" pitchFamily="34" charset="0"/>
              <a:ea typeface="Open Sans Light" panose="020B03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Lorem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ipsum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dolor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sit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amet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,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adipiscing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.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Maecenas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sed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diam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eget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risus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varius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blandit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sit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amet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non magna.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Donec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id </a:t>
            </a:r>
            <a:r>
              <a:rPr lang="pt-BR" sz="120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elit</a:t>
            </a:r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non mi porta gravida.</a:t>
            </a:r>
          </a:p>
          <a:p>
            <a:pPr>
              <a:lnSpc>
                <a:spcPct val="100000"/>
              </a:lnSpc>
            </a:pPr>
            <a:endParaRPr lang="pt-BR" sz="12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1826ACC5-8DE3-9940-BD77-007EC71BF1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8375" y="1333500"/>
            <a:ext cx="7640859" cy="373063"/>
          </a:xfrm>
          <a:prstGeom prst="rect">
            <a:avLst/>
          </a:prstGeom>
        </p:spPr>
        <p:txBody>
          <a:bodyPr/>
          <a:lstStyle>
            <a:lvl1pPr>
              <a:defRPr sz="1200" b="1" i="0">
                <a:solidFill>
                  <a:srgbClr val="00206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defRPr sz="1100" b="1" i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100" b="1" i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100" b="1" i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100" b="1" i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pt-BR" dirty="0" err="1"/>
              <a:t>Integer</a:t>
            </a:r>
            <a:r>
              <a:rPr lang="pt-BR" dirty="0"/>
              <a:t> </a:t>
            </a:r>
            <a:r>
              <a:rPr lang="pt-BR" dirty="0" err="1"/>
              <a:t>ornare</a:t>
            </a:r>
            <a:r>
              <a:rPr lang="pt-BR" dirty="0"/>
              <a:t> in </a:t>
            </a:r>
            <a:r>
              <a:rPr lang="pt-BR" dirty="0" err="1"/>
              <a:t>augue</a:t>
            </a:r>
            <a:r>
              <a:rPr lang="pt-BR" dirty="0"/>
              <a:t> quis </a:t>
            </a:r>
            <a:r>
              <a:rPr lang="pt-BR" dirty="0" err="1"/>
              <a:t>malesuada</a:t>
            </a:r>
            <a:r>
              <a:rPr lang="pt-BR" dirty="0"/>
              <a:t>. </a:t>
            </a:r>
            <a:r>
              <a:rPr lang="pt-BR" dirty="0" err="1"/>
              <a:t>Curabitur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 </a:t>
            </a:r>
            <a:r>
              <a:rPr lang="pt-BR" dirty="0" err="1"/>
              <a:t>bibendum</a:t>
            </a:r>
            <a:r>
              <a:rPr lang="pt-BR" dirty="0"/>
              <a:t> </a:t>
            </a:r>
            <a:r>
              <a:rPr lang="pt-BR" dirty="0" err="1"/>
              <a:t>nulla</a:t>
            </a:r>
            <a:r>
              <a:rPr lang="pt-BR" dirty="0"/>
              <a:t> id </a:t>
            </a:r>
            <a:r>
              <a:rPr lang="pt-BR" dirty="0" err="1"/>
              <a:t>maximus</a:t>
            </a:r>
            <a:r>
              <a:rPr lang="pt-BR" dirty="0"/>
              <a:t>. </a:t>
            </a:r>
            <a:r>
              <a:rPr lang="pt-BR" dirty="0" err="1"/>
              <a:t>Donec</a:t>
            </a:r>
            <a:r>
              <a:rPr lang="pt-BR" dirty="0"/>
              <a:t> </a:t>
            </a:r>
            <a:r>
              <a:rPr lang="pt-BR" dirty="0" err="1"/>
              <a:t>eget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523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ópic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tângulo 83">
            <a:extLst>
              <a:ext uri="{FF2B5EF4-FFF2-40B4-BE49-F238E27FC236}">
                <a16:creationId xmlns:a16="http://schemas.microsoft.com/office/drawing/2014/main" id="{4BF65EF0-29F2-F549-8711-CA223BC7C1A3}"/>
              </a:ext>
            </a:extLst>
          </p:cNvPr>
          <p:cNvSpPr/>
          <p:nvPr userDrawn="1"/>
        </p:nvSpPr>
        <p:spPr>
          <a:xfrm>
            <a:off x="1065006" y="2689412"/>
            <a:ext cx="2194560" cy="21407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4524375E-F20C-254A-BD04-5357E89FC588}"/>
              </a:ext>
            </a:extLst>
          </p:cNvPr>
          <p:cNvSpPr/>
          <p:nvPr userDrawn="1"/>
        </p:nvSpPr>
        <p:spPr>
          <a:xfrm>
            <a:off x="3530301" y="2689412"/>
            <a:ext cx="2194560" cy="21407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51EC8DBF-D4CD-4A48-8165-FDDAC586AE08}"/>
              </a:ext>
            </a:extLst>
          </p:cNvPr>
          <p:cNvSpPr/>
          <p:nvPr userDrawn="1"/>
        </p:nvSpPr>
        <p:spPr>
          <a:xfrm>
            <a:off x="5995596" y="2689412"/>
            <a:ext cx="2194560" cy="21407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Espaço Reservado para Texto 87">
            <a:extLst>
              <a:ext uri="{FF2B5EF4-FFF2-40B4-BE49-F238E27FC236}">
                <a16:creationId xmlns:a16="http://schemas.microsoft.com/office/drawing/2014/main" id="{1516E75C-7C93-1449-AF7C-6F5E99322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682" y="1354677"/>
            <a:ext cx="7315706" cy="104457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200" b="0" i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>
              <a:defRPr sz="1200"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200"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200"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200"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>
              <a:lnSpc>
                <a:spcPct val="100000"/>
              </a:lnSpc>
            </a:pP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Lorem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ipsum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dolor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sit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amet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,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adipiscing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elit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.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Maecenas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sed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diam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eget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risus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varius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blandit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sit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amet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non magna.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Donec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id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elit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non mi porta gravida. 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Donec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id 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elit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no mi porta gravida. 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Donec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id 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elit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non mi porta gravida.</a:t>
            </a:r>
          </a:p>
          <a:p>
            <a:pPr>
              <a:lnSpc>
                <a:spcPct val="100000"/>
              </a:lnSpc>
            </a:pPr>
            <a:endParaRPr lang="pt-BR" sz="1200" b="0" i="0" dirty="0">
              <a:solidFill>
                <a:schemeClr val="tx1"/>
              </a:solidFill>
              <a:latin typeface="Arial" panose="020B0604020202020204" pitchFamily="34" charset="0"/>
              <a:ea typeface="Open Sans Light" panose="020B03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Lorem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ipsum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dolor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sit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amet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, 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consectetur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adipiscing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elit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.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Maecenas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sed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diam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eget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risus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varius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blandit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sit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amet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 non magna. 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Donec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id </a:t>
            </a:r>
            <a:r>
              <a:rPr lang="pt-BR" sz="1200" b="0" i="0" dirty="0" err="1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elit</a:t>
            </a:r>
            <a:r>
              <a:rPr lang="pt-BR" sz="1200" b="0" i="0" dirty="0">
                <a:solidFill>
                  <a:schemeClr val="tx1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rPr>
              <a:t> non mi porta gravida.</a:t>
            </a:r>
          </a:p>
          <a:p>
            <a:pPr>
              <a:lnSpc>
                <a:spcPct val="100000"/>
              </a:lnSpc>
            </a:pPr>
            <a:endParaRPr lang="pt-BR" sz="12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90" name="Google Shape;47;ga472368388_0_220">
            <a:extLst>
              <a:ext uri="{FF2B5EF4-FFF2-40B4-BE49-F238E27FC236}">
                <a16:creationId xmlns:a16="http://schemas.microsoft.com/office/drawing/2014/main" id="{4519C224-E95A-1F44-A5BF-ABC6B2D20E5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46166" y="365756"/>
            <a:ext cx="4466456" cy="376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"/>
              <a:buNone/>
              <a:defRPr sz="2800" b="1" i="0" u="none" strike="noStrike" cap="none">
                <a:solidFill>
                  <a:srgbClr val="00B0F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/>
              <a:t>Tópicos, ícones e texto</a:t>
            </a:r>
            <a:endParaRPr dirty="0"/>
          </a:p>
        </p:txBody>
      </p:sp>
      <p:sp>
        <p:nvSpPr>
          <p:cNvPr id="91" name="Espaço Reservado para Texto 10">
            <a:extLst>
              <a:ext uri="{FF2B5EF4-FFF2-40B4-BE49-F238E27FC236}">
                <a16:creationId xmlns:a16="http://schemas.microsoft.com/office/drawing/2014/main" id="{5E3AF516-D63C-934D-97C3-AD5C00989C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7682" y="186396"/>
            <a:ext cx="4467115" cy="168326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00B0F0"/>
                </a:solidFill>
                <a:latin typeface="Arial" panose="020B0604020202020204" pitchFamily="34" charset="0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pt-BR" dirty="0"/>
              <a:t>LOREM LOREM</a:t>
            </a:r>
          </a:p>
        </p:txBody>
      </p:sp>
      <p:sp>
        <p:nvSpPr>
          <p:cNvPr id="93" name="Google Shape;82;ga472368388_0_276">
            <a:extLst>
              <a:ext uri="{FF2B5EF4-FFF2-40B4-BE49-F238E27FC236}">
                <a16:creationId xmlns:a16="http://schemas.microsoft.com/office/drawing/2014/main" id="{A51B7F75-0399-4C49-B8C7-68587E844A1E}"/>
              </a:ext>
            </a:extLst>
          </p:cNvPr>
          <p:cNvSpPr txBox="1"/>
          <p:nvPr userDrawn="1"/>
        </p:nvSpPr>
        <p:spPr>
          <a:xfrm>
            <a:off x="1415436" y="3759798"/>
            <a:ext cx="14937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Lorem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ipsum </a:t>
            </a: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dolor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sit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amet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adipiscing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elit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Google Shape;82;ga472368388_0_276">
            <a:extLst>
              <a:ext uri="{FF2B5EF4-FFF2-40B4-BE49-F238E27FC236}">
                <a16:creationId xmlns:a16="http://schemas.microsoft.com/office/drawing/2014/main" id="{310D08F8-113D-D445-8EC6-29ECCFA894F7}"/>
              </a:ext>
            </a:extLst>
          </p:cNvPr>
          <p:cNvSpPr txBox="1"/>
          <p:nvPr userDrawn="1"/>
        </p:nvSpPr>
        <p:spPr>
          <a:xfrm>
            <a:off x="3878685" y="3759798"/>
            <a:ext cx="14937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Lorem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ipsum </a:t>
            </a: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dolor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sit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amet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adipiscing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elit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Google Shape;82;ga472368388_0_276">
            <a:extLst>
              <a:ext uri="{FF2B5EF4-FFF2-40B4-BE49-F238E27FC236}">
                <a16:creationId xmlns:a16="http://schemas.microsoft.com/office/drawing/2014/main" id="{5570B4C3-7C0E-B44C-978F-F3D5AC5364BE}"/>
              </a:ext>
            </a:extLst>
          </p:cNvPr>
          <p:cNvSpPr txBox="1"/>
          <p:nvPr userDrawn="1"/>
        </p:nvSpPr>
        <p:spPr>
          <a:xfrm>
            <a:off x="6346026" y="3759798"/>
            <a:ext cx="14937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Lorem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ipsum </a:t>
            </a: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dolor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sit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amet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adipiscing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</a:t>
            </a:r>
            <a:r>
              <a:rPr lang="pt-BR" sz="1200" b="0" dirty="0" err="1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elit</a:t>
            </a:r>
            <a:r>
              <a:rPr lang="pt-BR" sz="1200" b="0" dirty="0">
                <a:solidFill>
                  <a:srgbClr val="FFFF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Google Shape;44;ga472368388_0_220">
            <a:extLst>
              <a:ext uri="{FF2B5EF4-FFF2-40B4-BE49-F238E27FC236}">
                <a16:creationId xmlns:a16="http://schemas.microsoft.com/office/drawing/2014/main" id="{A0B0749A-BBF8-9143-A4A0-50386CBD6B0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16375" y="2869478"/>
            <a:ext cx="601668" cy="75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 dirty="0"/>
          </a:p>
        </p:txBody>
      </p:sp>
      <p:sp>
        <p:nvSpPr>
          <p:cNvPr id="97" name="Google Shape;44;ga472368388_0_220">
            <a:extLst>
              <a:ext uri="{FF2B5EF4-FFF2-40B4-BE49-F238E27FC236}">
                <a16:creationId xmlns:a16="http://schemas.microsoft.com/office/drawing/2014/main" id="{56B3DC17-016E-E740-8CAE-15BE84B25E72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680256" y="2823758"/>
            <a:ext cx="601668" cy="75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 dirty="0"/>
          </a:p>
        </p:txBody>
      </p:sp>
      <p:sp>
        <p:nvSpPr>
          <p:cNvPr id="98" name="Google Shape;44;ga472368388_0_220">
            <a:extLst>
              <a:ext uri="{FF2B5EF4-FFF2-40B4-BE49-F238E27FC236}">
                <a16:creationId xmlns:a16="http://schemas.microsoft.com/office/drawing/2014/main" id="{6D72EEC5-DB28-CB42-B2AA-9E2D8F18FC4D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45495" y="2823758"/>
            <a:ext cx="601668" cy="75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 dirty="0"/>
          </a:p>
        </p:txBody>
      </p:sp>
      <p:sp>
        <p:nvSpPr>
          <p:cNvPr id="99" name="Espaço Reservado para Texto 4">
            <a:extLst>
              <a:ext uri="{FF2B5EF4-FFF2-40B4-BE49-F238E27FC236}">
                <a16:creationId xmlns:a16="http://schemas.microsoft.com/office/drawing/2014/main" id="{961DFB0E-46C7-BB45-8C3F-FEF9A1E105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67942" y="3245636"/>
            <a:ext cx="1291624" cy="224003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00B0F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00" name="Espaço Reservado para Texto 4">
            <a:extLst>
              <a:ext uri="{FF2B5EF4-FFF2-40B4-BE49-F238E27FC236}">
                <a16:creationId xmlns:a16="http://schemas.microsoft.com/office/drawing/2014/main" id="{792FF095-99E2-EE49-A712-767F73571C8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89497" y="3287206"/>
            <a:ext cx="1291624" cy="224003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00206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01" name="Espaço Reservado para Texto 4">
            <a:extLst>
              <a:ext uri="{FF2B5EF4-FFF2-40B4-BE49-F238E27FC236}">
                <a16:creationId xmlns:a16="http://schemas.microsoft.com/office/drawing/2014/main" id="{0CDF5C31-3880-C747-ABCC-0E095B6D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09285" y="3328399"/>
            <a:ext cx="1291624" cy="224003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00B0F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02" name="Espaço Reservado para Texto 4">
            <a:extLst>
              <a:ext uri="{FF2B5EF4-FFF2-40B4-BE49-F238E27FC236}">
                <a16:creationId xmlns:a16="http://schemas.microsoft.com/office/drawing/2014/main" id="{DD93CAF0-B18B-3C4E-8692-D9EF20EEF0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31823" y="2923727"/>
            <a:ext cx="1291624" cy="224003"/>
          </a:xfrm>
          <a:prstGeom prst="rect">
            <a:avLst/>
          </a:prstGeom>
        </p:spPr>
        <p:txBody>
          <a:bodyPr/>
          <a:lstStyle>
            <a:lvl1pPr algn="l">
              <a:defRPr sz="1100" b="0" i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TÓPICO</a:t>
            </a:r>
          </a:p>
        </p:txBody>
      </p:sp>
      <p:sp>
        <p:nvSpPr>
          <p:cNvPr id="103" name="Espaço Reservado para Texto 4">
            <a:extLst>
              <a:ext uri="{FF2B5EF4-FFF2-40B4-BE49-F238E27FC236}">
                <a16:creationId xmlns:a16="http://schemas.microsoft.com/office/drawing/2014/main" id="{53DBC355-2715-294B-B21D-9760DCB9FE2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97062" y="2923727"/>
            <a:ext cx="1291624" cy="224003"/>
          </a:xfrm>
          <a:prstGeom prst="rect">
            <a:avLst/>
          </a:prstGeom>
        </p:spPr>
        <p:txBody>
          <a:bodyPr/>
          <a:lstStyle>
            <a:lvl1pPr algn="l">
              <a:defRPr sz="1100" b="0" i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TÓPICO</a:t>
            </a:r>
          </a:p>
        </p:txBody>
      </p:sp>
      <p:sp>
        <p:nvSpPr>
          <p:cNvPr id="104" name="Espaço Reservado para Texto 4">
            <a:extLst>
              <a:ext uri="{FF2B5EF4-FFF2-40B4-BE49-F238E27FC236}">
                <a16:creationId xmlns:a16="http://schemas.microsoft.com/office/drawing/2014/main" id="{95D72B2D-2B3E-A046-A46F-B14142CF70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67942" y="2923727"/>
            <a:ext cx="1291624" cy="224003"/>
          </a:xfrm>
          <a:prstGeom prst="rect">
            <a:avLst/>
          </a:prstGeom>
        </p:spPr>
        <p:txBody>
          <a:bodyPr/>
          <a:lstStyle>
            <a:lvl1pPr algn="l">
              <a:defRPr sz="1100" b="0" i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TÓPICO</a:t>
            </a:r>
          </a:p>
        </p:txBody>
      </p:sp>
    </p:spTree>
    <p:extLst>
      <p:ext uri="{BB962C8B-B14F-4D97-AF65-F5344CB8AC3E}">
        <p14:creationId xmlns:p14="http://schemas.microsoft.com/office/powerpoint/2010/main" val="1686522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7" userDrawn="1">
          <p15:clr>
            <a:srgbClr val="FBAE40"/>
          </p15:clr>
        </p15:guide>
        <p15:guide id="2" orient="horz" pos="486" userDrawn="1">
          <p15:clr>
            <a:srgbClr val="FBAE40"/>
          </p15:clr>
        </p15:guide>
        <p15:guide id="3" orient="horz" pos="327" userDrawn="1">
          <p15:clr>
            <a:srgbClr val="FBAE40"/>
          </p15:clr>
        </p15:guide>
        <p15:guide id="4" orient="horz" pos="894" userDrawn="1">
          <p15:clr>
            <a:srgbClr val="FBAE40"/>
          </p15:clr>
        </p15:guide>
        <p15:guide id="5" orient="horz" pos="1552" userDrawn="1">
          <p15:clr>
            <a:srgbClr val="FBAE40"/>
          </p15:clr>
        </p15:guide>
        <p15:guide id="6" pos="2132" userDrawn="1">
          <p15:clr>
            <a:srgbClr val="FBAE40"/>
          </p15:clr>
        </p15:guide>
        <p15:guide id="7" orient="horz" pos="237" userDrawn="1">
          <p15:clr>
            <a:srgbClr val="FBAE40"/>
          </p15:clr>
        </p15:guide>
        <p15:guide id="8" orient="horz" pos="14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11">
  <p:cSld name="encerramen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a472368388_7_37" descr="Forma, Círcul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 l="9249" t="-1" r="-55" b="189"/>
          <a:stretch/>
        </p:blipFill>
        <p:spPr>
          <a:xfrm>
            <a:off x="0" y="1542288"/>
            <a:ext cx="9144000" cy="3600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a472368388_7_37" descr="Text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5530" y="2382073"/>
            <a:ext cx="3656866" cy="1312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a472368388_7_37" descr="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 r="51531" b="-644"/>
          <a:stretch/>
        </p:blipFill>
        <p:spPr>
          <a:xfrm>
            <a:off x="255780" y="4384389"/>
            <a:ext cx="578381" cy="49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a472368388_7_37" descr="Uma imagem contendo Forma&#10;&#10;Descrição gerada automaticament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627"/>
            <a:ext cx="9144000" cy="339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aixaDeTexto 6">
            <a:extLst>
              <a:ext uri="{FF2B5EF4-FFF2-40B4-BE49-F238E27FC236}">
                <a16:creationId xmlns:a16="http://schemas.microsoft.com/office/drawing/2014/main" id="{58135EC3-91BF-E14F-AD89-1E0876E79302}"/>
              </a:ext>
            </a:extLst>
          </p:cNvPr>
          <p:cNvSpPr txBox="1"/>
          <p:nvPr userDrawn="1"/>
        </p:nvSpPr>
        <p:spPr>
          <a:xfrm>
            <a:off x="447989" y="1885011"/>
            <a:ext cx="3819304" cy="19389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6000" dirty="0">
                <a:solidFill>
                  <a:srgbClr val="29317F"/>
                </a:solidFill>
                <a:latin typeface="Rage Italic"/>
              </a:rPr>
              <a:t>Aqui, nós somos felizes!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 4">
  <p:cSld name="encerramento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68" r:id="rId3"/>
    <p:sldLayoutId id="2147483664" r:id="rId4"/>
    <p:sldLayoutId id="2147483665" r:id="rId5"/>
    <p:sldLayoutId id="2147483666" r:id="rId6"/>
    <p:sldLayoutId id="2147483662" r:id="rId7"/>
    <p:sldLayoutId id="2147483663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370125" y="2245766"/>
            <a:ext cx="45427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002060"/>
                </a:solidFill>
              </a:rPr>
              <a:t>Língua Inglesa</a:t>
            </a:r>
          </a:p>
          <a:p>
            <a:endParaRPr lang="pt-BR" sz="2800" b="1" dirty="0">
              <a:solidFill>
                <a:srgbClr val="002060"/>
              </a:solidFill>
            </a:endParaRPr>
          </a:p>
          <a:p>
            <a:r>
              <a:rPr lang="pt-BR" sz="2800" b="1" dirty="0">
                <a:solidFill>
                  <a:srgbClr val="002060"/>
                </a:solidFill>
              </a:rPr>
              <a:t>ENSINO MÉDIO – 1ª série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95096" y="182880"/>
            <a:ext cx="89245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B0F0"/>
                </a:solidFill>
              </a:rPr>
              <a:t>1. </a:t>
            </a:r>
            <a:r>
              <a:rPr lang="pt-BR" sz="2400" b="1" dirty="0" err="1">
                <a:solidFill>
                  <a:srgbClr val="00B0F0"/>
                </a:solidFill>
              </a:rPr>
              <a:t>Subject</a:t>
            </a:r>
            <a:r>
              <a:rPr lang="pt-BR" sz="2400" b="1" dirty="0">
                <a:solidFill>
                  <a:srgbClr val="00B0F0"/>
                </a:solidFill>
              </a:rPr>
              <a:t> </a:t>
            </a:r>
            <a:r>
              <a:rPr lang="pt-BR" sz="2400" b="1" dirty="0" err="1">
                <a:solidFill>
                  <a:srgbClr val="00B0F0"/>
                </a:solidFill>
              </a:rPr>
              <a:t>pronoun</a:t>
            </a:r>
            <a:r>
              <a:rPr lang="pt-BR" sz="2400" b="1" dirty="0">
                <a:solidFill>
                  <a:srgbClr val="00B0F0"/>
                </a:solidFill>
              </a:rPr>
              <a:t> X </a:t>
            </a:r>
            <a:r>
              <a:rPr lang="pt-BR" sz="2400" b="1" dirty="0" err="1">
                <a:solidFill>
                  <a:srgbClr val="00B0F0"/>
                </a:solidFill>
              </a:rPr>
              <a:t>Object</a:t>
            </a:r>
            <a:r>
              <a:rPr lang="pt-BR" sz="2400" b="1" dirty="0">
                <a:solidFill>
                  <a:srgbClr val="00B0F0"/>
                </a:solidFill>
              </a:rPr>
              <a:t> </a:t>
            </a:r>
            <a:r>
              <a:rPr lang="pt-BR" sz="2400" b="1" dirty="0" err="1">
                <a:solidFill>
                  <a:srgbClr val="00B0F0"/>
                </a:solidFill>
              </a:rPr>
              <a:t>pronoun</a:t>
            </a:r>
            <a:r>
              <a:rPr lang="pt-BR" sz="2400" b="1" dirty="0">
                <a:solidFill>
                  <a:srgbClr val="00B0F0"/>
                </a:solidFill>
              </a:rPr>
              <a:t> (</a:t>
            </a:r>
            <a:r>
              <a:rPr lang="pt-BR" sz="2400" b="1" dirty="0" err="1">
                <a:solidFill>
                  <a:srgbClr val="00B0F0"/>
                </a:solidFill>
              </a:rPr>
              <a:t>Personal</a:t>
            </a:r>
            <a:r>
              <a:rPr lang="pt-BR" sz="2400" b="1" dirty="0">
                <a:solidFill>
                  <a:srgbClr val="00B0F0"/>
                </a:solidFill>
              </a:rPr>
              <a:t> </a:t>
            </a:r>
            <a:r>
              <a:rPr lang="pt-BR" sz="2400" b="1" dirty="0" err="1">
                <a:solidFill>
                  <a:srgbClr val="00B0F0"/>
                </a:solidFill>
              </a:rPr>
              <a:t>Pronouns</a:t>
            </a:r>
            <a:r>
              <a:rPr lang="pt-BR" sz="2400" b="1" dirty="0">
                <a:solidFill>
                  <a:srgbClr val="00B0F0"/>
                </a:solidFill>
              </a:rPr>
              <a:t>) </a:t>
            </a: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1011325" y="2978827"/>
            <a:ext cx="1989735" cy="104607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/>
              <a:t>Subject</a:t>
            </a:r>
            <a:r>
              <a:rPr lang="pt-BR" b="1" dirty="0"/>
              <a:t> </a:t>
            </a:r>
            <a:r>
              <a:rPr lang="pt-BR" b="1" dirty="0" err="1"/>
              <a:t>Pronoun</a:t>
            </a:r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>
                <a:sym typeface="Wingdings" panose="05000000000000000000" pitchFamily="2" charset="2"/>
              </a:rPr>
              <a:t> Exerce a função de sujeito da oração.</a:t>
            </a:r>
            <a:endParaRPr lang="pt-BR" b="1" dirty="0"/>
          </a:p>
        </p:txBody>
      </p:sp>
      <p:sp>
        <p:nvSpPr>
          <p:cNvPr id="18" name="Retângulo de cantos arredondados 17"/>
          <p:cNvSpPr/>
          <p:nvPr/>
        </p:nvSpPr>
        <p:spPr>
          <a:xfrm>
            <a:off x="4458030" y="2978827"/>
            <a:ext cx="2618179" cy="185294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/>
              <a:t>Object</a:t>
            </a:r>
            <a:r>
              <a:rPr lang="pt-BR" b="1" dirty="0"/>
              <a:t> </a:t>
            </a:r>
            <a:r>
              <a:rPr lang="pt-BR" b="1" dirty="0" err="1"/>
              <a:t>Pronoun</a:t>
            </a:r>
            <a:endParaRPr lang="pt-BR" b="1" dirty="0"/>
          </a:p>
          <a:p>
            <a:pPr algn="ctr"/>
            <a:endParaRPr lang="pt-BR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b="1" dirty="0">
                <a:sym typeface="Wingdings" panose="05000000000000000000" pitchFamily="2" charset="2"/>
              </a:rPr>
              <a:t>Exerce a função de objeto da oração;</a:t>
            </a:r>
          </a:p>
          <a:p>
            <a:endParaRPr lang="pt-BR" b="1" dirty="0">
              <a:sym typeface="Wingdings" panose="05000000000000000000" pitchFamily="2" charset="2"/>
            </a:endParaRPr>
          </a:p>
          <a:p>
            <a:pPr marL="285750" lvl="4" indent="-285750">
              <a:buFont typeface="Wingdings" panose="05000000000000000000" pitchFamily="2" charset="2"/>
              <a:buChar char="à"/>
            </a:pPr>
            <a:r>
              <a:rPr lang="pt-BR" b="1" dirty="0">
                <a:sym typeface="Wingdings" panose="05000000000000000000" pitchFamily="2" charset="2"/>
              </a:rPr>
              <a:t>Usamos após verbos e  preposições.</a:t>
            </a:r>
            <a:endParaRPr lang="pt-BR" b="1" dirty="0"/>
          </a:p>
        </p:txBody>
      </p:sp>
      <p:sp>
        <p:nvSpPr>
          <p:cNvPr id="2" name="Seta para a direita 1"/>
          <p:cNvSpPr/>
          <p:nvPr/>
        </p:nvSpPr>
        <p:spPr>
          <a:xfrm rot="5400000">
            <a:off x="1728214" y="2393640"/>
            <a:ext cx="555956" cy="325526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 para a direita 12"/>
          <p:cNvSpPr/>
          <p:nvPr/>
        </p:nvSpPr>
        <p:spPr>
          <a:xfrm rot="5400000">
            <a:off x="5278266" y="2433045"/>
            <a:ext cx="528877" cy="32552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02" y="876680"/>
            <a:ext cx="680085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00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95097" y="175565"/>
            <a:ext cx="7936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B0F0"/>
                </a:solidFill>
              </a:rPr>
              <a:t>1. </a:t>
            </a:r>
            <a:r>
              <a:rPr lang="pt-BR" sz="2400" b="1" dirty="0" err="1">
                <a:solidFill>
                  <a:srgbClr val="00B0F0"/>
                </a:solidFill>
              </a:rPr>
              <a:t>Subject</a:t>
            </a:r>
            <a:r>
              <a:rPr lang="pt-BR" sz="2400" b="1" dirty="0">
                <a:solidFill>
                  <a:srgbClr val="00B0F0"/>
                </a:solidFill>
              </a:rPr>
              <a:t> </a:t>
            </a:r>
            <a:r>
              <a:rPr lang="pt-BR" sz="2400" b="1" dirty="0" err="1">
                <a:solidFill>
                  <a:srgbClr val="00B0F0"/>
                </a:solidFill>
              </a:rPr>
              <a:t>pronoun</a:t>
            </a:r>
            <a:r>
              <a:rPr lang="pt-BR" sz="2400" b="1" dirty="0">
                <a:solidFill>
                  <a:srgbClr val="00B0F0"/>
                </a:solidFill>
              </a:rPr>
              <a:t> X </a:t>
            </a:r>
            <a:r>
              <a:rPr lang="pt-BR" sz="2400" b="1" dirty="0" err="1">
                <a:solidFill>
                  <a:srgbClr val="00B0F0"/>
                </a:solidFill>
              </a:rPr>
              <a:t>Object</a:t>
            </a:r>
            <a:r>
              <a:rPr lang="pt-BR" sz="2400" b="1" dirty="0">
                <a:solidFill>
                  <a:srgbClr val="00B0F0"/>
                </a:solidFill>
              </a:rPr>
              <a:t> </a:t>
            </a:r>
            <a:r>
              <a:rPr lang="pt-BR" sz="2400" b="1" dirty="0" err="1">
                <a:solidFill>
                  <a:srgbClr val="00B0F0"/>
                </a:solidFill>
              </a:rPr>
              <a:t>pronoun</a:t>
            </a:r>
            <a:endParaRPr lang="pt-BR" sz="2400" b="1" dirty="0">
              <a:solidFill>
                <a:srgbClr val="00B0F0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285292" y="1296759"/>
            <a:ext cx="87343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/>
              <a:t>E.g.: 	</a:t>
            </a:r>
            <a:r>
              <a:rPr lang="pt-BR" sz="1800" b="1" dirty="0">
                <a:solidFill>
                  <a:srgbClr val="00B0F0"/>
                </a:solidFill>
              </a:rPr>
              <a:t>Beyonce </a:t>
            </a:r>
            <a:r>
              <a:rPr lang="pt-BR" sz="1800" dirty="0" err="1"/>
              <a:t>lives</a:t>
            </a:r>
            <a:r>
              <a:rPr lang="pt-BR" sz="1800" dirty="0"/>
              <a:t> in New York.	</a:t>
            </a:r>
            <a:r>
              <a:rPr lang="pt-BR" sz="1800" b="1" dirty="0" err="1">
                <a:solidFill>
                  <a:srgbClr val="00B0F0"/>
                </a:solidFill>
              </a:rPr>
              <a:t>She</a:t>
            </a:r>
            <a:r>
              <a:rPr lang="pt-BR" sz="1800" dirty="0"/>
              <a:t> </a:t>
            </a:r>
            <a:r>
              <a:rPr lang="pt-BR" sz="1800" dirty="0" err="1"/>
              <a:t>is</a:t>
            </a:r>
            <a:r>
              <a:rPr lang="pt-BR" sz="1800" dirty="0"/>
              <a:t> a </a:t>
            </a:r>
            <a:r>
              <a:rPr lang="pt-BR" sz="1800" dirty="0" err="1"/>
              <a:t>singer</a:t>
            </a:r>
            <a:r>
              <a:rPr lang="pt-BR" sz="1800" dirty="0"/>
              <a:t>.</a:t>
            </a:r>
          </a:p>
          <a:p>
            <a:endParaRPr lang="pt-BR" sz="1800" dirty="0"/>
          </a:p>
          <a:p>
            <a:r>
              <a:rPr lang="pt-BR" sz="1800" dirty="0"/>
              <a:t>	</a:t>
            </a:r>
          </a:p>
          <a:p>
            <a:endParaRPr lang="pt-BR" sz="1800" dirty="0"/>
          </a:p>
          <a:p>
            <a:endParaRPr lang="pt-BR" sz="1800" dirty="0"/>
          </a:p>
          <a:p>
            <a:r>
              <a:rPr lang="pt-BR" sz="1800" b="1" dirty="0">
                <a:solidFill>
                  <a:srgbClr val="00B0F0"/>
                </a:solidFill>
              </a:rPr>
              <a:t>	</a:t>
            </a:r>
            <a:r>
              <a:rPr lang="pt-BR" sz="1800" b="1" dirty="0" err="1">
                <a:solidFill>
                  <a:srgbClr val="00B0F0"/>
                </a:solidFill>
              </a:rPr>
              <a:t>She</a:t>
            </a:r>
            <a:r>
              <a:rPr lang="pt-BR" sz="1800" dirty="0"/>
              <a:t> </a:t>
            </a:r>
            <a:r>
              <a:rPr lang="pt-BR" sz="1800" dirty="0" err="1"/>
              <a:t>always</a:t>
            </a:r>
            <a:r>
              <a:rPr lang="pt-BR" sz="1800" dirty="0"/>
              <a:t> </a:t>
            </a:r>
            <a:r>
              <a:rPr lang="pt-BR" sz="1800" dirty="0" err="1">
                <a:solidFill>
                  <a:schemeClr val="tx1"/>
                </a:solidFill>
              </a:rPr>
              <a:t>calls</a:t>
            </a:r>
            <a:r>
              <a:rPr lang="pt-BR" sz="1800" dirty="0"/>
              <a:t> </a:t>
            </a:r>
            <a:r>
              <a:rPr lang="pt-BR" sz="1800" b="1" dirty="0">
                <a:solidFill>
                  <a:srgbClr val="FF0000"/>
                </a:solidFill>
              </a:rPr>
              <a:t>me</a:t>
            </a:r>
            <a:r>
              <a:rPr lang="pt-BR" sz="1800" dirty="0"/>
              <a:t>. 		</a:t>
            </a:r>
            <a:r>
              <a:rPr lang="pt-BR" sz="1800" b="1" dirty="0" err="1">
                <a:solidFill>
                  <a:srgbClr val="00B0F0"/>
                </a:solidFill>
              </a:rPr>
              <a:t>She</a:t>
            </a:r>
            <a:r>
              <a:rPr lang="pt-BR" sz="1800" dirty="0"/>
              <a:t> </a:t>
            </a:r>
            <a:r>
              <a:rPr lang="pt-BR" sz="1800" dirty="0" err="1"/>
              <a:t>is</a:t>
            </a:r>
            <a:r>
              <a:rPr lang="pt-BR" sz="1800" dirty="0"/>
              <a:t> </a:t>
            </a:r>
            <a:r>
              <a:rPr lang="pt-BR" sz="1800" dirty="0" err="1"/>
              <a:t>waiting</a:t>
            </a:r>
            <a:r>
              <a:rPr lang="pt-BR" sz="1800" dirty="0"/>
              <a:t> </a:t>
            </a:r>
            <a:r>
              <a:rPr lang="pt-BR" sz="1800" b="1" u="sng" dirty="0"/>
              <a:t>for</a:t>
            </a:r>
            <a:r>
              <a:rPr lang="pt-BR" sz="1800" dirty="0"/>
              <a:t> </a:t>
            </a:r>
            <a:r>
              <a:rPr lang="pt-BR" sz="1800" b="1" dirty="0">
                <a:solidFill>
                  <a:srgbClr val="FF0000"/>
                </a:solidFill>
              </a:rPr>
              <a:t>me</a:t>
            </a:r>
            <a:r>
              <a:rPr lang="pt-BR" sz="1800" dirty="0"/>
              <a:t>.</a:t>
            </a:r>
          </a:p>
          <a:p>
            <a:endParaRPr lang="pt-BR" sz="1800" dirty="0"/>
          </a:p>
          <a:p>
            <a:r>
              <a:rPr lang="pt-BR" sz="1800" dirty="0"/>
              <a:t>	</a:t>
            </a:r>
          </a:p>
          <a:p>
            <a:r>
              <a:rPr lang="pt-BR" sz="1800" dirty="0"/>
              <a:t>	</a:t>
            </a:r>
          </a:p>
          <a:p>
            <a:r>
              <a:rPr lang="pt-BR" sz="1800" dirty="0"/>
              <a:t>	</a:t>
            </a:r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</p:txBody>
      </p:sp>
      <p:sp>
        <p:nvSpPr>
          <p:cNvPr id="10" name="Seta em curva para baixo 9"/>
          <p:cNvSpPr/>
          <p:nvPr/>
        </p:nvSpPr>
        <p:spPr>
          <a:xfrm>
            <a:off x="1689811" y="963985"/>
            <a:ext cx="3496666" cy="402336"/>
          </a:xfrm>
          <a:prstGeom prst="curved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Seta em curva para cima 10"/>
          <p:cNvSpPr/>
          <p:nvPr/>
        </p:nvSpPr>
        <p:spPr>
          <a:xfrm>
            <a:off x="2824556" y="3026220"/>
            <a:ext cx="512064" cy="453543"/>
          </a:xfrm>
          <a:prstGeom prst="curvedUpArrow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Seta em curva para a esquerda 11"/>
          <p:cNvSpPr/>
          <p:nvPr/>
        </p:nvSpPr>
        <p:spPr>
          <a:xfrm rot="5400000">
            <a:off x="5248794" y="2748724"/>
            <a:ext cx="453543" cy="936625"/>
          </a:xfrm>
          <a:prstGeom prst="curvedLeftArrow">
            <a:avLst>
              <a:gd name="adj1" fmla="val 25000"/>
              <a:gd name="adj2" fmla="val 45128"/>
              <a:gd name="adj3" fmla="val 21774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6964069" y="1174168"/>
            <a:ext cx="1989735" cy="104607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/>
              <a:t>Subject</a:t>
            </a:r>
            <a:r>
              <a:rPr lang="pt-BR" b="1" dirty="0"/>
              <a:t> </a:t>
            </a:r>
            <a:r>
              <a:rPr lang="pt-BR" b="1" dirty="0" err="1"/>
              <a:t>Pronoun</a:t>
            </a:r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>
                <a:sym typeface="Wingdings" panose="05000000000000000000" pitchFamily="2" charset="2"/>
              </a:rPr>
              <a:t> Exerce a função de sujeito da oração.</a:t>
            </a:r>
            <a:endParaRPr lang="pt-BR" b="1" dirty="0"/>
          </a:p>
        </p:txBody>
      </p:sp>
      <p:sp>
        <p:nvSpPr>
          <p:cNvPr id="17" name="Retângulo de cantos arredondados 16"/>
          <p:cNvSpPr/>
          <p:nvPr/>
        </p:nvSpPr>
        <p:spPr>
          <a:xfrm>
            <a:off x="171133" y="3596963"/>
            <a:ext cx="1887322" cy="51206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/>
              <a:t>Subject</a:t>
            </a:r>
            <a:r>
              <a:rPr lang="pt-BR" b="1" dirty="0"/>
              <a:t> </a:t>
            </a:r>
            <a:r>
              <a:rPr lang="pt-BR" b="1" dirty="0" err="1"/>
              <a:t>Pronoun</a:t>
            </a:r>
            <a:endParaRPr lang="pt-BR" b="1" dirty="0"/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119932" y="3610194"/>
            <a:ext cx="1887322" cy="137111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/>
              <a:t>Object</a:t>
            </a:r>
            <a:r>
              <a:rPr lang="pt-BR" b="1" dirty="0"/>
              <a:t> </a:t>
            </a:r>
            <a:r>
              <a:rPr lang="pt-BR" b="1" dirty="0" err="1"/>
              <a:t>Pronoun</a:t>
            </a:r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>
                <a:sym typeface="Wingdings" panose="05000000000000000000" pitchFamily="2" charset="2"/>
              </a:rPr>
              <a:t> Exerce a função de objeto da oração (está após um verbo).</a:t>
            </a:r>
            <a:endParaRPr lang="pt-BR" b="1" dirty="0"/>
          </a:p>
        </p:txBody>
      </p:sp>
      <p:sp>
        <p:nvSpPr>
          <p:cNvPr id="3" name="Seta dobrada para cima 2"/>
          <p:cNvSpPr/>
          <p:nvPr/>
        </p:nvSpPr>
        <p:spPr>
          <a:xfrm rot="5400000">
            <a:off x="5815559" y="980216"/>
            <a:ext cx="347517" cy="1715417"/>
          </a:xfrm>
          <a:prstGeom prst="bentUpArrow">
            <a:avLst>
              <a:gd name="adj1" fmla="val 25000"/>
              <a:gd name="adj2" fmla="val 28497"/>
              <a:gd name="adj3" fmla="val 25000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 dobrada 4"/>
          <p:cNvSpPr/>
          <p:nvPr/>
        </p:nvSpPr>
        <p:spPr>
          <a:xfrm rot="5400000">
            <a:off x="3429074" y="2924328"/>
            <a:ext cx="733487" cy="498977"/>
          </a:xfrm>
          <a:prstGeom prst="ben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3" name="Seta em curva para cima 12"/>
          <p:cNvSpPr/>
          <p:nvPr/>
        </p:nvSpPr>
        <p:spPr>
          <a:xfrm>
            <a:off x="6517512" y="3026219"/>
            <a:ext cx="512064" cy="453543"/>
          </a:xfrm>
          <a:prstGeom prst="curvedUpArrow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5" name="Seta em curva para a esquerda 14"/>
          <p:cNvSpPr/>
          <p:nvPr/>
        </p:nvSpPr>
        <p:spPr>
          <a:xfrm rot="5400000">
            <a:off x="1900183" y="2595730"/>
            <a:ext cx="453543" cy="1314520"/>
          </a:xfrm>
          <a:prstGeom prst="curvedLeftArrow">
            <a:avLst>
              <a:gd name="adj1" fmla="val 25000"/>
              <a:gd name="adj2" fmla="val 45128"/>
              <a:gd name="adj3" fmla="val 21774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6" name="Retângulo de cantos arredondados 15"/>
          <p:cNvSpPr/>
          <p:nvPr/>
        </p:nvSpPr>
        <p:spPr>
          <a:xfrm>
            <a:off x="7015275" y="3405392"/>
            <a:ext cx="1887322" cy="16480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/>
              <a:t>Object</a:t>
            </a:r>
            <a:r>
              <a:rPr lang="pt-BR" b="1" dirty="0"/>
              <a:t> </a:t>
            </a:r>
            <a:r>
              <a:rPr lang="pt-BR" b="1" dirty="0" err="1"/>
              <a:t>Pronoun</a:t>
            </a:r>
            <a:endParaRPr lang="pt-BR" b="1" dirty="0"/>
          </a:p>
          <a:p>
            <a:pPr algn="ctr"/>
            <a:endParaRPr lang="pt-BR" b="1" dirty="0"/>
          </a:p>
          <a:p>
            <a:pPr algn="ctr"/>
            <a:r>
              <a:rPr lang="pt-BR" b="1" dirty="0">
                <a:sym typeface="Wingdings" panose="05000000000000000000" pitchFamily="2" charset="2"/>
              </a:rPr>
              <a:t> Exerce a função de objeto da oração (está após uma preposição).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594268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764440" y="0"/>
            <a:ext cx="828812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u="sng" dirty="0" err="1">
                <a:solidFill>
                  <a:srgbClr val="00B0F0"/>
                </a:solidFill>
              </a:rPr>
              <a:t>Subject</a:t>
            </a:r>
            <a:r>
              <a:rPr lang="pt-BR" sz="1600" b="1" u="sng" dirty="0">
                <a:solidFill>
                  <a:srgbClr val="00B0F0"/>
                </a:solidFill>
              </a:rPr>
              <a:t> </a:t>
            </a:r>
            <a:r>
              <a:rPr lang="pt-BR" sz="1600" b="1" u="sng" dirty="0" err="1">
                <a:solidFill>
                  <a:srgbClr val="00B0F0"/>
                </a:solidFill>
              </a:rPr>
              <a:t>pronoun</a:t>
            </a:r>
            <a:r>
              <a:rPr lang="pt-BR" sz="1600" b="1" u="sng" dirty="0">
                <a:solidFill>
                  <a:srgbClr val="00B0F0"/>
                </a:solidFill>
              </a:rPr>
              <a:t>  </a:t>
            </a:r>
            <a:r>
              <a:rPr lang="pt-BR" sz="1600" b="1" u="sng" dirty="0">
                <a:solidFill>
                  <a:srgbClr val="FF0000"/>
                </a:solidFill>
              </a:rPr>
              <a:t>- ***ATENÇÃO***</a:t>
            </a:r>
          </a:p>
          <a:p>
            <a:endParaRPr lang="pt-BR" sz="1600" dirty="0"/>
          </a:p>
          <a:p>
            <a:r>
              <a:rPr lang="pt-BR" sz="1600" b="1" u="sng" dirty="0">
                <a:sym typeface="Wingdings" panose="05000000000000000000" pitchFamily="2" charset="2"/>
              </a:rPr>
              <a:t>  Todas as orações em Língua Inglesa apresentam sujeito</a:t>
            </a:r>
          </a:p>
          <a:p>
            <a:endParaRPr lang="pt-BR" sz="16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u="sng" dirty="0">
                <a:solidFill>
                  <a:srgbClr val="00B0F0"/>
                </a:solidFill>
                <a:sym typeface="Wingdings" panose="05000000000000000000" pitchFamily="2" charset="2"/>
              </a:rPr>
              <a:t>I</a:t>
            </a:r>
            <a:r>
              <a:rPr lang="pt-BR" sz="1600" dirty="0">
                <a:sym typeface="Wingdings" panose="05000000000000000000" pitchFamily="2" charset="2"/>
              </a:rPr>
              <a:t>   </a:t>
            </a:r>
            <a:r>
              <a:rPr lang="pt-BR" sz="1600" dirty="0" err="1">
                <a:sym typeface="Wingdings" panose="05000000000000000000" pitchFamily="2" charset="2"/>
              </a:rPr>
              <a:t>am</a:t>
            </a:r>
            <a:r>
              <a:rPr lang="pt-BR" sz="1600" dirty="0">
                <a:sym typeface="Wingdings" panose="05000000000000000000" pitchFamily="2" charset="2"/>
              </a:rPr>
              <a:t> </a:t>
            </a:r>
            <a:r>
              <a:rPr lang="pt-BR" sz="1600" dirty="0" err="1">
                <a:sym typeface="Wingdings" panose="05000000000000000000" pitchFamily="2" charset="2"/>
              </a:rPr>
              <a:t>waiting</a:t>
            </a:r>
            <a:r>
              <a:rPr lang="pt-BR" sz="1600" dirty="0">
                <a:sym typeface="Wingdings" panose="05000000000000000000" pitchFamily="2" charset="2"/>
              </a:rPr>
              <a:t> for </a:t>
            </a:r>
            <a:r>
              <a:rPr lang="pt-BR" sz="1600" dirty="0" err="1">
                <a:sym typeface="Wingdings" panose="05000000000000000000" pitchFamily="2" charset="2"/>
              </a:rPr>
              <a:t>my</a:t>
            </a:r>
            <a:r>
              <a:rPr lang="pt-BR" sz="1600" dirty="0">
                <a:sym typeface="Wingdings" panose="05000000000000000000" pitchFamily="2" charset="2"/>
              </a:rPr>
              <a:t> </a:t>
            </a:r>
            <a:r>
              <a:rPr lang="pt-BR" sz="1600" dirty="0" err="1">
                <a:sym typeface="Wingdings" panose="05000000000000000000" pitchFamily="2" charset="2"/>
              </a:rPr>
              <a:t>wife</a:t>
            </a:r>
            <a:r>
              <a:rPr lang="pt-BR" sz="1600" dirty="0">
                <a:sym typeface="Wingdings" panose="05000000000000000000" pitchFamily="2" charset="2"/>
              </a:rPr>
              <a:t>.  </a:t>
            </a:r>
            <a:r>
              <a:rPr lang="pt-BR" sz="1600" b="1" u="sng" dirty="0" err="1">
                <a:solidFill>
                  <a:srgbClr val="00B0F0"/>
                </a:solidFill>
                <a:sym typeface="Wingdings" panose="05000000000000000000" pitchFamily="2" charset="2"/>
              </a:rPr>
              <a:t>She</a:t>
            </a:r>
            <a:r>
              <a:rPr lang="pt-BR" sz="1600" dirty="0">
                <a:sym typeface="Wingdings" panose="05000000000000000000" pitchFamily="2" charset="2"/>
              </a:rPr>
              <a:t>  </a:t>
            </a:r>
            <a:r>
              <a:rPr lang="pt-BR" sz="1600" dirty="0" err="1">
                <a:sym typeface="Wingdings" panose="05000000000000000000" pitchFamily="2" charset="2"/>
              </a:rPr>
              <a:t>is</a:t>
            </a:r>
            <a:r>
              <a:rPr lang="pt-BR" sz="1600" dirty="0">
                <a:sym typeface="Wingdings" panose="05000000000000000000" pitchFamily="2" charset="2"/>
              </a:rPr>
              <a:t> late (</a:t>
            </a:r>
            <a:r>
              <a:rPr lang="pt-BR" sz="1600" b="1" dirty="0">
                <a:sym typeface="Wingdings" panose="05000000000000000000" pitchFamily="2" charset="2"/>
              </a:rPr>
              <a:t>NOT</a:t>
            </a:r>
            <a:r>
              <a:rPr lang="pt-BR" sz="1600" dirty="0">
                <a:sym typeface="Wingdings" panose="05000000000000000000" pitchFamily="2" charset="2"/>
              </a:rPr>
              <a:t> </a:t>
            </a:r>
            <a:r>
              <a:rPr lang="pt-BR" sz="1600" i="1" dirty="0" err="1">
                <a:sym typeface="Wingdings" panose="05000000000000000000" pitchFamily="2" charset="2"/>
              </a:rPr>
              <a:t>Is</a:t>
            </a:r>
            <a:r>
              <a:rPr lang="pt-BR" sz="1600" i="1" dirty="0">
                <a:sym typeface="Wingdings" panose="05000000000000000000" pitchFamily="2" charset="2"/>
              </a:rPr>
              <a:t> late</a:t>
            </a:r>
            <a:r>
              <a:rPr lang="pt-BR" sz="1600" dirty="0">
                <a:sym typeface="Wingdings" panose="05000000000000000000" pitchFamily="2" charset="2"/>
              </a:rPr>
              <a:t>)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6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sz="16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As orações no IMPERATIVO são exceções: </a:t>
            </a:r>
          </a:p>
          <a:p>
            <a:endParaRPr lang="pt-BR" sz="16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>
                <a:sym typeface="Wingdings" panose="05000000000000000000" pitchFamily="2" charset="2"/>
              </a:rPr>
              <a:t> Go </a:t>
            </a:r>
            <a:r>
              <a:rPr lang="pt-BR" sz="1600" dirty="0" err="1">
                <a:sym typeface="Wingdings" panose="05000000000000000000" pitchFamily="2" charset="2"/>
              </a:rPr>
              <a:t>away</a:t>
            </a:r>
            <a:r>
              <a:rPr lang="pt-BR" sz="1600" dirty="0">
                <a:sym typeface="Wingdings" panose="05000000000000000000" pitchFamily="2" charset="2"/>
              </a:rPr>
              <a:t>!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>
                <a:sym typeface="Wingdings" panose="05000000000000000000" pitchFamily="2" charset="2"/>
              </a:rPr>
              <a:t> Play it </a:t>
            </a:r>
            <a:r>
              <a:rPr lang="pt-BR" sz="1600" dirty="0" err="1">
                <a:sym typeface="Wingdings" panose="05000000000000000000" pitchFamily="2" charset="2"/>
              </a:rPr>
              <a:t>again</a:t>
            </a:r>
            <a:r>
              <a:rPr lang="pt-BR" sz="1600" dirty="0">
                <a:sym typeface="Wingdings" panose="05000000000000000000" pitchFamily="2" charset="2"/>
              </a:rPr>
              <a:t>, </a:t>
            </a:r>
            <a:r>
              <a:rPr lang="pt-BR" sz="1600" dirty="0" err="1">
                <a:sym typeface="Wingdings" panose="05000000000000000000" pitchFamily="2" charset="2"/>
              </a:rPr>
              <a:t>please</a:t>
            </a:r>
            <a:r>
              <a:rPr lang="pt-BR" sz="1600" dirty="0"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6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sz="16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Caso a oração não tenha sujeito, usamos</a:t>
            </a:r>
            <a:r>
              <a:rPr lang="pt-BR" sz="1600" b="1" u="sng" dirty="0">
                <a:solidFill>
                  <a:srgbClr val="00B0F0"/>
                </a:solidFill>
                <a:sym typeface="Wingdings" panose="05000000000000000000" pitchFamily="2" charset="2"/>
              </a:rPr>
              <a:t> it </a:t>
            </a:r>
            <a:r>
              <a:rPr lang="pt-BR" sz="16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ou </a:t>
            </a:r>
            <a:r>
              <a:rPr lang="pt-BR" sz="1600" b="1" u="sng" dirty="0" err="1">
                <a:solidFill>
                  <a:srgbClr val="00B0F0"/>
                </a:solidFill>
                <a:sym typeface="Wingdings" panose="05000000000000000000" pitchFamily="2" charset="2"/>
              </a:rPr>
              <a:t>there</a:t>
            </a:r>
            <a:r>
              <a:rPr lang="pt-BR" sz="16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sz="16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u="sng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en-US" sz="1600" b="1" i="1" u="sng" dirty="0">
                <a:solidFill>
                  <a:srgbClr val="00B0F0"/>
                </a:solidFill>
              </a:rPr>
              <a:t>It </a:t>
            </a:r>
            <a:r>
              <a:rPr lang="en-US" sz="1600" b="1" i="1" dirty="0">
                <a:solidFill>
                  <a:srgbClr val="00B0F0"/>
                </a:solidFill>
              </a:rPr>
              <a:t> </a:t>
            </a:r>
            <a:r>
              <a:rPr lang="en-US" sz="1600" b="1" i="1" dirty="0"/>
              <a:t>’</a:t>
            </a:r>
            <a:r>
              <a:rPr lang="en-US" sz="1600" i="1" dirty="0"/>
              <a:t>s useful to write down your passport number somewhere, in case you lose it.</a:t>
            </a:r>
          </a:p>
          <a:p>
            <a:r>
              <a:rPr lang="en-US" sz="1600" i="1" dirty="0"/>
              <a:t>	</a:t>
            </a:r>
            <a:r>
              <a:rPr lang="en-US" sz="1600" b="1" i="1" dirty="0"/>
              <a:t>NOT: Is important to write…</a:t>
            </a:r>
          </a:p>
          <a:p>
            <a:endParaRPr lang="en-US" sz="1600" b="1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i="1" dirty="0"/>
              <a:t> </a:t>
            </a:r>
            <a:r>
              <a:rPr lang="en-US" sz="1600" b="1" i="1" u="sng" dirty="0">
                <a:solidFill>
                  <a:srgbClr val="00B0F0"/>
                </a:solidFill>
              </a:rPr>
              <a:t>There</a:t>
            </a:r>
            <a:r>
              <a:rPr lang="en-US" sz="1600" b="1" i="1" dirty="0">
                <a:solidFill>
                  <a:srgbClr val="00B0F0"/>
                </a:solidFill>
              </a:rPr>
              <a:t> </a:t>
            </a:r>
            <a:r>
              <a:rPr lang="en-US" sz="1600" i="1" dirty="0"/>
              <a:t>’s a woman waiting outside.</a:t>
            </a:r>
          </a:p>
          <a:p>
            <a:pPr lvl="1"/>
            <a:r>
              <a:rPr lang="en-US" sz="1600" i="1" dirty="0"/>
              <a:t>	</a:t>
            </a:r>
            <a:r>
              <a:rPr lang="en-US" sz="1600" b="1" i="1" dirty="0"/>
              <a:t>NOT: Is a woman…</a:t>
            </a:r>
            <a:endParaRPr lang="pt-BR" sz="1600" b="1" dirty="0"/>
          </a:p>
          <a:p>
            <a:endParaRPr lang="pt-BR" sz="1600" dirty="0"/>
          </a:p>
        </p:txBody>
      </p:sp>
      <p:sp>
        <p:nvSpPr>
          <p:cNvPr id="8" name="Elipse 7"/>
          <p:cNvSpPr/>
          <p:nvPr/>
        </p:nvSpPr>
        <p:spPr>
          <a:xfrm>
            <a:off x="1053388" y="921715"/>
            <a:ext cx="234086" cy="47548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3685640" y="914400"/>
            <a:ext cx="469393" cy="47548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/>
          <p:cNvSpPr/>
          <p:nvPr/>
        </p:nvSpPr>
        <p:spPr>
          <a:xfrm>
            <a:off x="1126541" y="3107740"/>
            <a:ext cx="277976" cy="47548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/>
          <p:cNvSpPr/>
          <p:nvPr/>
        </p:nvSpPr>
        <p:spPr>
          <a:xfrm>
            <a:off x="1170430" y="3817315"/>
            <a:ext cx="607163" cy="47548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527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95097" y="182880"/>
            <a:ext cx="8697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B0F0"/>
                </a:solidFill>
              </a:rPr>
              <a:t>2. </a:t>
            </a:r>
            <a:r>
              <a:rPr lang="pt-BR" sz="2400" b="1" dirty="0" err="1">
                <a:solidFill>
                  <a:srgbClr val="00B0F0"/>
                </a:solidFill>
              </a:rPr>
              <a:t>Possessive</a:t>
            </a:r>
            <a:r>
              <a:rPr lang="pt-BR" sz="2400" b="1" dirty="0">
                <a:solidFill>
                  <a:srgbClr val="00B0F0"/>
                </a:solidFill>
              </a:rPr>
              <a:t> </a:t>
            </a:r>
            <a:r>
              <a:rPr lang="pt-BR" sz="2400" b="1" dirty="0" err="1">
                <a:solidFill>
                  <a:srgbClr val="00B0F0"/>
                </a:solidFill>
              </a:rPr>
              <a:t>adjective</a:t>
            </a:r>
            <a:r>
              <a:rPr lang="pt-BR" sz="2400" b="1" dirty="0">
                <a:solidFill>
                  <a:srgbClr val="00B0F0"/>
                </a:solidFill>
              </a:rPr>
              <a:t> X </a:t>
            </a:r>
            <a:r>
              <a:rPr lang="pt-BR" sz="2400" b="1" dirty="0" err="1">
                <a:solidFill>
                  <a:srgbClr val="00B0F0"/>
                </a:solidFill>
              </a:rPr>
              <a:t>Possessive</a:t>
            </a:r>
            <a:r>
              <a:rPr lang="pt-BR" sz="2400" b="1" dirty="0">
                <a:solidFill>
                  <a:srgbClr val="00B0F0"/>
                </a:solidFill>
              </a:rPr>
              <a:t> </a:t>
            </a:r>
            <a:r>
              <a:rPr lang="pt-BR" sz="2400" b="1" dirty="0" err="1">
                <a:solidFill>
                  <a:srgbClr val="00B0F0"/>
                </a:solidFill>
              </a:rPr>
              <a:t>pronoun</a:t>
            </a:r>
            <a:endParaRPr lang="pt-BR" sz="2400" b="1" dirty="0">
              <a:solidFill>
                <a:srgbClr val="00B0F0"/>
              </a:solidFill>
            </a:endParaRPr>
          </a:p>
        </p:txBody>
      </p:sp>
      <p:sp>
        <p:nvSpPr>
          <p:cNvPr id="5" name="Retângulo de cantos arredondados 4"/>
          <p:cNvSpPr/>
          <p:nvPr/>
        </p:nvSpPr>
        <p:spPr>
          <a:xfrm>
            <a:off x="229171" y="2946197"/>
            <a:ext cx="2806154" cy="1563458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 err="1"/>
              <a:t>Possessive</a:t>
            </a:r>
            <a:r>
              <a:rPr lang="pt-BR" sz="1600" b="1" dirty="0"/>
              <a:t> </a:t>
            </a:r>
            <a:r>
              <a:rPr lang="pt-BR" sz="1600" b="1" dirty="0" err="1"/>
              <a:t>adjective</a:t>
            </a:r>
            <a:r>
              <a:rPr lang="pt-BR" sz="1600" b="1" dirty="0"/>
              <a:t>:</a:t>
            </a:r>
          </a:p>
          <a:p>
            <a:endParaRPr lang="pt-BR" sz="1600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sz="1600" b="1" dirty="0"/>
              <a:t>Vem acompanhado de um substantivo.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b="1" dirty="0"/>
          </a:p>
        </p:txBody>
      </p:sp>
      <p:sp>
        <p:nvSpPr>
          <p:cNvPr id="6" name="Retângulo de cantos arredondados 5"/>
          <p:cNvSpPr/>
          <p:nvPr/>
        </p:nvSpPr>
        <p:spPr>
          <a:xfrm>
            <a:off x="3714710" y="2946197"/>
            <a:ext cx="2977035" cy="156955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600" b="1" dirty="0"/>
          </a:p>
          <a:p>
            <a:r>
              <a:rPr lang="pt-BR" sz="1600" b="1" dirty="0" err="1"/>
              <a:t>Possessive</a:t>
            </a:r>
            <a:r>
              <a:rPr lang="pt-BR" sz="1600" b="1" dirty="0"/>
              <a:t> </a:t>
            </a:r>
            <a:r>
              <a:rPr lang="pt-BR" sz="1600" b="1" dirty="0" err="1"/>
              <a:t>pronoun</a:t>
            </a:r>
            <a:r>
              <a:rPr lang="pt-BR" sz="1600" b="1" dirty="0"/>
              <a:t>:</a:t>
            </a:r>
          </a:p>
          <a:p>
            <a:endParaRPr lang="pt-BR" sz="1600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sz="1600" b="1" u="sng" dirty="0"/>
              <a:t>NÃO</a:t>
            </a:r>
            <a:r>
              <a:rPr lang="pt-BR" sz="1600" b="1" dirty="0"/>
              <a:t> vem acompanhado de um substantivo;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sz="1600" b="1" dirty="0"/>
              <a:t>evita repetição da frase anterior.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sz="1600" b="1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34" y="842096"/>
            <a:ext cx="6800850" cy="46672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35" y="1326835"/>
            <a:ext cx="6781800" cy="4953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171" y="1932513"/>
            <a:ext cx="84296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14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95097" y="182880"/>
            <a:ext cx="7936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B0F0"/>
                </a:solidFill>
              </a:rPr>
              <a:t>2. </a:t>
            </a:r>
            <a:r>
              <a:rPr lang="pt-BR" sz="2400" b="1" dirty="0" err="1">
                <a:solidFill>
                  <a:srgbClr val="00B0F0"/>
                </a:solidFill>
              </a:rPr>
              <a:t>Possessive</a:t>
            </a:r>
            <a:r>
              <a:rPr lang="pt-BR" sz="2400" b="1" dirty="0">
                <a:solidFill>
                  <a:srgbClr val="00B0F0"/>
                </a:solidFill>
              </a:rPr>
              <a:t> </a:t>
            </a:r>
            <a:r>
              <a:rPr lang="pt-BR" sz="2400" b="1" dirty="0" err="1">
                <a:solidFill>
                  <a:srgbClr val="00B0F0"/>
                </a:solidFill>
              </a:rPr>
              <a:t>adjective</a:t>
            </a:r>
            <a:r>
              <a:rPr lang="pt-BR" sz="2400" b="1" dirty="0">
                <a:solidFill>
                  <a:srgbClr val="00B0F0"/>
                </a:solidFill>
              </a:rPr>
              <a:t> X </a:t>
            </a:r>
            <a:r>
              <a:rPr lang="pt-BR" sz="2400" b="1" dirty="0" err="1">
                <a:solidFill>
                  <a:srgbClr val="00B0F0"/>
                </a:solidFill>
              </a:rPr>
              <a:t>Possessive</a:t>
            </a:r>
            <a:r>
              <a:rPr lang="pt-BR" sz="2400" b="1" dirty="0">
                <a:solidFill>
                  <a:srgbClr val="00B0F0"/>
                </a:solidFill>
              </a:rPr>
              <a:t> </a:t>
            </a:r>
            <a:r>
              <a:rPr lang="pt-BR" sz="2400" b="1" dirty="0" err="1">
                <a:solidFill>
                  <a:srgbClr val="00B0F0"/>
                </a:solidFill>
              </a:rPr>
              <a:t>pronoun</a:t>
            </a:r>
            <a:endParaRPr lang="pt-BR" sz="2400" b="1" dirty="0">
              <a:solidFill>
                <a:srgbClr val="00B0F0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264702" y="987552"/>
            <a:ext cx="83001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/>
              <a:t>E.g.: 	</a:t>
            </a:r>
            <a:r>
              <a:rPr lang="pt-BR" sz="1800" b="1" dirty="0" err="1">
                <a:solidFill>
                  <a:schemeClr val="tx1"/>
                </a:solidFill>
              </a:rPr>
              <a:t>This</a:t>
            </a:r>
            <a:r>
              <a:rPr lang="pt-BR" sz="1800" b="1" dirty="0">
                <a:solidFill>
                  <a:schemeClr val="tx1"/>
                </a:solidFill>
              </a:rPr>
              <a:t> </a:t>
            </a:r>
            <a:r>
              <a:rPr lang="pt-BR" sz="1800" b="1" dirty="0" err="1">
                <a:solidFill>
                  <a:schemeClr val="tx1"/>
                </a:solidFill>
              </a:rPr>
              <a:t>is</a:t>
            </a:r>
            <a:r>
              <a:rPr lang="pt-BR" sz="1800" b="1" dirty="0">
                <a:solidFill>
                  <a:schemeClr val="tx1"/>
                </a:solidFill>
              </a:rPr>
              <a:t> </a:t>
            </a:r>
            <a:r>
              <a:rPr lang="pt-BR" sz="1800" b="1" dirty="0" err="1">
                <a:solidFill>
                  <a:srgbClr val="00B0F0"/>
                </a:solidFill>
              </a:rPr>
              <a:t>my</a:t>
            </a:r>
            <a:r>
              <a:rPr lang="pt-BR" sz="1800" b="1" dirty="0">
                <a:solidFill>
                  <a:schemeClr val="tx1"/>
                </a:solidFill>
              </a:rPr>
              <a:t> </a:t>
            </a:r>
            <a:r>
              <a:rPr lang="pt-BR" sz="1800" b="1" u="sng" dirty="0" err="1">
                <a:solidFill>
                  <a:schemeClr val="tx1"/>
                </a:solidFill>
              </a:rPr>
              <a:t>bike</a:t>
            </a:r>
            <a:r>
              <a:rPr lang="pt-BR" sz="1800" dirty="0">
                <a:solidFill>
                  <a:schemeClr val="tx1"/>
                </a:solidFill>
              </a:rPr>
              <a:t>.		</a:t>
            </a:r>
            <a:r>
              <a:rPr lang="pt-BR" sz="1800" dirty="0"/>
              <a:t>	</a:t>
            </a:r>
            <a:r>
              <a:rPr lang="pt-BR" sz="1800" b="1" dirty="0" err="1">
                <a:solidFill>
                  <a:schemeClr val="tx1"/>
                </a:solidFill>
              </a:rPr>
              <a:t>This</a:t>
            </a:r>
            <a:r>
              <a:rPr lang="pt-BR" sz="1800" b="1" dirty="0">
                <a:solidFill>
                  <a:schemeClr val="tx1"/>
                </a:solidFill>
              </a:rPr>
              <a:t> </a:t>
            </a:r>
            <a:r>
              <a:rPr lang="pt-BR" sz="1800" b="1" u="sng" dirty="0" err="1">
                <a:solidFill>
                  <a:schemeClr val="tx1"/>
                </a:solidFill>
              </a:rPr>
              <a:t>bike</a:t>
            </a:r>
            <a:r>
              <a:rPr lang="pt-BR" sz="1800" b="1" dirty="0">
                <a:solidFill>
                  <a:schemeClr val="tx1"/>
                </a:solidFill>
              </a:rPr>
              <a:t> </a:t>
            </a:r>
            <a:r>
              <a:rPr lang="pt-BR" sz="1800" b="1" dirty="0" err="1">
                <a:solidFill>
                  <a:schemeClr val="tx1"/>
                </a:solidFill>
              </a:rPr>
              <a:t>is</a:t>
            </a:r>
            <a:r>
              <a:rPr lang="pt-BR" sz="1800" b="1" dirty="0">
                <a:solidFill>
                  <a:schemeClr val="tx1"/>
                </a:solidFill>
              </a:rPr>
              <a:t> </a:t>
            </a:r>
            <a:r>
              <a:rPr lang="pt-BR" sz="1800" b="1" dirty="0">
                <a:solidFill>
                  <a:srgbClr val="FF0000"/>
                </a:solidFill>
              </a:rPr>
              <a:t>mine</a:t>
            </a:r>
            <a:r>
              <a:rPr lang="pt-BR" sz="1800" dirty="0">
                <a:solidFill>
                  <a:schemeClr val="tx1"/>
                </a:solidFill>
              </a:rPr>
              <a:t>.</a:t>
            </a:r>
          </a:p>
          <a:p>
            <a:endParaRPr lang="pt-BR" sz="1800" dirty="0"/>
          </a:p>
          <a:p>
            <a:r>
              <a:rPr lang="pt-BR" sz="1800" dirty="0"/>
              <a:t>	</a:t>
            </a:r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r>
              <a:rPr lang="pt-BR" sz="1800" b="1" dirty="0">
                <a:solidFill>
                  <a:srgbClr val="00B0F0"/>
                </a:solidFill>
              </a:rPr>
              <a:t>	</a:t>
            </a:r>
            <a:r>
              <a:rPr lang="en-US" sz="1800" b="1" dirty="0">
                <a:solidFill>
                  <a:srgbClr val="00B0F0"/>
                </a:solidFill>
              </a:rPr>
              <a:t>Her</a:t>
            </a:r>
            <a:r>
              <a:rPr lang="en-US" sz="1800" b="1" dirty="0"/>
              <a:t> coat is grey.			</a:t>
            </a:r>
            <a:r>
              <a:rPr lang="en-US" sz="1800" b="1" dirty="0">
                <a:solidFill>
                  <a:srgbClr val="FF0000"/>
                </a:solidFill>
              </a:rPr>
              <a:t>Mine</a:t>
            </a:r>
            <a:r>
              <a:rPr lang="en-US" sz="1800" b="1" dirty="0"/>
              <a:t> is brown.</a:t>
            </a:r>
            <a:r>
              <a:rPr lang="en-US" sz="1600" b="1" dirty="0"/>
              <a:t> </a:t>
            </a:r>
            <a:r>
              <a:rPr lang="en-US" sz="1600" dirty="0"/>
              <a:t>(</a:t>
            </a:r>
            <a:r>
              <a:rPr lang="en-US" sz="1600" strike="sngStrike" dirty="0"/>
              <a:t>[My coat]</a:t>
            </a:r>
            <a:r>
              <a:rPr lang="en-US" sz="1600" dirty="0"/>
              <a:t> is brown.)</a:t>
            </a:r>
            <a:endParaRPr lang="pt-BR" sz="1600" dirty="0"/>
          </a:p>
          <a:p>
            <a:br>
              <a:rPr lang="en-US" sz="1800" dirty="0"/>
            </a:br>
            <a:r>
              <a:rPr lang="en-US" sz="1800" dirty="0"/>
              <a:t>     </a:t>
            </a:r>
            <a:r>
              <a:rPr lang="pt-BR" sz="1800" dirty="0"/>
              <a:t>	</a:t>
            </a:r>
          </a:p>
          <a:p>
            <a:r>
              <a:rPr lang="pt-BR" sz="1800" dirty="0"/>
              <a:t>	</a:t>
            </a:r>
          </a:p>
          <a:p>
            <a:r>
              <a:rPr lang="pt-BR" sz="1800" dirty="0"/>
              <a:t>	</a:t>
            </a:r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</p:txBody>
      </p:sp>
      <p:sp>
        <p:nvSpPr>
          <p:cNvPr id="2" name="Seta em curva para baixo 1"/>
          <p:cNvSpPr/>
          <p:nvPr/>
        </p:nvSpPr>
        <p:spPr>
          <a:xfrm>
            <a:off x="1445603" y="2947334"/>
            <a:ext cx="585216" cy="303984"/>
          </a:xfrm>
          <a:prstGeom prst="curved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1085925" y="1480903"/>
            <a:ext cx="2136874" cy="100850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 err="1"/>
              <a:t>Possessive</a:t>
            </a:r>
            <a:r>
              <a:rPr lang="pt-BR" b="1" dirty="0"/>
              <a:t> </a:t>
            </a:r>
            <a:r>
              <a:rPr lang="pt-BR" b="1" dirty="0" err="1"/>
              <a:t>adjective</a:t>
            </a:r>
            <a:r>
              <a:rPr lang="pt-BR" b="1" dirty="0"/>
              <a:t>:</a:t>
            </a:r>
          </a:p>
          <a:p>
            <a:endParaRPr lang="pt-BR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b="1" dirty="0"/>
              <a:t>Acompanha o substantivo.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b="1" dirty="0"/>
          </a:p>
        </p:txBody>
      </p:sp>
      <p:sp>
        <p:nvSpPr>
          <p:cNvPr id="16" name="Retângulo de cantos arredondados 15"/>
          <p:cNvSpPr/>
          <p:nvPr/>
        </p:nvSpPr>
        <p:spPr>
          <a:xfrm>
            <a:off x="6668491" y="1331977"/>
            <a:ext cx="2095119" cy="115743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 err="1"/>
              <a:t>Possessive</a:t>
            </a:r>
            <a:r>
              <a:rPr lang="pt-BR" b="1" dirty="0"/>
              <a:t> </a:t>
            </a:r>
            <a:r>
              <a:rPr lang="pt-BR" b="1" dirty="0" err="1"/>
              <a:t>pronoun</a:t>
            </a:r>
            <a:r>
              <a:rPr lang="pt-BR" b="1" dirty="0"/>
              <a:t>:</a:t>
            </a:r>
          </a:p>
          <a:p>
            <a:endParaRPr lang="pt-BR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b="1" u="sng" dirty="0"/>
              <a:t>NÃO</a:t>
            </a:r>
            <a:r>
              <a:rPr lang="pt-BR" b="1" dirty="0"/>
              <a:t> acompanha um substantivo.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b="1" dirty="0"/>
          </a:p>
        </p:txBody>
      </p:sp>
      <p:sp>
        <p:nvSpPr>
          <p:cNvPr id="6" name="Elipse 5"/>
          <p:cNvSpPr/>
          <p:nvPr/>
        </p:nvSpPr>
        <p:spPr>
          <a:xfrm>
            <a:off x="5916946" y="937042"/>
            <a:ext cx="307239" cy="5078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 em curva para cima 19"/>
          <p:cNvSpPr/>
          <p:nvPr/>
        </p:nvSpPr>
        <p:spPr>
          <a:xfrm>
            <a:off x="5565816" y="1343046"/>
            <a:ext cx="1009497" cy="453543"/>
          </a:xfrm>
          <a:prstGeom prst="curvedUpArrow">
            <a:avLst/>
          </a:prstGeom>
          <a:solidFill>
            <a:srgbClr val="FF0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4795919" y="3594325"/>
            <a:ext cx="2217945" cy="122639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 err="1"/>
              <a:t>Possessive</a:t>
            </a:r>
            <a:r>
              <a:rPr lang="pt-BR" b="1" dirty="0"/>
              <a:t> </a:t>
            </a:r>
            <a:r>
              <a:rPr lang="pt-BR" b="1" dirty="0" err="1"/>
              <a:t>pronoun</a:t>
            </a:r>
            <a:r>
              <a:rPr lang="pt-BR" b="1" dirty="0"/>
              <a:t>:</a:t>
            </a:r>
          </a:p>
          <a:p>
            <a:endParaRPr lang="pt-BR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b="1" dirty="0"/>
              <a:t>evita repetição da frase anterior. </a:t>
            </a:r>
            <a:endParaRPr lang="pt-BR" sz="1600" b="1" dirty="0"/>
          </a:p>
        </p:txBody>
      </p:sp>
      <p:sp>
        <p:nvSpPr>
          <p:cNvPr id="23" name="Seta em curva para baixo 22"/>
          <p:cNvSpPr/>
          <p:nvPr/>
        </p:nvSpPr>
        <p:spPr>
          <a:xfrm>
            <a:off x="2127505" y="782726"/>
            <a:ext cx="585216" cy="308632"/>
          </a:xfrm>
          <a:prstGeom prst="curved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6" name="Retângulo de cantos arredondados 25"/>
          <p:cNvSpPr/>
          <p:nvPr/>
        </p:nvSpPr>
        <p:spPr>
          <a:xfrm>
            <a:off x="1085925" y="3594325"/>
            <a:ext cx="2136874" cy="100850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 err="1"/>
              <a:t>Possessive</a:t>
            </a:r>
            <a:r>
              <a:rPr lang="pt-BR" b="1" dirty="0"/>
              <a:t> </a:t>
            </a:r>
            <a:r>
              <a:rPr lang="pt-BR" b="1" dirty="0" err="1"/>
              <a:t>adjective</a:t>
            </a:r>
            <a:r>
              <a:rPr lang="pt-BR" b="1" dirty="0"/>
              <a:t>:</a:t>
            </a:r>
          </a:p>
          <a:p>
            <a:endParaRPr lang="pt-BR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b="1" dirty="0"/>
              <a:t>Acompanha o substantivo.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b="1" dirty="0"/>
          </a:p>
        </p:txBody>
      </p:sp>
      <p:cxnSp>
        <p:nvCxnSpPr>
          <p:cNvPr id="28" name="Conector reto 27"/>
          <p:cNvCxnSpPr/>
          <p:nvPr/>
        </p:nvCxnSpPr>
        <p:spPr>
          <a:xfrm>
            <a:off x="381746" y="2803483"/>
            <a:ext cx="830015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047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95097" y="182880"/>
            <a:ext cx="7936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B0F0"/>
                </a:solidFill>
              </a:rPr>
              <a:t>4. </a:t>
            </a:r>
            <a:r>
              <a:rPr lang="pt-BR" sz="2400" b="1" dirty="0" err="1">
                <a:solidFill>
                  <a:srgbClr val="00B0F0"/>
                </a:solidFill>
              </a:rPr>
              <a:t>Reflexive</a:t>
            </a:r>
            <a:r>
              <a:rPr lang="pt-BR" sz="2400" b="1" dirty="0">
                <a:solidFill>
                  <a:srgbClr val="00B0F0"/>
                </a:solidFill>
              </a:rPr>
              <a:t> </a:t>
            </a:r>
            <a:r>
              <a:rPr lang="pt-BR" sz="2400" b="1" dirty="0" err="1">
                <a:solidFill>
                  <a:srgbClr val="00B0F0"/>
                </a:solidFill>
              </a:rPr>
              <a:t>pronoun</a:t>
            </a:r>
            <a:endParaRPr lang="pt-BR" sz="2400" b="1" dirty="0">
              <a:solidFill>
                <a:srgbClr val="00B0F0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105" y="771019"/>
            <a:ext cx="6988743" cy="3360912"/>
          </a:xfrm>
          <a:prstGeom prst="rect">
            <a:avLst/>
          </a:prstGeom>
        </p:spPr>
      </p:pic>
      <p:sp>
        <p:nvSpPr>
          <p:cNvPr id="5" name="Seta para a esquerda 4"/>
          <p:cNvSpPr/>
          <p:nvPr/>
        </p:nvSpPr>
        <p:spPr>
          <a:xfrm>
            <a:off x="1858991" y="1250899"/>
            <a:ext cx="446227" cy="409651"/>
          </a:xfrm>
          <a:prstGeom prst="lef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 para a esquerda 14"/>
          <p:cNvSpPr/>
          <p:nvPr/>
        </p:nvSpPr>
        <p:spPr>
          <a:xfrm>
            <a:off x="1858991" y="2691415"/>
            <a:ext cx="446227" cy="409651"/>
          </a:xfrm>
          <a:prstGeom prst="lef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de cantos arredondados 16"/>
          <p:cNvSpPr/>
          <p:nvPr/>
        </p:nvSpPr>
        <p:spPr>
          <a:xfrm>
            <a:off x="95097" y="901230"/>
            <a:ext cx="1741018" cy="110898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b="1" dirty="0"/>
          </a:p>
          <a:p>
            <a:r>
              <a:rPr lang="pt-BR" b="1" dirty="0"/>
              <a:t>1) Usado para enfatizar determinadas ações</a:t>
            </a:r>
          </a:p>
          <a:p>
            <a:endParaRPr lang="pt-BR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b="1" dirty="0"/>
          </a:p>
        </p:txBody>
      </p:sp>
      <p:sp>
        <p:nvSpPr>
          <p:cNvPr id="18" name="Retângulo de cantos arredondados 17"/>
          <p:cNvSpPr/>
          <p:nvPr/>
        </p:nvSpPr>
        <p:spPr>
          <a:xfrm>
            <a:off x="95097" y="2451475"/>
            <a:ext cx="1741018" cy="175476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b="1" dirty="0"/>
          </a:p>
          <a:p>
            <a:r>
              <a:rPr lang="pt-BR" b="1" dirty="0"/>
              <a:t>2) Usado na função de objeto para descrever uma ação que reflete na(s) própria(s) pessoa(s)</a:t>
            </a:r>
          </a:p>
          <a:p>
            <a:endParaRPr lang="pt-BR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713382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95097" y="182880"/>
            <a:ext cx="7936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B0F0"/>
                </a:solidFill>
              </a:rPr>
              <a:t>4. </a:t>
            </a:r>
            <a:r>
              <a:rPr lang="pt-BR" sz="2400" b="1" dirty="0" err="1">
                <a:solidFill>
                  <a:srgbClr val="00B0F0"/>
                </a:solidFill>
              </a:rPr>
              <a:t>Reflexive</a:t>
            </a:r>
            <a:r>
              <a:rPr lang="pt-BR" sz="2400" b="1" dirty="0">
                <a:solidFill>
                  <a:srgbClr val="00B0F0"/>
                </a:solidFill>
              </a:rPr>
              <a:t> </a:t>
            </a:r>
            <a:r>
              <a:rPr lang="pt-BR" sz="2400" b="1" dirty="0" err="1">
                <a:solidFill>
                  <a:srgbClr val="00B0F0"/>
                </a:solidFill>
              </a:rPr>
              <a:t>pronoun</a:t>
            </a:r>
            <a:endParaRPr lang="pt-BR" sz="2400" b="1" dirty="0">
              <a:solidFill>
                <a:srgbClr val="00B0F0"/>
              </a:solidFill>
            </a:endParaRPr>
          </a:p>
        </p:txBody>
      </p:sp>
      <p:sp>
        <p:nvSpPr>
          <p:cNvPr id="5" name="Seta para a esquerda 4"/>
          <p:cNvSpPr/>
          <p:nvPr/>
        </p:nvSpPr>
        <p:spPr>
          <a:xfrm>
            <a:off x="2128724" y="1565567"/>
            <a:ext cx="446227" cy="409651"/>
          </a:xfrm>
          <a:prstGeom prst="lef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 para a esquerda 14"/>
          <p:cNvSpPr/>
          <p:nvPr/>
        </p:nvSpPr>
        <p:spPr>
          <a:xfrm>
            <a:off x="2116155" y="2586772"/>
            <a:ext cx="446227" cy="409651"/>
          </a:xfrm>
          <a:prstGeom prst="lef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de cantos arredondados 16"/>
          <p:cNvSpPr/>
          <p:nvPr/>
        </p:nvSpPr>
        <p:spPr>
          <a:xfrm>
            <a:off x="226772" y="929031"/>
            <a:ext cx="1901952" cy="143085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pt-BR" b="1" dirty="0" err="1"/>
              <a:t>Reflexive</a:t>
            </a:r>
            <a:r>
              <a:rPr lang="pt-BR" b="1" dirty="0"/>
              <a:t> </a:t>
            </a:r>
            <a:r>
              <a:rPr lang="pt-BR" b="1" dirty="0" err="1"/>
              <a:t>pronoun</a:t>
            </a:r>
            <a:r>
              <a:rPr lang="pt-BR" b="1" dirty="0"/>
              <a:t> </a:t>
            </a:r>
          </a:p>
          <a:p>
            <a:pPr>
              <a:lnSpc>
                <a:spcPct val="150000"/>
              </a:lnSpc>
            </a:pPr>
            <a:r>
              <a:rPr lang="pt-BR" b="1" dirty="0"/>
              <a:t>HERSELF – o sujeito e o objeto são os mesmos.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549813" y="851450"/>
            <a:ext cx="58667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600" b="1" dirty="0" err="1">
                <a:sym typeface="Wingdings" panose="05000000000000000000" pitchFamily="2" charset="2"/>
              </a:rPr>
              <a:t>Usado</a:t>
            </a:r>
            <a:r>
              <a:rPr lang="en-US" sz="1600" b="1" dirty="0">
                <a:sym typeface="Wingdings" panose="05000000000000000000" pitchFamily="2" charset="2"/>
              </a:rPr>
              <a:t> para </a:t>
            </a:r>
            <a:r>
              <a:rPr lang="en-US" sz="1600" b="1" dirty="0" err="1">
                <a:sym typeface="Wingdings" panose="05000000000000000000" pitchFamily="2" charset="2"/>
              </a:rPr>
              <a:t>assegurar</a:t>
            </a:r>
            <a:r>
              <a:rPr lang="en-US" sz="1600" b="1" dirty="0">
                <a:sym typeface="Wingdings" panose="05000000000000000000" pitchFamily="2" charset="2"/>
              </a:rPr>
              <a:t> a </a:t>
            </a:r>
            <a:r>
              <a:rPr lang="en-US" sz="1600" b="1" dirty="0" err="1">
                <a:sym typeface="Wingdings" panose="05000000000000000000" pitchFamily="2" charset="2"/>
              </a:rPr>
              <a:t>pessoa</a:t>
            </a:r>
            <a:r>
              <a:rPr lang="en-US" sz="1600" b="1" dirty="0">
                <a:sym typeface="Wingdings" panose="05000000000000000000" pitchFamily="2" charset="2"/>
              </a:rPr>
              <a:t> que </a:t>
            </a:r>
            <a:r>
              <a:rPr lang="en-US" sz="1600" b="1" dirty="0" err="1">
                <a:sym typeface="Wingdings" panose="05000000000000000000" pitchFamily="2" charset="2"/>
              </a:rPr>
              <a:t>está</a:t>
            </a:r>
            <a:r>
              <a:rPr lang="en-US" sz="1600" b="1" dirty="0"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sym typeface="Wingdings" panose="05000000000000000000" pitchFamily="2" charset="2"/>
              </a:rPr>
              <a:t>sendo</a:t>
            </a:r>
            <a:r>
              <a:rPr lang="en-US" sz="1600" b="1" dirty="0"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sym typeface="Wingdings" panose="05000000000000000000" pitchFamily="2" charset="2"/>
              </a:rPr>
              <a:t>referida</a:t>
            </a:r>
            <a:r>
              <a:rPr lang="en-US" sz="1600" b="1" dirty="0"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sym typeface="Wingdings" panose="05000000000000000000" pitchFamily="2" charset="2"/>
              </a:rPr>
              <a:t>na</a:t>
            </a:r>
            <a:r>
              <a:rPr lang="en-US" sz="1600" b="1" dirty="0"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sym typeface="Wingdings" panose="05000000000000000000" pitchFamily="2" charset="2"/>
              </a:rPr>
              <a:t>ação</a:t>
            </a:r>
            <a:r>
              <a:rPr lang="en-US" sz="1600" b="1" dirty="0">
                <a:sym typeface="Wingdings" panose="05000000000000000000" pitchFamily="2" charset="2"/>
              </a:rPr>
              <a:t>:</a:t>
            </a:r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 </a:t>
            </a:r>
            <a:r>
              <a:rPr lang="en-US" sz="1600" b="1" i="1" dirty="0"/>
              <a:t>Agnes</a:t>
            </a:r>
            <a:r>
              <a:rPr lang="en-US" sz="1600" i="1" dirty="0"/>
              <a:t> looked at </a:t>
            </a:r>
            <a:r>
              <a:rPr lang="en-US" sz="1600" b="1" i="1" u="sng" dirty="0">
                <a:solidFill>
                  <a:srgbClr val="00B0F0"/>
                </a:solidFill>
              </a:rPr>
              <a:t>herself</a:t>
            </a:r>
            <a:r>
              <a:rPr lang="en-US" sz="1600" i="1" dirty="0">
                <a:solidFill>
                  <a:srgbClr val="00B0F0"/>
                </a:solidFill>
              </a:rPr>
              <a:t> </a:t>
            </a:r>
            <a:r>
              <a:rPr lang="en-US" sz="1600" i="1" dirty="0"/>
              <a:t>in the mirror.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i="1" dirty="0"/>
              <a:t> Agnes looked at </a:t>
            </a:r>
            <a:r>
              <a:rPr lang="en-US" sz="1600" b="1" i="1" u="sng" dirty="0">
                <a:solidFill>
                  <a:srgbClr val="00B0F0"/>
                </a:solidFill>
              </a:rPr>
              <a:t>her</a:t>
            </a:r>
            <a:r>
              <a:rPr lang="en-US" sz="1600" i="1" dirty="0"/>
              <a:t> in the mirror.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i="1" dirty="0"/>
          </a:p>
          <a:p>
            <a:endParaRPr lang="en-US" sz="1600" i="1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600" b="1" dirty="0" err="1">
                <a:sym typeface="Wingdings" panose="05000000000000000000" pitchFamily="2" charset="2"/>
              </a:rPr>
              <a:t>Não</a:t>
            </a:r>
            <a:r>
              <a:rPr lang="en-US" sz="1600" b="1" dirty="0"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sym typeface="Wingdings" panose="05000000000000000000" pitchFamily="2" charset="2"/>
              </a:rPr>
              <a:t>usamos</a:t>
            </a:r>
            <a:r>
              <a:rPr lang="en-US" sz="1600" b="1" dirty="0">
                <a:sym typeface="Wingdings" panose="05000000000000000000" pitchFamily="2" charset="2"/>
              </a:rPr>
              <a:t> reflexive pronouns com </a:t>
            </a:r>
            <a:r>
              <a:rPr lang="en-US" sz="1600" b="1" dirty="0" err="1">
                <a:sym typeface="Wingdings" panose="05000000000000000000" pitchFamily="2" charset="2"/>
              </a:rPr>
              <a:t>verbos</a:t>
            </a:r>
            <a:r>
              <a:rPr lang="en-US" sz="1600" b="1" dirty="0">
                <a:sym typeface="Wingdings" panose="05000000000000000000" pitchFamily="2" charset="2"/>
              </a:rPr>
              <a:t> de </a:t>
            </a:r>
            <a:r>
              <a:rPr lang="en-US" sz="1600" b="1" dirty="0" err="1">
                <a:sym typeface="Wingdings" panose="05000000000000000000" pitchFamily="2" charset="2"/>
              </a:rPr>
              <a:t>ações</a:t>
            </a:r>
            <a:r>
              <a:rPr lang="en-US" sz="1600" b="1" dirty="0"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sym typeface="Wingdings" panose="05000000000000000000" pitchFamily="2" charset="2"/>
              </a:rPr>
              <a:t>diárias</a:t>
            </a:r>
            <a:r>
              <a:rPr lang="en-US" sz="1600" b="1" dirty="0">
                <a:sym typeface="Wingdings" panose="05000000000000000000" pitchFamily="2" charset="2"/>
              </a:rPr>
              <a:t>, a </a:t>
            </a:r>
            <a:r>
              <a:rPr lang="en-US" sz="1600" b="1" dirty="0" err="1">
                <a:sym typeface="Wingdings" panose="05000000000000000000" pitchFamily="2" charset="2"/>
              </a:rPr>
              <a:t>menos</a:t>
            </a:r>
            <a:r>
              <a:rPr lang="en-US" sz="1600" b="1" dirty="0">
                <a:sym typeface="Wingdings" panose="05000000000000000000" pitchFamily="2" charset="2"/>
              </a:rPr>
              <a:t> que </a:t>
            </a:r>
            <a:r>
              <a:rPr lang="en-US" sz="1600" b="1" dirty="0" err="1">
                <a:sym typeface="Wingdings" panose="05000000000000000000" pitchFamily="2" charset="2"/>
              </a:rPr>
              <a:t>seja</a:t>
            </a:r>
            <a:r>
              <a:rPr lang="en-US" sz="1600" b="1" dirty="0"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sym typeface="Wingdings" panose="05000000000000000000" pitchFamily="2" charset="2"/>
              </a:rPr>
              <a:t>utilizado</a:t>
            </a:r>
            <a:r>
              <a:rPr lang="en-US" sz="1600" b="1" dirty="0">
                <a:sym typeface="Wingdings" panose="05000000000000000000" pitchFamily="2" charset="2"/>
              </a:rPr>
              <a:t> para </a:t>
            </a:r>
            <a:r>
              <a:rPr lang="en-US" sz="1600" b="1" dirty="0" err="1">
                <a:sym typeface="Wingdings" panose="05000000000000000000" pitchFamily="2" charset="2"/>
              </a:rPr>
              <a:t>enfatizar</a:t>
            </a:r>
            <a:r>
              <a:rPr lang="en-US" sz="1600" b="1" dirty="0">
                <a:sym typeface="Wingdings" panose="05000000000000000000" pitchFamily="2" charset="2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sz="1600" i="1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i="1" dirty="0">
                <a:sym typeface="Wingdings" panose="05000000000000000000" pitchFamily="2" charset="2"/>
              </a:rPr>
              <a:t> She </a:t>
            </a:r>
            <a:r>
              <a:rPr lang="en-US" sz="1600" i="1" u="sng" dirty="0">
                <a:solidFill>
                  <a:srgbClr val="00B0F0"/>
                </a:solidFill>
                <a:sym typeface="Wingdings" panose="05000000000000000000" pitchFamily="2" charset="2"/>
              </a:rPr>
              <a:t>washed</a:t>
            </a:r>
            <a:r>
              <a:rPr lang="en-US" sz="1600" i="1" dirty="0">
                <a:sym typeface="Wingdings" panose="05000000000000000000" pitchFamily="2" charset="2"/>
              </a:rPr>
              <a:t> and </a:t>
            </a:r>
            <a:r>
              <a:rPr lang="en-US" sz="1600" i="1" u="sng" dirty="0">
                <a:solidFill>
                  <a:srgbClr val="00B0F0"/>
                </a:solidFill>
                <a:sym typeface="Wingdings" panose="05000000000000000000" pitchFamily="2" charset="2"/>
              </a:rPr>
              <a:t>had breakfast </a:t>
            </a:r>
            <a:r>
              <a:rPr lang="en-US" sz="1600" i="1" dirty="0">
                <a:sym typeface="Wingdings" panose="05000000000000000000" pitchFamily="2" charset="2"/>
              </a:rPr>
              <a:t>in the morning.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i="1" dirty="0">
              <a:sym typeface="Wingdings" panose="05000000000000000000" pitchFamily="2" charset="2"/>
            </a:endParaRPr>
          </a:p>
          <a:p>
            <a:r>
              <a:rPr lang="en-US" sz="1600" i="1" dirty="0">
                <a:sym typeface="Wingdings" panose="05000000000000000000" pitchFamily="2" charset="2"/>
              </a:rPr>
              <a:t>	</a:t>
            </a:r>
            <a:r>
              <a:rPr lang="en-US" sz="1600" b="1" i="1" dirty="0">
                <a:sym typeface="Wingdings" panose="05000000000000000000" pitchFamily="2" charset="2"/>
              </a:rPr>
              <a:t>NOT</a:t>
            </a:r>
            <a:r>
              <a:rPr lang="en-US" sz="1600" i="1" dirty="0">
                <a:sym typeface="Wingdings" panose="05000000000000000000" pitchFamily="2" charset="2"/>
              </a:rPr>
              <a:t>: She washed </a:t>
            </a:r>
            <a:r>
              <a:rPr lang="en-US" sz="1600" b="1" i="1" dirty="0">
                <a:sym typeface="Wingdings" panose="05000000000000000000" pitchFamily="2" charset="2"/>
              </a:rPr>
              <a:t>herself </a:t>
            </a:r>
            <a:r>
              <a:rPr lang="en-US" sz="1600" i="1" dirty="0">
                <a:sym typeface="Wingdings" panose="05000000000000000000" pitchFamily="2" charset="2"/>
              </a:rPr>
              <a:t>…</a:t>
            </a:r>
            <a:endParaRPr lang="en-US" sz="1600" i="1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i="1" dirty="0"/>
          </a:p>
          <a:p>
            <a:endParaRPr lang="en-US" sz="1600" dirty="0"/>
          </a:p>
        </p:txBody>
      </p:sp>
      <p:sp>
        <p:nvSpPr>
          <p:cNvPr id="6" name="Diferente de 5"/>
          <p:cNvSpPr/>
          <p:nvPr/>
        </p:nvSpPr>
        <p:spPr>
          <a:xfrm>
            <a:off x="4122115" y="2008985"/>
            <a:ext cx="1280160" cy="460279"/>
          </a:xfrm>
          <a:prstGeom prst="mathNotEqual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" name="Retângulo de cantos arredondados 9"/>
          <p:cNvSpPr/>
          <p:nvPr/>
        </p:nvSpPr>
        <p:spPr>
          <a:xfrm>
            <a:off x="226772" y="2590463"/>
            <a:ext cx="1901952" cy="233998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pt-BR" b="1" dirty="0" err="1"/>
              <a:t>Object</a:t>
            </a:r>
            <a:r>
              <a:rPr lang="pt-BR" b="1" dirty="0"/>
              <a:t> </a:t>
            </a:r>
            <a:r>
              <a:rPr lang="pt-BR" b="1" dirty="0" err="1"/>
              <a:t>pronoun</a:t>
            </a:r>
            <a:endParaRPr lang="pt-BR" b="1" dirty="0"/>
          </a:p>
          <a:p>
            <a:pPr>
              <a:lnSpc>
                <a:spcPct val="150000"/>
              </a:lnSpc>
            </a:pPr>
            <a:r>
              <a:rPr lang="pt-BR" b="1" dirty="0"/>
              <a:t>HER – o sujeito e o objeto são diferentes </a:t>
            </a:r>
          </a:p>
          <a:p>
            <a:pPr>
              <a:lnSpc>
                <a:spcPct val="150000"/>
              </a:lnSpc>
            </a:pPr>
            <a:r>
              <a:rPr lang="pt-BR" b="1" dirty="0"/>
              <a:t>(Agnes olhou para uma outra pessoa qualquer).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b="1" dirty="0"/>
          </a:p>
        </p:txBody>
      </p:sp>
      <p:sp>
        <p:nvSpPr>
          <p:cNvPr id="12" name="Seta em curva para baixo 11"/>
          <p:cNvSpPr/>
          <p:nvPr/>
        </p:nvSpPr>
        <p:spPr>
          <a:xfrm>
            <a:off x="3312567" y="1335827"/>
            <a:ext cx="1632507" cy="308632"/>
          </a:xfrm>
          <a:prstGeom prst="curved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237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95097" y="182880"/>
            <a:ext cx="7936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B0F0"/>
                </a:solidFill>
              </a:rPr>
              <a:t>4. </a:t>
            </a:r>
            <a:r>
              <a:rPr lang="pt-BR" sz="2400" b="1" dirty="0" err="1">
                <a:solidFill>
                  <a:srgbClr val="00B0F0"/>
                </a:solidFill>
              </a:rPr>
              <a:t>Reflexive</a:t>
            </a:r>
            <a:r>
              <a:rPr lang="pt-BR" sz="2400" b="1" dirty="0">
                <a:solidFill>
                  <a:srgbClr val="00B0F0"/>
                </a:solidFill>
              </a:rPr>
              <a:t> </a:t>
            </a:r>
            <a:r>
              <a:rPr lang="pt-BR" sz="2400" b="1" dirty="0" err="1">
                <a:solidFill>
                  <a:srgbClr val="00B0F0"/>
                </a:solidFill>
              </a:rPr>
              <a:t>pronoun</a:t>
            </a:r>
            <a:endParaRPr lang="pt-BR" sz="2400" b="1" dirty="0">
              <a:solidFill>
                <a:srgbClr val="00B0F0"/>
              </a:solidFill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352915"/>
              </p:ext>
            </p:extLst>
          </p:nvPr>
        </p:nvGraphicFramePr>
        <p:xfrm>
          <a:off x="360884" y="722631"/>
          <a:ext cx="6096000" cy="3707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SUBJECT PRONOUN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REFLEXIVE PRONOUN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MY</a:t>
                      </a:r>
                      <a:r>
                        <a:rPr lang="pt-BR" sz="1600" b="1" u="sng" dirty="0">
                          <a:solidFill>
                            <a:schemeClr val="bg1"/>
                          </a:solidFill>
                        </a:rPr>
                        <a:t>SELF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YOU (SINGULAR)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YOUR</a:t>
                      </a:r>
                      <a:r>
                        <a:rPr lang="pt-BR" sz="1600" b="1" u="sng" dirty="0">
                          <a:solidFill>
                            <a:schemeClr val="bg1"/>
                          </a:solidFill>
                        </a:rPr>
                        <a:t>SELF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HE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HIM</a:t>
                      </a:r>
                      <a:r>
                        <a:rPr lang="pt-BR" sz="1600" b="1" u="sng" dirty="0">
                          <a:solidFill>
                            <a:schemeClr val="bg1"/>
                          </a:solidFill>
                        </a:rPr>
                        <a:t>SELF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SHE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HER</a:t>
                      </a:r>
                      <a:r>
                        <a:rPr lang="pt-BR" sz="1600" b="1" u="sng" dirty="0">
                          <a:solidFill>
                            <a:schemeClr val="bg1"/>
                          </a:solidFill>
                        </a:rPr>
                        <a:t>SELF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IT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IT</a:t>
                      </a:r>
                      <a:r>
                        <a:rPr lang="pt-BR" sz="1600" b="1" u="sng" dirty="0">
                          <a:solidFill>
                            <a:schemeClr val="bg1"/>
                          </a:solidFill>
                        </a:rPr>
                        <a:t>SELF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WE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OUR</a:t>
                      </a:r>
                      <a:r>
                        <a:rPr lang="pt-BR" sz="1600" b="1" u="sng" dirty="0">
                          <a:solidFill>
                            <a:schemeClr val="bg1"/>
                          </a:solidFill>
                        </a:rPr>
                        <a:t>SELVES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YOU (PLURAL)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YOUR</a:t>
                      </a:r>
                      <a:r>
                        <a:rPr lang="pt-BR" sz="1600" b="1" u="sng" dirty="0">
                          <a:solidFill>
                            <a:schemeClr val="bg1"/>
                          </a:solidFill>
                        </a:rPr>
                        <a:t>SELVES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THEY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THEM</a:t>
                      </a:r>
                      <a:r>
                        <a:rPr lang="pt-BR" sz="1600" b="1" u="sng" dirty="0">
                          <a:solidFill>
                            <a:schemeClr val="bg1"/>
                          </a:solidFill>
                        </a:rPr>
                        <a:t>SELVES</a:t>
                      </a:r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11" name="Conector reto 10"/>
          <p:cNvCxnSpPr/>
          <p:nvPr/>
        </p:nvCxnSpPr>
        <p:spPr>
          <a:xfrm>
            <a:off x="360884" y="3206409"/>
            <a:ext cx="830015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de cantos arredondados 7"/>
          <p:cNvSpPr/>
          <p:nvPr/>
        </p:nvSpPr>
        <p:spPr>
          <a:xfrm>
            <a:off x="7154264" y="1008487"/>
            <a:ext cx="614478" cy="202631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S</a:t>
            </a:r>
          </a:p>
          <a:p>
            <a:pPr algn="ctr"/>
            <a:r>
              <a:rPr lang="pt-BR" sz="1600" b="1" dirty="0"/>
              <a:t>I</a:t>
            </a:r>
            <a:br>
              <a:rPr lang="pt-BR" sz="1600" b="1" dirty="0"/>
            </a:br>
            <a:r>
              <a:rPr lang="pt-BR" sz="1600" b="1" dirty="0"/>
              <a:t>N</a:t>
            </a:r>
            <a:br>
              <a:rPr lang="pt-BR" sz="1600" b="1" dirty="0"/>
            </a:br>
            <a:r>
              <a:rPr lang="pt-BR" sz="1600" b="1" dirty="0"/>
              <a:t>G</a:t>
            </a:r>
            <a:br>
              <a:rPr lang="pt-BR" sz="1600" b="1" dirty="0"/>
            </a:br>
            <a:r>
              <a:rPr lang="pt-BR" sz="1600" b="1" dirty="0"/>
              <a:t>U</a:t>
            </a:r>
            <a:br>
              <a:rPr lang="pt-BR" sz="1600" b="1" dirty="0"/>
            </a:br>
            <a:r>
              <a:rPr lang="pt-BR" sz="1600" b="1" dirty="0"/>
              <a:t>L</a:t>
            </a:r>
            <a:br>
              <a:rPr lang="pt-BR" sz="1600" b="1" dirty="0"/>
            </a:br>
            <a:r>
              <a:rPr lang="pt-BR" sz="1600" b="1" dirty="0"/>
              <a:t>A</a:t>
            </a:r>
            <a:br>
              <a:rPr lang="pt-BR" sz="1600" b="1" dirty="0"/>
            </a:br>
            <a:r>
              <a:rPr lang="pt-BR" sz="1600" b="1" dirty="0"/>
              <a:t>R</a:t>
            </a: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7154264" y="3378021"/>
            <a:ext cx="614478" cy="15134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P</a:t>
            </a:r>
            <a:br>
              <a:rPr lang="pt-BR" sz="1600" b="1" dirty="0"/>
            </a:br>
            <a:r>
              <a:rPr lang="pt-BR" sz="1600" b="1" dirty="0"/>
              <a:t>L</a:t>
            </a:r>
            <a:br>
              <a:rPr lang="pt-BR" sz="1600" b="1" dirty="0"/>
            </a:br>
            <a:r>
              <a:rPr lang="pt-BR" sz="1600" b="1" dirty="0"/>
              <a:t>U</a:t>
            </a:r>
            <a:br>
              <a:rPr lang="pt-BR" sz="1600" b="1" dirty="0"/>
            </a:br>
            <a:r>
              <a:rPr lang="pt-BR" sz="1600" b="1" dirty="0"/>
              <a:t>R</a:t>
            </a:r>
            <a:br>
              <a:rPr lang="pt-BR" sz="1600" b="1" dirty="0"/>
            </a:br>
            <a:r>
              <a:rPr lang="pt-BR" sz="1600" b="1" dirty="0"/>
              <a:t>A</a:t>
            </a:r>
            <a:br>
              <a:rPr lang="pt-BR" sz="1600" b="1" dirty="0"/>
            </a:br>
            <a:r>
              <a:rPr lang="pt-BR" sz="1600" b="1" dirty="0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006416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95097" y="182880"/>
            <a:ext cx="7936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00B0F0"/>
                </a:solidFill>
              </a:rPr>
              <a:t>5. </a:t>
            </a:r>
            <a:r>
              <a:rPr lang="pt-BR" sz="2000" b="1" dirty="0" err="1">
                <a:solidFill>
                  <a:srgbClr val="00B0F0"/>
                </a:solidFill>
              </a:rPr>
              <a:t>Pronouns</a:t>
            </a:r>
            <a:r>
              <a:rPr lang="pt-BR" sz="2000" b="1" dirty="0">
                <a:solidFill>
                  <a:srgbClr val="00B0F0"/>
                </a:solidFill>
              </a:rPr>
              <a:t>: </a:t>
            </a:r>
            <a:r>
              <a:rPr lang="pt-BR" sz="2000" b="1" dirty="0" err="1">
                <a:solidFill>
                  <a:srgbClr val="00B0F0"/>
                </a:solidFill>
              </a:rPr>
              <a:t>indefinite</a:t>
            </a:r>
            <a:r>
              <a:rPr lang="pt-BR" sz="2000" b="1" dirty="0">
                <a:solidFill>
                  <a:srgbClr val="00B0F0"/>
                </a:solidFill>
              </a:rPr>
              <a:t> (-</a:t>
            </a:r>
            <a:r>
              <a:rPr lang="pt-BR" sz="2000" b="1" dirty="0" err="1">
                <a:solidFill>
                  <a:srgbClr val="00B0F0"/>
                </a:solidFill>
              </a:rPr>
              <a:t>one</a:t>
            </a:r>
            <a:r>
              <a:rPr lang="pt-BR" sz="2000" b="1" dirty="0">
                <a:solidFill>
                  <a:srgbClr val="00B0F0"/>
                </a:solidFill>
              </a:rPr>
              <a:t>)</a:t>
            </a:r>
            <a:endParaRPr lang="pt-BR" sz="2000" b="1" i="1" u="sng" dirty="0">
              <a:solidFill>
                <a:srgbClr val="00B0F0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95097" y="2716449"/>
            <a:ext cx="890991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dirty="0">
                <a:sym typeface="Wingdings" panose="05000000000000000000" pitchFamily="2" charset="2"/>
              </a:rPr>
              <a:t>Usamos com verbo no </a:t>
            </a:r>
            <a:r>
              <a:rPr lang="pt-BR" b="1" u="sng" dirty="0">
                <a:sym typeface="Wingdings" panose="05000000000000000000" pitchFamily="2" charset="2"/>
              </a:rPr>
              <a:t>SINGULAR</a:t>
            </a:r>
            <a:r>
              <a:rPr lang="pt-BR" dirty="0">
                <a:sym typeface="Wingdings" panose="05000000000000000000" pitchFamily="2" charset="2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>
                <a:sym typeface="Wingdings" panose="05000000000000000000" pitchFamily="2" charset="2"/>
              </a:rPr>
              <a:t>There</a:t>
            </a:r>
            <a:r>
              <a:rPr lang="pt-BR" b="1" dirty="0" err="1">
                <a:sym typeface="Wingdings" panose="05000000000000000000" pitchFamily="2" charset="2"/>
              </a:rPr>
              <a:t>´s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b="1" dirty="0" err="1">
                <a:solidFill>
                  <a:srgbClr val="00B0F0"/>
                </a:solidFill>
                <a:sym typeface="Wingdings" panose="05000000000000000000" pitchFamily="2" charset="2"/>
              </a:rPr>
              <a:t>someone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>
                <a:sym typeface="Wingdings" panose="05000000000000000000" pitchFamily="2" charset="2"/>
              </a:rPr>
              <a:t>outside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b="1" dirty="0">
                <a:solidFill>
                  <a:srgbClr val="00B0F0"/>
                </a:solidFill>
                <a:sym typeface="Wingdings" panose="05000000000000000000" pitchFamily="2" charset="2"/>
              </a:rPr>
              <a:t>(+)</a:t>
            </a:r>
            <a:r>
              <a:rPr lang="pt-BR" dirty="0">
                <a:sym typeface="Wingdings" panose="05000000000000000000" pitchFamily="2" charset="2"/>
              </a:rPr>
              <a:t>		</a:t>
            </a:r>
            <a:r>
              <a:rPr lang="pt-BR" dirty="0" err="1">
                <a:sym typeface="Wingdings" panose="05000000000000000000" pitchFamily="2" charset="2"/>
              </a:rPr>
              <a:t>There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b="1" dirty="0" err="1">
                <a:sym typeface="Wingdings" panose="05000000000000000000" pitchFamily="2" charset="2"/>
              </a:rPr>
              <a:t>isn’t</a:t>
            </a:r>
            <a:r>
              <a:rPr lang="pt-BR" b="1" dirty="0">
                <a:sym typeface="Wingdings" panose="05000000000000000000" pitchFamily="2" charset="2"/>
              </a:rPr>
              <a:t> </a:t>
            </a:r>
            <a:r>
              <a:rPr lang="pt-BR" b="1" dirty="0" err="1">
                <a:solidFill>
                  <a:srgbClr val="00B0F0"/>
                </a:solidFill>
                <a:sym typeface="Wingdings" panose="05000000000000000000" pitchFamily="2" charset="2"/>
              </a:rPr>
              <a:t>any</a:t>
            </a:r>
            <a:r>
              <a:rPr lang="pt-BR" dirty="0" err="1">
                <a:solidFill>
                  <a:srgbClr val="00B0F0"/>
                </a:solidFill>
                <a:sym typeface="Wingdings" panose="05000000000000000000" pitchFamily="2" charset="2"/>
              </a:rPr>
              <a:t>one</a:t>
            </a:r>
            <a:r>
              <a:rPr lang="pt-BR" dirty="0">
                <a:sym typeface="Wingdings" panose="05000000000000000000" pitchFamily="2" charset="2"/>
              </a:rPr>
              <a:t>. </a:t>
            </a:r>
            <a:r>
              <a:rPr lang="pt-BR" dirty="0">
                <a:solidFill>
                  <a:srgbClr val="00B0F0"/>
                </a:solidFill>
                <a:sym typeface="Wingdings" panose="05000000000000000000" pitchFamily="2" charset="2"/>
              </a:rPr>
              <a:t>(NEGATIVE VERB – NEG. MEANING)</a:t>
            </a:r>
          </a:p>
          <a:p>
            <a:endParaRPr lang="pt-B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>
                <a:sym typeface="Wingdings" panose="05000000000000000000" pitchFamily="2" charset="2"/>
              </a:rPr>
              <a:t>Is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b="1" dirty="0" err="1">
                <a:solidFill>
                  <a:srgbClr val="00B0F0"/>
                </a:solidFill>
                <a:sym typeface="Wingdings" panose="05000000000000000000" pitchFamily="2" charset="2"/>
              </a:rPr>
              <a:t>anyone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>
                <a:sym typeface="Wingdings" panose="05000000000000000000" pitchFamily="2" charset="2"/>
              </a:rPr>
              <a:t>there</a:t>
            </a:r>
            <a:r>
              <a:rPr lang="pt-BR" b="1" dirty="0">
                <a:solidFill>
                  <a:srgbClr val="00B0F0"/>
                </a:solidFill>
                <a:sym typeface="Wingdings" panose="05000000000000000000" pitchFamily="2" charset="2"/>
              </a:rPr>
              <a:t>?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>
                <a:solidFill>
                  <a:srgbClr val="00B0F0"/>
                </a:solidFill>
                <a:sym typeface="Wingdings" panose="05000000000000000000" pitchFamily="2" charset="2"/>
              </a:rPr>
              <a:t>(QUESTION) </a:t>
            </a:r>
            <a:r>
              <a:rPr lang="pt-BR" dirty="0">
                <a:sym typeface="Wingdings" panose="05000000000000000000" pitchFamily="2" charset="2"/>
              </a:rPr>
              <a:t>	</a:t>
            </a:r>
            <a:r>
              <a:rPr lang="pt-BR" dirty="0" err="1">
                <a:sym typeface="Wingdings" panose="05000000000000000000" pitchFamily="2" charset="2"/>
              </a:rPr>
              <a:t>There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b="1" dirty="0" err="1">
                <a:sym typeface="Wingdings" panose="05000000000000000000" pitchFamily="2" charset="2"/>
              </a:rPr>
              <a:t>is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b="1" dirty="0">
                <a:solidFill>
                  <a:srgbClr val="00B0F0"/>
                </a:solidFill>
                <a:sym typeface="Wingdings" panose="05000000000000000000" pitchFamily="2" charset="2"/>
              </a:rPr>
              <a:t>no</a:t>
            </a:r>
            <a:r>
              <a:rPr lang="pt-BR" dirty="0">
                <a:solidFill>
                  <a:srgbClr val="00B0F0"/>
                </a:solidFill>
                <a:sym typeface="Wingdings" panose="05000000000000000000" pitchFamily="2" charset="2"/>
              </a:rPr>
              <a:t>-</a:t>
            </a:r>
            <a:r>
              <a:rPr lang="pt-BR" dirty="0" err="1">
                <a:solidFill>
                  <a:srgbClr val="00B0F0"/>
                </a:solidFill>
                <a:sym typeface="Wingdings" panose="05000000000000000000" pitchFamily="2" charset="2"/>
              </a:rPr>
              <a:t>one</a:t>
            </a:r>
            <a:r>
              <a:rPr lang="pt-BR" dirty="0">
                <a:sym typeface="Wingdings" panose="05000000000000000000" pitchFamily="2" charset="2"/>
              </a:rPr>
              <a:t>. </a:t>
            </a:r>
            <a:r>
              <a:rPr lang="pt-BR" dirty="0">
                <a:solidFill>
                  <a:srgbClr val="00B0F0"/>
                </a:solidFill>
                <a:sym typeface="Wingdings" panose="05000000000000000000" pitchFamily="2" charset="2"/>
              </a:rPr>
              <a:t>(POSITIVE VERB – NEG. MEANING)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>
                <a:sym typeface="Wingdings" panose="05000000000000000000" pitchFamily="2" charset="2"/>
              </a:rPr>
              <a:t> Are </a:t>
            </a:r>
            <a:r>
              <a:rPr lang="pt-BR" dirty="0" err="1">
                <a:sym typeface="Wingdings" panose="05000000000000000000" pitchFamily="2" charset="2"/>
              </a:rPr>
              <a:t>you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>
                <a:sym typeface="Wingdings" panose="05000000000000000000" pitchFamily="2" charset="2"/>
              </a:rPr>
              <a:t>waiting</a:t>
            </a:r>
            <a:r>
              <a:rPr lang="pt-BR" dirty="0">
                <a:sym typeface="Wingdings" panose="05000000000000000000" pitchFamily="2" charset="2"/>
              </a:rPr>
              <a:t> for </a:t>
            </a:r>
            <a:r>
              <a:rPr lang="pt-BR" b="1" u="sng" dirty="0" err="1">
                <a:solidFill>
                  <a:srgbClr val="00B0F0"/>
                </a:solidFill>
                <a:sym typeface="Wingdings" panose="05000000000000000000" pitchFamily="2" charset="2"/>
              </a:rPr>
              <a:t>somebody</a:t>
            </a:r>
            <a:r>
              <a:rPr lang="pt-BR" b="1" dirty="0">
                <a:solidFill>
                  <a:srgbClr val="00B0F0"/>
                </a:solidFill>
                <a:sym typeface="Wingdings" panose="05000000000000000000" pitchFamily="2" charset="2"/>
              </a:rPr>
              <a:t>?</a:t>
            </a:r>
            <a:r>
              <a:rPr lang="pt-BR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pt-BR" dirty="0">
                <a:sym typeface="Wingdings" panose="05000000000000000000" pitchFamily="2" charset="2"/>
              </a:rPr>
              <a:t> usamos “some” quando </a:t>
            </a:r>
            <a:r>
              <a:rPr lang="pt-BR" u="sng" dirty="0">
                <a:sym typeface="Wingdings" panose="05000000000000000000" pitchFamily="2" charset="2"/>
              </a:rPr>
              <a:t>esperamos que a resposta seja positiva.</a:t>
            </a:r>
          </a:p>
          <a:p>
            <a:endParaRPr lang="pt-B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b="1" dirty="0" err="1">
                <a:solidFill>
                  <a:srgbClr val="00B0F0"/>
                </a:solidFill>
                <a:sym typeface="Wingdings" panose="05000000000000000000" pitchFamily="2" charset="2"/>
              </a:rPr>
              <a:t>Anyone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>
                <a:sym typeface="Wingdings" panose="05000000000000000000" pitchFamily="2" charset="2"/>
              </a:rPr>
              <a:t>can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>
                <a:sym typeface="Wingdings" panose="05000000000000000000" pitchFamily="2" charset="2"/>
              </a:rPr>
              <a:t>make</a:t>
            </a:r>
            <a:r>
              <a:rPr lang="pt-BR" dirty="0">
                <a:sym typeface="Wingdings" panose="05000000000000000000" pitchFamily="2" charset="2"/>
              </a:rPr>
              <a:t> a </a:t>
            </a:r>
            <a:r>
              <a:rPr lang="pt-BR" dirty="0" err="1">
                <a:sym typeface="Wingdings" panose="05000000000000000000" pitchFamily="2" charset="2"/>
              </a:rPr>
              <a:t>mistake</a:t>
            </a:r>
            <a:r>
              <a:rPr lang="pt-BR" dirty="0">
                <a:sym typeface="Wingdings" panose="05000000000000000000" pitchFamily="2" charset="2"/>
              </a:rPr>
              <a:t>.  Usamos “</a:t>
            </a:r>
            <a:r>
              <a:rPr lang="pt-BR" dirty="0" err="1">
                <a:sym typeface="Wingdings" panose="05000000000000000000" pitchFamily="2" charset="2"/>
              </a:rPr>
              <a:t>any</a:t>
            </a:r>
            <a:r>
              <a:rPr lang="pt-BR" dirty="0">
                <a:sym typeface="Wingdings" panose="05000000000000000000" pitchFamily="2" charset="2"/>
              </a:rPr>
              <a:t>” com </a:t>
            </a:r>
            <a:r>
              <a:rPr lang="pt-BR" u="sng" dirty="0">
                <a:sym typeface="Wingdings" panose="05000000000000000000" pitchFamily="2" charset="2"/>
              </a:rPr>
              <a:t>sentido de “qualquer um”.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>
              <a:sym typeface="Wingdings" panose="05000000000000000000" pitchFamily="2" charset="2"/>
            </a:endParaRPr>
          </a:p>
          <a:p>
            <a:endParaRPr lang="pt-BR" dirty="0">
              <a:sym typeface="Wingdings" panose="05000000000000000000" pitchFamily="2" charset="2"/>
            </a:endParaRPr>
          </a:p>
        </p:txBody>
      </p:sp>
      <p:sp>
        <p:nvSpPr>
          <p:cNvPr id="9" name="Texto explicativo em seta para a esquerda 8"/>
          <p:cNvSpPr/>
          <p:nvPr/>
        </p:nvSpPr>
        <p:spPr>
          <a:xfrm>
            <a:off x="6430062" y="248717"/>
            <a:ext cx="2574950" cy="1550822"/>
          </a:xfrm>
          <a:prstGeom prst="left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u="sng" dirty="0"/>
              <a:t>No </a:t>
            </a:r>
            <a:r>
              <a:rPr lang="pt-BR" b="1" u="sng" dirty="0" err="1"/>
              <a:t>one</a:t>
            </a:r>
            <a:r>
              <a:rPr lang="pt-BR" b="1" u="sng" dirty="0"/>
              <a:t> // no-</a:t>
            </a:r>
            <a:r>
              <a:rPr lang="pt-BR" b="1" u="sng" dirty="0" err="1"/>
              <a:t>one</a:t>
            </a:r>
            <a:r>
              <a:rPr lang="pt-BR" b="1" u="sng" dirty="0"/>
              <a:t> </a:t>
            </a:r>
            <a:r>
              <a:rPr lang="pt-BR" dirty="0">
                <a:sym typeface="Wingdings" panose="05000000000000000000" pitchFamily="2" charset="2"/>
              </a:rPr>
              <a:t> mais formal</a:t>
            </a:r>
          </a:p>
          <a:p>
            <a:endParaRPr lang="pt-BR" dirty="0">
              <a:sym typeface="Wingdings" panose="05000000000000000000" pitchFamily="2" charset="2"/>
            </a:endParaRPr>
          </a:p>
          <a:p>
            <a:r>
              <a:rPr lang="pt-BR" b="1" u="sng" dirty="0" err="1">
                <a:sym typeface="Wingdings" panose="05000000000000000000" pitchFamily="2" charset="2"/>
              </a:rPr>
              <a:t>Nobody</a:t>
            </a:r>
            <a:r>
              <a:rPr lang="pt-BR" dirty="0">
                <a:sym typeface="Wingdings" panose="05000000000000000000" pitchFamily="2" charset="2"/>
              </a:rPr>
              <a:t>  menos formal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2" y="648827"/>
            <a:ext cx="632460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89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95097" y="182880"/>
            <a:ext cx="7936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00B0F0"/>
                </a:solidFill>
              </a:rPr>
              <a:t>5. </a:t>
            </a:r>
            <a:r>
              <a:rPr lang="pt-BR" sz="2000" b="1" dirty="0" err="1">
                <a:solidFill>
                  <a:srgbClr val="00B0F0"/>
                </a:solidFill>
              </a:rPr>
              <a:t>Pronouns</a:t>
            </a:r>
            <a:r>
              <a:rPr lang="pt-BR" sz="2000" b="1" dirty="0">
                <a:solidFill>
                  <a:srgbClr val="00B0F0"/>
                </a:solidFill>
              </a:rPr>
              <a:t>: </a:t>
            </a:r>
            <a:r>
              <a:rPr lang="pt-BR" sz="2000" b="1" dirty="0" err="1">
                <a:solidFill>
                  <a:srgbClr val="00B0F0"/>
                </a:solidFill>
              </a:rPr>
              <a:t>indefinite</a:t>
            </a:r>
            <a:r>
              <a:rPr lang="pt-BR" sz="2000" b="1" dirty="0">
                <a:solidFill>
                  <a:srgbClr val="00B0F0"/>
                </a:solidFill>
              </a:rPr>
              <a:t> (-</a:t>
            </a:r>
            <a:r>
              <a:rPr lang="pt-BR" sz="2000" b="1" dirty="0" err="1">
                <a:solidFill>
                  <a:srgbClr val="00B0F0"/>
                </a:solidFill>
              </a:rPr>
              <a:t>thing</a:t>
            </a:r>
            <a:r>
              <a:rPr lang="pt-BR" sz="2000" b="1" dirty="0">
                <a:solidFill>
                  <a:srgbClr val="00B0F0"/>
                </a:solidFill>
              </a:rPr>
              <a:t>)</a:t>
            </a:r>
            <a:endParaRPr lang="pt-BR" sz="2000" b="1" i="1" u="sng" dirty="0">
              <a:solidFill>
                <a:srgbClr val="00B0F0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96" y="828675"/>
            <a:ext cx="7043815" cy="1500152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95097" y="2816353"/>
            <a:ext cx="890991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sz="1600" dirty="0">
                <a:sym typeface="Wingdings" panose="05000000000000000000" pitchFamily="2" charset="2"/>
              </a:rPr>
              <a:t>Usamos com verbo no </a:t>
            </a:r>
            <a:r>
              <a:rPr lang="pt-BR" sz="1600" b="1" u="sng" dirty="0">
                <a:sym typeface="Wingdings" panose="05000000000000000000" pitchFamily="2" charset="2"/>
              </a:rPr>
              <a:t>SINGULAR</a:t>
            </a:r>
            <a:r>
              <a:rPr lang="pt-BR" sz="1600" dirty="0">
                <a:sym typeface="Wingdings" panose="05000000000000000000" pitchFamily="2" charset="2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sz="16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 err="1">
                <a:sym typeface="Wingdings" panose="05000000000000000000" pitchFamily="2" charset="2"/>
              </a:rPr>
              <a:t>There</a:t>
            </a:r>
            <a:r>
              <a:rPr lang="pt-BR" sz="1600" dirty="0">
                <a:sym typeface="Wingdings" panose="05000000000000000000" pitchFamily="2" charset="2"/>
              </a:rPr>
              <a:t> </a:t>
            </a:r>
            <a:r>
              <a:rPr lang="pt-BR" sz="1600" b="1" dirty="0" err="1">
                <a:sym typeface="Wingdings" panose="05000000000000000000" pitchFamily="2" charset="2"/>
              </a:rPr>
              <a:t>is</a:t>
            </a:r>
            <a:r>
              <a:rPr lang="pt-BR" sz="1600" b="1" dirty="0">
                <a:sym typeface="Wingdings" panose="05000000000000000000" pitchFamily="2" charset="2"/>
              </a:rPr>
              <a:t> </a:t>
            </a:r>
            <a:r>
              <a:rPr lang="pt-BR" sz="1600" b="1" dirty="0" err="1">
                <a:solidFill>
                  <a:srgbClr val="00B0F0"/>
                </a:solidFill>
                <a:sym typeface="Wingdings" panose="05000000000000000000" pitchFamily="2" charset="2"/>
              </a:rPr>
              <a:t>something</a:t>
            </a:r>
            <a:r>
              <a:rPr lang="pt-BR" sz="1600" b="1" dirty="0">
                <a:sym typeface="Wingdings" panose="05000000000000000000" pitchFamily="2" charset="2"/>
              </a:rPr>
              <a:t> </a:t>
            </a:r>
            <a:r>
              <a:rPr lang="pt-BR" sz="1600" dirty="0" err="1">
                <a:sym typeface="Wingdings" panose="05000000000000000000" pitchFamily="2" charset="2"/>
              </a:rPr>
              <a:t>wrong</a:t>
            </a:r>
            <a:r>
              <a:rPr lang="pt-BR" sz="1600" dirty="0">
                <a:sym typeface="Wingdings" panose="05000000000000000000" pitchFamily="2" charset="2"/>
              </a:rPr>
              <a:t> </a:t>
            </a:r>
            <a:r>
              <a:rPr lang="pt-BR" b="1" dirty="0">
                <a:solidFill>
                  <a:srgbClr val="00B0F0"/>
                </a:solidFill>
                <a:sym typeface="Wingdings" panose="05000000000000000000" pitchFamily="2" charset="2"/>
              </a:rPr>
              <a:t>(+)</a:t>
            </a:r>
            <a:r>
              <a:rPr lang="pt-BR" sz="1600" dirty="0">
                <a:sym typeface="Wingdings" panose="05000000000000000000" pitchFamily="2" charset="2"/>
              </a:rPr>
              <a:t>	</a:t>
            </a:r>
            <a:r>
              <a:rPr lang="pt-BR" sz="1600" dirty="0" err="1">
                <a:solidFill>
                  <a:srgbClr val="00B0F0"/>
                </a:solidFill>
                <a:sym typeface="Wingdings" panose="05000000000000000000" pitchFamily="2" charset="2"/>
              </a:rPr>
              <a:t>Everything</a:t>
            </a:r>
            <a:r>
              <a:rPr lang="pt-BR" sz="1600" b="1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pt-BR" sz="1600" b="1" dirty="0" err="1">
                <a:solidFill>
                  <a:srgbClr val="00B0F0"/>
                </a:solidFill>
                <a:sym typeface="Wingdings" panose="05000000000000000000" pitchFamily="2" charset="2"/>
              </a:rPr>
              <a:t>is</a:t>
            </a:r>
            <a:r>
              <a:rPr lang="pt-BR" sz="1600" b="1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pt-BR" sz="1600" dirty="0" err="1">
                <a:sym typeface="Wingdings" panose="05000000000000000000" pitchFamily="2" charset="2"/>
              </a:rPr>
              <a:t>all</a:t>
            </a:r>
            <a:r>
              <a:rPr lang="pt-BR" sz="1600" dirty="0">
                <a:sym typeface="Wingdings" panose="05000000000000000000" pitchFamily="2" charset="2"/>
              </a:rPr>
              <a:t> </a:t>
            </a:r>
            <a:r>
              <a:rPr lang="pt-BR" sz="1600" dirty="0" err="1">
                <a:sym typeface="Wingdings" panose="05000000000000000000" pitchFamily="2" charset="2"/>
              </a:rPr>
              <a:t>right</a:t>
            </a:r>
            <a:r>
              <a:rPr lang="pt-BR" sz="1600" dirty="0">
                <a:solidFill>
                  <a:srgbClr val="00B0F0"/>
                </a:solidFill>
                <a:sym typeface="Wingdings" panose="05000000000000000000" pitchFamily="2" charset="2"/>
              </a:rPr>
              <a:t>.(significado no plural – verbo </a:t>
            </a:r>
            <a:r>
              <a:rPr lang="pt-BR" sz="1600" dirty="0" err="1">
                <a:solidFill>
                  <a:srgbClr val="00B0F0"/>
                </a:solidFill>
                <a:sym typeface="Wingdings" panose="05000000000000000000" pitchFamily="2" charset="2"/>
              </a:rPr>
              <a:t>sing</a:t>
            </a:r>
            <a:r>
              <a:rPr lang="pt-BR" sz="1600" dirty="0">
                <a:solidFill>
                  <a:srgbClr val="00B0F0"/>
                </a:solidFill>
                <a:sym typeface="Wingdings" panose="05000000000000000000" pitchFamily="2" charset="2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600" dirty="0">
              <a:sym typeface="Wingdings" panose="05000000000000000000" pitchFamily="2" charset="2"/>
            </a:endParaRPr>
          </a:p>
          <a:p>
            <a:endParaRPr lang="pt-BR" sz="16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>
                <a:sym typeface="Wingdings" panose="05000000000000000000" pitchFamily="2" charset="2"/>
              </a:rPr>
              <a:t> </a:t>
            </a:r>
            <a:r>
              <a:rPr lang="pt-BR" sz="1600" dirty="0" err="1">
                <a:sym typeface="Wingdings" panose="05000000000000000000" pitchFamily="2" charset="2"/>
              </a:rPr>
              <a:t>Have</a:t>
            </a:r>
            <a:r>
              <a:rPr lang="pt-BR" sz="1600" dirty="0">
                <a:sym typeface="Wingdings" panose="05000000000000000000" pitchFamily="2" charset="2"/>
              </a:rPr>
              <a:t> </a:t>
            </a:r>
            <a:r>
              <a:rPr lang="pt-BR" sz="1600" dirty="0" err="1">
                <a:sym typeface="Wingdings" panose="05000000000000000000" pitchFamily="2" charset="2"/>
              </a:rPr>
              <a:t>you</a:t>
            </a:r>
            <a:r>
              <a:rPr lang="pt-BR" sz="1600" dirty="0">
                <a:sym typeface="Wingdings" panose="05000000000000000000" pitchFamily="2" charset="2"/>
              </a:rPr>
              <a:t> </a:t>
            </a:r>
            <a:r>
              <a:rPr lang="pt-BR" sz="1600" dirty="0" err="1">
                <a:sym typeface="Wingdings" panose="05000000000000000000" pitchFamily="2" charset="2"/>
              </a:rPr>
              <a:t>got</a:t>
            </a:r>
            <a:r>
              <a:rPr lang="pt-BR" sz="1600" dirty="0">
                <a:sym typeface="Wingdings" panose="05000000000000000000" pitchFamily="2" charset="2"/>
              </a:rPr>
              <a:t> </a:t>
            </a:r>
            <a:r>
              <a:rPr lang="pt-BR" sz="1600" b="1" dirty="0" err="1">
                <a:solidFill>
                  <a:srgbClr val="00B0F0"/>
                </a:solidFill>
                <a:sym typeface="Wingdings" panose="05000000000000000000" pitchFamily="2" charset="2"/>
              </a:rPr>
              <a:t>anything</a:t>
            </a:r>
            <a:r>
              <a:rPr lang="pt-BR" sz="1600" dirty="0">
                <a:sym typeface="Wingdings" panose="05000000000000000000" pitchFamily="2" charset="2"/>
              </a:rPr>
              <a:t> for me? </a:t>
            </a:r>
            <a:r>
              <a:rPr lang="pt-BR" dirty="0">
                <a:solidFill>
                  <a:srgbClr val="00B0F0"/>
                </a:solidFill>
                <a:sym typeface="Wingdings" panose="05000000000000000000" pitchFamily="2" charset="2"/>
              </a:rPr>
              <a:t>(QUESTION) </a:t>
            </a:r>
            <a:r>
              <a:rPr lang="pt-BR" sz="1600" dirty="0">
                <a:sym typeface="Wingdings" panose="05000000000000000000" pitchFamily="2" charset="2"/>
              </a:rPr>
              <a:t>		</a:t>
            </a:r>
            <a:r>
              <a:rPr lang="pt-BR" sz="1600" dirty="0" err="1">
                <a:sym typeface="Wingdings" panose="05000000000000000000" pitchFamily="2" charset="2"/>
              </a:rPr>
              <a:t>There</a:t>
            </a:r>
            <a:r>
              <a:rPr lang="pt-BR" sz="1600" dirty="0" err="1">
                <a:solidFill>
                  <a:srgbClr val="00B0F0"/>
                </a:solidFill>
                <a:sym typeface="Wingdings" panose="05000000000000000000" pitchFamily="2" charset="2"/>
              </a:rPr>
              <a:t>´</a:t>
            </a:r>
            <a:r>
              <a:rPr lang="pt-BR" sz="1600" b="1" dirty="0" err="1">
                <a:solidFill>
                  <a:srgbClr val="00B0F0"/>
                </a:solidFill>
                <a:sym typeface="Wingdings" panose="05000000000000000000" pitchFamily="2" charset="2"/>
              </a:rPr>
              <a:t>s</a:t>
            </a:r>
            <a:r>
              <a:rPr lang="pt-BR" sz="1600" dirty="0">
                <a:sym typeface="Wingdings" panose="05000000000000000000" pitchFamily="2" charset="2"/>
              </a:rPr>
              <a:t> </a:t>
            </a:r>
            <a:r>
              <a:rPr lang="pt-BR" sz="1600" b="1" dirty="0" err="1">
                <a:solidFill>
                  <a:srgbClr val="00B0F0"/>
                </a:solidFill>
                <a:sym typeface="Wingdings" panose="05000000000000000000" pitchFamily="2" charset="2"/>
              </a:rPr>
              <a:t>no</a:t>
            </a:r>
            <a:r>
              <a:rPr lang="pt-BR" sz="1600" dirty="0" err="1">
                <a:solidFill>
                  <a:srgbClr val="00B0F0"/>
                </a:solidFill>
                <a:sym typeface="Wingdings" panose="05000000000000000000" pitchFamily="2" charset="2"/>
              </a:rPr>
              <a:t>thing</a:t>
            </a:r>
            <a:r>
              <a:rPr lang="pt-BR" sz="1600" dirty="0">
                <a:solidFill>
                  <a:srgbClr val="00B0F0"/>
                </a:solidFill>
                <a:sym typeface="Wingdings" panose="05000000000000000000" pitchFamily="2" charset="2"/>
              </a:rPr>
              <a:t> </a:t>
            </a:r>
            <a:r>
              <a:rPr lang="pt-BR" sz="1600" dirty="0" err="1">
                <a:sym typeface="Wingdings" panose="05000000000000000000" pitchFamily="2" charset="2"/>
              </a:rPr>
              <a:t>here</a:t>
            </a:r>
            <a:r>
              <a:rPr lang="pt-BR" sz="1600" dirty="0">
                <a:sym typeface="Wingdings" panose="05000000000000000000" pitchFamily="2" charset="2"/>
              </a:rPr>
              <a:t>. </a:t>
            </a:r>
            <a:r>
              <a:rPr lang="pt-BR" dirty="0">
                <a:solidFill>
                  <a:srgbClr val="00B0F0"/>
                </a:solidFill>
                <a:sym typeface="Wingdings" panose="05000000000000000000" pitchFamily="2" charset="2"/>
              </a:rPr>
              <a:t>(POS. VERB –  								NEG.MEANING)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>
              <a:solidFill>
                <a:srgbClr val="00B0F0"/>
              </a:solidFill>
              <a:sym typeface="Wingdings" panose="05000000000000000000" pitchFamily="2" charset="2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5851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651052" y="184802"/>
            <a:ext cx="7936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00B0F0"/>
                </a:solidFill>
              </a:rPr>
              <a:t>5. </a:t>
            </a:r>
            <a:r>
              <a:rPr lang="pt-BR" sz="2000" b="1" dirty="0" err="1">
                <a:solidFill>
                  <a:srgbClr val="00B0F0"/>
                </a:solidFill>
              </a:rPr>
              <a:t>Pronouns</a:t>
            </a:r>
            <a:r>
              <a:rPr lang="pt-BR" sz="2000" b="1" dirty="0">
                <a:solidFill>
                  <a:srgbClr val="00B0F0"/>
                </a:solidFill>
              </a:rPr>
              <a:t>: </a:t>
            </a:r>
            <a:r>
              <a:rPr lang="pt-BR" sz="2000" b="1" dirty="0" err="1">
                <a:solidFill>
                  <a:srgbClr val="00B0F0"/>
                </a:solidFill>
              </a:rPr>
              <a:t>indefinite</a:t>
            </a:r>
            <a:r>
              <a:rPr lang="pt-BR" sz="2000" b="1" dirty="0">
                <a:solidFill>
                  <a:srgbClr val="00B0F0"/>
                </a:solidFill>
              </a:rPr>
              <a:t> (-</a:t>
            </a:r>
            <a:r>
              <a:rPr lang="pt-BR" sz="2000" b="1" dirty="0" err="1">
                <a:solidFill>
                  <a:srgbClr val="00B0F0"/>
                </a:solidFill>
              </a:rPr>
              <a:t>thing</a:t>
            </a:r>
            <a:r>
              <a:rPr lang="pt-BR" sz="2000" b="1" dirty="0">
                <a:solidFill>
                  <a:srgbClr val="00B0F0"/>
                </a:solidFill>
              </a:rPr>
              <a:t>) - </a:t>
            </a:r>
            <a:r>
              <a:rPr lang="pt-BR" sz="2000" b="1" dirty="0">
                <a:solidFill>
                  <a:srgbClr val="FF0000"/>
                </a:solidFill>
              </a:rPr>
              <a:t>***ATENÇÃO***</a:t>
            </a:r>
            <a:endParaRPr lang="pt-BR" sz="2000" b="1" i="1" u="sng" dirty="0">
              <a:solidFill>
                <a:srgbClr val="FF0000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64590" y="782729"/>
            <a:ext cx="890991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5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500" b="1" dirty="0">
                <a:sym typeface="Wingdings" panose="05000000000000000000" pitchFamily="2" charset="2"/>
              </a:rPr>
              <a:t> Usamos </a:t>
            </a:r>
            <a:r>
              <a:rPr lang="pt-BR" sz="1500" b="1" dirty="0" err="1">
                <a:sym typeface="Wingdings" panose="05000000000000000000" pitchFamily="2" charset="2"/>
              </a:rPr>
              <a:t>any</a:t>
            </a:r>
            <a:r>
              <a:rPr lang="pt-BR" sz="1500" b="1" dirty="0">
                <a:sym typeface="Wingdings" panose="05000000000000000000" pitchFamily="2" charset="2"/>
              </a:rPr>
              <a:t>- com sentido de “qualquer coisa”: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500" dirty="0">
              <a:sym typeface="Wingdings" panose="05000000000000000000" pitchFamily="2" charset="2"/>
            </a:endParaRPr>
          </a:p>
          <a:p>
            <a:r>
              <a:rPr lang="pt-BR" sz="1500" dirty="0">
                <a:sym typeface="Wingdings" panose="05000000000000000000" pitchFamily="2" charset="2"/>
              </a:rPr>
              <a:t> </a:t>
            </a:r>
            <a:r>
              <a:rPr lang="pt-BR" sz="1500" dirty="0" err="1">
                <a:sym typeface="Wingdings" panose="05000000000000000000" pitchFamily="2" charset="2"/>
              </a:rPr>
              <a:t>You</a:t>
            </a: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ym typeface="Wingdings" panose="05000000000000000000" pitchFamily="2" charset="2"/>
              </a:rPr>
              <a:t>can</a:t>
            </a: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ym typeface="Wingdings" panose="05000000000000000000" pitchFamily="2" charset="2"/>
              </a:rPr>
              <a:t>buy</a:t>
            </a: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olidFill>
                  <a:srgbClr val="FF0000"/>
                </a:solidFill>
                <a:sym typeface="Wingdings" panose="05000000000000000000" pitchFamily="2" charset="2"/>
              </a:rPr>
              <a:t>anything</a:t>
            </a: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ym typeface="Wingdings" panose="05000000000000000000" pitchFamily="2" charset="2"/>
              </a:rPr>
              <a:t>you</a:t>
            </a: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ym typeface="Wingdings" panose="05000000000000000000" pitchFamily="2" charset="2"/>
              </a:rPr>
              <a:t>want</a:t>
            </a: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ym typeface="Wingdings" panose="05000000000000000000" pitchFamily="2" charset="2"/>
              </a:rPr>
              <a:t>on</a:t>
            </a: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ym typeface="Wingdings" panose="05000000000000000000" pitchFamily="2" charset="2"/>
              </a:rPr>
              <a:t>the</a:t>
            </a:r>
            <a:r>
              <a:rPr lang="pt-BR" sz="1500" dirty="0">
                <a:sym typeface="Wingdings" panose="05000000000000000000" pitchFamily="2" charset="2"/>
              </a:rPr>
              <a:t> internet. </a:t>
            </a:r>
          </a:p>
          <a:p>
            <a:endParaRPr lang="pt-BR" sz="15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b="1" dirty="0">
                <a:sym typeface="Wingdings" panose="05000000000000000000" pitchFamily="2" charset="2"/>
              </a:rPr>
              <a:t>Usamos </a:t>
            </a:r>
            <a:r>
              <a:rPr lang="pt-BR" sz="1500" b="1" dirty="0" err="1">
                <a:sym typeface="Wingdings" panose="05000000000000000000" pitchFamily="2" charset="2"/>
              </a:rPr>
              <a:t>something</a:t>
            </a:r>
            <a:r>
              <a:rPr lang="pt-BR" sz="1500" b="1" dirty="0">
                <a:sym typeface="Wingdings" panose="05000000000000000000" pitchFamily="2" charset="2"/>
              </a:rPr>
              <a:t> em questões para oferecer  ou solicitar algo: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5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sz="1500" dirty="0">
                <a:sym typeface="Wingdings" panose="05000000000000000000" pitchFamily="2" charset="2"/>
              </a:rPr>
              <a:t>Do </a:t>
            </a:r>
            <a:r>
              <a:rPr lang="pt-BR" sz="1500" dirty="0" err="1">
                <a:sym typeface="Wingdings" panose="05000000000000000000" pitchFamily="2" charset="2"/>
              </a:rPr>
              <a:t>you</a:t>
            </a: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ym typeface="Wingdings" panose="05000000000000000000" pitchFamily="2" charset="2"/>
              </a:rPr>
              <a:t>want</a:t>
            </a: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olidFill>
                  <a:srgbClr val="FF0000"/>
                </a:solidFill>
                <a:sym typeface="Wingdings" panose="05000000000000000000" pitchFamily="2" charset="2"/>
              </a:rPr>
              <a:t>something</a:t>
            </a: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ym typeface="Wingdings" panose="05000000000000000000" pitchFamily="2" charset="2"/>
              </a:rPr>
              <a:t>to</a:t>
            </a: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ym typeface="Wingdings" panose="05000000000000000000" pitchFamily="2" charset="2"/>
              </a:rPr>
              <a:t>eat</a:t>
            </a:r>
            <a:r>
              <a:rPr lang="pt-BR" sz="1500" dirty="0">
                <a:sym typeface="Wingdings" panose="05000000000000000000" pitchFamily="2" charset="2"/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sz="15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ym typeface="Wingdings" panose="05000000000000000000" pitchFamily="2" charset="2"/>
              </a:rPr>
              <a:t>Could</a:t>
            </a:r>
            <a:r>
              <a:rPr lang="pt-BR" sz="1500" dirty="0">
                <a:sym typeface="Wingdings" panose="05000000000000000000" pitchFamily="2" charset="2"/>
              </a:rPr>
              <a:t> I </a:t>
            </a:r>
            <a:r>
              <a:rPr lang="pt-BR" sz="1500" dirty="0" err="1">
                <a:sym typeface="Wingdings" panose="05000000000000000000" pitchFamily="2" charset="2"/>
              </a:rPr>
              <a:t>have</a:t>
            </a: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olidFill>
                  <a:srgbClr val="FF0000"/>
                </a:solidFill>
                <a:sym typeface="Wingdings" panose="05000000000000000000" pitchFamily="2" charset="2"/>
              </a:rPr>
              <a:t>something</a:t>
            </a: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ym typeface="Wingdings" panose="05000000000000000000" pitchFamily="2" charset="2"/>
              </a:rPr>
              <a:t>to</a:t>
            </a: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ym typeface="Wingdings" panose="05000000000000000000" pitchFamily="2" charset="2"/>
              </a:rPr>
              <a:t>eat</a:t>
            </a:r>
            <a:r>
              <a:rPr lang="pt-BR" sz="1500" dirty="0">
                <a:sym typeface="Wingdings" panose="05000000000000000000" pitchFamily="2" charset="2"/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sz="15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500" b="1" dirty="0">
                <a:sym typeface="Wingdings" panose="05000000000000000000" pitchFamily="2" charset="2"/>
              </a:rPr>
              <a:t> Usamos </a:t>
            </a:r>
            <a:r>
              <a:rPr lang="pt-BR" sz="1500" b="1" dirty="0" err="1">
                <a:sym typeface="Wingdings" panose="05000000000000000000" pitchFamily="2" charset="2"/>
              </a:rPr>
              <a:t>anything</a:t>
            </a:r>
            <a:r>
              <a:rPr lang="pt-BR" sz="1500" b="1" dirty="0">
                <a:sym typeface="Wingdings" panose="05000000000000000000" pitchFamily="2" charset="2"/>
              </a:rPr>
              <a:t> em frases com contexto negativo devido ao advérbio: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500" dirty="0">
              <a:sym typeface="Wingdings" panose="05000000000000000000" pitchFamily="2" charset="2"/>
            </a:endParaRPr>
          </a:p>
          <a:p>
            <a:r>
              <a:rPr lang="pt-BR" sz="1500" dirty="0">
                <a:sym typeface="Wingdings" panose="05000000000000000000" pitchFamily="2" charset="2"/>
              </a:rPr>
              <a:t> He </a:t>
            </a:r>
            <a:r>
              <a:rPr lang="pt-BR" sz="1500" dirty="0" err="1">
                <a:sym typeface="Wingdings" panose="05000000000000000000" pitchFamily="2" charset="2"/>
              </a:rPr>
              <a:t>never</a:t>
            </a:r>
            <a:r>
              <a:rPr lang="pt-BR" sz="1500" dirty="0">
                <a:sym typeface="Wingdings" panose="05000000000000000000" pitchFamily="2" charset="2"/>
              </a:rPr>
              <a:t> does </a:t>
            </a:r>
            <a:r>
              <a:rPr lang="pt-BR" sz="1500" dirty="0" err="1">
                <a:solidFill>
                  <a:srgbClr val="FF0000"/>
                </a:solidFill>
                <a:sym typeface="Wingdings" panose="05000000000000000000" pitchFamily="2" charset="2"/>
              </a:rPr>
              <a:t>anything</a:t>
            </a:r>
            <a:r>
              <a:rPr lang="pt-BR" sz="1500" dirty="0">
                <a:sym typeface="Wingdings" panose="05000000000000000000" pitchFamily="2" charset="2"/>
              </a:rPr>
              <a:t> </a:t>
            </a:r>
            <a:r>
              <a:rPr lang="pt-BR" sz="1500" dirty="0" err="1">
                <a:sym typeface="Wingdings" panose="05000000000000000000" pitchFamily="2" charset="2"/>
              </a:rPr>
              <a:t>to</a:t>
            </a:r>
            <a:r>
              <a:rPr lang="pt-BR" sz="1500" dirty="0">
                <a:sym typeface="Wingdings" panose="05000000000000000000" pitchFamily="2" charset="2"/>
              </a:rPr>
              <a:t> help us. </a:t>
            </a:r>
          </a:p>
          <a:p>
            <a:endParaRPr lang="pt-BR" sz="1500" dirty="0">
              <a:sym typeface="Wingdings" panose="05000000000000000000" pitchFamily="2" charset="2"/>
            </a:endParaRPr>
          </a:p>
          <a:p>
            <a:endParaRPr lang="pt-BR" sz="1500" dirty="0"/>
          </a:p>
        </p:txBody>
      </p:sp>
    </p:spTree>
    <p:extLst>
      <p:ext uri="{BB962C8B-B14F-4D97-AF65-F5344CB8AC3E}">
        <p14:creationId xmlns:p14="http://schemas.microsoft.com/office/powerpoint/2010/main" val="2427054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95097" y="182880"/>
            <a:ext cx="79369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>
                <a:solidFill>
                  <a:srgbClr val="00B0F0"/>
                </a:solidFill>
              </a:rPr>
              <a:t>5. </a:t>
            </a:r>
            <a:r>
              <a:rPr lang="pt-BR" sz="2200" b="1" dirty="0" err="1">
                <a:solidFill>
                  <a:srgbClr val="00B0F0"/>
                </a:solidFill>
              </a:rPr>
              <a:t>Pronouns</a:t>
            </a:r>
            <a:r>
              <a:rPr lang="pt-BR" sz="2200" b="1" dirty="0">
                <a:solidFill>
                  <a:srgbClr val="00B0F0"/>
                </a:solidFill>
              </a:rPr>
              <a:t>: </a:t>
            </a:r>
            <a:r>
              <a:rPr lang="pt-BR" sz="2200" b="1" dirty="0" err="1">
                <a:solidFill>
                  <a:srgbClr val="00B0F0"/>
                </a:solidFill>
              </a:rPr>
              <a:t>indefinite</a:t>
            </a:r>
            <a:r>
              <a:rPr lang="pt-BR" sz="2200" b="1" dirty="0">
                <a:solidFill>
                  <a:srgbClr val="00B0F0"/>
                </a:solidFill>
              </a:rPr>
              <a:t> (-</a:t>
            </a:r>
            <a:r>
              <a:rPr lang="pt-BR" sz="2200" b="1" dirty="0" err="1">
                <a:solidFill>
                  <a:srgbClr val="00B0F0"/>
                </a:solidFill>
              </a:rPr>
              <a:t>where</a:t>
            </a:r>
            <a:r>
              <a:rPr lang="pt-BR" sz="2200" b="1" dirty="0">
                <a:solidFill>
                  <a:srgbClr val="00B0F0"/>
                </a:solidFill>
              </a:rPr>
              <a:t>)</a:t>
            </a:r>
            <a:endParaRPr lang="pt-BR" sz="2200" b="1" i="1" u="sng" dirty="0">
              <a:solidFill>
                <a:srgbClr val="00B0F0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71" y="925487"/>
            <a:ext cx="7943850" cy="180022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95097" y="2835176"/>
            <a:ext cx="890991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dirty="0">
                <a:sym typeface="Wingdings" panose="05000000000000000000" pitchFamily="2" charset="2"/>
              </a:rPr>
              <a:t>Usamos com verbo no </a:t>
            </a:r>
            <a:r>
              <a:rPr lang="pt-BR" b="1" u="sng" dirty="0">
                <a:sym typeface="Wingdings" panose="05000000000000000000" pitchFamily="2" charset="2"/>
              </a:rPr>
              <a:t>SINGULAR</a:t>
            </a:r>
            <a:r>
              <a:rPr lang="pt-BR" dirty="0">
                <a:sym typeface="Wingdings" panose="05000000000000000000" pitchFamily="2" charset="2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b="1" dirty="0">
                <a:sym typeface="Wingdings" panose="05000000000000000000" pitchFamily="2" charset="2"/>
              </a:rPr>
              <a:t>Usamos </a:t>
            </a:r>
            <a:r>
              <a:rPr lang="pt-BR" b="1" dirty="0" err="1">
                <a:sym typeface="Wingdings" panose="05000000000000000000" pitchFamily="2" charset="2"/>
              </a:rPr>
              <a:t>anywhere</a:t>
            </a:r>
            <a:r>
              <a:rPr lang="pt-BR" b="1" dirty="0">
                <a:sym typeface="Wingdings" panose="05000000000000000000" pitchFamily="2" charset="2"/>
              </a:rPr>
              <a:t>  quando não referimos a um lugar específico: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pt-BR" dirty="0" err="1">
                <a:sym typeface="Wingdings" panose="05000000000000000000" pitchFamily="2" charset="2"/>
              </a:rPr>
              <a:t>You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>
                <a:sym typeface="Wingdings" panose="05000000000000000000" pitchFamily="2" charset="2"/>
              </a:rPr>
              <a:t>can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>
                <a:sym typeface="Wingdings" panose="05000000000000000000" pitchFamily="2" charset="2"/>
              </a:rPr>
              <a:t>sit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b="1" dirty="0" err="1">
                <a:solidFill>
                  <a:srgbClr val="00B0F0"/>
                </a:solidFill>
                <a:sym typeface="Wingdings" panose="05000000000000000000" pitchFamily="2" charset="2"/>
              </a:rPr>
              <a:t>anywhere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>
                <a:sym typeface="Wingdings" panose="05000000000000000000" pitchFamily="2" charset="2"/>
              </a:rPr>
              <a:t>you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>
                <a:sym typeface="Wingdings" panose="05000000000000000000" pitchFamily="2" charset="2"/>
              </a:rPr>
              <a:t>like</a:t>
            </a:r>
            <a:r>
              <a:rPr lang="pt-BR" dirty="0"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pt-B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b="1" dirty="0">
                <a:sym typeface="Wingdings" panose="05000000000000000000" pitchFamily="2" charset="2"/>
              </a:rPr>
              <a:t> Usamos </a:t>
            </a:r>
            <a:r>
              <a:rPr lang="pt-BR" b="1" dirty="0" err="1">
                <a:sym typeface="Wingdings" panose="05000000000000000000" pitchFamily="2" charset="2"/>
              </a:rPr>
              <a:t>anywhere</a:t>
            </a:r>
            <a:r>
              <a:rPr lang="pt-BR" b="1" dirty="0">
                <a:sym typeface="Wingdings" panose="05000000000000000000" pitchFamily="2" charset="2"/>
              </a:rPr>
              <a:t> em frases com contexto negativo devido ao advérbio:</a:t>
            </a:r>
            <a:endParaRPr lang="pt-B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>
              <a:sym typeface="Wingdings" panose="05000000000000000000" pitchFamily="2" charset="2"/>
            </a:endParaRPr>
          </a:p>
          <a:p>
            <a:r>
              <a:rPr lang="pt-BR" dirty="0">
                <a:sym typeface="Wingdings" panose="05000000000000000000" pitchFamily="2" charset="2"/>
              </a:rPr>
              <a:t> He </a:t>
            </a:r>
            <a:r>
              <a:rPr lang="pt-BR" b="1" dirty="0" err="1">
                <a:sym typeface="Wingdings" panose="05000000000000000000" pitchFamily="2" charset="2"/>
              </a:rPr>
              <a:t>never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>
                <a:sym typeface="Wingdings" panose="05000000000000000000" pitchFamily="2" charset="2"/>
              </a:rPr>
              <a:t>travels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b="1" dirty="0" err="1">
                <a:solidFill>
                  <a:srgbClr val="00B0F0"/>
                </a:solidFill>
                <a:sym typeface="Wingdings" panose="05000000000000000000" pitchFamily="2" charset="2"/>
              </a:rPr>
              <a:t>anywhere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>
                <a:sym typeface="Wingdings" panose="05000000000000000000" pitchFamily="2" charset="2"/>
              </a:rPr>
              <a:t>without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>
                <a:sym typeface="Wingdings" panose="05000000000000000000" pitchFamily="2" charset="2"/>
              </a:rPr>
              <a:t>his</a:t>
            </a:r>
            <a:r>
              <a:rPr lang="pt-BR" dirty="0">
                <a:sym typeface="Wingdings" panose="05000000000000000000" pitchFamily="2" charset="2"/>
              </a:rPr>
              <a:t> </a:t>
            </a:r>
            <a:r>
              <a:rPr lang="pt-BR" dirty="0" err="1">
                <a:sym typeface="Wingdings" panose="05000000000000000000" pitchFamily="2" charset="2"/>
              </a:rPr>
              <a:t>camera</a:t>
            </a:r>
            <a:r>
              <a:rPr lang="pt-BR" dirty="0">
                <a:sym typeface="Wingdings" panose="05000000000000000000" pitchFamily="2" charset="2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>
              <a:sym typeface="Wingdings" panose="05000000000000000000" pitchFamily="2" charset="2"/>
            </a:endParaRPr>
          </a:p>
          <a:p>
            <a:endParaRPr lang="pt-B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4638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711335"/>
      </p:ext>
    </p:extLst>
  </p:cSld>
  <p:clrMapOvr>
    <a:masterClrMapping/>
  </p:clrMapOvr>
</p:sld>
</file>

<file path=ppt/theme/theme1.xml><?xml version="1.0" encoding="utf-8"?>
<a:theme xmlns:a="http://schemas.openxmlformats.org/drawingml/2006/main" name="Mende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851</Words>
  <Application>Microsoft Office PowerPoint</Application>
  <PresentationFormat>Apresentação na tela (16:9)</PresentationFormat>
  <Paragraphs>179</Paragraphs>
  <Slides>14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1" baseType="lpstr">
      <vt:lpstr>Arial</vt:lpstr>
      <vt:lpstr>Rage Italic</vt:lpstr>
      <vt:lpstr>Open Sans</vt:lpstr>
      <vt:lpstr>Poppins</vt:lpstr>
      <vt:lpstr>Wingdings</vt:lpstr>
      <vt:lpstr>Open Sans Light</vt:lpstr>
      <vt:lpstr>Mendel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Fabiola</dc:creator>
  <cp:lastModifiedBy>Fabiola</cp:lastModifiedBy>
  <cp:revision>153</cp:revision>
  <dcterms:modified xsi:type="dcterms:W3CDTF">2025-01-25T16:07:11Z</dcterms:modified>
</cp:coreProperties>
</file>