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70"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9F2C72-8808-4746-BD45-700F52DCD84D}" v="5" dt="2023-03-27T21:28:14.9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67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RNANDA CASTANHO P SANTOS" userId="674d1cbf55774fc0" providerId="LiveId" clId="{3C9F2C72-8808-4746-BD45-700F52DCD84D}"/>
    <pc:docChg chg="undo custSel addSld delSld modSld">
      <pc:chgData name="FERNANDA CASTANHO P SANTOS" userId="674d1cbf55774fc0" providerId="LiveId" clId="{3C9F2C72-8808-4746-BD45-700F52DCD84D}" dt="2023-03-27T21:47:36.612" v="653" actId="6549"/>
      <pc:docMkLst>
        <pc:docMk/>
      </pc:docMkLst>
      <pc:sldChg chg="addSp delSp modSp mod setBg">
        <pc:chgData name="FERNANDA CASTANHO P SANTOS" userId="674d1cbf55774fc0" providerId="LiveId" clId="{3C9F2C72-8808-4746-BD45-700F52DCD84D}" dt="2023-03-27T21:13:17.058" v="6" actId="26606"/>
        <pc:sldMkLst>
          <pc:docMk/>
          <pc:sldMk cId="401175176" sldId="256"/>
        </pc:sldMkLst>
        <pc:spChg chg="mod">
          <ac:chgData name="FERNANDA CASTANHO P SANTOS" userId="674d1cbf55774fc0" providerId="LiveId" clId="{3C9F2C72-8808-4746-BD45-700F52DCD84D}" dt="2023-03-27T21:13:17.058" v="6" actId="26606"/>
          <ac:spMkLst>
            <pc:docMk/>
            <pc:sldMk cId="401175176" sldId="256"/>
            <ac:spMk id="2" creationId="{6F5C33F3-C271-4876-BCF3-CC9BDD283FE0}"/>
          </ac:spMkLst>
        </pc:spChg>
        <pc:spChg chg="add del">
          <ac:chgData name="FERNANDA CASTANHO P SANTOS" userId="674d1cbf55774fc0" providerId="LiveId" clId="{3C9F2C72-8808-4746-BD45-700F52DCD84D}" dt="2023-03-27T21:13:02.218" v="1" actId="26606"/>
          <ac:spMkLst>
            <pc:docMk/>
            <pc:sldMk cId="401175176" sldId="256"/>
            <ac:spMk id="7" creationId="{43B4841E-E6B6-48C3-BA02-F73659C6DAA1}"/>
          </ac:spMkLst>
        </pc:spChg>
        <pc:spChg chg="add del">
          <ac:chgData name="FERNANDA CASTANHO P SANTOS" userId="674d1cbf55774fc0" providerId="LiveId" clId="{3C9F2C72-8808-4746-BD45-700F52DCD84D}" dt="2023-03-27T21:13:02.218" v="1" actId="26606"/>
          <ac:spMkLst>
            <pc:docMk/>
            <pc:sldMk cId="401175176" sldId="256"/>
            <ac:spMk id="11" creationId="{3E5F7785-4545-4A24-9709-5B34B5748283}"/>
          </ac:spMkLst>
        </pc:spChg>
        <pc:spChg chg="add del">
          <ac:chgData name="FERNANDA CASTANHO P SANTOS" userId="674d1cbf55774fc0" providerId="LiveId" clId="{3C9F2C72-8808-4746-BD45-700F52DCD84D}" dt="2023-03-27T21:13:07.826" v="3" actId="26606"/>
          <ac:spMkLst>
            <pc:docMk/>
            <pc:sldMk cId="401175176" sldId="256"/>
            <ac:spMk id="13" creationId="{1A9606D2-3277-4567-A0C1-362DBFDCE2E1}"/>
          </ac:spMkLst>
        </pc:spChg>
        <pc:spChg chg="add del">
          <ac:chgData name="FERNANDA CASTANHO P SANTOS" userId="674d1cbf55774fc0" providerId="LiveId" clId="{3C9F2C72-8808-4746-BD45-700F52DCD84D}" dt="2023-03-27T21:13:07.826" v="3" actId="26606"/>
          <ac:spMkLst>
            <pc:docMk/>
            <pc:sldMk cId="401175176" sldId="256"/>
            <ac:spMk id="14" creationId="{A601F395-3079-4179-84BA-6654D9F8258F}"/>
          </ac:spMkLst>
        </pc:spChg>
        <pc:spChg chg="add del">
          <ac:chgData name="FERNANDA CASTANHO P SANTOS" userId="674d1cbf55774fc0" providerId="LiveId" clId="{3C9F2C72-8808-4746-BD45-700F52DCD84D}" dt="2023-03-27T21:13:07.826" v="3" actId="26606"/>
          <ac:spMkLst>
            <pc:docMk/>
            <pc:sldMk cId="401175176" sldId="256"/>
            <ac:spMk id="15" creationId="{B15DEAD7-09E6-42D9-9D03-43E6EA3E0564}"/>
          </ac:spMkLst>
        </pc:spChg>
        <pc:spChg chg="add del">
          <ac:chgData name="FERNANDA CASTANHO P SANTOS" userId="674d1cbf55774fc0" providerId="LiveId" clId="{3C9F2C72-8808-4746-BD45-700F52DCD84D}" dt="2023-03-27T21:13:17.043" v="5" actId="26606"/>
          <ac:spMkLst>
            <pc:docMk/>
            <pc:sldMk cId="401175176" sldId="256"/>
            <ac:spMk id="18" creationId="{A601F395-3079-4179-84BA-6654D9F8258F}"/>
          </ac:spMkLst>
        </pc:spChg>
        <pc:spChg chg="add del">
          <ac:chgData name="FERNANDA CASTANHO P SANTOS" userId="674d1cbf55774fc0" providerId="LiveId" clId="{3C9F2C72-8808-4746-BD45-700F52DCD84D}" dt="2023-03-27T21:13:17.043" v="5" actId="26606"/>
          <ac:spMkLst>
            <pc:docMk/>
            <pc:sldMk cId="401175176" sldId="256"/>
            <ac:spMk id="19" creationId="{E3020E19-18D1-4E9B-A91C-D364DCCD3488}"/>
          </ac:spMkLst>
        </pc:spChg>
        <pc:spChg chg="add">
          <ac:chgData name="FERNANDA CASTANHO P SANTOS" userId="674d1cbf55774fc0" providerId="LiveId" clId="{3C9F2C72-8808-4746-BD45-700F52DCD84D}" dt="2023-03-27T21:13:17.058" v="6" actId="26606"/>
          <ac:spMkLst>
            <pc:docMk/>
            <pc:sldMk cId="401175176" sldId="256"/>
            <ac:spMk id="21" creationId="{CD1BADFA-687C-4C23-9A51-BA0163E8EBC8}"/>
          </ac:spMkLst>
        </pc:spChg>
        <pc:spChg chg="add">
          <ac:chgData name="FERNANDA CASTANHO P SANTOS" userId="674d1cbf55774fc0" providerId="LiveId" clId="{3C9F2C72-8808-4746-BD45-700F52DCD84D}" dt="2023-03-27T21:13:17.058" v="6" actId="26606"/>
          <ac:spMkLst>
            <pc:docMk/>
            <pc:sldMk cId="401175176" sldId="256"/>
            <ac:spMk id="22" creationId="{AB0C801C-76F9-4E0A-A62B-99A95DBF3F85}"/>
          </ac:spMkLst>
        </pc:spChg>
        <pc:spChg chg="add">
          <ac:chgData name="FERNANDA CASTANHO P SANTOS" userId="674d1cbf55774fc0" providerId="LiveId" clId="{3C9F2C72-8808-4746-BD45-700F52DCD84D}" dt="2023-03-27T21:13:17.058" v="6" actId="26606"/>
          <ac:spMkLst>
            <pc:docMk/>
            <pc:sldMk cId="401175176" sldId="256"/>
            <ac:spMk id="23" creationId="{50D5B2F6-2819-4D6B-90BA-882063E9C54E}"/>
          </ac:spMkLst>
        </pc:spChg>
        <pc:picChg chg="add del">
          <ac:chgData name="FERNANDA CASTANHO P SANTOS" userId="674d1cbf55774fc0" providerId="LiveId" clId="{3C9F2C72-8808-4746-BD45-700F52DCD84D}" dt="2023-03-27T21:13:17.043" v="5" actId="26606"/>
          <ac:picMkLst>
            <pc:docMk/>
            <pc:sldMk cId="401175176" sldId="256"/>
            <ac:picMk id="17" creationId="{BB28D430-56EA-45B9-8632-927BEBF02975}"/>
          </ac:picMkLst>
        </pc:picChg>
        <pc:cxnChg chg="add del">
          <ac:chgData name="FERNANDA CASTANHO P SANTOS" userId="674d1cbf55774fc0" providerId="LiveId" clId="{3C9F2C72-8808-4746-BD45-700F52DCD84D}" dt="2023-03-27T21:13:02.218" v="1" actId="26606"/>
          <ac:cxnSpMkLst>
            <pc:docMk/>
            <pc:sldMk cId="401175176" sldId="256"/>
            <ac:cxnSpMk id="9" creationId="{9EBFCA9E-15A5-437B-9F71-6FA5091EF182}"/>
          </ac:cxnSpMkLst>
        </pc:cxnChg>
      </pc:sldChg>
      <pc:sldChg chg="addSp modSp mod setBg">
        <pc:chgData name="FERNANDA CASTANHO P SANTOS" userId="674d1cbf55774fc0" providerId="LiveId" clId="{3C9F2C72-8808-4746-BD45-700F52DCD84D}" dt="2023-03-27T21:29:05.289" v="176" actId="207"/>
        <pc:sldMkLst>
          <pc:docMk/>
          <pc:sldMk cId="3022175666" sldId="257"/>
        </pc:sldMkLst>
        <pc:spChg chg="mod">
          <ac:chgData name="FERNANDA CASTANHO P SANTOS" userId="674d1cbf55774fc0" providerId="LiveId" clId="{3C9F2C72-8808-4746-BD45-700F52DCD84D}" dt="2023-03-27T21:15:35.613" v="22" actId="14100"/>
          <ac:spMkLst>
            <pc:docMk/>
            <pc:sldMk cId="3022175666" sldId="257"/>
            <ac:spMk id="2" creationId="{2710A158-A8C1-4F94-A5E1-40AB7A91D702}"/>
          </ac:spMkLst>
        </pc:spChg>
        <pc:spChg chg="mod">
          <ac:chgData name="FERNANDA CASTANHO P SANTOS" userId="674d1cbf55774fc0" providerId="LiveId" clId="{3C9F2C72-8808-4746-BD45-700F52DCD84D}" dt="2023-03-27T21:29:05.289" v="176" actId="207"/>
          <ac:spMkLst>
            <pc:docMk/>
            <pc:sldMk cId="3022175666" sldId="257"/>
            <ac:spMk id="3" creationId="{D5A86315-0F7E-48B0-B1C7-36D74E97F605}"/>
          </ac:spMkLst>
        </pc:spChg>
        <pc:spChg chg="add">
          <ac:chgData name="FERNANDA CASTANHO P SANTOS" userId="674d1cbf55774fc0" providerId="LiveId" clId="{3C9F2C72-8808-4746-BD45-700F52DCD84D}" dt="2023-03-27T21:13:39.231" v="10" actId="26606"/>
          <ac:spMkLst>
            <pc:docMk/>
            <pc:sldMk cId="3022175666" sldId="257"/>
            <ac:spMk id="8" creationId="{723B564A-E58E-45A3-AF7E-7FAF47E3CB9E}"/>
          </ac:spMkLst>
        </pc:spChg>
        <pc:spChg chg="add">
          <ac:chgData name="FERNANDA CASTANHO P SANTOS" userId="674d1cbf55774fc0" providerId="LiveId" clId="{3C9F2C72-8808-4746-BD45-700F52DCD84D}" dt="2023-03-27T21:13:39.231" v="10" actId="26606"/>
          <ac:spMkLst>
            <pc:docMk/>
            <pc:sldMk cId="3022175666" sldId="257"/>
            <ac:spMk id="10" creationId="{AB0C801C-76F9-4E0A-A62B-99A95DBF3F85}"/>
          </ac:spMkLst>
        </pc:spChg>
        <pc:spChg chg="add">
          <ac:chgData name="FERNANDA CASTANHO P SANTOS" userId="674d1cbf55774fc0" providerId="LiveId" clId="{3C9F2C72-8808-4746-BD45-700F52DCD84D}" dt="2023-03-27T21:13:39.231" v="10" actId="26606"/>
          <ac:spMkLst>
            <pc:docMk/>
            <pc:sldMk cId="3022175666" sldId="257"/>
            <ac:spMk id="12" creationId="{50D5B2F6-2819-4D6B-90BA-882063E9C54E}"/>
          </ac:spMkLst>
        </pc:spChg>
      </pc:sldChg>
      <pc:sldChg chg="addSp modSp mod setBg">
        <pc:chgData name="FERNANDA CASTANHO P SANTOS" userId="674d1cbf55774fc0" providerId="LiveId" clId="{3C9F2C72-8808-4746-BD45-700F52DCD84D}" dt="2023-03-27T21:29:39.853" v="178" actId="207"/>
        <pc:sldMkLst>
          <pc:docMk/>
          <pc:sldMk cId="663640666" sldId="258"/>
        </pc:sldMkLst>
        <pc:spChg chg="mod">
          <ac:chgData name="FERNANDA CASTANHO P SANTOS" userId="674d1cbf55774fc0" providerId="LiveId" clId="{3C9F2C72-8808-4746-BD45-700F52DCD84D}" dt="2023-03-27T21:15:27.318" v="21" actId="14100"/>
          <ac:spMkLst>
            <pc:docMk/>
            <pc:sldMk cId="663640666" sldId="258"/>
            <ac:spMk id="2" creationId="{2EAAC64C-0789-4A0E-A5BF-DA66004EB24A}"/>
          </ac:spMkLst>
        </pc:spChg>
        <pc:spChg chg="mod">
          <ac:chgData name="FERNANDA CASTANHO P SANTOS" userId="674d1cbf55774fc0" providerId="LiveId" clId="{3C9F2C72-8808-4746-BD45-700F52DCD84D}" dt="2023-03-27T21:29:39.853" v="178" actId="207"/>
          <ac:spMkLst>
            <pc:docMk/>
            <pc:sldMk cId="663640666" sldId="258"/>
            <ac:spMk id="3" creationId="{4D767482-444F-443A-9A19-B88340BCD279}"/>
          </ac:spMkLst>
        </pc:spChg>
        <pc:spChg chg="add">
          <ac:chgData name="FERNANDA CASTANHO P SANTOS" userId="674d1cbf55774fc0" providerId="LiveId" clId="{3C9F2C72-8808-4746-BD45-700F52DCD84D}" dt="2023-03-27T21:14:44.922" v="15" actId="26606"/>
          <ac:spMkLst>
            <pc:docMk/>
            <pc:sldMk cId="663640666" sldId="258"/>
            <ac:spMk id="8" creationId="{723B564A-E58E-45A3-AF7E-7FAF47E3CB9E}"/>
          </ac:spMkLst>
        </pc:spChg>
        <pc:spChg chg="add">
          <ac:chgData name="FERNANDA CASTANHO P SANTOS" userId="674d1cbf55774fc0" providerId="LiveId" clId="{3C9F2C72-8808-4746-BD45-700F52DCD84D}" dt="2023-03-27T21:14:44.922" v="15" actId="26606"/>
          <ac:spMkLst>
            <pc:docMk/>
            <pc:sldMk cId="663640666" sldId="258"/>
            <ac:spMk id="10" creationId="{AB0C801C-76F9-4E0A-A62B-99A95DBF3F85}"/>
          </ac:spMkLst>
        </pc:spChg>
        <pc:spChg chg="add">
          <ac:chgData name="FERNANDA CASTANHO P SANTOS" userId="674d1cbf55774fc0" providerId="LiveId" clId="{3C9F2C72-8808-4746-BD45-700F52DCD84D}" dt="2023-03-27T21:14:44.922" v="15" actId="26606"/>
          <ac:spMkLst>
            <pc:docMk/>
            <pc:sldMk cId="663640666" sldId="258"/>
            <ac:spMk id="12" creationId="{50D5B2F6-2819-4D6B-90BA-882063E9C54E}"/>
          </ac:spMkLst>
        </pc:spChg>
      </pc:sldChg>
      <pc:sldChg chg="addSp modSp mod setBg">
        <pc:chgData name="FERNANDA CASTANHO P SANTOS" userId="674d1cbf55774fc0" providerId="LiveId" clId="{3C9F2C72-8808-4746-BD45-700F52DCD84D}" dt="2023-03-27T21:32:51.753" v="184" actId="207"/>
        <pc:sldMkLst>
          <pc:docMk/>
          <pc:sldMk cId="675148237" sldId="259"/>
        </pc:sldMkLst>
        <pc:spChg chg="mod">
          <ac:chgData name="FERNANDA CASTANHO P SANTOS" userId="674d1cbf55774fc0" providerId="LiveId" clId="{3C9F2C72-8808-4746-BD45-700F52DCD84D}" dt="2023-03-27T21:16:22.800" v="31" actId="14100"/>
          <ac:spMkLst>
            <pc:docMk/>
            <pc:sldMk cId="675148237" sldId="259"/>
            <ac:spMk id="2" creationId="{52D413A4-0DE5-454C-92E5-85ABE4A189E8}"/>
          </ac:spMkLst>
        </pc:spChg>
        <pc:spChg chg="mod">
          <ac:chgData name="FERNANDA CASTANHO P SANTOS" userId="674d1cbf55774fc0" providerId="LiveId" clId="{3C9F2C72-8808-4746-BD45-700F52DCD84D}" dt="2023-03-27T21:32:51.753" v="184" actId="207"/>
          <ac:spMkLst>
            <pc:docMk/>
            <pc:sldMk cId="675148237" sldId="259"/>
            <ac:spMk id="3" creationId="{6478A8CE-7183-4075-9715-0F68AC9F7684}"/>
          </ac:spMkLst>
        </pc:spChg>
        <pc:spChg chg="add">
          <ac:chgData name="FERNANDA CASTANHO P SANTOS" userId="674d1cbf55774fc0" providerId="LiveId" clId="{3C9F2C72-8808-4746-BD45-700F52DCD84D}" dt="2023-03-27T21:15:55.624" v="24" actId="26606"/>
          <ac:spMkLst>
            <pc:docMk/>
            <pc:sldMk cId="675148237" sldId="259"/>
            <ac:spMk id="8" creationId="{723B564A-E58E-45A3-AF7E-7FAF47E3CB9E}"/>
          </ac:spMkLst>
        </pc:spChg>
        <pc:spChg chg="add">
          <ac:chgData name="FERNANDA CASTANHO P SANTOS" userId="674d1cbf55774fc0" providerId="LiveId" clId="{3C9F2C72-8808-4746-BD45-700F52DCD84D}" dt="2023-03-27T21:15:55.624" v="24" actId="26606"/>
          <ac:spMkLst>
            <pc:docMk/>
            <pc:sldMk cId="675148237" sldId="259"/>
            <ac:spMk id="10" creationId="{AB0C801C-76F9-4E0A-A62B-99A95DBF3F85}"/>
          </ac:spMkLst>
        </pc:spChg>
        <pc:spChg chg="add">
          <ac:chgData name="FERNANDA CASTANHO P SANTOS" userId="674d1cbf55774fc0" providerId="LiveId" clId="{3C9F2C72-8808-4746-BD45-700F52DCD84D}" dt="2023-03-27T21:15:55.624" v="24" actId="26606"/>
          <ac:spMkLst>
            <pc:docMk/>
            <pc:sldMk cId="675148237" sldId="259"/>
            <ac:spMk id="12" creationId="{50D5B2F6-2819-4D6B-90BA-882063E9C54E}"/>
          </ac:spMkLst>
        </pc:spChg>
      </pc:sldChg>
      <pc:sldChg chg="addSp modSp mod setBg">
        <pc:chgData name="FERNANDA CASTANHO P SANTOS" userId="674d1cbf55774fc0" providerId="LiveId" clId="{3C9F2C72-8808-4746-BD45-700F52DCD84D}" dt="2023-03-27T21:17:21.741" v="40" actId="255"/>
        <pc:sldMkLst>
          <pc:docMk/>
          <pc:sldMk cId="2659553339" sldId="260"/>
        </pc:sldMkLst>
        <pc:spChg chg="mod">
          <ac:chgData name="FERNANDA CASTANHO P SANTOS" userId="674d1cbf55774fc0" providerId="LiveId" clId="{3C9F2C72-8808-4746-BD45-700F52DCD84D}" dt="2023-03-27T21:17:07.259" v="37" actId="26606"/>
          <ac:spMkLst>
            <pc:docMk/>
            <pc:sldMk cId="2659553339" sldId="260"/>
            <ac:spMk id="2" creationId="{53C28834-2974-489E-B8F0-974DD8A731A3}"/>
          </ac:spMkLst>
        </pc:spChg>
        <pc:spChg chg="mod">
          <ac:chgData name="FERNANDA CASTANHO P SANTOS" userId="674d1cbf55774fc0" providerId="LiveId" clId="{3C9F2C72-8808-4746-BD45-700F52DCD84D}" dt="2023-03-27T21:17:21.741" v="40" actId="255"/>
          <ac:spMkLst>
            <pc:docMk/>
            <pc:sldMk cId="2659553339" sldId="260"/>
            <ac:spMk id="3" creationId="{20EF8D95-F1F4-4A6B-8ABC-208DEC94B4CC}"/>
          </ac:spMkLst>
        </pc:spChg>
        <pc:spChg chg="add">
          <ac:chgData name="FERNANDA CASTANHO P SANTOS" userId="674d1cbf55774fc0" providerId="LiveId" clId="{3C9F2C72-8808-4746-BD45-700F52DCD84D}" dt="2023-03-27T21:17:07.259" v="37" actId="26606"/>
          <ac:spMkLst>
            <pc:docMk/>
            <pc:sldMk cId="2659553339" sldId="260"/>
            <ac:spMk id="8" creationId="{723B564A-E58E-45A3-AF7E-7FAF47E3CB9E}"/>
          </ac:spMkLst>
        </pc:spChg>
        <pc:spChg chg="add">
          <ac:chgData name="FERNANDA CASTANHO P SANTOS" userId="674d1cbf55774fc0" providerId="LiveId" clId="{3C9F2C72-8808-4746-BD45-700F52DCD84D}" dt="2023-03-27T21:17:07.259" v="37" actId="26606"/>
          <ac:spMkLst>
            <pc:docMk/>
            <pc:sldMk cId="2659553339" sldId="260"/>
            <ac:spMk id="10" creationId="{AB0C801C-76F9-4E0A-A62B-99A95DBF3F85}"/>
          </ac:spMkLst>
        </pc:spChg>
        <pc:spChg chg="add">
          <ac:chgData name="FERNANDA CASTANHO P SANTOS" userId="674d1cbf55774fc0" providerId="LiveId" clId="{3C9F2C72-8808-4746-BD45-700F52DCD84D}" dt="2023-03-27T21:17:07.259" v="37" actId="26606"/>
          <ac:spMkLst>
            <pc:docMk/>
            <pc:sldMk cId="2659553339" sldId="260"/>
            <ac:spMk id="12" creationId="{50D5B2F6-2819-4D6B-90BA-882063E9C54E}"/>
          </ac:spMkLst>
        </pc:spChg>
      </pc:sldChg>
      <pc:sldChg chg="addSp modSp mod setBg">
        <pc:chgData name="FERNANDA CASTANHO P SANTOS" userId="674d1cbf55774fc0" providerId="LiveId" clId="{3C9F2C72-8808-4746-BD45-700F52DCD84D}" dt="2023-03-27T21:33:49.624" v="190" actId="207"/>
        <pc:sldMkLst>
          <pc:docMk/>
          <pc:sldMk cId="3366300917" sldId="261"/>
        </pc:sldMkLst>
        <pc:spChg chg="mod">
          <ac:chgData name="FERNANDA CASTANHO P SANTOS" userId="674d1cbf55774fc0" providerId="LiveId" clId="{3C9F2C72-8808-4746-BD45-700F52DCD84D}" dt="2023-03-27T21:17:57.986" v="46" actId="14100"/>
          <ac:spMkLst>
            <pc:docMk/>
            <pc:sldMk cId="3366300917" sldId="261"/>
            <ac:spMk id="2" creationId="{FE7EF500-A075-4B16-B844-71EFF41D8D5E}"/>
          </ac:spMkLst>
        </pc:spChg>
        <pc:spChg chg="mod">
          <ac:chgData name="FERNANDA CASTANHO P SANTOS" userId="674d1cbf55774fc0" providerId="LiveId" clId="{3C9F2C72-8808-4746-BD45-700F52DCD84D}" dt="2023-03-27T21:33:49.624" v="190" actId="207"/>
          <ac:spMkLst>
            <pc:docMk/>
            <pc:sldMk cId="3366300917" sldId="261"/>
            <ac:spMk id="3" creationId="{BC9B7703-30C5-4ABC-9D9F-43EC5A5A74C5}"/>
          </ac:spMkLst>
        </pc:spChg>
        <pc:spChg chg="add">
          <ac:chgData name="FERNANDA CASTANHO P SANTOS" userId="674d1cbf55774fc0" providerId="LiveId" clId="{3C9F2C72-8808-4746-BD45-700F52DCD84D}" dt="2023-03-27T21:17:34.235" v="41" actId="26606"/>
          <ac:spMkLst>
            <pc:docMk/>
            <pc:sldMk cId="3366300917" sldId="261"/>
            <ac:spMk id="8" creationId="{723B564A-E58E-45A3-AF7E-7FAF47E3CB9E}"/>
          </ac:spMkLst>
        </pc:spChg>
        <pc:spChg chg="add">
          <ac:chgData name="FERNANDA CASTANHO P SANTOS" userId="674d1cbf55774fc0" providerId="LiveId" clId="{3C9F2C72-8808-4746-BD45-700F52DCD84D}" dt="2023-03-27T21:17:34.235" v="41" actId="26606"/>
          <ac:spMkLst>
            <pc:docMk/>
            <pc:sldMk cId="3366300917" sldId="261"/>
            <ac:spMk id="10" creationId="{AB0C801C-76F9-4E0A-A62B-99A95DBF3F85}"/>
          </ac:spMkLst>
        </pc:spChg>
        <pc:spChg chg="add">
          <ac:chgData name="FERNANDA CASTANHO P SANTOS" userId="674d1cbf55774fc0" providerId="LiveId" clId="{3C9F2C72-8808-4746-BD45-700F52DCD84D}" dt="2023-03-27T21:17:34.235" v="41" actId="26606"/>
          <ac:spMkLst>
            <pc:docMk/>
            <pc:sldMk cId="3366300917" sldId="261"/>
            <ac:spMk id="12" creationId="{50D5B2F6-2819-4D6B-90BA-882063E9C54E}"/>
          </ac:spMkLst>
        </pc:spChg>
      </pc:sldChg>
      <pc:sldChg chg="addSp modSp mod setBg">
        <pc:chgData name="FERNANDA CASTANHO P SANTOS" userId="674d1cbf55774fc0" providerId="LiveId" clId="{3C9F2C72-8808-4746-BD45-700F52DCD84D}" dt="2023-03-27T21:35:28.085" v="270" actId="113"/>
        <pc:sldMkLst>
          <pc:docMk/>
          <pc:sldMk cId="496505068" sldId="262"/>
        </pc:sldMkLst>
        <pc:spChg chg="mod">
          <ac:chgData name="FERNANDA CASTANHO P SANTOS" userId="674d1cbf55774fc0" providerId="LiveId" clId="{3C9F2C72-8808-4746-BD45-700F52DCD84D}" dt="2023-03-27T21:35:28.085" v="270" actId="113"/>
          <ac:spMkLst>
            <pc:docMk/>
            <pc:sldMk cId="496505068" sldId="262"/>
            <ac:spMk id="3" creationId="{38C63B3C-4B6D-4144-957E-9D66D0136749}"/>
          </ac:spMkLst>
        </pc:spChg>
        <pc:spChg chg="add">
          <ac:chgData name="FERNANDA CASTANHO P SANTOS" userId="674d1cbf55774fc0" providerId="LiveId" clId="{3C9F2C72-8808-4746-BD45-700F52DCD84D}" dt="2023-03-27T21:18:08.808" v="47" actId="26606"/>
          <ac:spMkLst>
            <pc:docMk/>
            <pc:sldMk cId="496505068" sldId="262"/>
            <ac:spMk id="8" creationId="{723B564A-E58E-45A3-AF7E-7FAF47E3CB9E}"/>
          </ac:spMkLst>
        </pc:spChg>
        <pc:spChg chg="add">
          <ac:chgData name="FERNANDA CASTANHO P SANTOS" userId="674d1cbf55774fc0" providerId="LiveId" clId="{3C9F2C72-8808-4746-BD45-700F52DCD84D}" dt="2023-03-27T21:18:08.808" v="47" actId="26606"/>
          <ac:spMkLst>
            <pc:docMk/>
            <pc:sldMk cId="496505068" sldId="262"/>
            <ac:spMk id="10" creationId="{AB0C801C-76F9-4E0A-A62B-99A95DBF3F85}"/>
          </ac:spMkLst>
        </pc:spChg>
        <pc:spChg chg="add">
          <ac:chgData name="FERNANDA CASTANHO P SANTOS" userId="674d1cbf55774fc0" providerId="LiveId" clId="{3C9F2C72-8808-4746-BD45-700F52DCD84D}" dt="2023-03-27T21:18:08.808" v="47" actId="26606"/>
          <ac:spMkLst>
            <pc:docMk/>
            <pc:sldMk cId="496505068" sldId="262"/>
            <ac:spMk id="12" creationId="{50D5B2F6-2819-4D6B-90BA-882063E9C54E}"/>
          </ac:spMkLst>
        </pc:spChg>
      </pc:sldChg>
      <pc:sldChg chg="addSp modSp mod setBg">
        <pc:chgData name="FERNANDA CASTANHO P SANTOS" userId="674d1cbf55774fc0" providerId="LiveId" clId="{3C9F2C72-8808-4746-BD45-700F52DCD84D}" dt="2023-03-27T21:36:33.571" v="330" actId="207"/>
        <pc:sldMkLst>
          <pc:docMk/>
          <pc:sldMk cId="1135253007" sldId="263"/>
        </pc:sldMkLst>
        <pc:spChg chg="mod">
          <ac:chgData name="FERNANDA CASTANHO P SANTOS" userId="674d1cbf55774fc0" providerId="LiveId" clId="{3C9F2C72-8808-4746-BD45-700F52DCD84D}" dt="2023-03-27T21:19:33.102" v="60" actId="14100"/>
          <ac:spMkLst>
            <pc:docMk/>
            <pc:sldMk cId="1135253007" sldId="263"/>
            <ac:spMk id="2" creationId="{618333A3-2831-4E42-A637-2DA96F586E1E}"/>
          </ac:spMkLst>
        </pc:spChg>
        <pc:spChg chg="mod">
          <ac:chgData name="FERNANDA CASTANHO P SANTOS" userId="674d1cbf55774fc0" providerId="LiveId" clId="{3C9F2C72-8808-4746-BD45-700F52DCD84D}" dt="2023-03-27T21:36:33.571" v="330" actId="207"/>
          <ac:spMkLst>
            <pc:docMk/>
            <pc:sldMk cId="1135253007" sldId="263"/>
            <ac:spMk id="3" creationId="{C50D826C-D4AF-400E-9282-0E8EF19BA9A3}"/>
          </ac:spMkLst>
        </pc:spChg>
        <pc:spChg chg="add">
          <ac:chgData name="FERNANDA CASTANHO P SANTOS" userId="674d1cbf55774fc0" providerId="LiveId" clId="{3C9F2C72-8808-4746-BD45-700F52DCD84D}" dt="2023-03-27T21:19:24.197" v="58" actId="26606"/>
          <ac:spMkLst>
            <pc:docMk/>
            <pc:sldMk cId="1135253007" sldId="263"/>
            <ac:spMk id="8" creationId="{723B564A-E58E-45A3-AF7E-7FAF47E3CB9E}"/>
          </ac:spMkLst>
        </pc:spChg>
        <pc:spChg chg="add">
          <ac:chgData name="FERNANDA CASTANHO P SANTOS" userId="674d1cbf55774fc0" providerId="LiveId" clId="{3C9F2C72-8808-4746-BD45-700F52DCD84D}" dt="2023-03-27T21:19:24.197" v="58" actId="26606"/>
          <ac:spMkLst>
            <pc:docMk/>
            <pc:sldMk cId="1135253007" sldId="263"/>
            <ac:spMk id="10" creationId="{AB0C801C-76F9-4E0A-A62B-99A95DBF3F85}"/>
          </ac:spMkLst>
        </pc:spChg>
        <pc:spChg chg="add">
          <ac:chgData name="FERNANDA CASTANHO P SANTOS" userId="674d1cbf55774fc0" providerId="LiveId" clId="{3C9F2C72-8808-4746-BD45-700F52DCD84D}" dt="2023-03-27T21:19:24.197" v="58" actId="26606"/>
          <ac:spMkLst>
            <pc:docMk/>
            <pc:sldMk cId="1135253007" sldId="263"/>
            <ac:spMk id="12" creationId="{50D5B2F6-2819-4D6B-90BA-882063E9C54E}"/>
          </ac:spMkLst>
        </pc:spChg>
      </pc:sldChg>
      <pc:sldChg chg="addSp modSp mod setBg">
        <pc:chgData name="FERNANDA CASTANHO P SANTOS" userId="674d1cbf55774fc0" providerId="LiveId" clId="{3C9F2C72-8808-4746-BD45-700F52DCD84D}" dt="2023-03-27T21:38:56.450" v="367" actId="27636"/>
        <pc:sldMkLst>
          <pc:docMk/>
          <pc:sldMk cId="50076899" sldId="264"/>
        </pc:sldMkLst>
        <pc:spChg chg="mod">
          <ac:chgData name="FERNANDA CASTANHO P SANTOS" userId="674d1cbf55774fc0" providerId="LiveId" clId="{3C9F2C72-8808-4746-BD45-700F52DCD84D}" dt="2023-03-27T21:22:37.620" v="105" actId="14100"/>
          <ac:spMkLst>
            <pc:docMk/>
            <pc:sldMk cId="50076899" sldId="264"/>
            <ac:spMk id="2" creationId="{3752007E-53DE-4459-9BDD-B75F8BB1ECBA}"/>
          </ac:spMkLst>
        </pc:spChg>
        <pc:spChg chg="mod">
          <ac:chgData name="FERNANDA CASTANHO P SANTOS" userId="674d1cbf55774fc0" providerId="LiveId" clId="{3C9F2C72-8808-4746-BD45-700F52DCD84D}" dt="2023-03-27T21:38:56.450" v="367" actId="27636"/>
          <ac:spMkLst>
            <pc:docMk/>
            <pc:sldMk cId="50076899" sldId="264"/>
            <ac:spMk id="3" creationId="{9AC7072A-92B6-49BE-9735-8597E7BD45F3}"/>
          </ac:spMkLst>
        </pc:spChg>
        <pc:spChg chg="add">
          <ac:chgData name="FERNANDA CASTANHO P SANTOS" userId="674d1cbf55774fc0" providerId="LiveId" clId="{3C9F2C72-8808-4746-BD45-700F52DCD84D}" dt="2023-03-27T21:19:56.259" v="65" actId="26606"/>
          <ac:spMkLst>
            <pc:docMk/>
            <pc:sldMk cId="50076899" sldId="264"/>
            <ac:spMk id="8" creationId="{723B564A-E58E-45A3-AF7E-7FAF47E3CB9E}"/>
          </ac:spMkLst>
        </pc:spChg>
        <pc:spChg chg="add">
          <ac:chgData name="FERNANDA CASTANHO P SANTOS" userId="674d1cbf55774fc0" providerId="LiveId" clId="{3C9F2C72-8808-4746-BD45-700F52DCD84D}" dt="2023-03-27T21:19:56.259" v="65" actId="26606"/>
          <ac:spMkLst>
            <pc:docMk/>
            <pc:sldMk cId="50076899" sldId="264"/>
            <ac:spMk id="10" creationId="{AB0C801C-76F9-4E0A-A62B-99A95DBF3F85}"/>
          </ac:spMkLst>
        </pc:spChg>
        <pc:spChg chg="add">
          <ac:chgData name="FERNANDA CASTANHO P SANTOS" userId="674d1cbf55774fc0" providerId="LiveId" clId="{3C9F2C72-8808-4746-BD45-700F52DCD84D}" dt="2023-03-27T21:19:56.259" v="65" actId="26606"/>
          <ac:spMkLst>
            <pc:docMk/>
            <pc:sldMk cId="50076899" sldId="264"/>
            <ac:spMk id="12" creationId="{50D5B2F6-2819-4D6B-90BA-882063E9C54E}"/>
          </ac:spMkLst>
        </pc:spChg>
      </pc:sldChg>
      <pc:sldChg chg="addSp modSp mod setBg">
        <pc:chgData name="FERNANDA CASTANHO P SANTOS" userId="674d1cbf55774fc0" providerId="LiveId" clId="{3C9F2C72-8808-4746-BD45-700F52DCD84D}" dt="2023-03-27T21:40:03.668" v="444" actId="20577"/>
        <pc:sldMkLst>
          <pc:docMk/>
          <pc:sldMk cId="2436743677" sldId="265"/>
        </pc:sldMkLst>
        <pc:spChg chg="mod">
          <ac:chgData name="FERNANDA CASTANHO P SANTOS" userId="674d1cbf55774fc0" providerId="LiveId" clId="{3C9F2C72-8808-4746-BD45-700F52DCD84D}" dt="2023-03-27T21:40:03.668" v="444" actId="20577"/>
          <ac:spMkLst>
            <pc:docMk/>
            <pc:sldMk cId="2436743677" sldId="265"/>
            <ac:spMk id="3" creationId="{24A874D9-4083-4874-A5CA-E76EF800964B}"/>
          </ac:spMkLst>
        </pc:spChg>
        <pc:spChg chg="add">
          <ac:chgData name="FERNANDA CASTANHO P SANTOS" userId="674d1cbf55774fc0" providerId="LiveId" clId="{3C9F2C72-8808-4746-BD45-700F52DCD84D}" dt="2023-03-27T21:21:30.262" v="91" actId="26606"/>
          <ac:spMkLst>
            <pc:docMk/>
            <pc:sldMk cId="2436743677" sldId="265"/>
            <ac:spMk id="8" creationId="{723B564A-E58E-45A3-AF7E-7FAF47E3CB9E}"/>
          </ac:spMkLst>
        </pc:spChg>
        <pc:spChg chg="add">
          <ac:chgData name="FERNANDA CASTANHO P SANTOS" userId="674d1cbf55774fc0" providerId="LiveId" clId="{3C9F2C72-8808-4746-BD45-700F52DCD84D}" dt="2023-03-27T21:21:30.262" v="91" actId="26606"/>
          <ac:spMkLst>
            <pc:docMk/>
            <pc:sldMk cId="2436743677" sldId="265"/>
            <ac:spMk id="10" creationId="{AB0C801C-76F9-4E0A-A62B-99A95DBF3F85}"/>
          </ac:spMkLst>
        </pc:spChg>
        <pc:spChg chg="add">
          <ac:chgData name="FERNANDA CASTANHO P SANTOS" userId="674d1cbf55774fc0" providerId="LiveId" clId="{3C9F2C72-8808-4746-BD45-700F52DCD84D}" dt="2023-03-27T21:21:30.262" v="91" actId="26606"/>
          <ac:spMkLst>
            <pc:docMk/>
            <pc:sldMk cId="2436743677" sldId="265"/>
            <ac:spMk id="12" creationId="{50D5B2F6-2819-4D6B-90BA-882063E9C54E}"/>
          </ac:spMkLst>
        </pc:spChg>
      </pc:sldChg>
      <pc:sldChg chg="addSp modSp mod setBg">
        <pc:chgData name="FERNANDA CASTANHO P SANTOS" userId="674d1cbf55774fc0" providerId="LiveId" clId="{3C9F2C72-8808-4746-BD45-700F52DCD84D}" dt="2023-03-27T21:40:16.171" v="446" actId="20577"/>
        <pc:sldMkLst>
          <pc:docMk/>
          <pc:sldMk cId="3295929266" sldId="266"/>
        </pc:sldMkLst>
        <pc:spChg chg="mod">
          <ac:chgData name="FERNANDA CASTANHO P SANTOS" userId="674d1cbf55774fc0" providerId="LiveId" clId="{3C9F2C72-8808-4746-BD45-700F52DCD84D}" dt="2023-03-27T21:40:16.171" v="446" actId="20577"/>
          <ac:spMkLst>
            <pc:docMk/>
            <pc:sldMk cId="3295929266" sldId="266"/>
            <ac:spMk id="3" creationId="{FA409A3E-87A5-4679-8A14-133166620985}"/>
          </ac:spMkLst>
        </pc:spChg>
        <pc:spChg chg="add">
          <ac:chgData name="FERNANDA CASTANHO P SANTOS" userId="674d1cbf55774fc0" providerId="LiveId" clId="{3C9F2C72-8808-4746-BD45-700F52DCD84D}" dt="2023-03-27T21:22:06.838" v="98" actId="26606"/>
          <ac:spMkLst>
            <pc:docMk/>
            <pc:sldMk cId="3295929266" sldId="266"/>
            <ac:spMk id="8" creationId="{723B564A-E58E-45A3-AF7E-7FAF47E3CB9E}"/>
          </ac:spMkLst>
        </pc:spChg>
        <pc:spChg chg="add">
          <ac:chgData name="FERNANDA CASTANHO P SANTOS" userId="674d1cbf55774fc0" providerId="LiveId" clId="{3C9F2C72-8808-4746-BD45-700F52DCD84D}" dt="2023-03-27T21:22:06.838" v="98" actId="26606"/>
          <ac:spMkLst>
            <pc:docMk/>
            <pc:sldMk cId="3295929266" sldId="266"/>
            <ac:spMk id="10" creationId="{AB0C801C-76F9-4E0A-A62B-99A95DBF3F85}"/>
          </ac:spMkLst>
        </pc:spChg>
        <pc:spChg chg="add">
          <ac:chgData name="FERNANDA CASTANHO P SANTOS" userId="674d1cbf55774fc0" providerId="LiveId" clId="{3C9F2C72-8808-4746-BD45-700F52DCD84D}" dt="2023-03-27T21:22:06.838" v="98" actId="26606"/>
          <ac:spMkLst>
            <pc:docMk/>
            <pc:sldMk cId="3295929266" sldId="266"/>
            <ac:spMk id="12" creationId="{50D5B2F6-2819-4D6B-90BA-882063E9C54E}"/>
          </ac:spMkLst>
        </pc:spChg>
      </pc:sldChg>
      <pc:sldChg chg="addSp modSp mod setBg">
        <pc:chgData name="FERNANDA CASTANHO P SANTOS" userId="674d1cbf55774fc0" providerId="LiveId" clId="{3C9F2C72-8808-4746-BD45-700F52DCD84D}" dt="2023-03-27T21:41:53.765" v="552" actId="20577"/>
        <pc:sldMkLst>
          <pc:docMk/>
          <pc:sldMk cId="4194929580" sldId="267"/>
        </pc:sldMkLst>
        <pc:spChg chg="mod">
          <ac:chgData name="FERNANDA CASTANHO P SANTOS" userId="674d1cbf55774fc0" providerId="LiveId" clId="{3C9F2C72-8808-4746-BD45-700F52DCD84D}" dt="2023-03-27T21:23:22.681" v="113" actId="14100"/>
          <ac:spMkLst>
            <pc:docMk/>
            <pc:sldMk cId="4194929580" sldId="267"/>
            <ac:spMk id="2" creationId="{70EA4A93-0784-4B6D-AE8F-65482262CDB6}"/>
          </ac:spMkLst>
        </pc:spChg>
        <pc:spChg chg="mod">
          <ac:chgData name="FERNANDA CASTANHO P SANTOS" userId="674d1cbf55774fc0" providerId="LiveId" clId="{3C9F2C72-8808-4746-BD45-700F52DCD84D}" dt="2023-03-27T21:41:53.765" v="552" actId="20577"/>
          <ac:spMkLst>
            <pc:docMk/>
            <pc:sldMk cId="4194929580" sldId="267"/>
            <ac:spMk id="3" creationId="{F571991E-1CBC-48CA-A2AE-D0799E9133D8}"/>
          </ac:spMkLst>
        </pc:spChg>
        <pc:spChg chg="add">
          <ac:chgData name="FERNANDA CASTANHO P SANTOS" userId="674d1cbf55774fc0" providerId="LiveId" clId="{3C9F2C72-8808-4746-BD45-700F52DCD84D}" dt="2023-03-27T21:23:04.357" v="109" actId="26606"/>
          <ac:spMkLst>
            <pc:docMk/>
            <pc:sldMk cId="4194929580" sldId="267"/>
            <ac:spMk id="8" creationId="{723B564A-E58E-45A3-AF7E-7FAF47E3CB9E}"/>
          </ac:spMkLst>
        </pc:spChg>
        <pc:spChg chg="add">
          <ac:chgData name="FERNANDA CASTANHO P SANTOS" userId="674d1cbf55774fc0" providerId="LiveId" clId="{3C9F2C72-8808-4746-BD45-700F52DCD84D}" dt="2023-03-27T21:23:04.357" v="109" actId="26606"/>
          <ac:spMkLst>
            <pc:docMk/>
            <pc:sldMk cId="4194929580" sldId="267"/>
            <ac:spMk id="10" creationId="{AB0C801C-76F9-4E0A-A62B-99A95DBF3F85}"/>
          </ac:spMkLst>
        </pc:spChg>
        <pc:spChg chg="add">
          <ac:chgData name="FERNANDA CASTANHO P SANTOS" userId="674d1cbf55774fc0" providerId="LiveId" clId="{3C9F2C72-8808-4746-BD45-700F52DCD84D}" dt="2023-03-27T21:23:04.357" v="109" actId="26606"/>
          <ac:spMkLst>
            <pc:docMk/>
            <pc:sldMk cId="4194929580" sldId="267"/>
            <ac:spMk id="12" creationId="{50D5B2F6-2819-4D6B-90BA-882063E9C54E}"/>
          </ac:spMkLst>
        </pc:spChg>
      </pc:sldChg>
      <pc:sldChg chg="addSp modSp mod setBg">
        <pc:chgData name="FERNANDA CASTANHO P SANTOS" userId="674d1cbf55774fc0" providerId="LiveId" clId="{3C9F2C72-8808-4746-BD45-700F52DCD84D}" dt="2023-03-27T21:42:30.576" v="556" actId="6549"/>
        <pc:sldMkLst>
          <pc:docMk/>
          <pc:sldMk cId="1662351929" sldId="268"/>
        </pc:sldMkLst>
        <pc:spChg chg="mod">
          <ac:chgData name="FERNANDA CASTANHO P SANTOS" userId="674d1cbf55774fc0" providerId="LiveId" clId="{3C9F2C72-8808-4746-BD45-700F52DCD84D}" dt="2023-03-27T21:42:30.576" v="556" actId="6549"/>
          <ac:spMkLst>
            <pc:docMk/>
            <pc:sldMk cId="1662351929" sldId="268"/>
            <ac:spMk id="3" creationId="{E8255254-DE0B-4EB5-A206-76F243CFDF16}"/>
          </ac:spMkLst>
        </pc:spChg>
        <pc:spChg chg="add">
          <ac:chgData name="FERNANDA CASTANHO P SANTOS" userId="674d1cbf55774fc0" providerId="LiveId" clId="{3C9F2C72-8808-4746-BD45-700F52DCD84D}" dt="2023-03-27T21:23:42.229" v="116" actId="26606"/>
          <ac:spMkLst>
            <pc:docMk/>
            <pc:sldMk cId="1662351929" sldId="268"/>
            <ac:spMk id="8" creationId="{723B564A-E58E-45A3-AF7E-7FAF47E3CB9E}"/>
          </ac:spMkLst>
        </pc:spChg>
        <pc:spChg chg="add">
          <ac:chgData name="FERNANDA CASTANHO P SANTOS" userId="674d1cbf55774fc0" providerId="LiveId" clId="{3C9F2C72-8808-4746-BD45-700F52DCD84D}" dt="2023-03-27T21:23:42.229" v="116" actId="26606"/>
          <ac:spMkLst>
            <pc:docMk/>
            <pc:sldMk cId="1662351929" sldId="268"/>
            <ac:spMk id="10" creationId="{AB0C801C-76F9-4E0A-A62B-99A95DBF3F85}"/>
          </ac:spMkLst>
        </pc:spChg>
        <pc:spChg chg="add">
          <ac:chgData name="FERNANDA CASTANHO P SANTOS" userId="674d1cbf55774fc0" providerId="LiveId" clId="{3C9F2C72-8808-4746-BD45-700F52DCD84D}" dt="2023-03-27T21:23:42.229" v="116" actId="26606"/>
          <ac:spMkLst>
            <pc:docMk/>
            <pc:sldMk cId="1662351929" sldId="268"/>
            <ac:spMk id="12" creationId="{50D5B2F6-2819-4D6B-90BA-882063E9C54E}"/>
          </ac:spMkLst>
        </pc:spChg>
      </pc:sldChg>
      <pc:sldChg chg="addSp modSp mod setBg">
        <pc:chgData name="FERNANDA CASTANHO P SANTOS" userId="674d1cbf55774fc0" providerId="LiveId" clId="{3C9F2C72-8808-4746-BD45-700F52DCD84D}" dt="2023-03-27T21:47:36.612" v="653" actId="6549"/>
        <pc:sldMkLst>
          <pc:docMk/>
          <pc:sldMk cId="1265310840" sldId="269"/>
        </pc:sldMkLst>
        <pc:spChg chg="mod">
          <ac:chgData name="FERNANDA CASTANHO P SANTOS" userId="674d1cbf55774fc0" providerId="LiveId" clId="{3C9F2C72-8808-4746-BD45-700F52DCD84D}" dt="2023-03-27T21:46:48.164" v="625" actId="27636"/>
          <ac:spMkLst>
            <pc:docMk/>
            <pc:sldMk cId="1265310840" sldId="269"/>
            <ac:spMk id="2" creationId="{87190F45-82C0-4D38-9A40-32A5E3E9D26D}"/>
          </ac:spMkLst>
        </pc:spChg>
        <pc:spChg chg="mod">
          <ac:chgData name="FERNANDA CASTANHO P SANTOS" userId="674d1cbf55774fc0" providerId="LiveId" clId="{3C9F2C72-8808-4746-BD45-700F52DCD84D}" dt="2023-03-27T21:47:36.612" v="653" actId="6549"/>
          <ac:spMkLst>
            <pc:docMk/>
            <pc:sldMk cId="1265310840" sldId="269"/>
            <ac:spMk id="3" creationId="{0213268C-DE3C-4B36-9C1C-43BC7A38B3B9}"/>
          </ac:spMkLst>
        </pc:spChg>
        <pc:spChg chg="add">
          <ac:chgData name="FERNANDA CASTANHO P SANTOS" userId="674d1cbf55774fc0" providerId="LiveId" clId="{3C9F2C72-8808-4746-BD45-700F52DCD84D}" dt="2023-03-27T21:24:12.665" v="121" actId="26606"/>
          <ac:spMkLst>
            <pc:docMk/>
            <pc:sldMk cId="1265310840" sldId="269"/>
            <ac:spMk id="8" creationId="{723B564A-E58E-45A3-AF7E-7FAF47E3CB9E}"/>
          </ac:spMkLst>
        </pc:spChg>
        <pc:spChg chg="add">
          <ac:chgData name="FERNANDA CASTANHO P SANTOS" userId="674d1cbf55774fc0" providerId="LiveId" clId="{3C9F2C72-8808-4746-BD45-700F52DCD84D}" dt="2023-03-27T21:24:12.665" v="121" actId="26606"/>
          <ac:spMkLst>
            <pc:docMk/>
            <pc:sldMk cId="1265310840" sldId="269"/>
            <ac:spMk id="10" creationId="{AB0C801C-76F9-4E0A-A62B-99A95DBF3F85}"/>
          </ac:spMkLst>
        </pc:spChg>
        <pc:spChg chg="add">
          <ac:chgData name="FERNANDA CASTANHO P SANTOS" userId="674d1cbf55774fc0" providerId="LiveId" clId="{3C9F2C72-8808-4746-BD45-700F52DCD84D}" dt="2023-03-27T21:24:12.665" v="121" actId="26606"/>
          <ac:spMkLst>
            <pc:docMk/>
            <pc:sldMk cId="1265310840" sldId="269"/>
            <ac:spMk id="12" creationId="{50D5B2F6-2819-4D6B-90BA-882063E9C54E}"/>
          </ac:spMkLst>
        </pc:spChg>
      </pc:sldChg>
      <pc:sldChg chg="addSp delSp modSp new del mod setBg">
        <pc:chgData name="FERNANDA CASTANHO P SANTOS" userId="674d1cbf55774fc0" providerId="LiveId" clId="{3C9F2C72-8808-4746-BD45-700F52DCD84D}" dt="2023-03-27T21:28:06.605" v="135" actId="2696"/>
        <pc:sldMkLst>
          <pc:docMk/>
          <pc:sldMk cId="657665104" sldId="270"/>
        </pc:sldMkLst>
        <pc:spChg chg="add del">
          <ac:chgData name="FERNANDA CASTANHO P SANTOS" userId="674d1cbf55774fc0" providerId="LiveId" clId="{3C9F2C72-8808-4746-BD45-700F52DCD84D}" dt="2023-03-27T21:26:55.620" v="133" actId="26606"/>
          <ac:spMkLst>
            <pc:docMk/>
            <pc:sldMk cId="657665104" sldId="270"/>
            <ac:spMk id="7" creationId="{61F34DAB-52DE-4CC0-B643-81F62ACDF03F}"/>
          </ac:spMkLst>
        </pc:spChg>
        <pc:spChg chg="add del">
          <ac:chgData name="FERNANDA CASTANHO P SANTOS" userId="674d1cbf55774fc0" providerId="LiveId" clId="{3C9F2C72-8808-4746-BD45-700F52DCD84D}" dt="2023-03-27T21:26:55.620" v="133" actId="26606"/>
          <ac:spMkLst>
            <pc:docMk/>
            <pc:sldMk cId="657665104" sldId="270"/>
            <ac:spMk id="9" creationId="{82A9A3C0-86CD-4674-9020-567F2AA853EB}"/>
          </ac:spMkLst>
        </pc:spChg>
        <pc:spChg chg="add del">
          <ac:chgData name="FERNANDA CASTANHO P SANTOS" userId="674d1cbf55774fc0" providerId="LiveId" clId="{3C9F2C72-8808-4746-BD45-700F52DCD84D}" dt="2023-03-27T21:26:55.620" v="133" actId="26606"/>
          <ac:spMkLst>
            <pc:docMk/>
            <pc:sldMk cId="657665104" sldId="270"/>
            <ac:spMk id="11" creationId="{752078B7-A4A7-41F3-8113-3925A3BDA032}"/>
          </ac:spMkLst>
        </pc:spChg>
        <pc:spChg chg="add del">
          <ac:chgData name="FERNANDA CASTANHO P SANTOS" userId="674d1cbf55774fc0" providerId="LiveId" clId="{3C9F2C72-8808-4746-BD45-700F52DCD84D}" dt="2023-03-27T21:26:55.620" v="133" actId="26606"/>
          <ac:spMkLst>
            <pc:docMk/>
            <pc:sldMk cId="657665104" sldId="270"/>
            <ac:spMk id="13" creationId="{B9F832E9-8174-4C9C-878F-8FC45B2BDE24}"/>
          </ac:spMkLst>
        </pc:spChg>
        <pc:spChg chg="add del">
          <ac:chgData name="FERNANDA CASTANHO P SANTOS" userId="674d1cbf55774fc0" providerId="LiveId" clId="{3C9F2C72-8808-4746-BD45-700F52DCD84D}" dt="2023-03-27T21:26:55.620" v="133" actId="26606"/>
          <ac:spMkLst>
            <pc:docMk/>
            <pc:sldMk cId="657665104" sldId="270"/>
            <ac:spMk id="15" creationId="{12579F24-C6D5-46F1-9180-D96AFE558884}"/>
          </ac:spMkLst>
        </pc:spChg>
        <pc:spChg chg="add">
          <ac:chgData name="FERNANDA CASTANHO P SANTOS" userId="674d1cbf55774fc0" providerId="LiveId" clId="{3C9F2C72-8808-4746-BD45-700F52DCD84D}" dt="2023-03-27T21:26:55.620" v="133" actId="26606"/>
          <ac:spMkLst>
            <pc:docMk/>
            <pc:sldMk cId="657665104" sldId="270"/>
            <ac:spMk id="20" creationId="{9AE0D413-3E66-4B0D-8FF6-E844E6B0E7B5}"/>
          </ac:spMkLst>
        </pc:spChg>
        <pc:spChg chg="add">
          <ac:chgData name="FERNANDA CASTANHO P SANTOS" userId="674d1cbf55774fc0" providerId="LiveId" clId="{3C9F2C72-8808-4746-BD45-700F52DCD84D}" dt="2023-03-27T21:26:55.620" v="133" actId="26606"/>
          <ac:spMkLst>
            <pc:docMk/>
            <pc:sldMk cId="657665104" sldId="270"/>
            <ac:spMk id="22" creationId="{B6833AB9-605B-4FCD-AEA3-0556375B66F8}"/>
          </ac:spMkLst>
        </pc:spChg>
        <pc:picChg chg="add del mod">
          <ac:chgData name="FERNANDA CASTANHO P SANTOS" userId="674d1cbf55774fc0" providerId="LiveId" clId="{3C9F2C72-8808-4746-BD45-700F52DCD84D}" dt="2023-03-27T21:26:47.499" v="131" actId="478"/>
          <ac:picMkLst>
            <pc:docMk/>
            <pc:sldMk cId="657665104" sldId="270"/>
            <ac:picMk id="2" creationId="{4D7CA5B2-B67A-6A88-C18D-ED5F9634001B}"/>
          </ac:picMkLst>
        </pc:picChg>
        <pc:picChg chg="add del mod">
          <ac:chgData name="FERNANDA CASTANHO P SANTOS" userId="674d1cbf55774fc0" providerId="LiveId" clId="{3C9F2C72-8808-4746-BD45-700F52DCD84D}" dt="2023-03-27T21:26:59.608" v="134" actId="478"/>
          <ac:picMkLst>
            <pc:docMk/>
            <pc:sldMk cId="657665104" sldId="270"/>
            <ac:picMk id="3" creationId="{7440916F-2AA9-6130-C6FF-12CC55DF0998}"/>
          </ac:picMkLst>
        </pc:picChg>
      </pc:sldChg>
      <pc:sldChg chg="addSp delSp modSp new mod setBg">
        <pc:chgData name="FERNANDA CASTANHO P SANTOS" userId="674d1cbf55774fc0" providerId="LiveId" clId="{3C9F2C72-8808-4746-BD45-700F52DCD84D}" dt="2023-03-27T21:28:21.585" v="140" actId="26606"/>
        <pc:sldMkLst>
          <pc:docMk/>
          <pc:sldMk cId="2606749403" sldId="270"/>
        </pc:sldMkLst>
        <pc:spChg chg="add del">
          <ac:chgData name="FERNANDA CASTANHO P SANTOS" userId="674d1cbf55774fc0" providerId="LiveId" clId="{3C9F2C72-8808-4746-BD45-700F52DCD84D}" dt="2023-03-27T21:28:21.538" v="139" actId="26606"/>
          <ac:spMkLst>
            <pc:docMk/>
            <pc:sldMk cId="2606749403" sldId="270"/>
            <ac:spMk id="7" creationId="{A2509F26-B5DC-4BA7-B476-4CB044237A2E}"/>
          </ac:spMkLst>
        </pc:spChg>
        <pc:spChg chg="add del">
          <ac:chgData name="FERNANDA CASTANHO P SANTOS" userId="674d1cbf55774fc0" providerId="LiveId" clId="{3C9F2C72-8808-4746-BD45-700F52DCD84D}" dt="2023-03-27T21:28:21.538" v="139" actId="26606"/>
          <ac:spMkLst>
            <pc:docMk/>
            <pc:sldMk cId="2606749403" sldId="270"/>
            <ac:spMk id="9" creationId="{DB103EB1-B135-4526-B883-33228FC27FF1}"/>
          </ac:spMkLst>
        </pc:spChg>
        <pc:spChg chg="add">
          <ac:chgData name="FERNANDA CASTANHO P SANTOS" userId="674d1cbf55774fc0" providerId="LiveId" clId="{3C9F2C72-8808-4746-BD45-700F52DCD84D}" dt="2023-03-27T21:28:21.585" v="140" actId="26606"/>
          <ac:spMkLst>
            <pc:docMk/>
            <pc:sldMk cId="2606749403" sldId="270"/>
            <ac:spMk id="11" creationId="{9AE0D413-3E66-4B0D-8FF6-E844E6B0E7B5}"/>
          </ac:spMkLst>
        </pc:spChg>
        <pc:spChg chg="add">
          <ac:chgData name="FERNANDA CASTANHO P SANTOS" userId="674d1cbf55774fc0" providerId="LiveId" clId="{3C9F2C72-8808-4746-BD45-700F52DCD84D}" dt="2023-03-27T21:28:21.585" v="140" actId="26606"/>
          <ac:spMkLst>
            <pc:docMk/>
            <pc:sldMk cId="2606749403" sldId="270"/>
            <ac:spMk id="12" creationId="{B6833AB9-605B-4FCD-AEA3-0556375B66F8}"/>
          </ac:spMkLst>
        </pc:spChg>
        <pc:picChg chg="add mod">
          <ac:chgData name="FERNANDA CASTANHO P SANTOS" userId="674d1cbf55774fc0" providerId="LiveId" clId="{3C9F2C72-8808-4746-BD45-700F52DCD84D}" dt="2023-03-27T21:28:21.585" v="140" actId="26606"/>
          <ac:picMkLst>
            <pc:docMk/>
            <pc:sldMk cId="2606749403" sldId="270"/>
            <ac:picMk id="2" creationId="{6132F759-F708-D0A8-F596-1D90E56A8338}"/>
          </ac:picMkLst>
        </pc:picChg>
      </pc:sldChg>
      <pc:sldChg chg="del">
        <pc:chgData name="FERNANDA CASTANHO P SANTOS" userId="674d1cbf55774fc0" providerId="LiveId" clId="{3C9F2C72-8808-4746-BD45-700F52DCD84D}" dt="2023-03-27T21:24:57.411" v="124" actId="2696"/>
        <pc:sldMkLst>
          <pc:docMk/>
          <pc:sldMk cId="3340303185" sldId="270"/>
        </pc:sldMkLst>
      </pc:sldChg>
      <pc:sldChg chg="addSp delSp modSp del mod setBg">
        <pc:chgData name="FERNANDA CASTANHO P SANTOS" userId="674d1cbf55774fc0" providerId="LiveId" clId="{3C9F2C72-8808-4746-BD45-700F52DCD84D}" dt="2023-03-27T21:26:27.353" v="127" actId="2696"/>
        <pc:sldMkLst>
          <pc:docMk/>
          <pc:sldMk cId="1079279250" sldId="271"/>
        </pc:sldMkLst>
        <pc:spChg chg="add del mod">
          <ac:chgData name="FERNANDA CASTANHO P SANTOS" userId="674d1cbf55774fc0" providerId="LiveId" clId="{3C9F2C72-8808-4746-BD45-700F52DCD84D}" dt="2023-03-27T21:26:09.313" v="126"/>
          <ac:spMkLst>
            <pc:docMk/>
            <pc:sldMk cId="1079279250" sldId="271"/>
            <ac:spMk id="2" creationId="{8C0C13E1-D736-A0AE-E497-FF8BAE5C98BF}"/>
          </ac:spMkLst>
        </pc:spChg>
        <pc:spChg chg="add del">
          <ac:chgData name="FERNANDA CASTANHO P SANTOS" userId="674d1cbf55774fc0" providerId="LiveId" clId="{3C9F2C72-8808-4746-BD45-700F52DCD84D}" dt="2023-03-27T21:13:31.466" v="9" actId="26606"/>
          <ac:spMkLst>
            <pc:docMk/>
            <pc:sldMk cId="1079279250" sldId="271"/>
            <ac:spMk id="78" creationId="{A2509F26-B5DC-4BA7-B476-4CB044237A2E}"/>
          </ac:spMkLst>
        </pc:spChg>
        <pc:spChg chg="add del">
          <ac:chgData name="FERNANDA CASTANHO P SANTOS" userId="674d1cbf55774fc0" providerId="LiveId" clId="{3C9F2C72-8808-4746-BD45-700F52DCD84D}" dt="2023-03-27T21:13:31.466" v="9" actId="26606"/>
          <ac:spMkLst>
            <pc:docMk/>
            <pc:sldMk cId="1079279250" sldId="271"/>
            <ac:spMk id="80" creationId="{DB103EB1-B135-4526-B883-33228FC27FF1}"/>
          </ac:spMkLst>
        </pc:spChg>
        <pc:spChg chg="add del">
          <ac:chgData name="FERNANDA CASTANHO P SANTOS" userId="674d1cbf55774fc0" providerId="LiveId" clId="{3C9F2C72-8808-4746-BD45-700F52DCD84D}" dt="2023-03-27T21:13:31.373" v="8" actId="26606"/>
          <ac:spMkLst>
            <pc:docMk/>
            <pc:sldMk cId="1079279250" sldId="271"/>
            <ac:spMk id="1040" creationId="{12CED8F1-A066-4193-A0C6-FA32AABA2BE0}"/>
          </ac:spMkLst>
        </pc:spChg>
        <pc:spChg chg="add del">
          <ac:chgData name="FERNANDA CASTANHO P SANTOS" userId="674d1cbf55774fc0" providerId="LiveId" clId="{3C9F2C72-8808-4746-BD45-700F52DCD84D}" dt="2023-03-27T21:13:31.373" v="8" actId="26606"/>
          <ac:spMkLst>
            <pc:docMk/>
            <pc:sldMk cId="1079279250" sldId="271"/>
            <ac:spMk id="1042" creationId="{6FC2AD83-6F23-413C-AD90-9F32AF8275B2}"/>
          </ac:spMkLst>
        </pc:spChg>
        <pc:spChg chg="add del">
          <ac:chgData name="FERNANDA CASTANHO P SANTOS" userId="674d1cbf55774fc0" providerId="LiveId" clId="{3C9F2C72-8808-4746-BD45-700F52DCD84D}" dt="2023-03-27T21:13:31.373" v="8" actId="26606"/>
          <ac:spMkLst>
            <pc:docMk/>
            <pc:sldMk cId="1079279250" sldId="271"/>
            <ac:spMk id="1044" creationId="{7367BE40-CEB0-42C0-A019-83612A9D1BDB}"/>
          </ac:spMkLst>
        </pc:spChg>
        <pc:spChg chg="add del">
          <ac:chgData name="FERNANDA CASTANHO P SANTOS" userId="674d1cbf55774fc0" providerId="LiveId" clId="{3C9F2C72-8808-4746-BD45-700F52DCD84D}" dt="2023-03-27T21:13:31.373" v="8" actId="26606"/>
          <ac:spMkLst>
            <pc:docMk/>
            <pc:sldMk cId="1079279250" sldId="271"/>
            <ac:spMk id="1046" creationId="{93A1CF79-E584-4525-AB80-C5E826445E2F}"/>
          </ac:spMkLst>
        </pc:spChg>
        <pc:spChg chg="add del">
          <ac:chgData name="FERNANDA CASTANHO P SANTOS" userId="674d1cbf55774fc0" providerId="LiveId" clId="{3C9F2C72-8808-4746-BD45-700F52DCD84D}" dt="2023-03-27T21:13:31.373" v="8" actId="26606"/>
          <ac:spMkLst>
            <pc:docMk/>
            <pc:sldMk cId="1079279250" sldId="271"/>
            <ac:spMk id="1048" creationId="{EDFF68DC-7619-4C0C-B291-0018372D27F1}"/>
          </ac:spMkLst>
        </pc:spChg>
        <pc:spChg chg="add del">
          <ac:chgData name="FERNANDA CASTANHO P SANTOS" userId="674d1cbf55774fc0" providerId="LiveId" clId="{3C9F2C72-8808-4746-BD45-700F52DCD84D}" dt="2023-03-27T21:13:31.373" v="8" actId="26606"/>
          <ac:spMkLst>
            <pc:docMk/>
            <pc:sldMk cId="1079279250" sldId="271"/>
            <ac:spMk id="1050" creationId="{5003435F-4995-49A0-9B3D-4955D2822A21}"/>
          </ac:spMkLst>
        </pc:spChg>
        <pc:spChg chg="add">
          <ac:chgData name="FERNANDA CASTANHO P SANTOS" userId="674d1cbf55774fc0" providerId="LiveId" clId="{3C9F2C72-8808-4746-BD45-700F52DCD84D}" dt="2023-03-27T21:13:31.466" v="9" actId="26606"/>
          <ac:spMkLst>
            <pc:docMk/>
            <pc:sldMk cId="1079279250" sldId="271"/>
            <ac:spMk id="1054" creationId="{783E561E-5448-493F-B0F4-9255A3BF59B2}"/>
          </ac:spMkLst>
        </pc:spChg>
        <pc:spChg chg="add">
          <ac:chgData name="FERNANDA CASTANHO P SANTOS" userId="674d1cbf55774fc0" providerId="LiveId" clId="{3C9F2C72-8808-4746-BD45-700F52DCD84D}" dt="2023-03-27T21:13:31.466" v="9" actId="26606"/>
          <ac:spMkLst>
            <pc:docMk/>
            <pc:sldMk cId="1079279250" sldId="271"/>
            <ac:spMk id="1055" creationId="{402BD9E0-3714-4E40-B311-E0335B0027AB}"/>
          </ac:spMkLst>
        </pc:spChg>
        <pc:spChg chg="add">
          <ac:chgData name="FERNANDA CASTANHO P SANTOS" userId="674d1cbf55774fc0" providerId="LiveId" clId="{3C9F2C72-8808-4746-BD45-700F52DCD84D}" dt="2023-03-27T21:13:31.466" v="9" actId="26606"/>
          <ac:spMkLst>
            <pc:docMk/>
            <pc:sldMk cId="1079279250" sldId="271"/>
            <ac:spMk id="1056" creationId="{53442351-6AC1-4238-AE7B-B527220436E9}"/>
          </ac:spMkLst>
        </pc:spChg>
        <pc:grpChg chg="add del">
          <ac:chgData name="FERNANDA CASTANHO P SANTOS" userId="674d1cbf55774fc0" providerId="LiveId" clId="{3C9F2C72-8808-4746-BD45-700F52DCD84D}" dt="2023-03-27T21:13:31.466" v="9" actId="26606"/>
          <ac:grpSpMkLst>
            <pc:docMk/>
            <pc:sldMk cId="1079279250" sldId="271"/>
            <ac:grpSpMk id="73" creationId="{5C436ED1-B374-4FA9-AC69-CA9B086E4F35}"/>
          </ac:grpSpMkLst>
        </pc:grpChg>
        <pc:grpChg chg="add del">
          <ac:chgData name="FERNANDA CASTANHO P SANTOS" userId="674d1cbf55774fc0" providerId="LiveId" clId="{3C9F2C72-8808-4746-BD45-700F52DCD84D}" dt="2023-03-27T21:13:31.373" v="8" actId="26606"/>
          <ac:grpSpMkLst>
            <pc:docMk/>
            <pc:sldMk cId="1079279250" sldId="271"/>
            <ac:grpSpMk id="1033" creationId="{42AB5EEF-5DB7-47EA-BB55-DC7DAC8A6870}"/>
          </ac:grpSpMkLst>
        </pc:grpChg>
        <pc:grpChg chg="add">
          <ac:chgData name="FERNANDA CASTANHO P SANTOS" userId="674d1cbf55774fc0" providerId="LiveId" clId="{3C9F2C72-8808-4746-BD45-700F52DCD84D}" dt="2023-03-27T21:13:31.466" v="9" actId="26606"/>
          <ac:grpSpMkLst>
            <pc:docMk/>
            <pc:sldMk cId="1079279250" sldId="271"/>
            <ac:grpSpMk id="1053" creationId="{42AB5EEF-5DB7-47EA-BB55-DC7DAC8A6870}"/>
          </ac:grpSpMkLst>
        </pc:grpChg>
        <pc:picChg chg="add mod">
          <ac:chgData name="FERNANDA CASTANHO P SANTOS" userId="674d1cbf55774fc0" providerId="LiveId" clId="{3C9F2C72-8808-4746-BD45-700F52DCD84D}" dt="2023-03-27T21:26:09.313" v="126"/>
          <ac:picMkLst>
            <pc:docMk/>
            <pc:sldMk cId="1079279250" sldId="271"/>
            <ac:picMk id="3" creationId="{40F90E67-E077-0931-0300-54838CCEEA36}"/>
          </ac:picMkLst>
        </pc:picChg>
        <pc:picChg chg="add del">
          <ac:chgData name="FERNANDA CASTANHO P SANTOS" userId="674d1cbf55774fc0" providerId="LiveId" clId="{3C9F2C72-8808-4746-BD45-700F52DCD84D}" dt="2023-03-27T21:13:31.466" v="9" actId="26606"/>
          <ac:picMkLst>
            <pc:docMk/>
            <pc:sldMk cId="1079279250" sldId="271"/>
            <ac:picMk id="71" creationId="{515DA87D-133C-4F77-8863-8B66D40F993C}"/>
          </ac:picMkLst>
        </pc:picChg>
        <pc:picChg chg="del mod">
          <ac:chgData name="FERNANDA CASTANHO P SANTOS" userId="674d1cbf55774fc0" providerId="LiveId" clId="{3C9F2C72-8808-4746-BD45-700F52DCD84D}" dt="2023-03-27T21:26:05.568" v="125" actId="478"/>
          <ac:picMkLst>
            <pc:docMk/>
            <pc:sldMk cId="1079279250" sldId="271"/>
            <ac:picMk id="1026" creationId="{E9F83E71-8A2A-4C25-915C-411FFBFC331F}"/>
          </ac:picMkLst>
        </pc:picChg>
        <pc:picChg chg="add del">
          <ac:chgData name="FERNANDA CASTANHO P SANTOS" userId="674d1cbf55774fc0" providerId="LiveId" clId="{3C9F2C72-8808-4746-BD45-700F52DCD84D}" dt="2023-03-27T21:13:31.373" v="8" actId="26606"/>
          <ac:picMkLst>
            <pc:docMk/>
            <pc:sldMk cId="1079279250" sldId="271"/>
            <ac:picMk id="1031" creationId="{F770B4CD-535A-4FF2-B700-8C40F0031E93}"/>
          </ac:picMkLst>
        </pc:picChg>
        <pc:picChg chg="add del">
          <ac:chgData name="FERNANDA CASTANHO P SANTOS" userId="674d1cbf55774fc0" providerId="LiveId" clId="{3C9F2C72-8808-4746-BD45-700F52DCD84D}" dt="2023-03-27T21:13:31.373" v="8" actId="26606"/>
          <ac:picMkLst>
            <pc:docMk/>
            <pc:sldMk cId="1079279250" sldId="271"/>
            <ac:picMk id="1038" creationId="{9F5E1885-4B77-4930-AF94-83DC34F5166C}"/>
          </ac:picMkLst>
        </pc:picChg>
        <pc:picChg chg="add">
          <ac:chgData name="FERNANDA CASTANHO P SANTOS" userId="674d1cbf55774fc0" providerId="LiveId" clId="{3C9F2C72-8808-4746-BD45-700F52DCD84D}" dt="2023-03-27T21:13:31.466" v="9" actId="26606"/>
          <ac:picMkLst>
            <pc:docMk/>
            <pc:sldMk cId="1079279250" sldId="271"/>
            <ac:picMk id="1052" creationId="{F770B4CD-535A-4FF2-B700-8C40F0031E93}"/>
          </ac:picMkLst>
        </pc:picChg>
      </pc:sldChg>
      <pc:sldChg chg="modSp add del mod">
        <pc:chgData name="FERNANDA CASTANHO P SANTOS" userId="674d1cbf55774fc0" providerId="LiveId" clId="{3C9F2C72-8808-4746-BD45-700F52DCD84D}" dt="2023-03-27T21:46:34.037" v="618" actId="2696"/>
        <pc:sldMkLst>
          <pc:docMk/>
          <pc:sldMk cId="3647960938" sldId="271"/>
        </pc:sldMkLst>
        <pc:spChg chg="mod">
          <ac:chgData name="FERNANDA CASTANHO P SANTOS" userId="674d1cbf55774fc0" providerId="LiveId" clId="{3C9F2C72-8808-4746-BD45-700F52DCD84D}" dt="2023-03-27T21:46:30.659" v="617" actId="21"/>
          <ac:spMkLst>
            <pc:docMk/>
            <pc:sldMk cId="3647960938" sldId="271"/>
            <ac:spMk id="3" creationId="{0213268C-DE3C-4B36-9C1C-43BC7A38B3B9}"/>
          </ac:spMkLst>
        </pc:spChg>
      </pc:sldChg>
    </pc:docChg>
  </pc:docChgLst>
  <pc:docChgLst>
    <pc:chgData name="FERNANDA CASTANHO P SANTOS" userId="674d1cbf55774fc0" providerId="LiveId" clId="{3844B4EF-4BCA-4297-B09C-2D632FB927B4}"/>
    <pc:docChg chg="undo redo custSel modSld">
      <pc:chgData name="FERNANDA CASTANHO P SANTOS" userId="674d1cbf55774fc0" providerId="LiveId" clId="{3844B4EF-4BCA-4297-B09C-2D632FB927B4}" dt="2020-05-08T14:32:14.057" v="319" actId="207"/>
      <pc:docMkLst>
        <pc:docMk/>
      </pc:docMkLst>
      <pc:sldChg chg="addSp delSp modSp mod">
        <pc:chgData name="FERNANDA CASTANHO P SANTOS" userId="674d1cbf55774fc0" providerId="LiveId" clId="{3844B4EF-4BCA-4297-B09C-2D632FB927B4}" dt="2020-05-08T14:11:40.975" v="4" actId="14100"/>
        <pc:sldMkLst>
          <pc:docMk/>
          <pc:sldMk cId="401175176" sldId="256"/>
        </pc:sldMkLst>
        <pc:spChg chg="mod">
          <ac:chgData name="FERNANDA CASTANHO P SANTOS" userId="674d1cbf55774fc0" providerId="LiveId" clId="{3844B4EF-4BCA-4297-B09C-2D632FB927B4}" dt="2020-05-08T14:11:40.975" v="4" actId="14100"/>
          <ac:spMkLst>
            <pc:docMk/>
            <pc:sldMk cId="401175176" sldId="256"/>
            <ac:spMk id="2" creationId="{6F5C33F3-C271-4876-BCF3-CC9BDD283FE0}"/>
          </ac:spMkLst>
        </pc:spChg>
        <pc:spChg chg="del">
          <ac:chgData name="FERNANDA CASTANHO P SANTOS" userId="674d1cbf55774fc0" providerId="LiveId" clId="{3844B4EF-4BCA-4297-B09C-2D632FB927B4}" dt="2020-05-08T14:11:16.261" v="0" actId="478"/>
          <ac:spMkLst>
            <pc:docMk/>
            <pc:sldMk cId="401175176" sldId="256"/>
            <ac:spMk id="3" creationId="{E5691CE7-A02B-4745-941C-430EDB274A59}"/>
          </ac:spMkLst>
        </pc:spChg>
        <pc:spChg chg="add del mod">
          <ac:chgData name="FERNANDA CASTANHO P SANTOS" userId="674d1cbf55774fc0" providerId="LiveId" clId="{3844B4EF-4BCA-4297-B09C-2D632FB927B4}" dt="2020-05-08T14:11:19.676" v="1" actId="478"/>
          <ac:spMkLst>
            <pc:docMk/>
            <pc:sldMk cId="401175176" sldId="256"/>
            <ac:spMk id="5" creationId="{1D444896-D3BA-4FFE-8696-45EB7C11B55C}"/>
          </ac:spMkLst>
        </pc:spChg>
      </pc:sldChg>
      <pc:sldChg chg="modSp mod">
        <pc:chgData name="FERNANDA CASTANHO P SANTOS" userId="674d1cbf55774fc0" providerId="LiveId" clId="{3844B4EF-4BCA-4297-B09C-2D632FB927B4}" dt="2020-05-08T14:15:49.578" v="75" actId="27636"/>
        <pc:sldMkLst>
          <pc:docMk/>
          <pc:sldMk cId="3022175666" sldId="257"/>
        </pc:sldMkLst>
        <pc:spChg chg="mod">
          <ac:chgData name="FERNANDA CASTANHO P SANTOS" userId="674d1cbf55774fc0" providerId="LiveId" clId="{3844B4EF-4BCA-4297-B09C-2D632FB927B4}" dt="2020-05-08T14:15:49.578" v="75" actId="27636"/>
          <ac:spMkLst>
            <pc:docMk/>
            <pc:sldMk cId="3022175666" sldId="257"/>
            <ac:spMk id="2" creationId="{2710A158-A8C1-4F94-A5E1-40AB7A91D702}"/>
          </ac:spMkLst>
        </pc:spChg>
        <pc:spChg chg="mod">
          <ac:chgData name="FERNANDA CASTANHO P SANTOS" userId="674d1cbf55774fc0" providerId="LiveId" clId="{3844B4EF-4BCA-4297-B09C-2D632FB927B4}" dt="2020-05-08T14:14:21.329" v="59" actId="207"/>
          <ac:spMkLst>
            <pc:docMk/>
            <pc:sldMk cId="3022175666" sldId="257"/>
            <ac:spMk id="3" creationId="{D5A86315-0F7E-48B0-B1C7-36D74E97F605}"/>
          </ac:spMkLst>
        </pc:spChg>
      </pc:sldChg>
      <pc:sldChg chg="modSp mod">
        <pc:chgData name="FERNANDA CASTANHO P SANTOS" userId="674d1cbf55774fc0" providerId="LiveId" clId="{3844B4EF-4BCA-4297-B09C-2D632FB927B4}" dt="2020-05-08T14:15:39.813" v="72" actId="113"/>
        <pc:sldMkLst>
          <pc:docMk/>
          <pc:sldMk cId="663640666" sldId="258"/>
        </pc:sldMkLst>
        <pc:spChg chg="mod">
          <ac:chgData name="FERNANDA CASTANHO P SANTOS" userId="674d1cbf55774fc0" providerId="LiveId" clId="{3844B4EF-4BCA-4297-B09C-2D632FB927B4}" dt="2020-05-08T14:15:39.813" v="72" actId="113"/>
          <ac:spMkLst>
            <pc:docMk/>
            <pc:sldMk cId="663640666" sldId="258"/>
            <ac:spMk id="2" creationId="{2EAAC64C-0789-4A0E-A5BF-DA66004EB24A}"/>
          </ac:spMkLst>
        </pc:spChg>
        <pc:spChg chg="mod">
          <ac:chgData name="FERNANDA CASTANHO P SANTOS" userId="674d1cbf55774fc0" providerId="LiveId" clId="{3844B4EF-4BCA-4297-B09C-2D632FB927B4}" dt="2020-05-08T14:14:32.613" v="61" actId="113"/>
          <ac:spMkLst>
            <pc:docMk/>
            <pc:sldMk cId="663640666" sldId="258"/>
            <ac:spMk id="3" creationId="{4D767482-444F-443A-9A19-B88340BCD279}"/>
          </ac:spMkLst>
        </pc:spChg>
      </pc:sldChg>
      <pc:sldChg chg="modSp mod">
        <pc:chgData name="FERNANDA CASTANHO P SANTOS" userId="674d1cbf55774fc0" providerId="LiveId" clId="{3844B4EF-4BCA-4297-B09C-2D632FB927B4}" dt="2020-05-08T14:20:49.976" v="149" actId="20577"/>
        <pc:sldMkLst>
          <pc:docMk/>
          <pc:sldMk cId="675148237" sldId="259"/>
        </pc:sldMkLst>
        <pc:spChg chg="mod">
          <ac:chgData name="FERNANDA CASTANHO P SANTOS" userId="674d1cbf55774fc0" providerId="LiveId" clId="{3844B4EF-4BCA-4297-B09C-2D632FB927B4}" dt="2020-05-08T14:16:00.794" v="78" actId="27636"/>
          <ac:spMkLst>
            <pc:docMk/>
            <pc:sldMk cId="675148237" sldId="259"/>
            <ac:spMk id="2" creationId="{52D413A4-0DE5-454C-92E5-85ABE4A189E8}"/>
          </ac:spMkLst>
        </pc:spChg>
        <pc:spChg chg="mod">
          <ac:chgData name="FERNANDA CASTANHO P SANTOS" userId="674d1cbf55774fc0" providerId="LiveId" clId="{3844B4EF-4BCA-4297-B09C-2D632FB927B4}" dt="2020-05-08T14:20:49.976" v="149" actId="20577"/>
          <ac:spMkLst>
            <pc:docMk/>
            <pc:sldMk cId="675148237" sldId="259"/>
            <ac:spMk id="3" creationId="{6478A8CE-7183-4075-9715-0F68AC9F7684}"/>
          </ac:spMkLst>
        </pc:spChg>
      </pc:sldChg>
      <pc:sldChg chg="modSp mod">
        <pc:chgData name="FERNANDA CASTANHO P SANTOS" userId="674d1cbf55774fc0" providerId="LiveId" clId="{3844B4EF-4BCA-4297-B09C-2D632FB927B4}" dt="2020-05-08T14:16:56.319" v="108" actId="20577"/>
        <pc:sldMkLst>
          <pc:docMk/>
          <pc:sldMk cId="2659553339" sldId="260"/>
        </pc:sldMkLst>
        <pc:spChg chg="mod">
          <ac:chgData name="FERNANDA CASTANHO P SANTOS" userId="674d1cbf55774fc0" providerId="LiveId" clId="{3844B4EF-4BCA-4297-B09C-2D632FB927B4}" dt="2020-05-08T14:16:56.319" v="108" actId="20577"/>
          <ac:spMkLst>
            <pc:docMk/>
            <pc:sldMk cId="2659553339" sldId="260"/>
            <ac:spMk id="2" creationId="{53C28834-2974-489E-B8F0-974DD8A731A3}"/>
          </ac:spMkLst>
        </pc:spChg>
        <pc:spChg chg="mod">
          <ac:chgData name="FERNANDA CASTANHO P SANTOS" userId="674d1cbf55774fc0" providerId="LiveId" clId="{3844B4EF-4BCA-4297-B09C-2D632FB927B4}" dt="2020-05-08T14:16:40.556" v="84" actId="20577"/>
          <ac:spMkLst>
            <pc:docMk/>
            <pc:sldMk cId="2659553339" sldId="260"/>
            <ac:spMk id="3" creationId="{20EF8D95-F1F4-4A6B-8ABC-208DEC94B4CC}"/>
          </ac:spMkLst>
        </pc:spChg>
      </pc:sldChg>
      <pc:sldChg chg="modSp mod">
        <pc:chgData name="FERNANDA CASTANHO P SANTOS" userId="674d1cbf55774fc0" providerId="LiveId" clId="{3844B4EF-4BCA-4297-B09C-2D632FB927B4}" dt="2020-05-08T14:21:03.861" v="151" actId="20577"/>
        <pc:sldMkLst>
          <pc:docMk/>
          <pc:sldMk cId="3366300917" sldId="261"/>
        </pc:sldMkLst>
        <pc:spChg chg="mod">
          <ac:chgData name="FERNANDA CASTANHO P SANTOS" userId="674d1cbf55774fc0" providerId="LiveId" clId="{3844B4EF-4BCA-4297-B09C-2D632FB927B4}" dt="2020-05-08T14:17:16.634" v="112" actId="27636"/>
          <ac:spMkLst>
            <pc:docMk/>
            <pc:sldMk cId="3366300917" sldId="261"/>
            <ac:spMk id="2" creationId="{FE7EF500-A075-4B16-B844-71EFF41D8D5E}"/>
          </ac:spMkLst>
        </pc:spChg>
        <pc:spChg chg="mod">
          <ac:chgData name="FERNANDA CASTANHO P SANTOS" userId="674d1cbf55774fc0" providerId="LiveId" clId="{3844B4EF-4BCA-4297-B09C-2D632FB927B4}" dt="2020-05-08T14:21:03.861" v="151" actId="20577"/>
          <ac:spMkLst>
            <pc:docMk/>
            <pc:sldMk cId="3366300917" sldId="261"/>
            <ac:spMk id="3" creationId="{BC9B7703-30C5-4ABC-9D9F-43EC5A5A74C5}"/>
          </ac:spMkLst>
        </pc:spChg>
      </pc:sldChg>
      <pc:sldChg chg="delSp modSp mod">
        <pc:chgData name="FERNANDA CASTANHO P SANTOS" userId="674d1cbf55774fc0" providerId="LiveId" clId="{3844B4EF-4BCA-4297-B09C-2D632FB927B4}" dt="2020-05-08T14:19:59.094" v="138" actId="207"/>
        <pc:sldMkLst>
          <pc:docMk/>
          <pc:sldMk cId="496505068" sldId="262"/>
        </pc:sldMkLst>
        <pc:spChg chg="del">
          <ac:chgData name="FERNANDA CASTANHO P SANTOS" userId="674d1cbf55774fc0" providerId="LiveId" clId="{3844B4EF-4BCA-4297-B09C-2D632FB927B4}" dt="2020-05-08T14:18:40.457" v="126" actId="478"/>
          <ac:spMkLst>
            <pc:docMk/>
            <pc:sldMk cId="496505068" sldId="262"/>
            <ac:spMk id="2" creationId="{EC23E4A5-E3B0-41BE-962A-7F4E4D22C8C9}"/>
          </ac:spMkLst>
        </pc:spChg>
        <pc:spChg chg="mod">
          <ac:chgData name="FERNANDA CASTANHO P SANTOS" userId="674d1cbf55774fc0" providerId="LiveId" clId="{3844B4EF-4BCA-4297-B09C-2D632FB927B4}" dt="2020-05-08T14:19:59.094" v="138" actId="207"/>
          <ac:spMkLst>
            <pc:docMk/>
            <pc:sldMk cId="496505068" sldId="262"/>
            <ac:spMk id="3" creationId="{38C63B3C-4B6D-4144-957E-9D66D0136749}"/>
          </ac:spMkLst>
        </pc:spChg>
      </pc:sldChg>
      <pc:sldChg chg="modSp mod">
        <pc:chgData name="FERNANDA CASTANHO P SANTOS" userId="674d1cbf55774fc0" providerId="LiveId" clId="{3844B4EF-4BCA-4297-B09C-2D632FB927B4}" dt="2020-05-08T14:27:15.243" v="237" actId="2710"/>
        <pc:sldMkLst>
          <pc:docMk/>
          <pc:sldMk cId="1135253007" sldId="263"/>
        </pc:sldMkLst>
        <pc:spChg chg="mod">
          <ac:chgData name="FERNANDA CASTANHO P SANTOS" userId="674d1cbf55774fc0" providerId="LiveId" clId="{3844B4EF-4BCA-4297-B09C-2D632FB927B4}" dt="2020-05-08T14:20:10.961" v="141" actId="27636"/>
          <ac:spMkLst>
            <pc:docMk/>
            <pc:sldMk cId="1135253007" sldId="263"/>
            <ac:spMk id="2" creationId="{618333A3-2831-4E42-A637-2DA96F586E1E}"/>
          </ac:spMkLst>
        </pc:spChg>
        <pc:spChg chg="mod">
          <ac:chgData name="FERNANDA CASTANHO P SANTOS" userId="674d1cbf55774fc0" providerId="LiveId" clId="{3844B4EF-4BCA-4297-B09C-2D632FB927B4}" dt="2020-05-08T14:27:15.243" v="237" actId="2710"/>
          <ac:spMkLst>
            <pc:docMk/>
            <pc:sldMk cId="1135253007" sldId="263"/>
            <ac:spMk id="3" creationId="{C50D826C-D4AF-400E-9282-0E8EF19BA9A3}"/>
          </ac:spMkLst>
        </pc:spChg>
      </pc:sldChg>
      <pc:sldChg chg="modSp mod">
        <pc:chgData name="FERNANDA CASTANHO P SANTOS" userId="674d1cbf55774fc0" providerId="LiveId" clId="{3844B4EF-4BCA-4297-B09C-2D632FB927B4}" dt="2020-05-08T14:28:53.627" v="279" actId="113"/>
        <pc:sldMkLst>
          <pc:docMk/>
          <pc:sldMk cId="50076899" sldId="264"/>
        </pc:sldMkLst>
        <pc:spChg chg="mod">
          <ac:chgData name="FERNANDA CASTANHO P SANTOS" userId="674d1cbf55774fc0" providerId="LiveId" clId="{3844B4EF-4BCA-4297-B09C-2D632FB927B4}" dt="2020-05-08T14:28:53.627" v="279" actId="113"/>
          <ac:spMkLst>
            <pc:docMk/>
            <pc:sldMk cId="50076899" sldId="264"/>
            <ac:spMk id="2" creationId="{3752007E-53DE-4459-9BDD-B75F8BB1ECBA}"/>
          </ac:spMkLst>
        </pc:spChg>
        <pc:spChg chg="mod">
          <ac:chgData name="FERNANDA CASTANHO P SANTOS" userId="674d1cbf55774fc0" providerId="LiveId" clId="{3844B4EF-4BCA-4297-B09C-2D632FB927B4}" dt="2020-05-08T14:28:45.858" v="277" actId="27636"/>
          <ac:spMkLst>
            <pc:docMk/>
            <pc:sldMk cId="50076899" sldId="264"/>
            <ac:spMk id="3" creationId="{9AC7072A-92B6-49BE-9735-8597E7BD45F3}"/>
          </ac:spMkLst>
        </pc:spChg>
      </pc:sldChg>
      <pc:sldChg chg="delSp modSp mod">
        <pc:chgData name="FERNANDA CASTANHO P SANTOS" userId="674d1cbf55774fc0" providerId="LiveId" clId="{3844B4EF-4BCA-4297-B09C-2D632FB927B4}" dt="2020-05-08T14:25:52.012" v="222" actId="207"/>
        <pc:sldMkLst>
          <pc:docMk/>
          <pc:sldMk cId="2436743677" sldId="265"/>
        </pc:sldMkLst>
        <pc:spChg chg="del">
          <ac:chgData name="FERNANDA CASTANHO P SANTOS" userId="674d1cbf55774fc0" providerId="LiveId" clId="{3844B4EF-4BCA-4297-B09C-2D632FB927B4}" dt="2020-05-08T14:25:02.804" v="210" actId="478"/>
          <ac:spMkLst>
            <pc:docMk/>
            <pc:sldMk cId="2436743677" sldId="265"/>
            <ac:spMk id="2" creationId="{66CE32A2-028A-4D33-A940-DF93F9E58F3D}"/>
          </ac:spMkLst>
        </pc:spChg>
        <pc:spChg chg="mod">
          <ac:chgData name="FERNANDA CASTANHO P SANTOS" userId="674d1cbf55774fc0" providerId="LiveId" clId="{3844B4EF-4BCA-4297-B09C-2D632FB927B4}" dt="2020-05-08T14:25:52.012" v="222" actId="207"/>
          <ac:spMkLst>
            <pc:docMk/>
            <pc:sldMk cId="2436743677" sldId="265"/>
            <ac:spMk id="3" creationId="{24A874D9-4083-4874-A5CA-E76EF800964B}"/>
          </ac:spMkLst>
        </pc:spChg>
      </pc:sldChg>
      <pc:sldChg chg="delSp modSp mod">
        <pc:chgData name="FERNANDA CASTANHO P SANTOS" userId="674d1cbf55774fc0" providerId="LiveId" clId="{3844B4EF-4BCA-4297-B09C-2D632FB927B4}" dt="2020-05-08T14:26:37.500" v="235" actId="20577"/>
        <pc:sldMkLst>
          <pc:docMk/>
          <pc:sldMk cId="3295929266" sldId="266"/>
        </pc:sldMkLst>
        <pc:spChg chg="del">
          <ac:chgData name="FERNANDA CASTANHO P SANTOS" userId="674d1cbf55774fc0" providerId="LiveId" clId="{3844B4EF-4BCA-4297-B09C-2D632FB927B4}" dt="2020-05-08T14:26:00.176" v="223" actId="478"/>
          <ac:spMkLst>
            <pc:docMk/>
            <pc:sldMk cId="3295929266" sldId="266"/>
            <ac:spMk id="2" creationId="{C41AB05A-2C56-4125-8A5C-095733D60D84}"/>
          </ac:spMkLst>
        </pc:spChg>
        <pc:spChg chg="mod">
          <ac:chgData name="FERNANDA CASTANHO P SANTOS" userId="674d1cbf55774fc0" providerId="LiveId" clId="{3844B4EF-4BCA-4297-B09C-2D632FB927B4}" dt="2020-05-08T14:26:37.500" v="235" actId="20577"/>
          <ac:spMkLst>
            <pc:docMk/>
            <pc:sldMk cId="3295929266" sldId="266"/>
            <ac:spMk id="3" creationId="{FA409A3E-87A5-4679-8A14-133166620985}"/>
          </ac:spMkLst>
        </pc:spChg>
      </pc:sldChg>
      <pc:sldChg chg="modSp mod">
        <pc:chgData name="FERNANDA CASTANHO P SANTOS" userId="674d1cbf55774fc0" providerId="LiveId" clId="{3844B4EF-4BCA-4297-B09C-2D632FB927B4}" dt="2020-05-08T14:29:36.457" v="288" actId="207"/>
        <pc:sldMkLst>
          <pc:docMk/>
          <pc:sldMk cId="4194929580" sldId="267"/>
        </pc:sldMkLst>
        <pc:spChg chg="mod">
          <ac:chgData name="FERNANDA CASTANHO P SANTOS" userId="674d1cbf55774fc0" providerId="LiveId" clId="{3844B4EF-4BCA-4297-B09C-2D632FB927B4}" dt="2020-05-08T14:29:17.253" v="282" actId="113"/>
          <ac:spMkLst>
            <pc:docMk/>
            <pc:sldMk cId="4194929580" sldId="267"/>
            <ac:spMk id="2" creationId="{70EA4A93-0784-4B6D-AE8F-65482262CDB6}"/>
          </ac:spMkLst>
        </pc:spChg>
        <pc:spChg chg="mod">
          <ac:chgData name="FERNANDA CASTANHO P SANTOS" userId="674d1cbf55774fc0" providerId="LiveId" clId="{3844B4EF-4BCA-4297-B09C-2D632FB927B4}" dt="2020-05-08T14:29:36.457" v="288" actId="207"/>
          <ac:spMkLst>
            <pc:docMk/>
            <pc:sldMk cId="4194929580" sldId="267"/>
            <ac:spMk id="3" creationId="{F571991E-1CBC-48CA-A2AE-D0799E9133D8}"/>
          </ac:spMkLst>
        </pc:spChg>
      </pc:sldChg>
      <pc:sldChg chg="delSp modSp mod">
        <pc:chgData name="FERNANDA CASTANHO P SANTOS" userId="674d1cbf55774fc0" providerId="LiveId" clId="{3844B4EF-4BCA-4297-B09C-2D632FB927B4}" dt="2020-05-08T14:30:20.372" v="297" actId="20577"/>
        <pc:sldMkLst>
          <pc:docMk/>
          <pc:sldMk cId="1662351929" sldId="268"/>
        </pc:sldMkLst>
        <pc:spChg chg="del">
          <ac:chgData name="FERNANDA CASTANHO P SANTOS" userId="674d1cbf55774fc0" providerId="LiveId" clId="{3844B4EF-4BCA-4297-B09C-2D632FB927B4}" dt="2020-05-08T14:29:46.408" v="289" actId="478"/>
          <ac:spMkLst>
            <pc:docMk/>
            <pc:sldMk cId="1662351929" sldId="268"/>
            <ac:spMk id="2" creationId="{A2F350E6-EDD1-49A8-BE5B-43A925190579}"/>
          </ac:spMkLst>
        </pc:spChg>
        <pc:spChg chg="mod">
          <ac:chgData name="FERNANDA CASTANHO P SANTOS" userId="674d1cbf55774fc0" providerId="LiveId" clId="{3844B4EF-4BCA-4297-B09C-2D632FB927B4}" dt="2020-05-08T14:30:20.372" v="297" actId="20577"/>
          <ac:spMkLst>
            <pc:docMk/>
            <pc:sldMk cId="1662351929" sldId="268"/>
            <ac:spMk id="3" creationId="{E8255254-DE0B-4EB5-A206-76F243CFDF16}"/>
          </ac:spMkLst>
        </pc:spChg>
      </pc:sldChg>
      <pc:sldChg chg="modSp mod">
        <pc:chgData name="FERNANDA CASTANHO P SANTOS" userId="674d1cbf55774fc0" providerId="LiveId" clId="{3844B4EF-4BCA-4297-B09C-2D632FB927B4}" dt="2020-05-08T14:31:41.349" v="309" actId="207"/>
        <pc:sldMkLst>
          <pc:docMk/>
          <pc:sldMk cId="1265310840" sldId="269"/>
        </pc:sldMkLst>
        <pc:spChg chg="mod">
          <ac:chgData name="FERNANDA CASTANHO P SANTOS" userId="674d1cbf55774fc0" providerId="LiveId" clId="{3844B4EF-4BCA-4297-B09C-2D632FB927B4}" dt="2020-05-08T14:30:31.790" v="300" actId="113"/>
          <ac:spMkLst>
            <pc:docMk/>
            <pc:sldMk cId="1265310840" sldId="269"/>
            <ac:spMk id="2" creationId="{87190F45-82C0-4D38-9A40-32A5E3E9D26D}"/>
          </ac:spMkLst>
        </pc:spChg>
        <pc:spChg chg="mod">
          <ac:chgData name="FERNANDA CASTANHO P SANTOS" userId="674d1cbf55774fc0" providerId="LiveId" clId="{3844B4EF-4BCA-4297-B09C-2D632FB927B4}" dt="2020-05-08T14:31:41.349" v="309" actId="207"/>
          <ac:spMkLst>
            <pc:docMk/>
            <pc:sldMk cId="1265310840" sldId="269"/>
            <ac:spMk id="3" creationId="{0213268C-DE3C-4B36-9C1C-43BC7A38B3B9}"/>
          </ac:spMkLst>
        </pc:spChg>
      </pc:sldChg>
      <pc:sldChg chg="delSp modSp mod">
        <pc:chgData name="FERNANDA CASTANHO P SANTOS" userId="674d1cbf55774fc0" providerId="LiveId" clId="{3844B4EF-4BCA-4297-B09C-2D632FB927B4}" dt="2020-05-08T14:32:14.057" v="319" actId="207"/>
        <pc:sldMkLst>
          <pc:docMk/>
          <pc:sldMk cId="3340303185" sldId="270"/>
        </pc:sldMkLst>
        <pc:spChg chg="del">
          <ac:chgData name="FERNANDA CASTANHO P SANTOS" userId="674d1cbf55774fc0" providerId="LiveId" clId="{3844B4EF-4BCA-4297-B09C-2D632FB927B4}" dt="2020-05-08T14:31:47.680" v="310" actId="478"/>
          <ac:spMkLst>
            <pc:docMk/>
            <pc:sldMk cId="3340303185" sldId="270"/>
            <ac:spMk id="2" creationId="{C27EBDBF-46C1-4DF5-A531-BAF7352C7A6D}"/>
          </ac:spMkLst>
        </pc:spChg>
        <pc:spChg chg="mod">
          <ac:chgData name="FERNANDA CASTANHO P SANTOS" userId="674d1cbf55774fc0" providerId="LiveId" clId="{3844B4EF-4BCA-4297-B09C-2D632FB927B4}" dt="2020-05-08T14:32:14.057" v="319" actId="207"/>
          <ac:spMkLst>
            <pc:docMk/>
            <pc:sldMk cId="3340303185" sldId="270"/>
            <ac:spMk id="3" creationId="{8EE32A72-49E8-46FB-BB28-FDE247A16E76}"/>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pt-BR"/>
              <a:t>Clique para editar o título Mestre</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50000"/>
                  </a:schemeClr>
                </a:solidFill>
              </a:defRPr>
            </a:lvl1pPr>
          </a:lstStyle>
          <a:p>
            <a:fld id="{F7AFFB9B-9FB8-469E-96F9-4D32314110B6}" type="datetimeFigureOut">
              <a:rPr lang="en-US" dirty="0"/>
              <a:t>9/10/2025</a:t>
            </a:fld>
            <a:endParaRPr lang="en-US" dirty="0"/>
          </a:p>
        </p:txBody>
      </p:sp>
      <p:sp>
        <p:nvSpPr>
          <p:cNvPr id="5" name="Footer Placeholder 4"/>
          <p:cNvSpPr>
            <a:spLocks noGrp="1"/>
          </p:cNvSpPr>
          <p:nvPr>
            <p:ph type="ftr" sz="quarter" idx="11"/>
          </p:nvPr>
        </p:nvSpPr>
        <p:spPr>
          <a:xfrm rot="21420000">
            <a:off x="-5560" y="4883024"/>
            <a:ext cx="4047239" cy="1195538"/>
          </a:xfrm>
        </p:spPr>
        <p:txBody>
          <a:bodyPr vert="horz" lIns="91440" tIns="45720" rIns="91440" bIns="45720" rtlCol="0" anchor="ctr"/>
          <a:lstStyle>
            <a:lvl1pPr algn="r">
              <a:defRPr lang="en-US" sz="5400" dirty="0"/>
            </a:lvl1pPr>
          </a:lstStyle>
          <a:p>
            <a:endParaRPr lang="en-US" dirty="0"/>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6D22F896-40B5-4ADD-8801-0D06FADFA095}" type="slidenum">
              <a:rPr lang="en-US" dirty="0"/>
              <a:pPr/>
              <a:t>‹nº›</a:t>
            </a:fld>
            <a:endParaRPr lang="en-US" dirty="0"/>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8EFBDC27-E420-4878-9EE6-7B9656D6442A}" type="datetimeFigureOut">
              <a:rPr lang="en-US" dirty="0"/>
              <a:t>9/10/2025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pt-BR"/>
              <a:t>Clique para editar o título Mestre</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0F7F47CF-67C9-420C-80A5-E2069FF0C2DF}" type="datetimeFigureOut">
              <a:rPr lang="en-US" dirty="0"/>
              <a:t>9/10/2025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pt-BR"/>
              <a:t>Clique para editar o título Mestre</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AE22DC73-F065-42F5-A9F2-D90B2E42A0B3}" type="datetimeFigureOut">
              <a:rPr lang="en-US" dirty="0"/>
              <a:t>9/10/2025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12" name="Content Placeholder 3"/>
          <p:cNvSpPr>
            <a:spLocks noGrp="1"/>
          </p:cNvSpPr>
          <p:nvPr>
            <p:ph sz="quarter" idx="13"/>
          </p:nvPr>
        </p:nvSpPr>
        <p:spPr>
          <a:xfrm>
            <a:off x="685802" y="2861733"/>
            <a:ext cx="5088712" cy="2512852"/>
          </a:xfrm>
        </p:spPr>
        <p:txBody>
          <a:bodyPr ancho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13" name="Content Placeholder 5"/>
          <p:cNvSpPr>
            <a:spLocks noGrp="1"/>
          </p:cNvSpPr>
          <p:nvPr>
            <p:ph sz="quarter" idx="14"/>
          </p:nvPr>
        </p:nvSpPr>
        <p:spPr>
          <a:xfrm>
            <a:off x="5993969" y="2861733"/>
            <a:ext cx="5088713" cy="2512852"/>
          </a:xfrm>
        </p:spPr>
        <p:txBody>
          <a:bodyPr ancho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76BEA702-9B29-41CC-9BCC-3DF8A0D379FE}" type="datetimeFigureOut">
              <a:rPr lang="en-US" dirty="0"/>
              <a:t>9/10/2025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097649AC-CB8F-4FF1-9A34-5861C74DD0A7}" type="datetimeFigureOut">
              <a:rPr lang="en-US" dirty="0"/>
              <a:t>9/10/2025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C5CECA-2D3A-4680-9B49-752200DE467C}" type="datetimeFigureOut">
              <a:rPr lang="en-US" dirty="0"/>
              <a:t>9/10/2025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pt-BR"/>
              <a:t>Clique para editar o título Mestre</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50C3BFE2-83B7-4B0A-B9D3-AB28331082B3}" type="datetimeFigureOut">
              <a:rPr lang="en-US" dirty="0"/>
              <a:t>9/10/2025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12EF78E3-FDA3-4D28-AAA2-0B81F349A39D}" type="datetimeFigureOut">
              <a:rPr lang="en-US" dirty="0"/>
              <a:t>9/10/2025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to Panorâmica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341D2AC3-6A0B-4169-B1EA-E3AE8B351BDD}" type="datetimeFigureOut">
              <a:rPr lang="en-US" dirty="0"/>
              <a:t>9/10/2025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pt-BR"/>
              <a:t>Clique para editar o título Mestre</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DD4B9363-8B87-41B7-9F8E-64519CBB8F34}" type="datetimeFigureOut">
              <a:rPr lang="en-US" dirty="0"/>
              <a:t>9/10/2025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pt-BR"/>
              <a:t>Clique para editar o título Mestre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EAEF5746-5284-4951-9F37-7AE924EDBCB7}" type="datetimeFigureOut">
              <a:rPr lang="en-US" dirty="0"/>
              <a:t>9/10/2025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pt-BR"/>
              <a:t>Clique para editar o título Mestre</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02398B29-7265-4A65-A2A4-6703C057B7C1}" type="datetimeFigureOut">
              <a:rPr lang="en-US" dirty="0"/>
              <a:t>9/10/2025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nas">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pt-BR"/>
              <a:t>Clique para editar o título Mestre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3" name="Date Placeholder 2"/>
          <p:cNvSpPr>
            <a:spLocks noGrp="1"/>
          </p:cNvSpPr>
          <p:nvPr>
            <p:ph type="dt" sz="half" idx="10"/>
          </p:nvPr>
        </p:nvSpPr>
        <p:spPr/>
        <p:txBody>
          <a:bodyPr/>
          <a:lstStyle/>
          <a:p>
            <a:fld id="{28FBA082-94DF-4C4B-A041-6624924AB0A8}" type="datetimeFigureOut">
              <a:rPr lang="en-US" dirty="0"/>
              <a:t>9/10/2025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nas de Imagem">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pt-BR"/>
              <a:t>Clique para editar o título Mestre</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3" name="Date Placeholder 2"/>
          <p:cNvSpPr>
            <a:spLocks noGrp="1"/>
          </p:cNvSpPr>
          <p:nvPr>
            <p:ph type="dt" sz="half" idx="10"/>
          </p:nvPr>
        </p:nvSpPr>
        <p:spPr/>
        <p:txBody>
          <a:bodyPr/>
          <a:lstStyle/>
          <a:p>
            <a:fld id="{B27686C4-3AB5-4E0C-86CA-FB108C350AA9}" type="datetimeFigureOut">
              <a:rPr lang="en-US" dirty="0"/>
              <a:t>9/10/2025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pt-BR"/>
              <a:t>Clique para editar o título Mestre</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49FF1211-4E0C-4AB3-B04F-585959BDAFE8}" type="datetimeFigureOut">
              <a:rPr lang="en-US" dirty="0"/>
              <a:t>9/10/2025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pt-BR"/>
              <a:t>Clique para editar o título Mestre</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28BDECAF-D3BE-4069-9C78-642ECCD01477}" type="datetimeFigureOut">
              <a:rPr lang="en-US" dirty="0"/>
              <a:t>9/10/2025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50000"/>
                  </a:schemeClr>
                </a:solidFill>
              </a:defRPr>
            </a:lvl1pPr>
          </a:lstStyle>
          <a:p>
            <a:fld id="{C35BB1C6-BF8F-4481-8AB2-603A1C8A906A}" type="datetimeFigureOut">
              <a:rPr lang="en-US" dirty="0"/>
              <a:t>9/10/2025</a:t>
            </a:fld>
            <a:endParaRPr lang="en-US" dirty="0"/>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50000"/>
                  </a:schemeClr>
                </a:solidFill>
              </a:defRPr>
            </a:lvl1pPr>
          </a:lstStyle>
          <a:p>
            <a:endParaRPr lang="en-US" dirty="0"/>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50000"/>
                  </a:schemeClr>
                </a:solidFill>
              </a:defRPr>
            </a:lvl1pPr>
          </a:lstStyle>
          <a:p>
            <a:fld id="{6D22F896-40B5-4ADD-8801-0D06FADFA09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88000"/>
                <a:lumMod val="88000"/>
              </a:schemeClr>
            </a:gs>
          </a:gsLst>
          <a:lin ang="5400000" scaled="0"/>
        </a:gradFill>
        <a:effectLst/>
      </p:bgPr>
    </p:bg>
    <p:spTree>
      <p:nvGrpSpPr>
        <p:cNvPr id="1" name=""/>
        <p:cNvGrpSpPr/>
        <p:nvPr/>
      </p:nvGrpSpPr>
      <p:grpSpPr>
        <a:xfrm>
          <a:off x="0" y="0"/>
          <a:ext cx="0" cy="0"/>
          <a:chOff x="0" y="0"/>
          <a:chExt cx="0" cy="0"/>
        </a:xfrm>
      </p:grpSpPr>
      <p:sp>
        <p:nvSpPr>
          <p:cNvPr id="21" name="Freeform: Shape 6">
            <a:extLst>
              <a:ext uri="{FF2B5EF4-FFF2-40B4-BE49-F238E27FC236}">
                <a16:creationId xmlns:a16="http://schemas.microsoft.com/office/drawing/2014/main" id="{CD1BADFA-687C-4C23-9A51-BA0163E8EBC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2" name="Freeform: Shape 8">
            <a:extLst>
              <a:ext uri="{FF2B5EF4-FFF2-40B4-BE49-F238E27FC236}">
                <a16:creationId xmlns:a16="http://schemas.microsoft.com/office/drawing/2014/main" id="{AB0C801C-76F9-4E0A-A62B-99A95DBF3F8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548534" cy="6857998"/>
          </a:xfrm>
          <a:custGeom>
            <a:avLst/>
            <a:gdLst>
              <a:gd name="connsiteX0" fmla="*/ 0 w 8130198"/>
              <a:gd name="connsiteY0" fmla="*/ 0 h 6857999"/>
              <a:gd name="connsiteX1" fmla="*/ 7241014 w 8130198"/>
              <a:gd name="connsiteY1" fmla="*/ 0 h 6857999"/>
              <a:gd name="connsiteX2" fmla="*/ 8130198 w 8130198"/>
              <a:gd name="connsiteY2" fmla="*/ 0 h 6857999"/>
              <a:gd name="connsiteX3" fmla="*/ 8130198 w 8130198"/>
              <a:gd name="connsiteY3" fmla="*/ 6857999 h 6857999"/>
              <a:gd name="connsiteX4" fmla="*/ 0 w 8130198"/>
              <a:gd name="connsiteY4" fmla="*/ 6857999 h 6857999"/>
              <a:gd name="connsiteX5" fmla="*/ 0 w 8130198"/>
              <a:gd name="connsiteY5" fmla="*/ 637536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0198" h="6857999">
                <a:moveTo>
                  <a:pt x="0" y="0"/>
                </a:moveTo>
                <a:lnTo>
                  <a:pt x="7241014" y="0"/>
                </a:lnTo>
                <a:lnTo>
                  <a:pt x="8130198" y="0"/>
                </a:lnTo>
                <a:lnTo>
                  <a:pt x="8130198" y="6857999"/>
                </a:lnTo>
                <a:lnTo>
                  <a:pt x="0" y="6857999"/>
                </a:lnTo>
                <a:lnTo>
                  <a:pt x="0" y="6375361"/>
                </a:lnTo>
                <a:close/>
              </a:path>
            </a:pathLst>
          </a:cu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a:extLst>
              <a:ext uri="{FF2B5EF4-FFF2-40B4-BE49-F238E27FC236}">
                <a16:creationId xmlns:a16="http://schemas.microsoft.com/office/drawing/2014/main" id="{6F5C33F3-C271-4876-BCF3-CC9BDD283FE0}"/>
              </a:ext>
            </a:extLst>
          </p:cNvPr>
          <p:cNvSpPr>
            <a:spLocks noGrp="1"/>
          </p:cNvSpPr>
          <p:nvPr>
            <p:ph type="ctrTitle"/>
          </p:nvPr>
        </p:nvSpPr>
        <p:spPr>
          <a:xfrm>
            <a:off x="959248" y="984388"/>
            <a:ext cx="9945819" cy="3788948"/>
          </a:xfrm>
        </p:spPr>
        <p:txBody>
          <a:bodyPr anchor="b">
            <a:normAutofit/>
          </a:bodyPr>
          <a:lstStyle/>
          <a:p>
            <a:r>
              <a:rPr lang="pt-BR" sz="8800"/>
              <a:t>BRICS</a:t>
            </a:r>
          </a:p>
        </p:txBody>
      </p:sp>
      <p:sp>
        <p:nvSpPr>
          <p:cNvPr id="23" name="Freeform: Shape 10">
            <a:extLst>
              <a:ext uri="{FF2B5EF4-FFF2-40B4-BE49-F238E27FC236}">
                <a16:creationId xmlns:a16="http://schemas.microsoft.com/office/drawing/2014/main" id="{50D5B2F6-2819-4D6B-90BA-882063E9C54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1548534" cy="482600"/>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tx1">
              <a:alpha val="1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011751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48000"/>
                <a:satMod val="110000"/>
                <a:lumMod val="40000"/>
              </a:schemeClr>
              <a:schemeClr val="bg2">
                <a:tint val="90000"/>
                <a:lumMod val="106000"/>
              </a:schemeClr>
            </a:duotone>
          </a:blip>
          <a:stretch/>
        </a:blipFill>
        <a:effectLst/>
      </p:bgPr>
    </p:bg>
    <p:spTree>
      <p:nvGrpSpPr>
        <p:cNvPr id="1" name=""/>
        <p:cNvGrpSpPr/>
        <p:nvPr/>
      </p:nvGrpSpPr>
      <p:grpSpPr>
        <a:xfrm>
          <a:off x="0" y="0"/>
          <a:ext cx="0" cy="0"/>
          <a:chOff x="0" y="0"/>
          <a:chExt cx="0" cy="0"/>
        </a:xfrm>
      </p:grpSpPr>
      <p:sp useBgFill="1">
        <p:nvSpPr>
          <p:cNvPr id="11" name="Rectangle 6">
            <a:extLst>
              <a:ext uri="{FF2B5EF4-FFF2-40B4-BE49-F238E27FC236}">
                <a16:creationId xmlns:a16="http://schemas.microsoft.com/office/drawing/2014/main" id="{9AE0D413-3E66-4B0D-8FF6-E844E6B0E7B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Impact" panose="020B0806030902050204"/>
              <a:ea typeface="+mn-ea"/>
              <a:cs typeface="+mn-cs"/>
            </a:endParaRPr>
          </a:p>
        </p:txBody>
      </p:sp>
      <p:sp>
        <p:nvSpPr>
          <p:cNvPr id="12" name="Rectangle 8">
            <a:extLst>
              <a:ext uri="{FF2B5EF4-FFF2-40B4-BE49-F238E27FC236}">
                <a16:creationId xmlns:a16="http://schemas.microsoft.com/office/drawing/2014/main" id="{B6833AB9-605B-4FCD-AEA3-0556375B66F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80000">
            <a:off x="815340" y="683404"/>
            <a:ext cx="10561320" cy="5404104"/>
          </a:xfrm>
          <a:prstGeom prst="rect">
            <a:avLst/>
          </a:prstGeom>
          <a:solidFill>
            <a:srgbClr val="FFFFFF"/>
          </a:solidFill>
          <a:ln w="57150" cmpd="thinThick">
            <a:noFill/>
            <a:miter lim="800000"/>
          </a:ln>
          <a:effectLst>
            <a:outerShdw blurRad="2667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Impact" panose="020B0806030902050204"/>
              <a:ea typeface="+mn-ea"/>
              <a:cs typeface="+mn-cs"/>
            </a:endParaRPr>
          </a:p>
        </p:txBody>
      </p:sp>
      <p:pic>
        <p:nvPicPr>
          <p:cNvPr id="2" name="Imagem 1">
            <a:extLst>
              <a:ext uri="{FF2B5EF4-FFF2-40B4-BE49-F238E27FC236}">
                <a16:creationId xmlns:a16="http://schemas.microsoft.com/office/drawing/2014/main" id="{6132F759-F708-D0A8-F596-1D90E56A8338}"/>
              </a:ext>
            </a:extLst>
          </p:cNvPr>
          <p:cNvPicPr>
            <a:picLocks noChangeAspect="1"/>
          </p:cNvPicPr>
          <p:nvPr/>
        </p:nvPicPr>
        <p:blipFill>
          <a:blip r:embed="rId3"/>
          <a:stretch>
            <a:fillRect/>
          </a:stretch>
        </p:blipFill>
        <p:spPr>
          <a:xfrm rot="21480000">
            <a:off x="1842075" y="1003258"/>
            <a:ext cx="8507850" cy="4764396"/>
          </a:xfrm>
          <a:prstGeom prst="rect">
            <a:avLst/>
          </a:prstGeom>
        </p:spPr>
      </p:pic>
    </p:spTree>
    <p:extLst>
      <p:ext uri="{BB962C8B-B14F-4D97-AF65-F5344CB8AC3E}">
        <p14:creationId xmlns:p14="http://schemas.microsoft.com/office/powerpoint/2010/main" val="26067494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88000"/>
                <a:lumMod val="88000"/>
              </a:schemeClr>
            </a:gs>
          </a:gsLst>
          <a:lin ang="5400000" scaled="0"/>
        </a:gra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23B564A-E58E-45A3-AF7E-7FAF47E3CB9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0" name="Freeform: Shape 9">
            <a:extLst>
              <a:ext uri="{FF2B5EF4-FFF2-40B4-BE49-F238E27FC236}">
                <a16:creationId xmlns:a16="http://schemas.microsoft.com/office/drawing/2014/main" id="{AB0C801C-76F9-4E0A-A62B-99A95DBF3F8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548534" cy="6857998"/>
          </a:xfrm>
          <a:custGeom>
            <a:avLst/>
            <a:gdLst>
              <a:gd name="connsiteX0" fmla="*/ 0 w 8130198"/>
              <a:gd name="connsiteY0" fmla="*/ 0 h 6857999"/>
              <a:gd name="connsiteX1" fmla="*/ 7241014 w 8130198"/>
              <a:gd name="connsiteY1" fmla="*/ 0 h 6857999"/>
              <a:gd name="connsiteX2" fmla="*/ 8130198 w 8130198"/>
              <a:gd name="connsiteY2" fmla="*/ 0 h 6857999"/>
              <a:gd name="connsiteX3" fmla="*/ 8130198 w 8130198"/>
              <a:gd name="connsiteY3" fmla="*/ 6857999 h 6857999"/>
              <a:gd name="connsiteX4" fmla="*/ 0 w 8130198"/>
              <a:gd name="connsiteY4" fmla="*/ 6857999 h 6857999"/>
              <a:gd name="connsiteX5" fmla="*/ 0 w 8130198"/>
              <a:gd name="connsiteY5" fmla="*/ 637536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0198" h="6857999">
                <a:moveTo>
                  <a:pt x="0" y="0"/>
                </a:moveTo>
                <a:lnTo>
                  <a:pt x="7241014" y="0"/>
                </a:lnTo>
                <a:lnTo>
                  <a:pt x="8130198" y="0"/>
                </a:lnTo>
                <a:lnTo>
                  <a:pt x="8130198" y="6857999"/>
                </a:lnTo>
                <a:lnTo>
                  <a:pt x="0" y="6857999"/>
                </a:lnTo>
                <a:lnTo>
                  <a:pt x="0" y="6375361"/>
                </a:lnTo>
                <a:close/>
              </a:path>
            </a:pathLst>
          </a:cu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a:extLst>
              <a:ext uri="{FF2B5EF4-FFF2-40B4-BE49-F238E27FC236}">
                <a16:creationId xmlns:a16="http://schemas.microsoft.com/office/drawing/2014/main" id="{2710A158-A8C1-4F94-A5E1-40AB7A91D702}"/>
              </a:ext>
            </a:extLst>
          </p:cNvPr>
          <p:cNvSpPr>
            <a:spLocks noGrp="1"/>
          </p:cNvSpPr>
          <p:nvPr>
            <p:ph type="title"/>
          </p:nvPr>
        </p:nvSpPr>
        <p:spPr>
          <a:xfrm>
            <a:off x="685801" y="685800"/>
            <a:ext cx="10396881" cy="1513631"/>
          </a:xfrm>
        </p:spPr>
        <p:txBody>
          <a:bodyPr anchor="t">
            <a:normAutofit/>
          </a:bodyPr>
          <a:lstStyle/>
          <a:p>
            <a:pPr algn="r"/>
            <a:r>
              <a:rPr lang="pt-BR" dirty="0"/>
              <a:t>O que é o BRICS?</a:t>
            </a:r>
          </a:p>
        </p:txBody>
      </p:sp>
      <p:sp>
        <p:nvSpPr>
          <p:cNvPr id="3" name="Espaço Reservado para Conteúdo 2">
            <a:extLst>
              <a:ext uri="{FF2B5EF4-FFF2-40B4-BE49-F238E27FC236}">
                <a16:creationId xmlns:a16="http://schemas.microsoft.com/office/drawing/2014/main" id="{D5A86315-0F7E-48B0-B1C7-36D74E97F605}"/>
              </a:ext>
            </a:extLst>
          </p:cNvPr>
          <p:cNvSpPr>
            <a:spLocks noGrp="1"/>
          </p:cNvSpPr>
          <p:nvPr>
            <p:ph sz="quarter" idx="13"/>
          </p:nvPr>
        </p:nvSpPr>
        <p:spPr>
          <a:xfrm>
            <a:off x="685801" y="2530136"/>
            <a:ext cx="10396880" cy="3376142"/>
          </a:xfrm>
        </p:spPr>
        <p:txBody>
          <a:bodyPr anchor="ctr">
            <a:normAutofit/>
          </a:bodyPr>
          <a:lstStyle/>
          <a:p>
            <a:pPr fontAlgn="base">
              <a:lnSpc>
                <a:spcPct val="150000"/>
              </a:lnSpc>
            </a:pPr>
            <a:r>
              <a:rPr lang="pt-BR" dirty="0">
                <a:solidFill>
                  <a:schemeClr val="tx1">
                    <a:lumMod val="85000"/>
                    <a:lumOff val="15000"/>
                  </a:schemeClr>
                </a:solidFill>
                <a:latin typeface="Calibri" panose="020F0502020204030204" pitchFamily="34" charset="0"/>
                <a:cs typeface="Calibri" panose="020F0502020204030204" pitchFamily="34" charset="0"/>
              </a:rPr>
              <a:t>BRICS é o termo utilizado para a tradição de coordenação política entre Brasil, Rússia, Índia, China e África do Sul. o nome é referência as iniciais dos países envolvidos – vale lembrar que o S diz respeito à África do Sul em inglês (South África).</a:t>
            </a:r>
          </a:p>
          <a:p>
            <a:pPr fontAlgn="base">
              <a:lnSpc>
                <a:spcPct val="150000"/>
              </a:lnSpc>
            </a:pPr>
            <a:r>
              <a:rPr lang="pt-BR" dirty="0">
                <a:solidFill>
                  <a:schemeClr val="tx1">
                    <a:lumMod val="85000"/>
                    <a:lumOff val="15000"/>
                  </a:schemeClr>
                </a:solidFill>
                <a:latin typeface="Calibri" panose="020F0502020204030204" pitchFamily="34" charset="0"/>
                <a:cs typeface="Calibri" panose="020F0502020204030204" pitchFamily="34" charset="0"/>
              </a:rPr>
              <a:t>Mas atenção: apesar de o BRICS ser um mecanismo oficial de cooperação entre os países integrantes, ele </a:t>
            </a:r>
            <a:r>
              <a:rPr lang="pt-BR" b="1" dirty="0">
                <a:solidFill>
                  <a:srgbClr val="C00000"/>
                </a:solidFill>
                <a:latin typeface="Calibri" panose="020F0502020204030204" pitchFamily="34" charset="0"/>
                <a:cs typeface="Calibri" panose="020F0502020204030204" pitchFamily="34" charset="0"/>
              </a:rPr>
              <a:t>não é considerado um bloco econômico</a:t>
            </a:r>
            <a:r>
              <a:rPr lang="pt-BR" dirty="0">
                <a:solidFill>
                  <a:schemeClr val="tx1">
                    <a:lumMod val="85000"/>
                    <a:lumOff val="15000"/>
                  </a:schemeClr>
                </a:solidFill>
                <a:latin typeface="Calibri" panose="020F0502020204030204" pitchFamily="34" charset="0"/>
                <a:cs typeface="Calibri" panose="020F0502020204030204" pitchFamily="34" charset="0"/>
              </a:rPr>
              <a:t>.</a:t>
            </a:r>
            <a:endParaRPr lang="pt-BR" sz="1800" dirty="0">
              <a:solidFill>
                <a:schemeClr val="tx1">
                  <a:lumMod val="85000"/>
                  <a:lumOff val="15000"/>
                </a:schemeClr>
              </a:solidFill>
            </a:endParaRPr>
          </a:p>
        </p:txBody>
      </p:sp>
      <p:sp>
        <p:nvSpPr>
          <p:cNvPr id="12" name="Freeform: Shape 11">
            <a:extLst>
              <a:ext uri="{FF2B5EF4-FFF2-40B4-BE49-F238E27FC236}">
                <a16:creationId xmlns:a16="http://schemas.microsoft.com/office/drawing/2014/main" id="{50D5B2F6-2819-4D6B-90BA-882063E9C54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1548534" cy="482600"/>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tx1">
              <a:alpha val="1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221756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88000"/>
                <a:lumMod val="88000"/>
              </a:schemeClr>
            </a:gs>
          </a:gsLst>
          <a:lin ang="5400000" scaled="0"/>
        </a:gra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23B564A-E58E-45A3-AF7E-7FAF47E3CB9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0" name="Freeform: Shape 9">
            <a:extLst>
              <a:ext uri="{FF2B5EF4-FFF2-40B4-BE49-F238E27FC236}">
                <a16:creationId xmlns:a16="http://schemas.microsoft.com/office/drawing/2014/main" id="{AB0C801C-76F9-4E0A-A62B-99A95DBF3F8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548534" cy="6857998"/>
          </a:xfrm>
          <a:custGeom>
            <a:avLst/>
            <a:gdLst>
              <a:gd name="connsiteX0" fmla="*/ 0 w 8130198"/>
              <a:gd name="connsiteY0" fmla="*/ 0 h 6857999"/>
              <a:gd name="connsiteX1" fmla="*/ 7241014 w 8130198"/>
              <a:gd name="connsiteY1" fmla="*/ 0 h 6857999"/>
              <a:gd name="connsiteX2" fmla="*/ 8130198 w 8130198"/>
              <a:gd name="connsiteY2" fmla="*/ 0 h 6857999"/>
              <a:gd name="connsiteX3" fmla="*/ 8130198 w 8130198"/>
              <a:gd name="connsiteY3" fmla="*/ 6857999 h 6857999"/>
              <a:gd name="connsiteX4" fmla="*/ 0 w 8130198"/>
              <a:gd name="connsiteY4" fmla="*/ 6857999 h 6857999"/>
              <a:gd name="connsiteX5" fmla="*/ 0 w 8130198"/>
              <a:gd name="connsiteY5" fmla="*/ 637536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0198" h="6857999">
                <a:moveTo>
                  <a:pt x="0" y="0"/>
                </a:moveTo>
                <a:lnTo>
                  <a:pt x="7241014" y="0"/>
                </a:lnTo>
                <a:lnTo>
                  <a:pt x="8130198" y="0"/>
                </a:lnTo>
                <a:lnTo>
                  <a:pt x="8130198" y="6857999"/>
                </a:lnTo>
                <a:lnTo>
                  <a:pt x="0" y="6857999"/>
                </a:lnTo>
                <a:lnTo>
                  <a:pt x="0" y="6375361"/>
                </a:lnTo>
                <a:close/>
              </a:path>
            </a:pathLst>
          </a:cu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a:extLst>
              <a:ext uri="{FF2B5EF4-FFF2-40B4-BE49-F238E27FC236}">
                <a16:creationId xmlns:a16="http://schemas.microsoft.com/office/drawing/2014/main" id="{2EAAC64C-0789-4A0E-A5BF-DA66004EB24A}"/>
              </a:ext>
            </a:extLst>
          </p:cNvPr>
          <p:cNvSpPr>
            <a:spLocks noGrp="1"/>
          </p:cNvSpPr>
          <p:nvPr>
            <p:ph type="title"/>
          </p:nvPr>
        </p:nvSpPr>
        <p:spPr>
          <a:xfrm>
            <a:off x="685801" y="685800"/>
            <a:ext cx="10396881" cy="1561644"/>
          </a:xfrm>
        </p:spPr>
        <p:txBody>
          <a:bodyPr anchor="t">
            <a:normAutofit/>
          </a:bodyPr>
          <a:lstStyle/>
          <a:p>
            <a:pPr algn="r"/>
            <a:r>
              <a:rPr lang="pt-BR" dirty="0"/>
              <a:t>Qual é a diferença?</a:t>
            </a:r>
          </a:p>
        </p:txBody>
      </p:sp>
      <p:sp>
        <p:nvSpPr>
          <p:cNvPr id="3" name="Espaço Reservado para Conteúdo 2">
            <a:extLst>
              <a:ext uri="{FF2B5EF4-FFF2-40B4-BE49-F238E27FC236}">
                <a16:creationId xmlns:a16="http://schemas.microsoft.com/office/drawing/2014/main" id="{4D767482-444F-443A-9A19-B88340BCD279}"/>
              </a:ext>
            </a:extLst>
          </p:cNvPr>
          <p:cNvSpPr>
            <a:spLocks noGrp="1"/>
          </p:cNvSpPr>
          <p:nvPr>
            <p:ph sz="quarter" idx="13"/>
          </p:nvPr>
        </p:nvSpPr>
        <p:spPr>
          <a:xfrm>
            <a:off x="685801" y="2396971"/>
            <a:ext cx="10396880" cy="3509306"/>
          </a:xfrm>
        </p:spPr>
        <p:txBody>
          <a:bodyPr anchor="ctr">
            <a:normAutofit/>
          </a:bodyPr>
          <a:lstStyle/>
          <a:p>
            <a:pPr fontAlgn="base">
              <a:lnSpc>
                <a:spcPct val="150000"/>
              </a:lnSpc>
            </a:pPr>
            <a:r>
              <a:rPr lang="pt-BR" dirty="0">
                <a:solidFill>
                  <a:schemeClr val="tx1">
                    <a:lumMod val="85000"/>
                    <a:lumOff val="15000"/>
                  </a:schemeClr>
                </a:solidFill>
                <a:latin typeface="Calibri" panose="020F0502020204030204" pitchFamily="34" charset="0"/>
                <a:cs typeface="Calibri" panose="020F0502020204030204" pitchFamily="34" charset="0"/>
              </a:rPr>
              <a:t>Diferentemente de blocos econômicos como A União Europeia e o Mercosul, o BRICS não possui um estatuto formal de regras ou uma carta de princípios. E também não possui um </a:t>
            </a:r>
            <a:r>
              <a:rPr lang="pt-BR">
                <a:solidFill>
                  <a:schemeClr val="tx1">
                    <a:lumMod val="85000"/>
                    <a:lumOff val="15000"/>
                  </a:schemeClr>
                </a:solidFill>
                <a:latin typeface="Calibri" panose="020F0502020204030204" pitchFamily="34" charset="0"/>
                <a:cs typeface="Calibri" panose="020F0502020204030204" pitchFamily="34" charset="0"/>
              </a:rPr>
              <a:t>secretariado </a:t>
            </a:r>
            <a:r>
              <a:rPr lang="pt-BR" smtClean="0">
                <a:solidFill>
                  <a:schemeClr val="tx1">
                    <a:lumMod val="85000"/>
                    <a:lumOff val="15000"/>
                  </a:schemeClr>
                </a:solidFill>
                <a:latin typeface="Calibri" panose="020F0502020204030204" pitchFamily="34" charset="0"/>
                <a:cs typeface="Calibri" panose="020F0502020204030204" pitchFamily="34" charset="0"/>
              </a:rPr>
              <a:t>fixo.</a:t>
            </a:r>
            <a:endParaRPr lang="pt-BR" dirty="0">
              <a:solidFill>
                <a:schemeClr val="tx1">
                  <a:lumMod val="85000"/>
                  <a:lumOff val="15000"/>
                </a:schemeClr>
              </a:solidFill>
              <a:latin typeface="Calibri" panose="020F0502020204030204" pitchFamily="34" charset="0"/>
              <a:cs typeface="Calibri" panose="020F0502020204030204" pitchFamily="34" charset="0"/>
            </a:endParaRPr>
          </a:p>
          <a:p>
            <a:pPr fontAlgn="base">
              <a:lnSpc>
                <a:spcPct val="150000"/>
              </a:lnSpc>
            </a:pPr>
            <a:r>
              <a:rPr lang="pt-BR" dirty="0">
                <a:solidFill>
                  <a:schemeClr val="tx1">
                    <a:lumMod val="85000"/>
                    <a:lumOff val="15000"/>
                  </a:schemeClr>
                </a:solidFill>
                <a:latin typeface="Calibri" panose="020F0502020204030204" pitchFamily="34" charset="0"/>
                <a:cs typeface="Calibri" panose="020F0502020204030204" pitchFamily="34" charset="0"/>
              </a:rPr>
              <a:t>Segundo os países integrantes, a intenção do grupo é manter uma aliança que ajude a </a:t>
            </a:r>
            <a:r>
              <a:rPr lang="pt-BR" b="1" dirty="0">
                <a:solidFill>
                  <a:srgbClr val="C00000"/>
                </a:solidFill>
                <a:latin typeface="Calibri" panose="020F0502020204030204" pitchFamily="34" charset="0"/>
                <a:cs typeface="Calibri" panose="020F0502020204030204" pitchFamily="34" charset="0"/>
              </a:rPr>
              <a:t>alavancar a influência geopolítica destes países no mundo</a:t>
            </a:r>
            <a:r>
              <a:rPr lang="pt-BR" dirty="0">
                <a:solidFill>
                  <a:schemeClr val="tx1">
                    <a:lumMod val="85000"/>
                    <a:lumOff val="15000"/>
                  </a:schemeClr>
                </a:solidFill>
                <a:latin typeface="Calibri" panose="020F0502020204030204" pitchFamily="34" charset="0"/>
                <a:cs typeface="Calibri" panose="020F0502020204030204" pitchFamily="34" charset="0"/>
              </a:rPr>
              <a:t>.</a:t>
            </a:r>
            <a:endParaRPr lang="pt-BR" sz="1800" dirty="0">
              <a:solidFill>
                <a:schemeClr val="tx1">
                  <a:lumMod val="85000"/>
                  <a:lumOff val="15000"/>
                </a:schemeClr>
              </a:solidFill>
            </a:endParaRPr>
          </a:p>
        </p:txBody>
      </p:sp>
      <p:sp>
        <p:nvSpPr>
          <p:cNvPr id="12" name="Freeform: Shape 11">
            <a:extLst>
              <a:ext uri="{FF2B5EF4-FFF2-40B4-BE49-F238E27FC236}">
                <a16:creationId xmlns:a16="http://schemas.microsoft.com/office/drawing/2014/main" id="{50D5B2F6-2819-4D6B-90BA-882063E9C54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1548534" cy="482600"/>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tx1">
              <a:alpha val="1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66364066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88000"/>
                <a:lumMod val="88000"/>
              </a:schemeClr>
            </a:gs>
          </a:gsLst>
          <a:lin ang="5400000" scaled="0"/>
        </a:gra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23B564A-E58E-45A3-AF7E-7FAF47E3CB9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0" name="Freeform: Shape 9">
            <a:extLst>
              <a:ext uri="{FF2B5EF4-FFF2-40B4-BE49-F238E27FC236}">
                <a16:creationId xmlns:a16="http://schemas.microsoft.com/office/drawing/2014/main" id="{AB0C801C-76F9-4E0A-A62B-99A95DBF3F8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548534" cy="6857998"/>
          </a:xfrm>
          <a:custGeom>
            <a:avLst/>
            <a:gdLst>
              <a:gd name="connsiteX0" fmla="*/ 0 w 8130198"/>
              <a:gd name="connsiteY0" fmla="*/ 0 h 6857999"/>
              <a:gd name="connsiteX1" fmla="*/ 7241014 w 8130198"/>
              <a:gd name="connsiteY1" fmla="*/ 0 h 6857999"/>
              <a:gd name="connsiteX2" fmla="*/ 8130198 w 8130198"/>
              <a:gd name="connsiteY2" fmla="*/ 0 h 6857999"/>
              <a:gd name="connsiteX3" fmla="*/ 8130198 w 8130198"/>
              <a:gd name="connsiteY3" fmla="*/ 6857999 h 6857999"/>
              <a:gd name="connsiteX4" fmla="*/ 0 w 8130198"/>
              <a:gd name="connsiteY4" fmla="*/ 6857999 h 6857999"/>
              <a:gd name="connsiteX5" fmla="*/ 0 w 8130198"/>
              <a:gd name="connsiteY5" fmla="*/ 637536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0198" h="6857999">
                <a:moveTo>
                  <a:pt x="0" y="0"/>
                </a:moveTo>
                <a:lnTo>
                  <a:pt x="7241014" y="0"/>
                </a:lnTo>
                <a:lnTo>
                  <a:pt x="8130198" y="0"/>
                </a:lnTo>
                <a:lnTo>
                  <a:pt x="8130198" y="6857999"/>
                </a:lnTo>
                <a:lnTo>
                  <a:pt x="0" y="6857999"/>
                </a:lnTo>
                <a:lnTo>
                  <a:pt x="0" y="6375361"/>
                </a:lnTo>
                <a:close/>
              </a:path>
            </a:pathLst>
          </a:cu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a:extLst>
              <a:ext uri="{FF2B5EF4-FFF2-40B4-BE49-F238E27FC236}">
                <a16:creationId xmlns:a16="http://schemas.microsoft.com/office/drawing/2014/main" id="{52D413A4-0DE5-454C-92E5-85ABE4A189E8}"/>
              </a:ext>
            </a:extLst>
          </p:cNvPr>
          <p:cNvSpPr>
            <a:spLocks noGrp="1"/>
          </p:cNvSpPr>
          <p:nvPr>
            <p:ph type="title"/>
          </p:nvPr>
        </p:nvSpPr>
        <p:spPr>
          <a:xfrm>
            <a:off x="685801" y="685800"/>
            <a:ext cx="10396881" cy="1471474"/>
          </a:xfrm>
        </p:spPr>
        <p:txBody>
          <a:bodyPr anchor="t">
            <a:normAutofit/>
          </a:bodyPr>
          <a:lstStyle/>
          <a:p>
            <a:pPr algn="r"/>
            <a:r>
              <a:rPr lang="pt-BR" dirty="0"/>
              <a:t>A origem do grupo</a:t>
            </a:r>
          </a:p>
        </p:txBody>
      </p:sp>
      <p:sp>
        <p:nvSpPr>
          <p:cNvPr id="3" name="Espaço Reservado para Conteúdo 2">
            <a:extLst>
              <a:ext uri="{FF2B5EF4-FFF2-40B4-BE49-F238E27FC236}">
                <a16:creationId xmlns:a16="http://schemas.microsoft.com/office/drawing/2014/main" id="{6478A8CE-7183-4075-9715-0F68AC9F7684}"/>
              </a:ext>
            </a:extLst>
          </p:cNvPr>
          <p:cNvSpPr>
            <a:spLocks noGrp="1"/>
          </p:cNvSpPr>
          <p:nvPr>
            <p:ph sz="quarter" idx="13"/>
          </p:nvPr>
        </p:nvSpPr>
        <p:spPr>
          <a:xfrm>
            <a:off x="685801" y="2343706"/>
            <a:ext cx="10396880" cy="3562572"/>
          </a:xfrm>
        </p:spPr>
        <p:txBody>
          <a:bodyPr anchor="ctr">
            <a:normAutofit/>
          </a:bodyPr>
          <a:lstStyle/>
          <a:p>
            <a:pPr fontAlgn="base">
              <a:lnSpc>
                <a:spcPct val="150000"/>
              </a:lnSpc>
            </a:pPr>
            <a:r>
              <a:rPr lang="pt-BR" dirty="0">
                <a:solidFill>
                  <a:schemeClr val="tx1">
                    <a:lumMod val="85000"/>
                    <a:lumOff val="15000"/>
                  </a:schemeClr>
                </a:solidFill>
                <a:latin typeface="Calibri" panose="020F0502020204030204" pitchFamily="34" charset="0"/>
                <a:cs typeface="Calibri" panose="020F0502020204030204" pitchFamily="34" charset="0"/>
              </a:rPr>
              <a:t>O termo BRIC surgiu pela primeira vez em 2001, em um artigo publicado pelo economista do Goldman Sachs – Jim O’Neil – que defendeu a ideia de que Brasil, Rússia, Índia e China seriam as </a:t>
            </a:r>
            <a:r>
              <a:rPr lang="pt-BR" b="1" dirty="0">
                <a:solidFill>
                  <a:srgbClr val="C00000"/>
                </a:solidFill>
                <a:latin typeface="Calibri" panose="020F0502020204030204" pitchFamily="34" charset="0"/>
                <a:cs typeface="Calibri" panose="020F0502020204030204" pitchFamily="34" charset="0"/>
              </a:rPr>
              <a:t>economias do futuro</a:t>
            </a:r>
            <a:r>
              <a:rPr lang="pt-BR" dirty="0">
                <a:solidFill>
                  <a:schemeClr val="tx1">
                    <a:lumMod val="85000"/>
                    <a:lumOff val="15000"/>
                  </a:schemeClr>
                </a:solidFill>
                <a:latin typeface="Calibri" panose="020F0502020204030204" pitchFamily="34" charset="0"/>
                <a:cs typeface="Calibri" panose="020F0502020204030204" pitchFamily="34" charset="0"/>
              </a:rPr>
              <a:t>.</a:t>
            </a:r>
          </a:p>
          <a:p>
            <a:pPr fontAlgn="base">
              <a:lnSpc>
                <a:spcPct val="150000"/>
              </a:lnSpc>
            </a:pPr>
            <a:r>
              <a:rPr lang="pt-BR" dirty="0">
                <a:solidFill>
                  <a:schemeClr val="tx1">
                    <a:lumMod val="85000"/>
                    <a:lumOff val="15000"/>
                  </a:schemeClr>
                </a:solidFill>
                <a:latin typeface="Calibri" panose="020F0502020204030204" pitchFamily="34" charset="0"/>
                <a:cs typeface="Calibri" panose="020F0502020204030204" pitchFamily="34" charset="0"/>
              </a:rPr>
              <a:t>Por que economias do futuro? Sobretudo por conta do </a:t>
            </a:r>
            <a:r>
              <a:rPr lang="pt-BR" b="1" dirty="0">
                <a:solidFill>
                  <a:srgbClr val="C00000"/>
                </a:solidFill>
                <a:latin typeface="Calibri" panose="020F0502020204030204" pitchFamily="34" charset="0"/>
                <a:cs typeface="Calibri" panose="020F0502020204030204" pitchFamily="34" charset="0"/>
              </a:rPr>
              <a:t>acelerado crescimento econômico</a:t>
            </a:r>
            <a:r>
              <a:rPr lang="pt-BR" dirty="0">
                <a:solidFill>
                  <a:schemeClr val="tx1">
                    <a:lumMod val="85000"/>
                    <a:lumOff val="15000"/>
                  </a:schemeClr>
                </a:solidFill>
                <a:latin typeface="Calibri" panose="020F0502020204030204" pitchFamily="34" charset="0"/>
                <a:cs typeface="Calibri" panose="020F0502020204030204" pitchFamily="34" charset="0"/>
              </a:rPr>
              <a:t> que estavam experimentando na época, e por </a:t>
            </a:r>
            <a:r>
              <a:rPr lang="pt-BR" b="1" dirty="0">
                <a:solidFill>
                  <a:srgbClr val="C00000"/>
                </a:solidFill>
                <a:latin typeface="Calibri" panose="020F0502020204030204" pitchFamily="34" charset="0"/>
                <a:cs typeface="Calibri" panose="020F0502020204030204" pitchFamily="34" charset="0"/>
              </a:rPr>
              <a:t>suas grandes populações</a:t>
            </a:r>
            <a:r>
              <a:rPr lang="pt-BR" dirty="0">
                <a:solidFill>
                  <a:schemeClr val="tx1">
                    <a:lumMod val="85000"/>
                    <a:lumOff val="15000"/>
                  </a:schemeClr>
                </a:solidFill>
                <a:latin typeface="Calibri" panose="020F0502020204030204" pitchFamily="34" charset="0"/>
                <a:cs typeface="Calibri" panose="020F0502020204030204" pitchFamily="34" charset="0"/>
              </a:rPr>
              <a:t> que, com crescente poder aquisitivo, dinamizavam os respectivos mercados internos.</a:t>
            </a:r>
          </a:p>
        </p:txBody>
      </p:sp>
      <p:sp>
        <p:nvSpPr>
          <p:cNvPr id="12" name="Freeform: Shape 11">
            <a:extLst>
              <a:ext uri="{FF2B5EF4-FFF2-40B4-BE49-F238E27FC236}">
                <a16:creationId xmlns:a16="http://schemas.microsoft.com/office/drawing/2014/main" id="{50D5B2F6-2819-4D6B-90BA-882063E9C54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1548534" cy="482600"/>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tx1">
              <a:alpha val="1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6751482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88000"/>
                <a:lumMod val="88000"/>
              </a:schemeClr>
            </a:gs>
          </a:gsLst>
          <a:lin ang="5400000" scaled="0"/>
        </a:gra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23B564A-E58E-45A3-AF7E-7FAF47E3CB9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0" name="Freeform: Shape 9">
            <a:extLst>
              <a:ext uri="{FF2B5EF4-FFF2-40B4-BE49-F238E27FC236}">
                <a16:creationId xmlns:a16="http://schemas.microsoft.com/office/drawing/2014/main" id="{AB0C801C-76F9-4E0A-A62B-99A95DBF3F8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548534" cy="6857998"/>
          </a:xfrm>
          <a:custGeom>
            <a:avLst/>
            <a:gdLst>
              <a:gd name="connsiteX0" fmla="*/ 0 w 8130198"/>
              <a:gd name="connsiteY0" fmla="*/ 0 h 6857999"/>
              <a:gd name="connsiteX1" fmla="*/ 7241014 w 8130198"/>
              <a:gd name="connsiteY1" fmla="*/ 0 h 6857999"/>
              <a:gd name="connsiteX2" fmla="*/ 8130198 w 8130198"/>
              <a:gd name="connsiteY2" fmla="*/ 0 h 6857999"/>
              <a:gd name="connsiteX3" fmla="*/ 8130198 w 8130198"/>
              <a:gd name="connsiteY3" fmla="*/ 6857999 h 6857999"/>
              <a:gd name="connsiteX4" fmla="*/ 0 w 8130198"/>
              <a:gd name="connsiteY4" fmla="*/ 6857999 h 6857999"/>
              <a:gd name="connsiteX5" fmla="*/ 0 w 8130198"/>
              <a:gd name="connsiteY5" fmla="*/ 637536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0198" h="6857999">
                <a:moveTo>
                  <a:pt x="0" y="0"/>
                </a:moveTo>
                <a:lnTo>
                  <a:pt x="7241014" y="0"/>
                </a:lnTo>
                <a:lnTo>
                  <a:pt x="8130198" y="0"/>
                </a:lnTo>
                <a:lnTo>
                  <a:pt x="8130198" y="6857999"/>
                </a:lnTo>
                <a:lnTo>
                  <a:pt x="0" y="6857999"/>
                </a:lnTo>
                <a:lnTo>
                  <a:pt x="0" y="6375361"/>
                </a:lnTo>
                <a:close/>
              </a:path>
            </a:pathLst>
          </a:cu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a:extLst>
              <a:ext uri="{FF2B5EF4-FFF2-40B4-BE49-F238E27FC236}">
                <a16:creationId xmlns:a16="http://schemas.microsoft.com/office/drawing/2014/main" id="{53C28834-2974-489E-B8F0-974DD8A731A3}"/>
              </a:ext>
            </a:extLst>
          </p:cNvPr>
          <p:cNvSpPr>
            <a:spLocks noGrp="1"/>
          </p:cNvSpPr>
          <p:nvPr>
            <p:ph type="title"/>
          </p:nvPr>
        </p:nvSpPr>
        <p:spPr>
          <a:xfrm>
            <a:off x="685801" y="685800"/>
            <a:ext cx="10396881" cy="1786812"/>
          </a:xfrm>
        </p:spPr>
        <p:txBody>
          <a:bodyPr anchor="t">
            <a:normAutofit/>
          </a:bodyPr>
          <a:lstStyle/>
          <a:p>
            <a:pPr algn="r"/>
            <a:r>
              <a:rPr lang="pt-BR" dirty="0"/>
              <a:t>Reunião e cooperação</a:t>
            </a:r>
            <a:endParaRPr lang="pt-BR"/>
          </a:p>
        </p:txBody>
      </p:sp>
      <p:sp>
        <p:nvSpPr>
          <p:cNvPr id="3" name="Espaço Reservado para Conteúdo 2">
            <a:extLst>
              <a:ext uri="{FF2B5EF4-FFF2-40B4-BE49-F238E27FC236}">
                <a16:creationId xmlns:a16="http://schemas.microsoft.com/office/drawing/2014/main" id="{20EF8D95-F1F4-4A6B-8ABC-208DEC94B4CC}"/>
              </a:ext>
            </a:extLst>
          </p:cNvPr>
          <p:cNvSpPr>
            <a:spLocks noGrp="1"/>
          </p:cNvSpPr>
          <p:nvPr>
            <p:ph sz="quarter" idx="13"/>
          </p:nvPr>
        </p:nvSpPr>
        <p:spPr>
          <a:xfrm>
            <a:off x="685801" y="2668554"/>
            <a:ext cx="10396880" cy="3237723"/>
          </a:xfrm>
        </p:spPr>
        <p:txBody>
          <a:bodyPr anchor="ctr">
            <a:normAutofit/>
          </a:bodyPr>
          <a:lstStyle/>
          <a:p>
            <a:pPr fontAlgn="base">
              <a:lnSpc>
                <a:spcPct val="150000"/>
              </a:lnSpc>
            </a:pPr>
            <a:r>
              <a:rPr lang="pt-BR" dirty="0">
                <a:solidFill>
                  <a:schemeClr val="tx1">
                    <a:lumMod val="85000"/>
                    <a:lumOff val="15000"/>
                  </a:schemeClr>
                </a:solidFill>
                <a:latin typeface="Calibri" panose="020F0502020204030204" pitchFamily="34" charset="0"/>
                <a:cs typeface="Calibri" panose="020F0502020204030204" pitchFamily="34" charset="0"/>
              </a:rPr>
              <a:t>Assim, em 2006, os chanceleres dos quatro países deram início aos diálogos com uma reunião informal à margem da Assembleia Geral das </a:t>
            </a:r>
            <a:r>
              <a:rPr lang="pt-BR">
                <a:solidFill>
                  <a:schemeClr val="tx1">
                    <a:lumMod val="85000"/>
                    <a:lumOff val="15000"/>
                  </a:schemeClr>
                </a:solidFill>
                <a:latin typeface="Calibri" panose="020F0502020204030204" pitchFamily="34" charset="0"/>
                <a:cs typeface="Calibri" panose="020F0502020204030204" pitchFamily="34" charset="0"/>
              </a:rPr>
              <a:t>Nações </a:t>
            </a:r>
            <a:r>
              <a:rPr lang="pt-BR" smtClean="0">
                <a:solidFill>
                  <a:schemeClr val="tx1">
                    <a:lumMod val="85000"/>
                    <a:lumOff val="15000"/>
                  </a:schemeClr>
                </a:solidFill>
                <a:latin typeface="Calibri" panose="020F0502020204030204" pitchFamily="34" charset="0"/>
                <a:cs typeface="Calibri" panose="020F0502020204030204" pitchFamily="34" charset="0"/>
              </a:rPr>
              <a:t>Unidas</a:t>
            </a:r>
            <a:r>
              <a:rPr lang="pt-BR" dirty="0">
                <a:solidFill>
                  <a:schemeClr val="tx1">
                    <a:lumMod val="85000"/>
                    <a:lumOff val="15000"/>
                  </a:schemeClr>
                </a:solidFill>
                <a:latin typeface="Calibri" panose="020F0502020204030204" pitchFamily="34" charset="0"/>
                <a:cs typeface="Calibri" panose="020F0502020204030204" pitchFamily="34" charset="0"/>
              </a:rPr>
              <a:t>.</a:t>
            </a:r>
          </a:p>
          <a:p>
            <a:pPr fontAlgn="base">
              <a:lnSpc>
                <a:spcPct val="150000"/>
              </a:lnSpc>
            </a:pPr>
            <a:r>
              <a:rPr lang="pt-BR" dirty="0">
                <a:solidFill>
                  <a:schemeClr val="tx1">
                    <a:lumMod val="85000"/>
                    <a:lumOff val="15000"/>
                  </a:schemeClr>
                </a:solidFill>
                <a:latin typeface="Calibri" panose="020F0502020204030204" pitchFamily="34" charset="0"/>
                <a:cs typeface="Calibri" panose="020F0502020204030204" pitchFamily="34" charset="0"/>
              </a:rPr>
              <a:t>E como essa reunião informal evoluiu para a cooperação de fato?</a:t>
            </a:r>
          </a:p>
        </p:txBody>
      </p:sp>
      <p:sp>
        <p:nvSpPr>
          <p:cNvPr id="12" name="Freeform: Shape 11">
            <a:extLst>
              <a:ext uri="{FF2B5EF4-FFF2-40B4-BE49-F238E27FC236}">
                <a16:creationId xmlns:a16="http://schemas.microsoft.com/office/drawing/2014/main" id="{50D5B2F6-2819-4D6B-90BA-882063E9C54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1548534" cy="482600"/>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tx1">
              <a:alpha val="1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6595533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88000"/>
                <a:lumMod val="88000"/>
              </a:schemeClr>
            </a:gs>
          </a:gsLst>
          <a:lin ang="5400000" scaled="0"/>
        </a:gra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23B564A-E58E-45A3-AF7E-7FAF47E3CB9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0" name="Freeform: Shape 9">
            <a:extLst>
              <a:ext uri="{FF2B5EF4-FFF2-40B4-BE49-F238E27FC236}">
                <a16:creationId xmlns:a16="http://schemas.microsoft.com/office/drawing/2014/main" id="{AB0C801C-76F9-4E0A-A62B-99A95DBF3F8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548534" cy="6857998"/>
          </a:xfrm>
          <a:custGeom>
            <a:avLst/>
            <a:gdLst>
              <a:gd name="connsiteX0" fmla="*/ 0 w 8130198"/>
              <a:gd name="connsiteY0" fmla="*/ 0 h 6857999"/>
              <a:gd name="connsiteX1" fmla="*/ 7241014 w 8130198"/>
              <a:gd name="connsiteY1" fmla="*/ 0 h 6857999"/>
              <a:gd name="connsiteX2" fmla="*/ 8130198 w 8130198"/>
              <a:gd name="connsiteY2" fmla="*/ 0 h 6857999"/>
              <a:gd name="connsiteX3" fmla="*/ 8130198 w 8130198"/>
              <a:gd name="connsiteY3" fmla="*/ 6857999 h 6857999"/>
              <a:gd name="connsiteX4" fmla="*/ 0 w 8130198"/>
              <a:gd name="connsiteY4" fmla="*/ 6857999 h 6857999"/>
              <a:gd name="connsiteX5" fmla="*/ 0 w 8130198"/>
              <a:gd name="connsiteY5" fmla="*/ 637536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0198" h="6857999">
                <a:moveTo>
                  <a:pt x="0" y="0"/>
                </a:moveTo>
                <a:lnTo>
                  <a:pt x="7241014" y="0"/>
                </a:lnTo>
                <a:lnTo>
                  <a:pt x="8130198" y="0"/>
                </a:lnTo>
                <a:lnTo>
                  <a:pt x="8130198" y="6857999"/>
                </a:lnTo>
                <a:lnTo>
                  <a:pt x="0" y="6857999"/>
                </a:lnTo>
                <a:lnTo>
                  <a:pt x="0" y="6375361"/>
                </a:lnTo>
                <a:close/>
              </a:path>
            </a:pathLst>
          </a:cu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a:extLst>
              <a:ext uri="{FF2B5EF4-FFF2-40B4-BE49-F238E27FC236}">
                <a16:creationId xmlns:a16="http://schemas.microsoft.com/office/drawing/2014/main" id="{FE7EF500-A075-4B16-B844-71EFF41D8D5E}"/>
              </a:ext>
            </a:extLst>
          </p:cNvPr>
          <p:cNvSpPr>
            <a:spLocks noGrp="1"/>
          </p:cNvSpPr>
          <p:nvPr>
            <p:ph type="title"/>
          </p:nvPr>
        </p:nvSpPr>
        <p:spPr>
          <a:xfrm>
            <a:off x="685801" y="685800"/>
            <a:ext cx="10396881" cy="1317689"/>
          </a:xfrm>
        </p:spPr>
        <p:txBody>
          <a:bodyPr anchor="t">
            <a:normAutofit/>
          </a:bodyPr>
          <a:lstStyle/>
          <a:p>
            <a:pPr algn="r" fontAlgn="base"/>
            <a:r>
              <a:rPr lang="pt-BR" dirty="0"/>
              <a:t>Evolução para o BRICS</a:t>
            </a:r>
          </a:p>
        </p:txBody>
      </p:sp>
      <p:sp>
        <p:nvSpPr>
          <p:cNvPr id="3" name="Espaço Reservado para Conteúdo 2">
            <a:extLst>
              <a:ext uri="{FF2B5EF4-FFF2-40B4-BE49-F238E27FC236}">
                <a16:creationId xmlns:a16="http://schemas.microsoft.com/office/drawing/2014/main" id="{BC9B7703-30C5-4ABC-9D9F-43EC5A5A74C5}"/>
              </a:ext>
            </a:extLst>
          </p:cNvPr>
          <p:cNvSpPr>
            <a:spLocks noGrp="1"/>
          </p:cNvSpPr>
          <p:nvPr>
            <p:ph sz="quarter" idx="13"/>
          </p:nvPr>
        </p:nvSpPr>
        <p:spPr>
          <a:xfrm>
            <a:off x="685801" y="2472612"/>
            <a:ext cx="10396880" cy="3433665"/>
          </a:xfrm>
        </p:spPr>
        <p:txBody>
          <a:bodyPr anchor="ctr">
            <a:normAutofit/>
          </a:bodyPr>
          <a:lstStyle/>
          <a:p>
            <a:pPr fontAlgn="base">
              <a:lnSpc>
                <a:spcPct val="150000"/>
              </a:lnSpc>
            </a:pPr>
            <a:r>
              <a:rPr lang="pt-BR" dirty="0">
                <a:solidFill>
                  <a:schemeClr val="tx1">
                    <a:lumMod val="85000"/>
                    <a:lumOff val="15000"/>
                  </a:schemeClr>
                </a:solidFill>
                <a:latin typeface="Calibri" panose="020F0502020204030204" pitchFamily="34" charset="0"/>
                <a:cs typeface="Calibri" panose="020F0502020204030204" pitchFamily="34" charset="0"/>
              </a:rPr>
              <a:t>em </a:t>
            </a:r>
            <a:r>
              <a:rPr lang="pt-BR" b="1" dirty="0">
                <a:solidFill>
                  <a:srgbClr val="C00000"/>
                </a:solidFill>
                <a:latin typeface="Calibri" panose="020F0502020204030204" pitchFamily="34" charset="0"/>
                <a:cs typeface="Calibri" panose="020F0502020204030204" pitchFamily="34" charset="0"/>
              </a:rPr>
              <a:t>2009</a:t>
            </a:r>
            <a:r>
              <a:rPr lang="pt-BR" dirty="0">
                <a:solidFill>
                  <a:schemeClr val="tx1">
                    <a:lumMod val="85000"/>
                    <a:lumOff val="15000"/>
                  </a:schemeClr>
                </a:solidFill>
                <a:latin typeface="Calibri" panose="020F0502020204030204" pitchFamily="34" charset="0"/>
                <a:cs typeface="Calibri" panose="020F0502020204030204" pitchFamily="34" charset="0"/>
              </a:rPr>
              <a:t> – na Rússia – pela primeira vez os chefes de Estado de Brasil, Rússia, Índia e China se reuniram e realizaram a chamada </a:t>
            </a:r>
            <a:r>
              <a:rPr lang="pt-BR" b="1" dirty="0">
                <a:solidFill>
                  <a:srgbClr val="C00000"/>
                </a:solidFill>
                <a:latin typeface="Calibri" panose="020F0502020204030204" pitchFamily="34" charset="0"/>
                <a:cs typeface="Calibri" panose="020F0502020204030204" pitchFamily="34" charset="0"/>
              </a:rPr>
              <a:t>Primeira Reunião de Cúpula dos BRIC</a:t>
            </a:r>
            <a:r>
              <a:rPr lang="pt-BR" dirty="0">
                <a:solidFill>
                  <a:schemeClr val="tx1">
                    <a:lumMod val="85000"/>
                    <a:lumOff val="15000"/>
                  </a:schemeClr>
                </a:solidFill>
                <a:latin typeface="Calibri" panose="020F0502020204030204" pitchFamily="34" charset="0"/>
                <a:cs typeface="Calibri" panose="020F0502020204030204" pitchFamily="34" charset="0"/>
              </a:rPr>
              <a:t>.</a:t>
            </a:r>
          </a:p>
          <a:p>
            <a:pPr fontAlgn="base">
              <a:lnSpc>
                <a:spcPct val="150000"/>
              </a:lnSpc>
            </a:pPr>
            <a:r>
              <a:rPr lang="pt-BR" dirty="0">
                <a:solidFill>
                  <a:schemeClr val="tx1">
                    <a:lumMod val="85000"/>
                    <a:lumOff val="15000"/>
                  </a:schemeClr>
                </a:solidFill>
                <a:latin typeface="Calibri" panose="020F0502020204030204" pitchFamily="34" charset="0"/>
                <a:cs typeface="Calibri" panose="020F0502020204030204" pitchFamily="34" charset="0"/>
              </a:rPr>
              <a:t>Desde então, essas reuniões são </a:t>
            </a:r>
            <a:r>
              <a:rPr lang="pt-BR" b="1" dirty="0">
                <a:solidFill>
                  <a:srgbClr val="C00000"/>
                </a:solidFill>
                <a:latin typeface="Calibri" panose="020F0502020204030204" pitchFamily="34" charset="0"/>
                <a:cs typeface="Calibri" panose="020F0502020204030204" pitchFamily="34" charset="0"/>
              </a:rPr>
              <a:t>realizadas anualmente</a:t>
            </a:r>
            <a:r>
              <a:rPr lang="pt-BR" dirty="0">
                <a:solidFill>
                  <a:schemeClr val="tx1">
                    <a:lumMod val="85000"/>
                    <a:lumOff val="15000"/>
                  </a:schemeClr>
                </a:solidFill>
                <a:latin typeface="Calibri" panose="020F0502020204030204" pitchFamily="34" charset="0"/>
                <a:cs typeface="Calibri" panose="020F0502020204030204" pitchFamily="34" charset="0"/>
              </a:rPr>
              <a:t> e são sediadas em algum dos países integrantes. </a:t>
            </a:r>
          </a:p>
          <a:p>
            <a:pPr fontAlgn="base">
              <a:lnSpc>
                <a:spcPct val="150000"/>
              </a:lnSpc>
            </a:pPr>
            <a:r>
              <a:rPr lang="pt-BR" dirty="0">
                <a:solidFill>
                  <a:schemeClr val="tx1">
                    <a:lumMod val="85000"/>
                    <a:lumOff val="15000"/>
                  </a:schemeClr>
                </a:solidFill>
                <a:latin typeface="Calibri" panose="020F0502020204030204" pitchFamily="34" charset="0"/>
                <a:cs typeface="Calibri" panose="020F0502020204030204" pitchFamily="34" charset="0"/>
              </a:rPr>
              <a:t>Além deste formato de Cúpula, acontecem também todos os anos reuniões informais dos membros à margem dos encontros do G20.</a:t>
            </a:r>
          </a:p>
        </p:txBody>
      </p:sp>
      <p:sp>
        <p:nvSpPr>
          <p:cNvPr id="12" name="Freeform: Shape 11">
            <a:extLst>
              <a:ext uri="{FF2B5EF4-FFF2-40B4-BE49-F238E27FC236}">
                <a16:creationId xmlns:a16="http://schemas.microsoft.com/office/drawing/2014/main" id="{50D5B2F6-2819-4D6B-90BA-882063E9C54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1548534" cy="482600"/>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tx1">
              <a:alpha val="1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3663009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88000"/>
                <a:lumMod val="88000"/>
              </a:schemeClr>
            </a:gs>
          </a:gsLst>
          <a:lin ang="5400000" scaled="0"/>
        </a:gra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23B564A-E58E-45A3-AF7E-7FAF47E3CB9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0" name="Freeform: Shape 9">
            <a:extLst>
              <a:ext uri="{FF2B5EF4-FFF2-40B4-BE49-F238E27FC236}">
                <a16:creationId xmlns:a16="http://schemas.microsoft.com/office/drawing/2014/main" id="{AB0C801C-76F9-4E0A-A62B-99A95DBF3F8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548534" cy="6857998"/>
          </a:xfrm>
          <a:custGeom>
            <a:avLst/>
            <a:gdLst>
              <a:gd name="connsiteX0" fmla="*/ 0 w 8130198"/>
              <a:gd name="connsiteY0" fmla="*/ 0 h 6857999"/>
              <a:gd name="connsiteX1" fmla="*/ 7241014 w 8130198"/>
              <a:gd name="connsiteY1" fmla="*/ 0 h 6857999"/>
              <a:gd name="connsiteX2" fmla="*/ 8130198 w 8130198"/>
              <a:gd name="connsiteY2" fmla="*/ 0 h 6857999"/>
              <a:gd name="connsiteX3" fmla="*/ 8130198 w 8130198"/>
              <a:gd name="connsiteY3" fmla="*/ 6857999 h 6857999"/>
              <a:gd name="connsiteX4" fmla="*/ 0 w 8130198"/>
              <a:gd name="connsiteY4" fmla="*/ 6857999 h 6857999"/>
              <a:gd name="connsiteX5" fmla="*/ 0 w 8130198"/>
              <a:gd name="connsiteY5" fmla="*/ 637536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0198" h="6857999">
                <a:moveTo>
                  <a:pt x="0" y="0"/>
                </a:moveTo>
                <a:lnTo>
                  <a:pt x="7241014" y="0"/>
                </a:lnTo>
                <a:lnTo>
                  <a:pt x="8130198" y="0"/>
                </a:lnTo>
                <a:lnTo>
                  <a:pt x="8130198" y="6857999"/>
                </a:lnTo>
                <a:lnTo>
                  <a:pt x="0" y="6857999"/>
                </a:lnTo>
                <a:lnTo>
                  <a:pt x="0" y="6375361"/>
                </a:lnTo>
                <a:close/>
              </a:path>
            </a:pathLst>
          </a:cu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 name="Espaço Reservado para Conteúdo 2">
            <a:extLst>
              <a:ext uri="{FF2B5EF4-FFF2-40B4-BE49-F238E27FC236}">
                <a16:creationId xmlns:a16="http://schemas.microsoft.com/office/drawing/2014/main" id="{38C63B3C-4B6D-4144-957E-9D66D0136749}"/>
              </a:ext>
            </a:extLst>
          </p:cNvPr>
          <p:cNvSpPr>
            <a:spLocks noGrp="1"/>
          </p:cNvSpPr>
          <p:nvPr>
            <p:ph sz="quarter" idx="13"/>
          </p:nvPr>
        </p:nvSpPr>
        <p:spPr>
          <a:xfrm>
            <a:off x="685801" y="561976"/>
            <a:ext cx="10396880" cy="5344302"/>
          </a:xfrm>
        </p:spPr>
        <p:txBody>
          <a:bodyPr anchor="ctr">
            <a:normAutofit/>
          </a:bodyPr>
          <a:lstStyle/>
          <a:p>
            <a:pPr fontAlgn="base">
              <a:lnSpc>
                <a:spcPct val="150000"/>
              </a:lnSpc>
            </a:pPr>
            <a:r>
              <a:rPr lang="pt-BR" dirty="0">
                <a:solidFill>
                  <a:schemeClr val="tx1">
                    <a:lumMod val="85000"/>
                    <a:lumOff val="15000"/>
                  </a:schemeClr>
                </a:solidFill>
                <a:latin typeface="Calibri" panose="020F0502020204030204" pitchFamily="34" charset="0"/>
                <a:cs typeface="Calibri" panose="020F0502020204030204" pitchFamily="34" charset="0"/>
              </a:rPr>
              <a:t>a </a:t>
            </a:r>
            <a:r>
              <a:rPr lang="pt-BR" b="1" dirty="0">
                <a:solidFill>
                  <a:srgbClr val="C00000"/>
                </a:solidFill>
                <a:latin typeface="Calibri" panose="020F0502020204030204" pitchFamily="34" charset="0"/>
                <a:cs typeface="Calibri" panose="020F0502020204030204" pitchFamily="34" charset="0"/>
              </a:rPr>
              <a:t>África do Sul</a:t>
            </a:r>
            <a:r>
              <a:rPr lang="pt-BR" dirty="0">
                <a:solidFill>
                  <a:schemeClr val="tx1">
                    <a:lumMod val="85000"/>
                    <a:lumOff val="15000"/>
                  </a:schemeClr>
                </a:solidFill>
                <a:latin typeface="Calibri" panose="020F0502020204030204" pitchFamily="34" charset="0"/>
                <a:cs typeface="Calibri" panose="020F0502020204030204" pitchFamily="34" charset="0"/>
              </a:rPr>
              <a:t> não participou da Primeira Reunião de Cúpula. Isso porque o país </a:t>
            </a:r>
            <a:r>
              <a:rPr lang="pt-BR" b="1" dirty="0">
                <a:solidFill>
                  <a:srgbClr val="C00000"/>
                </a:solidFill>
                <a:latin typeface="Calibri" panose="020F0502020204030204" pitchFamily="34" charset="0"/>
                <a:cs typeface="Calibri" panose="020F0502020204030204" pitchFamily="34" charset="0"/>
              </a:rPr>
              <a:t>passou a ser membro do grupo somente em 2010</a:t>
            </a:r>
            <a:r>
              <a:rPr lang="pt-BR" dirty="0">
                <a:solidFill>
                  <a:schemeClr val="tx1">
                    <a:lumMod val="85000"/>
                    <a:lumOff val="15000"/>
                  </a:schemeClr>
                </a:solidFill>
                <a:latin typeface="Calibri" panose="020F0502020204030204" pitchFamily="34" charset="0"/>
                <a:cs typeface="Calibri" panose="020F0502020204030204" pitchFamily="34" charset="0"/>
              </a:rPr>
              <a:t>. Consequentemente, a partir de então, </a:t>
            </a:r>
            <a:r>
              <a:rPr lang="pt-BR" b="1" dirty="0">
                <a:solidFill>
                  <a:srgbClr val="C00000"/>
                </a:solidFill>
                <a:latin typeface="Calibri" panose="020F0502020204030204" pitchFamily="34" charset="0"/>
                <a:cs typeface="Calibri" panose="020F0502020204030204" pitchFamily="34" charset="0"/>
              </a:rPr>
              <a:t>o nome oficial passaria a ser BRICS</a:t>
            </a:r>
            <a:r>
              <a:rPr lang="pt-BR" dirty="0">
                <a:solidFill>
                  <a:schemeClr val="tx1">
                    <a:lumMod val="85000"/>
                    <a:lumOff val="15000"/>
                  </a:schemeClr>
                </a:solidFill>
                <a:latin typeface="Calibri" panose="020F0502020204030204" pitchFamily="34" charset="0"/>
                <a:cs typeface="Calibri" panose="020F0502020204030204" pitchFamily="34" charset="0"/>
              </a:rPr>
              <a:t>.</a:t>
            </a:r>
          </a:p>
          <a:p>
            <a:pPr fontAlgn="base">
              <a:lnSpc>
                <a:spcPct val="150000"/>
              </a:lnSpc>
            </a:pPr>
            <a:r>
              <a:rPr lang="pt-BR" dirty="0">
                <a:solidFill>
                  <a:schemeClr val="tx1">
                    <a:lumMod val="85000"/>
                    <a:lumOff val="15000"/>
                  </a:schemeClr>
                </a:solidFill>
                <a:latin typeface="Calibri" panose="020F0502020204030204" pitchFamily="34" charset="0"/>
                <a:cs typeface="Calibri" panose="020F0502020204030204" pitchFamily="34" charset="0"/>
              </a:rPr>
              <a:t>ao longo da primeira década, o BRICS desenvolveu cooperação setorial em diferentes áreas como: ciência e tecnologia, promoção comercial, energia, saúde, educação, inovação e combate a crimes transnacionais. Hoje, a cooperação já abrange mais de 30 setores.</a:t>
            </a:r>
          </a:p>
          <a:p>
            <a:pPr fontAlgn="base">
              <a:lnSpc>
                <a:spcPct val="150000"/>
              </a:lnSpc>
            </a:pPr>
            <a:r>
              <a:rPr lang="pt-BR" dirty="0">
                <a:solidFill>
                  <a:schemeClr val="tx1">
                    <a:lumMod val="85000"/>
                    <a:lumOff val="15000"/>
                  </a:schemeClr>
                </a:solidFill>
                <a:latin typeface="Calibri" panose="020F0502020204030204" pitchFamily="34" charset="0"/>
                <a:cs typeface="Calibri" panose="020F0502020204030204" pitchFamily="34" charset="0"/>
              </a:rPr>
              <a:t>Portanto, houve uma considerável evolução e </a:t>
            </a:r>
            <a:r>
              <a:rPr lang="pt-BR" b="1" dirty="0">
                <a:solidFill>
                  <a:srgbClr val="C00000"/>
                </a:solidFill>
                <a:latin typeface="Calibri" panose="020F0502020204030204" pitchFamily="34" charset="0"/>
                <a:cs typeface="Calibri" panose="020F0502020204030204" pitchFamily="34" charset="0"/>
              </a:rPr>
              <a:t>não se trata mais apenas de um acrônimo</a:t>
            </a:r>
            <a:r>
              <a:rPr lang="pt-BR" b="1" dirty="0">
                <a:solidFill>
                  <a:schemeClr val="tx1">
                    <a:lumMod val="85000"/>
                    <a:lumOff val="15000"/>
                  </a:schemeClr>
                </a:solidFill>
                <a:latin typeface="Calibri" panose="020F0502020204030204" pitchFamily="34" charset="0"/>
                <a:cs typeface="Calibri" panose="020F0502020204030204" pitchFamily="34" charset="0"/>
              </a:rPr>
              <a:t> </a:t>
            </a:r>
            <a:r>
              <a:rPr lang="pt-BR" dirty="0">
                <a:solidFill>
                  <a:schemeClr val="tx1">
                    <a:lumMod val="85000"/>
                    <a:lumOff val="15000"/>
                  </a:schemeClr>
                </a:solidFill>
                <a:latin typeface="Calibri" panose="020F0502020204030204" pitchFamily="34" charset="0"/>
                <a:cs typeface="Calibri" panose="020F0502020204030204" pitchFamily="34" charset="0"/>
              </a:rPr>
              <a:t>(sigla) mas de um relevante ator internacional.</a:t>
            </a:r>
          </a:p>
        </p:txBody>
      </p:sp>
      <p:sp>
        <p:nvSpPr>
          <p:cNvPr id="12" name="Freeform: Shape 11">
            <a:extLst>
              <a:ext uri="{FF2B5EF4-FFF2-40B4-BE49-F238E27FC236}">
                <a16:creationId xmlns:a16="http://schemas.microsoft.com/office/drawing/2014/main" id="{50D5B2F6-2819-4D6B-90BA-882063E9C54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1548534" cy="482600"/>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tx1">
              <a:alpha val="1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965050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88000"/>
                <a:lumMod val="88000"/>
              </a:schemeClr>
            </a:gs>
          </a:gsLst>
          <a:lin ang="5400000" scaled="0"/>
        </a:gra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23B564A-E58E-45A3-AF7E-7FAF47E3CB9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0" name="Freeform: Shape 9">
            <a:extLst>
              <a:ext uri="{FF2B5EF4-FFF2-40B4-BE49-F238E27FC236}">
                <a16:creationId xmlns:a16="http://schemas.microsoft.com/office/drawing/2014/main" id="{AB0C801C-76F9-4E0A-A62B-99A95DBF3F8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548534" cy="6857998"/>
          </a:xfrm>
          <a:custGeom>
            <a:avLst/>
            <a:gdLst>
              <a:gd name="connsiteX0" fmla="*/ 0 w 8130198"/>
              <a:gd name="connsiteY0" fmla="*/ 0 h 6857999"/>
              <a:gd name="connsiteX1" fmla="*/ 7241014 w 8130198"/>
              <a:gd name="connsiteY1" fmla="*/ 0 h 6857999"/>
              <a:gd name="connsiteX2" fmla="*/ 8130198 w 8130198"/>
              <a:gd name="connsiteY2" fmla="*/ 0 h 6857999"/>
              <a:gd name="connsiteX3" fmla="*/ 8130198 w 8130198"/>
              <a:gd name="connsiteY3" fmla="*/ 6857999 h 6857999"/>
              <a:gd name="connsiteX4" fmla="*/ 0 w 8130198"/>
              <a:gd name="connsiteY4" fmla="*/ 6857999 h 6857999"/>
              <a:gd name="connsiteX5" fmla="*/ 0 w 8130198"/>
              <a:gd name="connsiteY5" fmla="*/ 637536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0198" h="6857999">
                <a:moveTo>
                  <a:pt x="0" y="0"/>
                </a:moveTo>
                <a:lnTo>
                  <a:pt x="7241014" y="0"/>
                </a:lnTo>
                <a:lnTo>
                  <a:pt x="8130198" y="0"/>
                </a:lnTo>
                <a:lnTo>
                  <a:pt x="8130198" y="6857999"/>
                </a:lnTo>
                <a:lnTo>
                  <a:pt x="0" y="6857999"/>
                </a:lnTo>
                <a:lnTo>
                  <a:pt x="0" y="6375361"/>
                </a:lnTo>
                <a:close/>
              </a:path>
            </a:pathLst>
          </a:cu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a:extLst>
              <a:ext uri="{FF2B5EF4-FFF2-40B4-BE49-F238E27FC236}">
                <a16:creationId xmlns:a16="http://schemas.microsoft.com/office/drawing/2014/main" id="{618333A3-2831-4E42-A637-2DA96F586E1E}"/>
              </a:ext>
            </a:extLst>
          </p:cNvPr>
          <p:cNvSpPr>
            <a:spLocks noGrp="1"/>
          </p:cNvSpPr>
          <p:nvPr>
            <p:ph type="title"/>
          </p:nvPr>
        </p:nvSpPr>
        <p:spPr>
          <a:xfrm>
            <a:off x="685801" y="685800"/>
            <a:ext cx="10396881" cy="1162050"/>
          </a:xfrm>
        </p:spPr>
        <p:txBody>
          <a:bodyPr anchor="t">
            <a:normAutofit/>
          </a:bodyPr>
          <a:lstStyle/>
          <a:p>
            <a:pPr algn="r"/>
            <a:r>
              <a:rPr lang="pt-BR" dirty="0"/>
              <a:t>Qual o escopo da agenda?</a:t>
            </a:r>
            <a:endParaRPr lang="pt-BR"/>
          </a:p>
        </p:txBody>
      </p:sp>
      <p:sp>
        <p:nvSpPr>
          <p:cNvPr id="3" name="Espaço Reservado para Conteúdo 2">
            <a:extLst>
              <a:ext uri="{FF2B5EF4-FFF2-40B4-BE49-F238E27FC236}">
                <a16:creationId xmlns:a16="http://schemas.microsoft.com/office/drawing/2014/main" id="{C50D826C-D4AF-400E-9282-0E8EF19BA9A3}"/>
              </a:ext>
            </a:extLst>
          </p:cNvPr>
          <p:cNvSpPr>
            <a:spLocks noGrp="1"/>
          </p:cNvSpPr>
          <p:nvPr>
            <p:ph sz="quarter" idx="13"/>
          </p:nvPr>
        </p:nvSpPr>
        <p:spPr>
          <a:xfrm>
            <a:off x="685801" y="2371724"/>
            <a:ext cx="10396880" cy="3534553"/>
          </a:xfrm>
        </p:spPr>
        <p:txBody>
          <a:bodyPr anchor="ctr">
            <a:normAutofit lnSpcReduction="10000"/>
          </a:bodyPr>
          <a:lstStyle/>
          <a:p>
            <a:pPr fontAlgn="base">
              <a:lnSpc>
                <a:spcPct val="150000"/>
              </a:lnSpc>
            </a:pPr>
            <a:r>
              <a:rPr lang="pt-BR" dirty="0">
                <a:solidFill>
                  <a:schemeClr val="tx1">
                    <a:lumMod val="85000"/>
                    <a:lumOff val="15000"/>
                  </a:schemeClr>
                </a:solidFill>
                <a:latin typeface="Calibri" panose="020F0502020204030204" pitchFamily="34" charset="0"/>
                <a:cs typeface="Calibri" panose="020F0502020204030204" pitchFamily="34" charset="0"/>
              </a:rPr>
              <a:t>De forma geral, o BRICS possui uma agenda interna e uma agenda externa.</a:t>
            </a:r>
          </a:p>
          <a:p>
            <a:pPr fontAlgn="base">
              <a:lnSpc>
                <a:spcPct val="150000"/>
              </a:lnSpc>
            </a:pPr>
            <a:r>
              <a:rPr lang="pt-BR" dirty="0">
                <a:solidFill>
                  <a:schemeClr val="tx1">
                    <a:lumMod val="85000"/>
                    <a:lumOff val="15000"/>
                  </a:schemeClr>
                </a:solidFill>
                <a:latin typeface="Calibri" panose="020F0502020204030204" pitchFamily="34" charset="0"/>
                <a:cs typeface="Calibri" panose="020F0502020204030204" pitchFamily="34" charset="0"/>
              </a:rPr>
              <a:t>Na </a:t>
            </a:r>
            <a:r>
              <a:rPr lang="pt-BR" b="1" dirty="0">
                <a:solidFill>
                  <a:srgbClr val="C00000"/>
                </a:solidFill>
                <a:latin typeface="Calibri" panose="020F0502020204030204" pitchFamily="34" charset="0"/>
                <a:cs typeface="Calibri" panose="020F0502020204030204" pitchFamily="34" charset="0"/>
              </a:rPr>
              <a:t>agenda interna</a:t>
            </a:r>
            <a:r>
              <a:rPr lang="pt-BR" dirty="0">
                <a:solidFill>
                  <a:schemeClr val="tx1">
                    <a:lumMod val="85000"/>
                    <a:lumOff val="15000"/>
                  </a:schemeClr>
                </a:solidFill>
                <a:latin typeface="Calibri" panose="020F0502020204030204" pitchFamily="34" charset="0"/>
                <a:cs typeface="Calibri" panose="020F0502020204030204" pitchFamily="34" charset="0"/>
              </a:rPr>
              <a:t>, os países buscam estreitar a cooperação e os negócios entre si, criando elementos que preservem seu crescimento econômico e desenvolvimento social.</a:t>
            </a:r>
          </a:p>
          <a:p>
            <a:pPr fontAlgn="base">
              <a:lnSpc>
                <a:spcPct val="150000"/>
              </a:lnSpc>
            </a:pPr>
            <a:r>
              <a:rPr lang="pt-BR" dirty="0">
                <a:solidFill>
                  <a:schemeClr val="tx1">
                    <a:lumMod val="85000"/>
                    <a:lumOff val="15000"/>
                  </a:schemeClr>
                </a:solidFill>
                <a:latin typeface="Calibri" panose="020F0502020204030204" pitchFamily="34" charset="0"/>
                <a:cs typeface="Calibri" panose="020F0502020204030204" pitchFamily="34" charset="0"/>
              </a:rPr>
              <a:t>Na </a:t>
            </a:r>
            <a:r>
              <a:rPr lang="pt-BR" b="1" dirty="0">
                <a:solidFill>
                  <a:srgbClr val="C00000"/>
                </a:solidFill>
                <a:latin typeface="Calibri" panose="020F0502020204030204" pitchFamily="34" charset="0"/>
                <a:cs typeface="Calibri" panose="020F0502020204030204" pitchFamily="34" charset="0"/>
              </a:rPr>
              <a:t>agenda externa</a:t>
            </a:r>
            <a:r>
              <a:rPr lang="pt-BR" dirty="0">
                <a:solidFill>
                  <a:schemeClr val="tx1">
                    <a:lumMod val="85000"/>
                    <a:lumOff val="15000"/>
                  </a:schemeClr>
                </a:solidFill>
                <a:latin typeface="Calibri" panose="020F0502020204030204" pitchFamily="34" charset="0"/>
                <a:cs typeface="Calibri" panose="020F0502020204030204" pitchFamily="34" charset="0"/>
              </a:rPr>
              <a:t>, buscam se posicionar a respeito de diferentes temas, como meio ambiente, pobreza, comércio, e segurança. </a:t>
            </a:r>
            <a:r>
              <a:rPr lang="pt-BR" dirty="0" err="1">
                <a:solidFill>
                  <a:schemeClr val="tx1">
                    <a:lumMod val="85000"/>
                    <a:lumOff val="15000"/>
                  </a:schemeClr>
                </a:solidFill>
                <a:latin typeface="Calibri" panose="020F0502020204030204" pitchFamily="34" charset="0"/>
                <a:cs typeface="Calibri" panose="020F0502020204030204" pitchFamily="34" charset="0"/>
              </a:rPr>
              <a:t>Ex</a:t>
            </a:r>
            <a:r>
              <a:rPr lang="pt-BR" dirty="0">
                <a:solidFill>
                  <a:schemeClr val="tx1">
                    <a:lumMod val="85000"/>
                    <a:lumOff val="15000"/>
                  </a:schemeClr>
                </a:solidFill>
                <a:latin typeface="Calibri" panose="020F0502020204030204" pitchFamily="34" charset="0"/>
                <a:cs typeface="Calibri" panose="020F0502020204030204" pitchFamily="34" charset="0"/>
              </a:rPr>
              <a:t>: proposta de mediação na guerra da ucrânia.</a:t>
            </a:r>
          </a:p>
        </p:txBody>
      </p:sp>
      <p:sp>
        <p:nvSpPr>
          <p:cNvPr id="12" name="Freeform: Shape 11">
            <a:extLst>
              <a:ext uri="{FF2B5EF4-FFF2-40B4-BE49-F238E27FC236}">
                <a16:creationId xmlns:a16="http://schemas.microsoft.com/office/drawing/2014/main" id="{50D5B2F6-2819-4D6B-90BA-882063E9C54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1548534" cy="482600"/>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tx1">
              <a:alpha val="1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1352530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88000"/>
                <a:lumMod val="88000"/>
              </a:schemeClr>
            </a:gs>
          </a:gsLst>
          <a:lin ang="5400000" scaled="0"/>
        </a:gra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23B564A-E58E-45A3-AF7E-7FAF47E3CB9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0" name="Freeform: Shape 9">
            <a:extLst>
              <a:ext uri="{FF2B5EF4-FFF2-40B4-BE49-F238E27FC236}">
                <a16:creationId xmlns:a16="http://schemas.microsoft.com/office/drawing/2014/main" id="{AB0C801C-76F9-4E0A-A62B-99A95DBF3F8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548534" cy="6857998"/>
          </a:xfrm>
          <a:custGeom>
            <a:avLst/>
            <a:gdLst>
              <a:gd name="connsiteX0" fmla="*/ 0 w 8130198"/>
              <a:gd name="connsiteY0" fmla="*/ 0 h 6857999"/>
              <a:gd name="connsiteX1" fmla="*/ 7241014 w 8130198"/>
              <a:gd name="connsiteY1" fmla="*/ 0 h 6857999"/>
              <a:gd name="connsiteX2" fmla="*/ 8130198 w 8130198"/>
              <a:gd name="connsiteY2" fmla="*/ 0 h 6857999"/>
              <a:gd name="connsiteX3" fmla="*/ 8130198 w 8130198"/>
              <a:gd name="connsiteY3" fmla="*/ 6857999 h 6857999"/>
              <a:gd name="connsiteX4" fmla="*/ 0 w 8130198"/>
              <a:gd name="connsiteY4" fmla="*/ 6857999 h 6857999"/>
              <a:gd name="connsiteX5" fmla="*/ 0 w 8130198"/>
              <a:gd name="connsiteY5" fmla="*/ 637536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0198" h="6857999">
                <a:moveTo>
                  <a:pt x="0" y="0"/>
                </a:moveTo>
                <a:lnTo>
                  <a:pt x="7241014" y="0"/>
                </a:lnTo>
                <a:lnTo>
                  <a:pt x="8130198" y="0"/>
                </a:lnTo>
                <a:lnTo>
                  <a:pt x="8130198" y="6857999"/>
                </a:lnTo>
                <a:lnTo>
                  <a:pt x="0" y="6857999"/>
                </a:lnTo>
                <a:lnTo>
                  <a:pt x="0" y="6375361"/>
                </a:lnTo>
                <a:close/>
              </a:path>
            </a:pathLst>
          </a:cu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a:extLst>
              <a:ext uri="{FF2B5EF4-FFF2-40B4-BE49-F238E27FC236}">
                <a16:creationId xmlns:a16="http://schemas.microsoft.com/office/drawing/2014/main" id="{3752007E-53DE-4459-9BDD-B75F8BB1ECBA}"/>
              </a:ext>
            </a:extLst>
          </p:cNvPr>
          <p:cNvSpPr>
            <a:spLocks noGrp="1"/>
          </p:cNvSpPr>
          <p:nvPr>
            <p:ph type="title"/>
          </p:nvPr>
        </p:nvSpPr>
        <p:spPr>
          <a:xfrm>
            <a:off x="685801" y="550416"/>
            <a:ext cx="10396881" cy="870011"/>
          </a:xfrm>
        </p:spPr>
        <p:txBody>
          <a:bodyPr anchor="t">
            <a:normAutofit/>
          </a:bodyPr>
          <a:lstStyle/>
          <a:p>
            <a:pPr algn="r"/>
            <a:r>
              <a:rPr lang="pt-BR" dirty="0"/>
              <a:t>Áreas de cooperação</a:t>
            </a:r>
          </a:p>
        </p:txBody>
      </p:sp>
      <p:sp>
        <p:nvSpPr>
          <p:cNvPr id="3" name="Espaço Reservado para Conteúdo 2">
            <a:extLst>
              <a:ext uri="{FF2B5EF4-FFF2-40B4-BE49-F238E27FC236}">
                <a16:creationId xmlns:a16="http://schemas.microsoft.com/office/drawing/2014/main" id="{9AC7072A-92B6-49BE-9735-8597E7BD45F3}"/>
              </a:ext>
            </a:extLst>
          </p:cNvPr>
          <p:cNvSpPr>
            <a:spLocks noGrp="1"/>
          </p:cNvSpPr>
          <p:nvPr>
            <p:ph sz="quarter" idx="13"/>
          </p:nvPr>
        </p:nvSpPr>
        <p:spPr>
          <a:xfrm>
            <a:off x="452761" y="1660124"/>
            <a:ext cx="10629919" cy="4367813"/>
          </a:xfrm>
        </p:spPr>
        <p:txBody>
          <a:bodyPr anchor="ctr">
            <a:normAutofit fontScale="92500"/>
          </a:bodyPr>
          <a:lstStyle/>
          <a:p>
            <a:pPr marL="0" indent="0" fontAlgn="base">
              <a:lnSpc>
                <a:spcPct val="150000"/>
              </a:lnSpc>
              <a:buNone/>
            </a:pPr>
            <a:r>
              <a:rPr lang="pt-BR" b="1" dirty="0">
                <a:solidFill>
                  <a:schemeClr val="tx1">
                    <a:lumMod val="85000"/>
                    <a:lumOff val="15000"/>
                  </a:schemeClr>
                </a:solidFill>
                <a:latin typeface="Calibri" panose="020F0502020204030204" pitchFamily="34" charset="0"/>
                <a:cs typeface="Calibri" panose="020F0502020204030204" pitchFamily="34" charset="0"/>
              </a:rPr>
              <a:t>1. Econômica e Financeira</a:t>
            </a:r>
          </a:p>
          <a:p>
            <a:pPr>
              <a:lnSpc>
                <a:spcPct val="150000"/>
              </a:lnSpc>
            </a:pPr>
            <a:r>
              <a:rPr lang="pt-BR" dirty="0">
                <a:solidFill>
                  <a:schemeClr val="tx1">
                    <a:lumMod val="85000"/>
                    <a:lumOff val="15000"/>
                  </a:schemeClr>
                </a:solidFill>
                <a:latin typeface="Calibri" panose="020F0502020204030204" pitchFamily="34" charset="0"/>
                <a:cs typeface="Calibri" panose="020F0502020204030204" pitchFamily="34" charset="0"/>
              </a:rPr>
              <a:t>Destaca-se nessa área, a criação do Novo banco de desenvolvimento dos </a:t>
            </a:r>
            <a:r>
              <a:rPr lang="pt-BR" dirty="0" err="1">
                <a:solidFill>
                  <a:schemeClr val="tx1">
                    <a:lumMod val="85000"/>
                    <a:lumOff val="15000"/>
                  </a:schemeClr>
                </a:solidFill>
                <a:latin typeface="Calibri" panose="020F0502020204030204" pitchFamily="34" charset="0"/>
                <a:cs typeface="Calibri" panose="020F0502020204030204" pitchFamily="34" charset="0"/>
              </a:rPr>
              <a:t>brics</a:t>
            </a:r>
            <a:r>
              <a:rPr lang="pt-BR" dirty="0">
                <a:solidFill>
                  <a:schemeClr val="tx1">
                    <a:lumMod val="85000"/>
                    <a:lumOff val="15000"/>
                  </a:schemeClr>
                </a:solidFill>
                <a:latin typeface="Calibri" panose="020F0502020204030204" pitchFamily="34" charset="0"/>
                <a:cs typeface="Calibri" panose="020F0502020204030204" pitchFamily="34" charset="0"/>
              </a:rPr>
              <a:t> (NBD) – ou Novo Banco de Desenvolvimento ( NBD ) – ideia proposta na Cúpula de Fortaleza em 2014. </a:t>
            </a:r>
          </a:p>
          <a:p>
            <a:pPr>
              <a:lnSpc>
                <a:spcPct val="150000"/>
              </a:lnSpc>
            </a:pPr>
            <a:r>
              <a:rPr lang="pt-BR" dirty="0">
                <a:solidFill>
                  <a:schemeClr val="tx1">
                    <a:lumMod val="85000"/>
                    <a:lumOff val="15000"/>
                  </a:schemeClr>
                </a:solidFill>
                <a:latin typeface="Calibri" panose="020F0502020204030204" pitchFamily="34" charset="0"/>
                <a:cs typeface="Calibri" panose="020F0502020204030204" pitchFamily="34" charset="0"/>
              </a:rPr>
              <a:t>O objetivo do Banco é mobilizar recursos para o investimento em infraestrutura e desenvolvimento sustentável, tanto dos países membros quanto de outros países emergentes.  De tal forma, a ideia pode ser vista como uma proposta de fornecer uma alternativa para os países emergentes ao Banco Mundial e ao Fundo Monetário Internacional. Historicamente, as condições impostas por essas organizações internacionais financeiras são fortemente criticadas pelos países em desenvolvimento.</a:t>
            </a:r>
          </a:p>
        </p:txBody>
      </p:sp>
      <p:sp>
        <p:nvSpPr>
          <p:cNvPr id="12" name="Freeform: Shape 11">
            <a:extLst>
              <a:ext uri="{FF2B5EF4-FFF2-40B4-BE49-F238E27FC236}">
                <a16:creationId xmlns:a16="http://schemas.microsoft.com/office/drawing/2014/main" id="{50D5B2F6-2819-4D6B-90BA-882063E9C54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1548534" cy="482600"/>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tx1">
              <a:alpha val="1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5007689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88000"/>
                <a:lumMod val="88000"/>
              </a:schemeClr>
            </a:gs>
          </a:gsLst>
          <a:lin ang="5400000" scaled="0"/>
        </a:gra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23B564A-E58E-45A3-AF7E-7FAF47E3CB9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0" name="Freeform: Shape 9">
            <a:extLst>
              <a:ext uri="{FF2B5EF4-FFF2-40B4-BE49-F238E27FC236}">
                <a16:creationId xmlns:a16="http://schemas.microsoft.com/office/drawing/2014/main" id="{AB0C801C-76F9-4E0A-A62B-99A95DBF3F8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548534" cy="6857998"/>
          </a:xfrm>
          <a:custGeom>
            <a:avLst/>
            <a:gdLst>
              <a:gd name="connsiteX0" fmla="*/ 0 w 8130198"/>
              <a:gd name="connsiteY0" fmla="*/ 0 h 6857999"/>
              <a:gd name="connsiteX1" fmla="*/ 7241014 w 8130198"/>
              <a:gd name="connsiteY1" fmla="*/ 0 h 6857999"/>
              <a:gd name="connsiteX2" fmla="*/ 8130198 w 8130198"/>
              <a:gd name="connsiteY2" fmla="*/ 0 h 6857999"/>
              <a:gd name="connsiteX3" fmla="*/ 8130198 w 8130198"/>
              <a:gd name="connsiteY3" fmla="*/ 6857999 h 6857999"/>
              <a:gd name="connsiteX4" fmla="*/ 0 w 8130198"/>
              <a:gd name="connsiteY4" fmla="*/ 6857999 h 6857999"/>
              <a:gd name="connsiteX5" fmla="*/ 0 w 8130198"/>
              <a:gd name="connsiteY5" fmla="*/ 637536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0198" h="6857999">
                <a:moveTo>
                  <a:pt x="0" y="0"/>
                </a:moveTo>
                <a:lnTo>
                  <a:pt x="7241014" y="0"/>
                </a:lnTo>
                <a:lnTo>
                  <a:pt x="8130198" y="0"/>
                </a:lnTo>
                <a:lnTo>
                  <a:pt x="8130198" y="6857999"/>
                </a:lnTo>
                <a:lnTo>
                  <a:pt x="0" y="6857999"/>
                </a:lnTo>
                <a:lnTo>
                  <a:pt x="0" y="6375361"/>
                </a:lnTo>
                <a:close/>
              </a:path>
            </a:pathLst>
          </a:cu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 name="Espaço Reservado para Conteúdo 2">
            <a:extLst>
              <a:ext uri="{FF2B5EF4-FFF2-40B4-BE49-F238E27FC236}">
                <a16:creationId xmlns:a16="http://schemas.microsoft.com/office/drawing/2014/main" id="{24A874D9-4083-4874-A5CA-E76EF800964B}"/>
              </a:ext>
            </a:extLst>
          </p:cNvPr>
          <p:cNvSpPr>
            <a:spLocks noGrp="1"/>
          </p:cNvSpPr>
          <p:nvPr>
            <p:ph sz="quarter" idx="13"/>
          </p:nvPr>
        </p:nvSpPr>
        <p:spPr>
          <a:xfrm>
            <a:off x="685801" y="552450"/>
            <a:ext cx="10396880" cy="5353827"/>
          </a:xfrm>
        </p:spPr>
        <p:txBody>
          <a:bodyPr anchor="ctr">
            <a:normAutofit/>
          </a:bodyPr>
          <a:lstStyle/>
          <a:p>
            <a:pPr marL="0" indent="0" fontAlgn="base">
              <a:lnSpc>
                <a:spcPct val="150000"/>
              </a:lnSpc>
              <a:buNone/>
            </a:pPr>
            <a:r>
              <a:rPr lang="pt-BR" b="1" dirty="0">
                <a:solidFill>
                  <a:schemeClr val="tx1">
                    <a:lumMod val="85000"/>
                    <a:lumOff val="15000"/>
                  </a:schemeClr>
                </a:solidFill>
                <a:latin typeface="Calibri" panose="020F0502020204030204" pitchFamily="34" charset="0"/>
                <a:cs typeface="Calibri" panose="020F0502020204030204" pitchFamily="34" charset="0"/>
              </a:rPr>
              <a:t>2. Saúde</a:t>
            </a:r>
          </a:p>
          <a:p>
            <a:pPr fontAlgn="base">
              <a:lnSpc>
                <a:spcPct val="150000"/>
              </a:lnSpc>
            </a:pPr>
            <a:r>
              <a:rPr lang="pt-BR" dirty="0">
                <a:solidFill>
                  <a:schemeClr val="tx1">
                    <a:lumMod val="85000"/>
                    <a:lumOff val="15000"/>
                  </a:schemeClr>
                </a:solidFill>
                <a:latin typeface="Calibri" panose="020F0502020204030204" pitchFamily="34" charset="0"/>
                <a:cs typeface="Calibri" panose="020F0502020204030204" pitchFamily="34" charset="0"/>
              </a:rPr>
              <a:t>Essa área de cooperação tem atuado principalmente na identificação de problemas de saúde comum aos países </a:t>
            </a:r>
            <a:r>
              <a:rPr lang="pt-BR" dirty="0" smtClean="0">
                <a:solidFill>
                  <a:schemeClr val="tx1">
                    <a:lumMod val="85000"/>
                    <a:lumOff val="15000"/>
                  </a:schemeClr>
                </a:solidFill>
                <a:latin typeface="Calibri" panose="020F0502020204030204" pitchFamily="34" charset="0"/>
                <a:cs typeface="Calibri" panose="020F0502020204030204" pitchFamily="34" charset="0"/>
              </a:rPr>
              <a:t>do BRICS</a:t>
            </a:r>
            <a:r>
              <a:rPr lang="pt-BR" dirty="0">
                <a:solidFill>
                  <a:schemeClr val="tx1">
                    <a:lumMod val="85000"/>
                    <a:lumOff val="15000"/>
                  </a:schemeClr>
                </a:solidFill>
                <a:latin typeface="Calibri" panose="020F0502020204030204" pitchFamily="34" charset="0"/>
                <a:cs typeface="Calibri" panose="020F0502020204030204" pitchFamily="34" charset="0"/>
              </a:rPr>
              <a:t>. Na prática, significa esforços de pesquisa como no caso da Rede de Pesquisa em Tuberculose e a coordenação de esforços em acordos de Saúde Pública nas organizações multilaterais. </a:t>
            </a:r>
            <a:r>
              <a:rPr lang="pt-BR" b="1" dirty="0">
                <a:solidFill>
                  <a:schemeClr val="accent1"/>
                </a:solidFill>
                <a:latin typeface="Calibri" panose="020F0502020204030204" pitchFamily="34" charset="0"/>
                <a:cs typeface="Calibri" panose="020F0502020204030204" pitchFamily="34" charset="0"/>
              </a:rPr>
              <a:t>Destaque na produção de vacinas para o covid-19 </a:t>
            </a:r>
            <a:r>
              <a:rPr lang="pt-BR" b="1" dirty="0" smtClean="0">
                <a:solidFill>
                  <a:schemeClr val="accent1"/>
                </a:solidFill>
                <a:latin typeface="Calibri" panose="020F0502020204030204" pitchFamily="34" charset="0"/>
                <a:cs typeface="Calibri" panose="020F0502020204030204" pitchFamily="34" charset="0"/>
              </a:rPr>
              <a:t>(china, índia </a:t>
            </a:r>
            <a:r>
              <a:rPr lang="pt-BR" b="1" dirty="0">
                <a:solidFill>
                  <a:schemeClr val="accent1"/>
                </a:solidFill>
                <a:latin typeface="Calibri" panose="020F0502020204030204" pitchFamily="34" charset="0"/>
                <a:cs typeface="Calibri" panose="020F0502020204030204" pitchFamily="34" charset="0"/>
              </a:rPr>
              <a:t>e Rússia).</a:t>
            </a:r>
          </a:p>
          <a:p>
            <a:pPr marL="0" indent="0" fontAlgn="base">
              <a:lnSpc>
                <a:spcPct val="150000"/>
              </a:lnSpc>
              <a:buNone/>
            </a:pPr>
            <a:r>
              <a:rPr lang="pt-BR" b="1" dirty="0">
                <a:solidFill>
                  <a:schemeClr val="tx1">
                    <a:lumMod val="85000"/>
                    <a:lumOff val="15000"/>
                  </a:schemeClr>
                </a:solidFill>
                <a:latin typeface="Calibri" panose="020F0502020204030204" pitchFamily="34" charset="0"/>
                <a:cs typeface="Calibri" panose="020F0502020204030204" pitchFamily="34" charset="0"/>
              </a:rPr>
              <a:t>3. Ciência, Tecnologia e inovação</a:t>
            </a:r>
          </a:p>
          <a:p>
            <a:pPr fontAlgn="base">
              <a:lnSpc>
                <a:spcPct val="150000"/>
              </a:lnSpc>
            </a:pPr>
            <a:r>
              <a:rPr lang="pt-BR" dirty="0">
                <a:solidFill>
                  <a:schemeClr val="tx1">
                    <a:lumMod val="85000"/>
                    <a:lumOff val="15000"/>
                  </a:schemeClr>
                </a:solidFill>
                <a:latin typeface="Calibri" panose="020F0502020204030204" pitchFamily="34" charset="0"/>
                <a:cs typeface="Calibri" panose="020F0502020204030204" pitchFamily="34" charset="0"/>
              </a:rPr>
              <a:t>Trata-se principalmente do fomento da pesquisa para o desenvolvimento de bens de alto valor tecnológico agregado, Como também no intercâmbio de conhecimento entre os países.</a:t>
            </a:r>
          </a:p>
        </p:txBody>
      </p:sp>
      <p:sp>
        <p:nvSpPr>
          <p:cNvPr id="12" name="Freeform: Shape 11">
            <a:extLst>
              <a:ext uri="{FF2B5EF4-FFF2-40B4-BE49-F238E27FC236}">
                <a16:creationId xmlns:a16="http://schemas.microsoft.com/office/drawing/2014/main" id="{50D5B2F6-2819-4D6B-90BA-882063E9C54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1548534" cy="482600"/>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tx1">
              <a:alpha val="1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43674367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88000"/>
                <a:lumMod val="88000"/>
              </a:schemeClr>
            </a:gs>
          </a:gsLst>
          <a:lin ang="5400000" scaled="0"/>
        </a:gra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23B564A-E58E-45A3-AF7E-7FAF47E3CB9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0" name="Freeform: Shape 9">
            <a:extLst>
              <a:ext uri="{FF2B5EF4-FFF2-40B4-BE49-F238E27FC236}">
                <a16:creationId xmlns:a16="http://schemas.microsoft.com/office/drawing/2014/main" id="{AB0C801C-76F9-4E0A-A62B-99A95DBF3F8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548534" cy="6857998"/>
          </a:xfrm>
          <a:custGeom>
            <a:avLst/>
            <a:gdLst>
              <a:gd name="connsiteX0" fmla="*/ 0 w 8130198"/>
              <a:gd name="connsiteY0" fmla="*/ 0 h 6857999"/>
              <a:gd name="connsiteX1" fmla="*/ 7241014 w 8130198"/>
              <a:gd name="connsiteY1" fmla="*/ 0 h 6857999"/>
              <a:gd name="connsiteX2" fmla="*/ 8130198 w 8130198"/>
              <a:gd name="connsiteY2" fmla="*/ 0 h 6857999"/>
              <a:gd name="connsiteX3" fmla="*/ 8130198 w 8130198"/>
              <a:gd name="connsiteY3" fmla="*/ 6857999 h 6857999"/>
              <a:gd name="connsiteX4" fmla="*/ 0 w 8130198"/>
              <a:gd name="connsiteY4" fmla="*/ 6857999 h 6857999"/>
              <a:gd name="connsiteX5" fmla="*/ 0 w 8130198"/>
              <a:gd name="connsiteY5" fmla="*/ 637536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0198" h="6857999">
                <a:moveTo>
                  <a:pt x="0" y="0"/>
                </a:moveTo>
                <a:lnTo>
                  <a:pt x="7241014" y="0"/>
                </a:lnTo>
                <a:lnTo>
                  <a:pt x="8130198" y="0"/>
                </a:lnTo>
                <a:lnTo>
                  <a:pt x="8130198" y="6857999"/>
                </a:lnTo>
                <a:lnTo>
                  <a:pt x="0" y="6857999"/>
                </a:lnTo>
                <a:lnTo>
                  <a:pt x="0" y="6375361"/>
                </a:lnTo>
                <a:close/>
              </a:path>
            </a:pathLst>
          </a:cu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 name="Espaço Reservado para Conteúdo 2">
            <a:extLst>
              <a:ext uri="{FF2B5EF4-FFF2-40B4-BE49-F238E27FC236}">
                <a16:creationId xmlns:a16="http://schemas.microsoft.com/office/drawing/2014/main" id="{FA409A3E-87A5-4679-8A14-133166620985}"/>
              </a:ext>
            </a:extLst>
          </p:cNvPr>
          <p:cNvSpPr>
            <a:spLocks noGrp="1"/>
          </p:cNvSpPr>
          <p:nvPr>
            <p:ph sz="quarter" idx="13"/>
          </p:nvPr>
        </p:nvSpPr>
        <p:spPr>
          <a:xfrm>
            <a:off x="685801" y="590550"/>
            <a:ext cx="10396880" cy="5315727"/>
          </a:xfrm>
        </p:spPr>
        <p:txBody>
          <a:bodyPr anchor="ctr">
            <a:normAutofit/>
          </a:bodyPr>
          <a:lstStyle/>
          <a:p>
            <a:pPr marL="0" indent="0" fontAlgn="base">
              <a:lnSpc>
                <a:spcPct val="150000"/>
              </a:lnSpc>
              <a:buNone/>
            </a:pPr>
            <a:r>
              <a:rPr lang="pt-BR" b="1" dirty="0">
                <a:solidFill>
                  <a:schemeClr val="tx1">
                    <a:lumMod val="85000"/>
                    <a:lumOff val="15000"/>
                  </a:schemeClr>
                </a:solidFill>
                <a:latin typeface="Calibri" panose="020F0502020204030204" pitchFamily="34" charset="0"/>
                <a:cs typeface="Calibri" panose="020F0502020204030204" pitchFamily="34" charset="0"/>
              </a:rPr>
              <a:t>4. Segurança</a:t>
            </a:r>
          </a:p>
          <a:p>
            <a:pPr fontAlgn="base">
              <a:lnSpc>
                <a:spcPct val="150000"/>
              </a:lnSpc>
            </a:pPr>
            <a:r>
              <a:rPr lang="pt-BR" dirty="0">
                <a:solidFill>
                  <a:schemeClr val="tx1">
                    <a:lumMod val="85000"/>
                    <a:lumOff val="15000"/>
                  </a:schemeClr>
                </a:solidFill>
                <a:latin typeface="Calibri" panose="020F0502020204030204" pitchFamily="34" charset="0"/>
                <a:cs typeface="Calibri" panose="020F0502020204030204" pitchFamily="34" charset="0"/>
              </a:rPr>
              <a:t>Nessa questão, os diálogos sobre segurança visam aprofundar questões sobre segurança internacional e manifestar medidas a crimes transnacionais como tráfico de drogas, ataques cibernéticos, lavagem de dinheiro, entre outros.</a:t>
            </a:r>
          </a:p>
          <a:p>
            <a:pPr marL="0" indent="0" fontAlgn="base">
              <a:lnSpc>
                <a:spcPct val="150000"/>
              </a:lnSpc>
              <a:buNone/>
            </a:pPr>
            <a:r>
              <a:rPr lang="pt-BR" b="1" dirty="0">
                <a:solidFill>
                  <a:schemeClr val="tx1">
                    <a:lumMod val="85000"/>
                    <a:lumOff val="15000"/>
                  </a:schemeClr>
                </a:solidFill>
                <a:latin typeface="Calibri" panose="020F0502020204030204" pitchFamily="34" charset="0"/>
                <a:cs typeface="Calibri" panose="020F0502020204030204" pitchFamily="34" charset="0"/>
              </a:rPr>
              <a:t>5. Empresarial</a:t>
            </a:r>
          </a:p>
          <a:p>
            <a:pPr fontAlgn="base">
              <a:lnSpc>
                <a:spcPct val="150000"/>
              </a:lnSpc>
            </a:pPr>
            <a:r>
              <a:rPr lang="pt-BR" dirty="0">
                <a:solidFill>
                  <a:schemeClr val="tx1">
                    <a:lumMod val="85000"/>
                    <a:lumOff val="15000"/>
                  </a:schemeClr>
                </a:solidFill>
                <a:latin typeface="Calibri" panose="020F0502020204030204" pitchFamily="34" charset="0"/>
                <a:cs typeface="Calibri" panose="020F0502020204030204" pitchFamily="34" charset="0"/>
              </a:rPr>
              <a:t>Foi estabelecido em 2013, na Cúpula de Durban,  o Conselho Empresarial do BRICS (CEBRICS). São nove grupos de trabalho nas áreas de infraestrutura, agronegócio, energia, manufatura, finanças, aviação regional e desenvolvimento de capacidades.</a:t>
            </a:r>
          </a:p>
        </p:txBody>
      </p:sp>
      <p:sp>
        <p:nvSpPr>
          <p:cNvPr id="12" name="Freeform: Shape 11">
            <a:extLst>
              <a:ext uri="{FF2B5EF4-FFF2-40B4-BE49-F238E27FC236}">
                <a16:creationId xmlns:a16="http://schemas.microsoft.com/office/drawing/2014/main" id="{50D5B2F6-2819-4D6B-90BA-882063E9C54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1548534" cy="482600"/>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tx1">
              <a:alpha val="1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29592926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88000"/>
                <a:lumMod val="88000"/>
              </a:schemeClr>
            </a:gs>
          </a:gsLst>
          <a:lin ang="5400000" scaled="0"/>
        </a:gra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23B564A-E58E-45A3-AF7E-7FAF47E3CB9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0" name="Freeform: Shape 9">
            <a:extLst>
              <a:ext uri="{FF2B5EF4-FFF2-40B4-BE49-F238E27FC236}">
                <a16:creationId xmlns:a16="http://schemas.microsoft.com/office/drawing/2014/main" id="{AB0C801C-76F9-4E0A-A62B-99A95DBF3F8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548534" cy="6857998"/>
          </a:xfrm>
          <a:custGeom>
            <a:avLst/>
            <a:gdLst>
              <a:gd name="connsiteX0" fmla="*/ 0 w 8130198"/>
              <a:gd name="connsiteY0" fmla="*/ 0 h 6857999"/>
              <a:gd name="connsiteX1" fmla="*/ 7241014 w 8130198"/>
              <a:gd name="connsiteY1" fmla="*/ 0 h 6857999"/>
              <a:gd name="connsiteX2" fmla="*/ 8130198 w 8130198"/>
              <a:gd name="connsiteY2" fmla="*/ 0 h 6857999"/>
              <a:gd name="connsiteX3" fmla="*/ 8130198 w 8130198"/>
              <a:gd name="connsiteY3" fmla="*/ 6857999 h 6857999"/>
              <a:gd name="connsiteX4" fmla="*/ 0 w 8130198"/>
              <a:gd name="connsiteY4" fmla="*/ 6857999 h 6857999"/>
              <a:gd name="connsiteX5" fmla="*/ 0 w 8130198"/>
              <a:gd name="connsiteY5" fmla="*/ 637536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0198" h="6857999">
                <a:moveTo>
                  <a:pt x="0" y="0"/>
                </a:moveTo>
                <a:lnTo>
                  <a:pt x="7241014" y="0"/>
                </a:lnTo>
                <a:lnTo>
                  <a:pt x="8130198" y="0"/>
                </a:lnTo>
                <a:lnTo>
                  <a:pt x="8130198" y="6857999"/>
                </a:lnTo>
                <a:lnTo>
                  <a:pt x="0" y="6857999"/>
                </a:lnTo>
                <a:lnTo>
                  <a:pt x="0" y="6375361"/>
                </a:lnTo>
                <a:close/>
              </a:path>
            </a:pathLst>
          </a:cu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a:extLst>
              <a:ext uri="{FF2B5EF4-FFF2-40B4-BE49-F238E27FC236}">
                <a16:creationId xmlns:a16="http://schemas.microsoft.com/office/drawing/2014/main" id="{70EA4A93-0784-4B6D-AE8F-65482262CDB6}"/>
              </a:ext>
            </a:extLst>
          </p:cNvPr>
          <p:cNvSpPr>
            <a:spLocks noGrp="1"/>
          </p:cNvSpPr>
          <p:nvPr>
            <p:ph type="title"/>
          </p:nvPr>
        </p:nvSpPr>
        <p:spPr>
          <a:xfrm>
            <a:off x="685801" y="685800"/>
            <a:ext cx="10396881" cy="1018713"/>
          </a:xfrm>
        </p:spPr>
        <p:txBody>
          <a:bodyPr anchor="t">
            <a:normAutofit/>
          </a:bodyPr>
          <a:lstStyle/>
          <a:p>
            <a:pPr algn="r"/>
            <a:r>
              <a:rPr lang="pt-BR" dirty="0"/>
              <a:t>As dificuldades</a:t>
            </a:r>
          </a:p>
        </p:txBody>
      </p:sp>
      <p:sp>
        <p:nvSpPr>
          <p:cNvPr id="3" name="Espaço Reservado para Conteúdo 2">
            <a:extLst>
              <a:ext uri="{FF2B5EF4-FFF2-40B4-BE49-F238E27FC236}">
                <a16:creationId xmlns:a16="http://schemas.microsoft.com/office/drawing/2014/main" id="{F571991E-1CBC-48CA-A2AE-D0799E9133D8}"/>
              </a:ext>
            </a:extLst>
          </p:cNvPr>
          <p:cNvSpPr>
            <a:spLocks noGrp="1"/>
          </p:cNvSpPr>
          <p:nvPr>
            <p:ph sz="quarter" idx="13"/>
          </p:nvPr>
        </p:nvSpPr>
        <p:spPr>
          <a:xfrm>
            <a:off x="685802" y="2218721"/>
            <a:ext cx="10396880" cy="3642471"/>
          </a:xfrm>
        </p:spPr>
        <p:txBody>
          <a:bodyPr anchor="ctr">
            <a:normAutofit/>
          </a:bodyPr>
          <a:lstStyle/>
          <a:p>
            <a:pPr fontAlgn="base">
              <a:lnSpc>
                <a:spcPct val="150000"/>
              </a:lnSpc>
            </a:pPr>
            <a:r>
              <a:rPr lang="pt-BR" dirty="0">
                <a:solidFill>
                  <a:schemeClr val="tx1">
                    <a:lumMod val="85000"/>
                    <a:lumOff val="15000"/>
                  </a:schemeClr>
                </a:solidFill>
                <a:latin typeface="Calibri" panose="020F0502020204030204" pitchFamily="34" charset="0"/>
                <a:cs typeface="Calibri" panose="020F0502020204030204" pitchFamily="34" charset="0"/>
              </a:rPr>
              <a:t>Apesar dos cinco países convergirem em diversos temas, </a:t>
            </a:r>
            <a:r>
              <a:rPr lang="pt-BR" b="1" dirty="0">
                <a:solidFill>
                  <a:srgbClr val="C00000"/>
                </a:solidFill>
                <a:latin typeface="Calibri" panose="020F0502020204030204" pitchFamily="34" charset="0"/>
                <a:cs typeface="Calibri" panose="020F0502020204030204" pitchFamily="34" charset="0"/>
              </a:rPr>
              <a:t>nem sempre há consenso entre as partes</a:t>
            </a:r>
            <a:r>
              <a:rPr lang="pt-BR" dirty="0">
                <a:solidFill>
                  <a:schemeClr val="tx1">
                    <a:lumMod val="85000"/>
                    <a:lumOff val="15000"/>
                  </a:schemeClr>
                </a:solidFill>
                <a:latin typeface="Calibri" panose="020F0502020204030204" pitchFamily="34" charset="0"/>
                <a:cs typeface="Calibri" panose="020F0502020204030204" pitchFamily="34" charset="0"/>
              </a:rPr>
              <a:t>.</a:t>
            </a:r>
          </a:p>
          <a:p>
            <a:pPr fontAlgn="base">
              <a:lnSpc>
                <a:spcPct val="150000"/>
              </a:lnSpc>
            </a:pPr>
            <a:r>
              <a:rPr lang="pt-BR" dirty="0">
                <a:solidFill>
                  <a:schemeClr val="tx1">
                    <a:lumMod val="85000"/>
                    <a:lumOff val="15000"/>
                  </a:schemeClr>
                </a:solidFill>
                <a:latin typeface="Calibri" panose="020F0502020204030204" pitchFamily="34" charset="0"/>
                <a:cs typeface="Calibri" panose="020F0502020204030204" pitchFamily="34" charset="0"/>
              </a:rPr>
              <a:t>No campo político, os desafios bilaterais entre China e Índia por disputas territoriais históricas são um dos pontos de tensão no grupo. </a:t>
            </a:r>
          </a:p>
          <a:p>
            <a:pPr fontAlgn="base">
              <a:lnSpc>
                <a:spcPct val="150000"/>
              </a:lnSpc>
            </a:pPr>
            <a:r>
              <a:rPr lang="pt-BR" dirty="0">
                <a:solidFill>
                  <a:schemeClr val="tx1">
                    <a:lumMod val="85000"/>
                    <a:lumOff val="15000"/>
                  </a:schemeClr>
                </a:solidFill>
                <a:latin typeface="Calibri" panose="020F0502020204030204" pitchFamily="34" charset="0"/>
                <a:cs typeface="Calibri" panose="020F0502020204030204" pitchFamily="34" charset="0"/>
              </a:rPr>
              <a:t>Nos campos econômico e bélico, china e Rússia se destacam como potências do século </a:t>
            </a:r>
            <a:r>
              <a:rPr lang="pt-BR" dirty="0" err="1">
                <a:solidFill>
                  <a:schemeClr val="tx1">
                    <a:lumMod val="85000"/>
                    <a:lumOff val="15000"/>
                  </a:schemeClr>
                </a:solidFill>
                <a:latin typeface="Calibri" panose="020F0502020204030204" pitchFamily="34" charset="0"/>
                <a:cs typeface="Calibri" panose="020F0502020204030204" pitchFamily="34" charset="0"/>
              </a:rPr>
              <a:t>xxi</a:t>
            </a:r>
            <a:r>
              <a:rPr lang="pt-BR" dirty="0">
                <a:solidFill>
                  <a:schemeClr val="tx1">
                    <a:lumMod val="85000"/>
                    <a:lumOff val="15000"/>
                  </a:schemeClr>
                </a:solidFill>
                <a:latin typeface="Calibri" panose="020F0502020204030204" pitchFamily="34" charset="0"/>
                <a:cs typeface="Calibri" panose="020F0502020204030204" pitchFamily="34" charset="0"/>
              </a:rPr>
              <a:t>.</a:t>
            </a:r>
          </a:p>
        </p:txBody>
      </p:sp>
      <p:sp>
        <p:nvSpPr>
          <p:cNvPr id="12" name="Freeform: Shape 11">
            <a:extLst>
              <a:ext uri="{FF2B5EF4-FFF2-40B4-BE49-F238E27FC236}">
                <a16:creationId xmlns:a16="http://schemas.microsoft.com/office/drawing/2014/main" id="{50D5B2F6-2819-4D6B-90BA-882063E9C54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1548534" cy="482600"/>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tx1">
              <a:alpha val="1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19492958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88000"/>
                <a:lumMod val="88000"/>
              </a:schemeClr>
            </a:gs>
          </a:gsLst>
          <a:lin ang="5400000" scaled="0"/>
        </a:gra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23B564A-E58E-45A3-AF7E-7FAF47E3CB9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0" name="Freeform: Shape 9">
            <a:extLst>
              <a:ext uri="{FF2B5EF4-FFF2-40B4-BE49-F238E27FC236}">
                <a16:creationId xmlns:a16="http://schemas.microsoft.com/office/drawing/2014/main" id="{AB0C801C-76F9-4E0A-A62B-99A95DBF3F8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548534" cy="6857998"/>
          </a:xfrm>
          <a:custGeom>
            <a:avLst/>
            <a:gdLst>
              <a:gd name="connsiteX0" fmla="*/ 0 w 8130198"/>
              <a:gd name="connsiteY0" fmla="*/ 0 h 6857999"/>
              <a:gd name="connsiteX1" fmla="*/ 7241014 w 8130198"/>
              <a:gd name="connsiteY1" fmla="*/ 0 h 6857999"/>
              <a:gd name="connsiteX2" fmla="*/ 8130198 w 8130198"/>
              <a:gd name="connsiteY2" fmla="*/ 0 h 6857999"/>
              <a:gd name="connsiteX3" fmla="*/ 8130198 w 8130198"/>
              <a:gd name="connsiteY3" fmla="*/ 6857999 h 6857999"/>
              <a:gd name="connsiteX4" fmla="*/ 0 w 8130198"/>
              <a:gd name="connsiteY4" fmla="*/ 6857999 h 6857999"/>
              <a:gd name="connsiteX5" fmla="*/ 0 w 8130198"/>
              <a:gd name="connsiteY5" fmla="*/ 637536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0198" h="6857999">
                <a:moveTo>
                  <a:pt x="0" y="0"/>
                </a:moveTo>
                <a:lnTo>
                  <a:pt x="7241014" y="0"/>
                </a:lnTo>
                <a:lnTo>
                  <a:pt x="8130198" y="0"/>
                </a:lnTo>
                <a:lnTo>
                  <a:pt x="8130198" y="6857999"/>
                </a:lnTo>
                <a:lnTo>
                  <a:pt x="0" y="6857999"/>
                </a:lnTo>
                <a:lnTo>
                  <a:pt x="0" y="6375361"/>
                </a:lnTo>
                <a:close/>
              </a:path>
            </a:pathLst>
          </a:cu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 name="Espaço Reservado para Conteúdo 2">
            <a:extLst>
              <a:ext uri="{FF2B5EF4-FFF2-40B4-BE49-F238E27FC236}">
                <a16:creationId xmlns:a16="http://schemas.microsoft.com/office/drawing/2014/main" id="{E8255254-DE0B-4EB5-A206-76F243CFDF16}"/>
              </a:ext>
            </a:extLst>
          </p:cNvPr>
          <p:cNvSpPr>
            <a:spLocks noGrp="1"/>
          </p:cNvSpPr>
          <p:nvPr>
            <p:ph sz="quarter" idx="13"/>
          </p:nvPr>
        </p:nvSpPr>
        <p:spPr>
          <a:xfrm>
            <a:off x="685801" y="695326"/>
            <a:ext cx="10396880" cy="5210952"/>
          </a:xfrm>
        </p:spPr>
        <p:txBody>
          <a:bodyPr anchor="ctr">
            <a:normAutofit/>
          </a:bodyPr>
          <a:lstStyle/>
          <a:p>
            <a:pPr fontAlgn="base">
              <a:lnSpc>
                <a:spcPct val="150000"/>
              </a:lnSpc>
            </a:pPr>
            <a:r>
              <a:rPr lang="pt-BR" dirty="0">
                <a:solidFill>
                  <a:schemeClr val="tx1">
                    <a:lumMod val="85000"/>
                    <a:lumOff val="15000"/>
                  </a:schemeClr>
                </a:solidFill>
                <a:latin typeface="Calibri" panose="020F0502020204030204" pitchFamily="34" charset="0"/>
                <a:cs typeface="Calibri" panose="020F0502020204030204" pitchFamily="34" charset="0"/>
              </a:rPr>
              <a:t>No campo econômico, a situação vista é de um desequilíbrio entre os desempenhos nacionais dos cinco países nos últimos anos. Enquanto a Índia continua a crescer, e a China ainda mantem uma taxa de crescimento maior que a média mundial, Brasil e Rússia não acompanham os desempenhos econômicos positivos.</a:t>
            </a:r>
          </a:p>
          <a:p>
            <a:pPr fontAlgn="base">
              <a:lnSpc>
                <a:spcPct val="150000"/>
              </a:lnSpc>
            </a:pPr>
            <a:r>
              <a:rPr lang="pt-BR" dirty="0">
                <a:solidFill>
                  <a:schemeClr val="tx1">
                    <a:lumMod val="85000"/>
                    <a:lumOff val="15000"/>
                  </a:schemeClr>
                </a:solidFill>
                <a:latin typeface="Calibri" panose="020F0502020204030204" pitchFamily="34" charset="0"/>
                <a:cs typeface="Calibri" panose="020F0502020204030204" pitchFamily="34" charset="0"/>
              </a:rPr>
              <a:t>Além disso, em termos globais, especialistas sugerem  que o principal desafio do grupo é reduzir barreiras econômicas e tentar aumentar o comércio internacional. Isso porque ainda é necessário fortalecer a posição do BRICS no sistema econômico internacional.</a:t>
            </a:r>
          </a:p>
        </p:txBody>
      </p:sp>
      <p:sp>
        <p:nvSpPr>
          <p:cNvPr id="12" name="Freeform: Shape 11">
            <a:extLst>
              <a:ext uri="{FF2B5EF4-FFF2-40B4-BE49-F238E27FC236}">
                <a16:creationId xmlns:a16="http://schemas.microsoft.com/office/drawing/2014/main" id="{50D5B2F6-2819-4D6B-90BA-882063E9C54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1548534" cy="482600"/>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tx1">
              <a:alpha val="1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66235192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88000"/>
                <a:lumMod val="88000"/>
              </a:schemeClr>
            </a:gs>
          </a:gsLst>
          <a:lin ang="5400000" scaled="0"/>
        </a:gra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23B564A-E58E-45A3-AF7E-7FAF47E3CB9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0" name="Freeform: Shape 9">
            <a:extLst>
              <a:ext uri="{FF2B5EF4-FFF2-40B4-BE49-F238E27FC236}">
                <a16:creationId xmlns:a16="http://schemas.microsoft.com/office/drawing/2014/main" id="{AB0C801C-76F9-4E0A-A62B-99A95DBF3F8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548534" cy="6857998"/>
          </a:xfrm>
          <a:custGeom>
            <a:avLst/>
            <a:gdLst>
              <a:gd name="connsiteX0" fmla="*/ 0 w 8130198"/>
              <a:gd name="connsiteY0" fmla="*/ 0 h 6857999"/>
              <a:gd name="connsiteX1" fmla="*/ 7241014 w 8130198"/>
              <a:gd name="connsiteY1" fmla="*/ 0 h 6857999"/>
              <a:gd name="connsiteX2" fmla="*/ 8130198 w 8130198"/>
              <a:gd name="connsiteY2" fmla="*/ 0 h 6857999"/>
              <a:gd name="connsiteX3" fmla="*/ 8130198 w 8130198"/>
              <a:gd name="connsiteY3" fmla="*/ 6857999 h 6857999"/>
              <a:gd name="connsiteX4" fmla="*/ 0 w 8130198"/>
              <a:gd name="connsiteY4" fmla="*/ 6857999 h 6857999"/>
              <a:gd name="connsiteX5" fmla="*/ 0 w 8130198"/>
              <a:gd name="connsiteY5" fmla="*/ 637536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0198" h="6857999">
                <a:moveTo>
                  <a:pt x="0" y="0"/>
                </a:moveTo>
                <a:lnTo>
                  <a:pt x="7241014" y="0"/>
                </a:lnTo>
                <a:lnTo>
                  <a:pt x="8130198" y="0"/>
                </a:lnTo>
                <a:lnTo>
                  <a:pt x="8130198" y="6857999"/>
                </a:lnTo>
                <a:lnTo>
                  <a:pt x="0" y="6857999"/>
                </a:lnTo>
                <a:lnTo>
                  <a:pt x="0" y="6375361"/>
                </a:lnTo>
                <a:close/>
              </a:path>
            </a:pathLst>
          </a:cu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a:extLst>
              <a:ext uri="{FF2B5EF4-FFF2-40B4-BE49-F238E27FC236}">
                <a16:creationId xmlns:a16="http://schemas.microsoft.com/office/drawing/2014/main" id="{87190F45-82C0-4D38-9A40-32A5E3E9D26D}"/>
              </a:ext>
            </a:extLst>
          </p:cNvPr>
          <p:cNvSpPr>
            <a:spLocks noGrp="1"/>
          </p:cNvSpPr>
          <p:nvPr>
            <p:ph type="title"/>
          </p:nvPr>
        </p:nvSpPr>
        <p:spPr>
          <a:xfrm>
            <a:off x="685801" y="685800"/>
            <a:ext cx="10396881" cy="759604"/>
          </a:xfrm>
        </p:spPr>
        <p:txBody>
          <a:bodyPr anchor="t">
            <a:normAutofit fontScale="90000"/>
          </a:bodyPr>
          <a:lstStyle/>
          <a:p>
            <a:pPr algn="r"/>
            <a:r>
              <a:rPr lang="pt-BR" dirty="0" smtClean="0"/>
              <a:t>Mudanças em 2023</a:t>
            </a:r>
            <a:endParaRPr lang="pt-BR" dirty="0"/>
          </a:p>
        </p:txBody>
      </p:sp>
      <p:sp>
        <p:nvSpPr>
          <p:cNvPr id="3" name="Espaço Reservado para Conteúdo 2">
            <a:extLst>
              <a:ext uri="{FF2B5EF4-FFF2-40B4-BE49-F238E27FC236}">
                <a16:creationId xmlns:a16="http://schemas.microsoft.com/office/drawing/2014/main" id="{0213268C-DE3C-4B36-9C1C-43BC7A38B3B9}"/>
              </a:ext>
            </a:extLst>
          </p:cNvPr>
          <p:cNvSpPr>
            <a:spLocks noGrp="1"/>
          </p:cNvSpPr>
          <p:nvPr>
            <p:ph sz="quarter" idx="13"/>
          </p:nvPr>
        </p:nvSpPr>
        <p:spPr>
          <a:xfrm>
            <a:off x="417250" y="1784411"/>
            <a:ext cx="10665431" cy="4261281"/>
          </a:xfrm>
        </p:spPr>
        <p:txBody>
          <a:bodyPr anchor="ctr">
            <a:normAutofit/>
          </a:bodyPr>
          <a:lstStyle/>
          <a:p>
            <a:pPr fontAlgn="base">
              <a:lnSpc>
                <a:spcPct val="150000"/>
              </a:lnSpc>
            </a:pPr>
            <a:r>
              <a:rPr lang="pt-BR" dirty="0" smtClean="0">
                <a:solidFill>
                  <a:schemeClr val="tx1">
                    <a:lumMod val="85000"/>
                    <a:lumOff val="15000"/>
                  </a:schemeClr>
                </a:solidFill>
                <a:latin typeface="Calibri" panose="020F0502020204030204" pitchFamily="34" charset="0"/>
                <a:cs typeface="Calibri" panose="020F0502020204030204" pitchFamily="34" charset="0"/>
              </a:rPr>
              <a:t>Em 2023, após um encontro de países do BRICS, uma mudança em sua composição foi aprovada. </a:t>
            </a:r>
          </a:p>
          <a:p>
            <a:pPr fontAlgn="base">
              <a:lnSpc>
                <a:spcPct val="150000"/>
              </a:lnSpc>
            </a:pPr>
            <a:r>
              <a:rPr lang="pt-BR" dirty="0" smtClean="0">
                <a:solidFill>
                  <a:schemeClr val="tx1">
                    <a:lumMod val="85000"/>
                    <a:lumOff val="15000"/>
                  </a:schemeClr>
                </a:solidFill>
                <a:latin typeface="Calibri" panose="020F0502020204030204" pitchFamily="34" charset="0"/>
                <a:cs typeface="Calibri" panose="020F0502020204030204" pitchFamily="34" charset="0"/>
              </a:rPr>
              <a:t>Quais países, e com quais justificativas, foram aprovados para integrar o grupo?</a:t>
            </a:r>
            <a:endParaRPr lang="pt-BR" dirty="0">
              <a:solidFill>
                <a:schemeClr val="tx1">
                  <a:lumMod val="85000"/>
                  <a:lumOff val="15000"/>
                </a:schemeClr>
              </a:solidFill>
              <a:latin typeface="Calibri" panose="020F0502020204030204" pitchFamily="34" charset="0"/>
              <a:cs typeface="Calibri" panose="020F0502020204030204" pitchFamily="34" charset="0"/>
            </a:endParaRPr>
          </a:p>
        </p:txBody>
      </p:sp>
      <p:sp>
        <p:nvSpPr>
          <p:cNvPr id="12" name="Freeform: Shape 11">
            <a:extLst>
              <a:ext uri="{FF2B5EF4-FFF2-40B4-BE49-F238E27FC236}">
                <a16:creationId xmlns:a16="http://schemas.microsoft.com/office/drawing/2014/main" id="{50D5B2F6-2819-4D6B-90BA-882063E9C54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1548534" cy="482600"/>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tx1">
              <a:alpha val="1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26531084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1" y="642551"/>
            <a:ext cx="10396882" cy="1099751"/>
          </a:xfrm>
        </p:spPr>
        <p:txBody>
          <a:bodyPr/>
          <a:lstStyle/>
          <a:p>
            <a:pPr algn="r"/>
            <a:r>
              <a:rPr lang="pt-BR" dirty="0" smtClean="0"/>
              <a:t>Novos integrantes</a:t>
            </a:r>
            <a:endParaRPr lang="pt-BR" dirty="0"/>
          </a:p>
        </p:txBody>
      </p:sp>
      <p:sp>
        <p:nvSpPr>
          <p:cNvPr id="3" name="Espaço Reservado para Conteúdo 2"/>
          <p:cNvSpPr>
            <a:spLocks noGrp="1"/>
          </p:cNvSpPr>
          <p:nvPr>
            <p:ph sz="quarter" idx="13"/>
          </p:nvPr>
        </p:nvSpPr>
        <p:spPr>
          <a:xfrm>
            <a:off x="685800" y="1940011"/>
            <a:ext cx="10394707" cy="3434574"/>
          </a:xfrm>
        </p:spPr>
        <p:txBody>
          <a:bodyPr>
            <a:normAutofit/>
          </a:bodyPr>
          <a:lstStyle/>
          <a:p>
            <a:pPr>
              <a:lnSpc>
                <a:spcPct val="150000"/>
              </a:lnSpc>
            </a:pPr>
            <a:r>
              <a:rPr lang="pt-BR" dirty="0">
                <a:latin typeface="Calibri" panose="020F0502020204030204" pitchFamily="34" charset="0"/>
                <a:cs typeface="Calibri" panose="020F0502020204030204" pitchFamily="34" charset="0"/>
              </a:rPr>
              <a:t>Após o fim da 15ª Cúpula dos BRICS (grupo formado por Brasil, Rússia, Índia, China e África do Sul) no mês de </a:t>
            </a:r>
            <a:r>
              <a:rPr lang="pt-BR" dirty="0" smtClean="0">
                <a:latin typeface="Calibri" panose="020F0502020204030204" pitchFamily="34" charset="0"/>
                <a:cs typeface="Calibri" panose="020F0502020204030204" pitchFamily="34" charset="0"/>
              </a:rPr>
              <a:t>agosto de 2023, </a:t>
            </a:r>
            <a:r>
              <a:rPr lang="pt-BR" b="1" dirty="0" smtClean="0">
                <a:solidFill>
                  <a:srgbClr val="FF0000"/>
                </a:solidFill>
                <a:latin typeface="Calibri" panose="020F0502020204030204" pitchFamily="34" charset="0"/>
                <a:cs typeface="Calibri" panose="020F0502020204030204" pitchFamily="34" charset="0"/>
              </a:rPr>
              <a:t>Arábia </a:t>
            </a:r>
            <a:r>
              <a:rPr lang="pt-BR" b="1" dirty="0">
                <a:solidFill>
                  <a:srgbClr val="FF0000"/>
                </a:solidFill>
                <a:latin typeface="Calibri" panose="020F0502020204030204" pitchFamily="34" charset="0"/>
                <a:cs typeface="Calibri" panose="020F0502020204030204" pitchFamily="34" charset="0"/>
              </a:rPr>
              <a:t>Saudita, Argentina, Egito, Emirados Árabes, Etiópia e Irã</a:t>
            </a:r>
            <a:r>
              <a:rPr lang="pt-BR" dirty="0">
                <a:latin typeface="Calibri" panose="020F0502020204030204" pitchFamily="34" charset="0"/>
                <a:cs typeface="Calibri" panose="020F0502020204030204" pitchFamily="34" charset="0"/>
              </a:rPr>
              <a:t> </a:t>
            </a:r>
            <a:r>
              <a:rPr lang="pt-BR" dirty="0" smtClean="0">
                <a:latin typeface="Calibri" panose="020F0502020204030204" pitchFamily="34" charset="0"/>
                <a:cs typeface="Calibri" panose="020F0502020204030204" pitchFamily="34" charset="0"/>
              </a:rPr>
              <a:t>passaram a compor o agrupamento </a:t>
            </a:r>
            <a:r>
              <a:rPr lang="pt-BR" dirty="0">
                <a:latin typeface="Calibri" panose="020F0502020204030204" pitchFamily="34" charset="0"/>
                <a:cs typeface="Calibri" panose="020F0502020204030204" pitchFamily="34" charset="0"/>
              </a:rPr>
              <a:t>e farão parte de processos de aproximação e cooperação. </a:t>
            </a:r>
            <a:endParaRPr lang="pt-BR" dirty="0" smtClean="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265231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88000"/>
                <a:lumMod val="88000"/>
              </a:schemeClr>
            </a:gs>
          </a:gsLst>
          <a:lin ang="5400000" scaled="0"/>
        </a:gra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23B564A-E58E-45A3-AF7E-7FAF47E3CB9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0" name="Freeform: Shape 9">
            <a:extLst>
              <a:ext uri="{FF2B5EF4-FFF2-40B4-BE49-F238E27FC236}">
                <a16:creationId xmlns:a16="http://schemas.microsoft.com/office/drawing/2014/main" id="{AB0C801C-76F9-4E0A-A62B-99A95DBF3F8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548534" cy="6857998"/>
          </a:xfrm>
          <a:custGeom>
            <a:avLst/>
            <a:gdLst>
              <a:gd name="connsiteX0" fmla="*/ 0 w 8130198"/>
              <a:gd name="connsiteY0" fmla="*/ 0 h 6857999"/>
              <a:gd name="connsiteX1" fmla="*/ 7241014 w 8130198"/>
              <a:gd name="connsiteY1" fmla="*/ 0 h 6857999"/>
              <a:gd name="connsiteX2" fmla="*/ 8130198 w 8130198"/>
              <a:gd name="connsiteY2" fmla="*/ 0 h 6857999"/>
              <a:gd name="connsiteX3" fmla="*/ 8130198 w 8130198"/>
              <a:gd name="connsiteY3" fmla="*/ 6857999 h 6857999"/>
              <a:gd name="connsiteX4" fmla="*/ 0 w 8130198"/>
              <a:gd name="connsiteY4" fmla="*/ 6857999 h 6857999"/>
              <a:gd name="connsiteX5" fmla="*/ 0 w 8130198"/>
              <a:gd name="connsiteY5" fmla="*/ 637536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0198" h="6857999">
                <a:moveTo>
                  <a:pt x="0" y="0"/>
                </a:moveTo>
                <a:lnTo>
                  <a:pt x="7241014" y="0"/>
                </a:lnTo>
                <a:lnTo>
                  <a:pt x="8130198" y="0"/>
                </a:lnTo>
                <a:lnTo>
                  <a:pt x="8130198" y="6857999"/>
                </a:lnTo>
                <a:lnTo>
                  <a:pt x="0" y="6857999"/>
                </a:lnTo>
                <a:lnTo>
                  <a:pt x="0" y="6375361"/>
                </a:lnTo>
                <a:close/>
              </a:path>
            </a:pathLst>
          </a:cu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 name="Espaço Reservado para Conteúdo 2">
            <a:extLst>
              <a:ext uri="{FF2B5EF4-FFF2-40B4-BE49-F238E27FC236}">
                <a16:creationId xmlns:a16="http://schemas.microsoft.com/office/drawing/2014/main" id="{E8255254-DE0B-4EB5-A206-76F243CFDF16}"/>
              </a:ext>
            </a:extLst>
          </p:cNvPr>
          <p:cNvSpPr>
            <a:spLocks noGrp="1"/>
          </p:cNvSpPr>
          <p:nvPr>
            <p:ph sz="quarter" idx="13"/>
          </p:nvPr>
        </p:nvSpPr>
        <p:spPr>
          <a:xfrm>
            <a:off x="685801" y="695326"/>
            <a:ext cx="10396880" cy="5210952"/>
          </a:xfrm>
        </p:spPr>
        <p:txBody>
          <a:bodyPr anchor="ctr">
            <a:normAutofit/>
          </a:bodyPr>
          <a:lstStyle/>
          <a:p>
            <a:pPr fontAlgn="base">
              <a:lnSpc>
                <a:spcPct val="150000"/>
              </a:lnSpc>
            </a:pPr>
            <a:r>
              <a:rPr lang="pt-BR" dirty="0">
                <a:solidFill>
                  <a:schemeClr val="tx1">
                    <a:lumMod val="85000"/>
                    <a:lumOff val="15000"/>
                  </a:schemeClr>
                </a:solidFill>
                <a:latin typeface="Calibri" panose="020F0502020204030204" pitchFamily="34" charset="0"/>
                <a:cs typeface="Calibri" panose="020F0502020204030204" pitchFamily="34" charset="0"/>
              </a:rPr>
              <a:t>As seis nações foram selecionadas a partir de uma lista com mais de 20 estados candidatos, o que revela grande interesse na proposta.</a:t>
            </a:r>
          </a:p>
          <a:p>
            <a:pPr fontAlgn="base">
              <a:lnSpc>
                <a:spcPct val="150000"/>
              </a:lnSpc>
            </a:pPr>
            <a:r>
              <a:rPr lang="pt-BR" dirty="0" smtClean="0">
                <a:solidFill>
                  <a:schemeClr val="tx1">
                    <a:lumMod val="85000"/>
                    <a:lumOff val="15000"/>
                  </a:schemeClr>
                </a:solidFill>
                <a:latin typeface="Calibri" panose="020F0502020204030204" pitchFamily="34" charset="0"/>
                <a:cs typeface="Calibri" panose="020F0502020204030204" pitchFamily="34" charset="0"/>
              </a:rPr>
              <a:t>no </a:t>
            </a:r>
            <a:r>
              <a:rPr lang="pt-BR" b="1" dirty="0">
                <a:solidFill>
                  <a:srgbClr val="FF0000"/>
                </a:solidFill>
                <a:latin typeface="Calibri" panose="020F0502020204030204" pitchFamily="34" charset="0"/>
                <a:cs typeface="Calibri" panose="020F0502020204030204" pitchFamily="34" charset="0"/>
              </a:rPr>
              <a:t>âmbito econômico-financeiro</a:t>
            </a:r>
            <a:r>
              <a:rPr lang="pt-BR" dirty="0">
                <a:solidFill>
                  <a:schemeClr val="tx1">
                    <a:lumMod val="85000"/>
                    <a:lumOff val="15000"/>
                  </a:schemeClr>
                </a:solidFill>
                <a:latin typeface="Calibri" panose="020F0502020204030204" pitchFamily="34" charset="0"/>
                <a:cs typeface="Calibri" panose="020F0502020204030204" pitchFamily="34" charset="0"/>
              </a:rPr>
              <a:t>, o movimento trata de fomentar o comércio, os investimentos e as trocas entre esses países.</a:t>
            </a:r>
          </a:p>
          <a:p>
            <a:pPr fontAlgn="base">
              <a:lnSpc>
                <a:spcPct val="150000"/>
              </a:lnSpc>
            </a:pPr>
            <a:r>
              <a:rPr lang="pt-BR" dirty="0" smtClean="0">
                <a:solidFill>
                  <a:schemeClr val="tx1">
                    <a:lumMod val="85000"/>
                    <a:lumOff val="15000"/>
                  </a:schemeClr>
                </a:solidFill>
                <a:latin typeface="Calibri" panose="020F0502020204030204" pitchFamily="34" charset="0"/>
                <a:cs typeface="Calibri" panose="020F0502020204030204" pitchFamily="34" charset="0"/>
              </a:rPr>
              <a:t>Já </a:t>
            </a:r>
            <a:r>
              <a:rPr lang="pt-BR" dirty="0">
                <a:solidFill>
                  <a:schemeClr val="tx1">
                    <a:lumMod val="85000"/>
                    <a:lumOff val="15000"/>
                  </a:schemeClr>
                </a:solidFill>
                <a:latin typeface="Calibri" panose="020F0502020204030204" pitchFamily="34" charset="0"/>
                <a:cs typeface="Calibri" panose="020F0502020204030204" pitchFamily="34" charset="0"/>
              </a:rPr>
              <a:t>na </a:t>
            </a:r>
            <a:r>
              <a:rPr lang="pt-BR" b="1" dirty="0">
                <a:solidFill>
                  <a:srgbClr val="FF0000"/>
                </a:solidFill>
                <a:latin typeface="Calibri" panose="020F0502020204030204" pitchFamily="34" charset="0"/>
                <a:cs typeface="Calibri" panose="020F0502020204030204" pitchFamily="34" charset="0"/>
              </a:rPr>
              <a:t>esfera política</a:t>
            </a:r>
            <a:r>
              <a:rPr lang="pt-BR" dirty="0">
                <a:solidFill>
                  <a:schemeClr val="tx1">
                    <a:lumMod val="85000"/>
                    <a:lumOff val="15000"/>
                  </a:schemeClr>
                </a:solidFill>
                <a:latin typeface="Calibri" panose="020F0502020204030204" pitchFamily="34" charset="0"/>
                <a:cs typeface="Calibri" panose="020F0502020204030204" pitchFamily="34" charset="0"/>
              </a:rPr>
              <a:t>, a pretensão é trabalhar em conjunto para avaliar e propor ajustes, ou mesmo substituição, de regras em vigor no sistema internacional que define as condições de convivência entre as nações.</a:t>
            </a:r>
          </a:p>
        </p:txBody>
      </p:sp>
      <p:sp>
        <p:nvSpPr>
          <p:cNvPr id="12" name="Freeform: Shape 11">
            <a:extLst>
              <a:ext uri="{FF2B5EF4-FFF2-40B4-BE49-F238E27FC236}">
                <a16:creationId xmlns:a16="http://schemas.microsoft.com/office/drawing/2014/main" id="{50D5B2F6-2819-4D6B-90BA-882063E9C54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1548534" cy="482600"/>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solidFill>
            <a:schemeClr val="tx1">
              <a:alpha val="1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1722768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r"/>
            <a:r>
              <a:rPr lang="pt-BR" dirty="0"/>
              <a:t>Questão </a:t>
            </a:r>
            <a:r>
              <a:rPr lang="pt-BR" dirty="0" smtClean="0"/>
              <a:t>geográfica</a:t>
            </a:r>
            <a:endParaRPr lang="pt-BR" dirty="0"/>
          </a:p>
        </p:txBody>
      </p:sp>
      <p:sp>
        <p:nvSpPr>
          <p:cNvPr id="3" name="Espaço Reservado para Conteúdo 2"/>
          <p:cNvSpPr>
            <a:spLocks noGrp="1"/>
          </p:cNvSpPr>
          <p:nvPr>
            <p:ph sz="quarter" idx="13"/>
          </p:nvPr>
        </p:nvSpPr>
        <p:spPr/>
        <p:txBody>
          <a:bodyPr>
            <a:normAutofit/>
          </a:bodyPr>
          <a:lstStyle/>
          <a:p>
            <a:pPr>
              <a:lnSpc>
                <a:spcPct val="150000"/>
              </a:lnSpc>
            </a:pPr>
            <a:r>
              <a:rPr lang="pt-BR" dirty="0" smtClean="0">
                <a:latin typeface="Calibri" panose="020F0502020204030204" pitchFamily="34" charset="0"/>
                <a:cs typeface="Calibri" panose="020F0502020204030204" pitchFamily="34" charset="0"/>
              </a:rPr>
              <a:t>Com </a:t>
            </a:r>
            <a:r>
              <a:rPr lang="pt-BR" dirty="0">
                <a:latin typeface="Calibri" panose="020F0502020204030204" pitchFamily="34" charset="0"/>
                <a:cs typeface="Calibri" panose="020F0502020204030204" pitchFamily="34" charset="0"/>
              </a:rPr>
              <a:t>essa entrada, são cobertos quase todos os continentes e regiões que compõem o </a:t>
            </a:r>
            <a:r>
              <a:rPr lang="pt-BR" b="1" dirty="0">
                <a:solidFill>
                  <a:schemeClr val="accent1"/>
                </a:solidFill>
                <a:latin typeface="Calibri" panose="020F0502020204030204" pitchFamily="34" charset="0"/>
                <a:cs typeface="Calibri" panose="020F0502020204030204" pitchFamily="34" charset="0"/>
              </a:rPr>
              <a:t>Sul Global </a:t>
            </a:r>
            <a:r>
              <a:rPr lang="pt-BR" dirty="0">
                <a:latin typeface="Calibri" panose="020F0502020204030204" pitchFamily="34" charset="0"/>
                <a:cs typeface="Calibri" panose="020F0502020204030204" pitchFamily="34" charset="0"/>
              </a:rPr>
              <a:t>(América do Sul, África, Oriente Médio e Ásia), com exceção da América Central. Assim, o BRICS ganha em destaque de representatividade populacional e econômica, alavancando a legitimidade como representante dos interesses dos países ditos em desenvolvimento e, portanto, de sua capacidade de influência.</a:t>
            </a:r>
          </a:p>
        </p:txBody>
      </p:sp>
    </p:spTree>
    <p:extLst>
      <p:ext uri="{BB962C8B-B14F-4D97-AF65-F5344CB8AC3E}">
        <p14:creationId xmlns:p14="http://schemas.microsoft.com/office/powerpoint/2010/main" val="20281594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r"/>
            <a:r>
              <a:rPr lang="pt-BR" dirty="0"/>
              <a:t>Questão </a:t>
            </a:r>
            <a:r>
              <a:rPr lang="pt-BR" dirty="0" smtClean="0"/>
              <a:t>política</a:t>
            </a:r>
            <a:endParaRPr lang="pt-BR" dirty="0"/>
          </a:p>
        </p:txBody>
      </p:sp>
      <p:sp>
        <p:nvSpPr>
          <p:cNvPr id="3" name="Espaço Reservado para Conteúdo 2"/>
          <p:cNvSpPr>
            <a:spLocks noGrp="1"/>
          </p:cNvSpPr>
          <p:nvPr>
            <p:ph sz="quarter" idx="13"/>
          </p:nvPr>
        </p:nvSpPr>
        <p:spPr/>
        <p:txBody>
          <a:bodyPr>
            <a:normAutofit/>
          </a:bodyPr>
          <a:lstStyle/>
          <a:p>
            <a:pPr>
              <a:lnSpc>
                <a:spcPct val="150000"/>
              </a:lnSpc>
            </a:pPr>
            <a:r>
              <a:rPr lang="pt-BR" dirty="0" smtClean="0">
                <a:latin typeface="Calibri" panose="020F0502020204030204" pitchFamily="34" charset="0"/>
                <a:cs typeface="Calibri" panose="020F0502020204030204" pitchFamily="34" charset="0"/>
              </a:rPr>
              <a:t>A </a:t>
            </a:r>
            <a:r>
              <a:rPr lang="pt-BR" dirty="0">
                <a:latin typeface="Calibri" panose="020F0502020204030204" pitchFamily="34" charset="0"/>
                <a:cs typeface="Calibri" panose="020F0502020204030204" pitchFamily="34" charset="0"/>
              </a:rPr>
              <a:t>política é elemento central de afirmação do BRICS ao propor e organizar-se para oferecer um sistema monetário internacional alternativo, tendo como pano de fundo a firme intenção de alterar as regras de convivência entre nações, algo conhecido sob a expressão “ordem mundial”. </a:t>
            </a:r>
          </a:p>
        </p:txBody>
      </p:sp>
    </p:spTree>
    <p:extLst>
      <p:ext uri="{BB962C8B-B14F-4D97-AF65-F5344CB8AC3E}">
        <p14:creationId xmlns:p14="http://schemas.microsoft.com/office/powerpoint/2010/main" val="36438559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r"/>
            <a:r>
              <a:rPr lang="pt-BR" dirty="0"/>
              <a:t>Desenvolvimento econômico</a:t>
            </a:r>
          </a:p>
        </p:txBody>
      </p:sp>
      <p:sp>
        <p:nvSpPr>
          <p:cNvPr id="3" name="Espaço Reservado para Conteúdo 2"/>
          <p:cNvSpPr>
            <a:spLocks noGrp="1"/>
          </p:cNvSpPr>
          <p:nvPr>
            <p:ph sz="quarter" idx="13"/>
          </p:nvPr>
        </p:nvSpPr>
        <p:spPr/>
        <p:txBody>
          <a:bodyPr/>
          <a:lstStyle/>
          <a:p>
            <a:pPr>
              <a:lnSpc>
                <a:spcPct val="150000"/>
              </a:lnSpc>
            </a:pPr>
            <a:r>
              <a:rPr lang="pt-BR" dirty="0" smtClean="0">
                <a:latin typeface="Calibri" panose="020F0502020204030204" pitchFamily="34" charset="0"/>
                <a:cs typeface="Calibri" panose="020F0502020204030204" pitchFamily="34" charset="0"/>
              </a:rPr>
              <a:t>Considerações </a:t>
            </a:r>
            <a:r>
              <a:rPr lang="pt-BR" dirty="0">
                <a:latin typeface="Calibri" panose="020F0502020204030204" pitchFamily="34" charset="0"/>
                <a:cs typeface="Calibri" panose="020F0502020204030204" pitchFamily="34" charset="0"/>
              </a:rPr>
              <a:t>quanto às capacidades combinadas na produção de energia e alimentos dos países convidados revelam um projeto de domínio em áreas fundamentais de desenvolvimento econômico. Essas capacidades serão usadas como ferramentas de alavancagem econômica, mas também como meio de exercício de poder nos confrontos crescentes com as nações ocidentais.</a:t>
            </a:r>
          </a:p>
        </p:txBody>
      </p:sp>
    </p:spTree>
    <p:extLst>
      <p:ext uri="{BB962C8B-B14F-4D97-AF65-F5344CB8AC3E}">
        <p14:creationId xmlns:p14="http://schemas.microsoft.com/office/powerpoint/2010/main" val="14433757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1" y="580768"/>
            <a:ext cx="10396882" cy="1804086"/>
          </a:xfrm>
        </p:spPr>
        <p:txBody>
          <a:bodyPr>
            <a:normAutofit/>
          </a:bodyPr>
          <a:lstStyle/>
          <a:p>
            <a:pPr algn="r"/>
            <a:r>
              <a:rPr lang="pt-BR" dirty="0"/>
              <a:t>Dimensão comercial e de fomento ou acesso a </a:t>
            </a:r>
            <a:r>
              <a:rPr lang="pt-BR" dirty="0" smtClean="0"/>
              <a:t>capital</a:t>
            </a:r>
            <a:endParaRPr lang="pt-BR" dirty="0"/>
          </a:p>
        </p:txBody>
      </p:sp>
      <p:sp>
        <p:nvSpPr>
          <p:cNvPr id="3" name="Espaço Reservado para Conteúdo 2"/>
          <p:cNvSpPr>
            <a:spLocks noGrp="1"/>
          </p:cNvSpPr>
          <p:nvPr>
            <p:ph sz="quarter" idx="13"/>
          </p:nvPr>
        </p:nvSpPr>
        <p:spPr>
          <a:xfrm>
            <a:off x="685800" y="2631989"/>
            <a:ext cx="10394707" cy="2742596"/>
          </a:xfrm>
        </p:spPr>
        <p:txBody>
          <a:bodyPr/>
          <a:lstStyle/>
          <a:p>
            <a:pPr>
              <a:lnSpc>
                <a:spcPct val="150000"/>
              </a:lnSpc>
            </a:pPr>
            <a:r>
              <a:rPr lang="pt-BR" dirty="0" smtClean="0">
                <a:latin typeface="Calibri" panose="020F0502020204030204" pitchFamily="34" charset="0"/>
                <a:cs typeface="Calibri" panose="020F0502020204030204" pitchFamily="34" charset="0"/>
              </a:rPr>
              <a:t>Pontos </a:t>
            </a:r>
            <a:r>
              <a:rPr lang="pt-BR" dirty="0">
                <a:latin typeface="Calibri" panose="020F0502020204030204" pitchFamily="34" charset="0"/>
                <a:cs typeface="Calibri" panose="020F0502020204030204" pitchFamily="34" charset="0"/>
              </a:rPr>
              <a:t>centrais em qualquer estratégia de desenvolvimento. Os planos de multiplicar acordos de comércio, garantir rotas, promover investimentos em estratégias de produção industrial revelam as linhas básicas do projeto de planejamento que parece ter sido privilegiado nessa última cúpula em agosto.</a:t>
            </a:r>
          </a:p>
        </p:txBody>
      </p:sp>
    </p:spTree>
    <p:extLst>
      <p:ext uri="{BB962C8B-B14F-4D97-AF65-F5344CB8AC3E}">
        <p14:creationId xmlns:p14="http://schemas.microsoft.com/office/powerpoint/2010/main" val="377340331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Evento Principal">
  <a:themeElements>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docProps/app.xml><?xml version="1.0" encoding="utf-8"?>
<Properties xmlns="http://schemas.openxmlformats.org/officeDocument/2006/extended-properties" xmlns:vt="http://schemas.openxmlformats.org/officeDocument/2006/docPropsVTypes">
  <TotalTime>231</TotalTime>
  <Words>626</Words>
  <Application>Microsoft Office PowerPoint</Application>
  <PresentationFormat>Widescreen</PresentationFormat>
  <Paragraphs>58</Paragraphs>
  <Slides>21</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21</vt:i4>
      </vt:variant>
    </vt:vector>
  </HeadingPairs>
  <TitlesOfParts>
    <vt:vector size="25" baseType="lpstr">
      <vt:lpstr>Arial</vt:lpstr>
      <vt:lpstr>Calibri</vt:lpstr>
      <vt:lpstr>Impact</vt:lpstr>
      <vt:lpstr>Evento Principal</vt:lpstr>
      <vt:lpstr>BRICS</vt:lpstr>
      <vt:lpstr>Apresentação do PowerPoint</vt:lpstr>
      <vt:lpstr>O que é o BRICS?</vt:lpstr>
      <vt:lpstr>Qual é a diferença?</vt:lpstr>
      <vt:lpstr>A origem do grupo</vt:lpstr>
      <vt:lpstr>Reunião e cooperação</vt:lpstr>
      <vt:lpstr>Evolução para o BRICS</vt:lpstr>
      <vt:lpstr>Apresentação do PowerPoint</vt:lpstr>
      <vt:lpstr>Qual o escopo da agenda?</vt:lpstr>
      <vt:lpstr>Áreas de cooperação</vt:lpstr>
      <vt:lpstr>Apresentação do PowerPoint</vt:lpstr>
      <vt:lpstr>Apresentação do PowerPoint</vt:lpstr>
      <vt:lpstr>As dificuldades</vt:lpstr>
      <vt:lpstr>Apresentação do PowerPoint</vt:lpstr>
      <vt:lpstr>Mudanças em 2023</vt:lpstr>
      <vt:lpstr>Novos integrantes</vt:lpstr>
      <vt:lpstr>Apresentação do PowerPoint</vt:lpstr>
      <vt:lpstr>Questão geográfica</vt:lpstr>
      <vt:lpstr>Questão política</vt:lpstr>
      <vt:lpstr>Desenvolvimento econômico</vt:lpstr>
      <vt:lpstr>Dimensão comercial e de fomento ou acesso a capital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BRICS</dc:title>
  <dc:creator>Eduardo Morais</dc:creator>
  <cp:lastModifiedBy>Professores 1 Ensino Medio</cp:lastModifiedBy>
  <cp:revision>11</cp:revision>
  <dcterms:created xsi:type="dcterms:W3CDTF">2020-04-21T17:39:41Z</dcterms:created>
  <dcterms:modified xsi:type="dcterms:W3CDTF">2025-09-10T15:41:12Z</dcterms:modified>
</cp:coreProperties>
</file>