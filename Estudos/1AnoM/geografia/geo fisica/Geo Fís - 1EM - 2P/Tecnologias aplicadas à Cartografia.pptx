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sldIdLst>
    <p:sldId id="256" r:id="rId2"/>
    <p:sldId id="257" r:id="rId3"/>
    <p:sldId id="281" r:id="rId4"/>
    <p:sldId id="283" r:id="rId5"/>
    <p:sldId id="258" r:id="rId6"/>
    <p:sldId id="282" r:id="rId7"/>
    <p:sldId id="259" r:id="rId8"/>
    <p:sldId id="261" r:id="rId9"/>
    <p:sldId id="279" r:id="rId10"/>
    <p:sldId id="28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008FD-C47C-4CCE-92EC-701794F40D7C}" v="12" dt="2025-07-30T16:36:01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83" autoAdjust="0"/>
  </p:normalViewPr>
  <p:slideViewPr>
    <p:cSldViewPr>
      <p:cViewPr varScale="1">
        <p:scale>
          <a:sx n="53" d="100"/>
          <a:sy n="53" d="100"/>
        </p:scale>
        <p:origin x="1812" y="2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87E008FD-C47C-4CCE-92EC-701794F40D7C}"/>
    <pc:docChg chg="undo custSel modSld sldOrd">
      <pc:chgData name="Alex Rios" userId="69fc135ea1c70fd1" providerId="LiveId" clId="{87E008FD-C47C-4CCE-92EC-701794F40D7C}" dt="2025-07-30T16:36:04.903" v="518" actId="14100"/>
      <pc:docMkLst>
        <pc:docMk/>
      </pc:docMkLst>
      <pc:sldChg chg="addSp modSp mod setBg addAnim">
        <pc:chgData name="Alex Rios" userId="69fc135ea1c70fd1" providerId="LiveId" clId="{87E008FD-C47C-4CCE-92EC-701794F40D7C}" dt="2025-07-30T16:36:04.903" v="518" actId="14100"/>
        <pc:sldMkLst>
          <pc:docMk/>
          <pc:sldMk cId="0" sldId="256"/>
        </pc:sldMkLst>
        <pc:spChg chg="mod">
          <ac:chgData name="Alex Rios" userId="69fc135ea1c70fd1" providerId="LiveId" clId="{87E008FD-C47C-4CCE-92EC-701794F40D7C}" dt="2025-07-30T16:36:04.903" v="518" actId="14100"/>
          <ac:spMkLst>
            <pc:docMk/>
            <pc:sldMk cId="0" sldId="256"/>
            <ac:spMk id="3074" creationId="{CDA27BAB-215A-43E0-9481-88C71D89949C}"/>
          </ac:spMkLst>
        </pc:spChg>
        <pc:grpChg chg="add">
          <ac:chgData name="Alex Rios" userId="69fc135ea1c70fd1" providerId="LiveId" clId="{87E008FD-C47C-4CCE-92EC-701794F40D7C}" dt="2025-05-04T13:56:46.916" v="57" actId="26606"/>
          <ac:grpSpMkLst>
            <pc:docMk/>
            <pc:sldMk cId="0" sldId="256"/>
            <ac:grpSpMk id="3079" creationId="{1351B104-9B78-4A2B-B970-FA8ABE1CE12D}"/>
          </ac:grpSpMkLst>
        </pc:grpChg>
        <pc:grpChg chg="add">
          <ac:chgData name="Alex Rios" userId="69fc135ea1c70fd1" providerId="LiveId" clId="{87E008FD-C47C-4CCE-92EC-701794F40D7C}" dt="2025-05-04T13:56:46.916" v="57" actId="26606"/>
          <ac:grpSpMkLst>
            <pc:docMk/>
            <pc:sldMk cId="0" sldId="256"/>
            <ac:grpSpMk id="3083" creationId="{D4116A08-770E-4DC3-AAB6-E3E8E6CEC832}"/>
          </ac:grpSpMkLst>
        </pc:grpChg>
        <pc:grpChg chg="add">
          <ac:chgData name="Alex Rios" userId="69fc135ea1c70fd1" providerId="LiveId" clId="{87E008FD-C47C-4CCE-92EC-701794F40D7C}" dt="2025-05-04T13:56:46.916" v="57" actId="26606"/>
          <ac:grpSpMkLst>
            <pc:docMk/>
            <pc:sldMk cId="0" sldId="256"/>
            <ac:grpSpMk id="3139" creationId="{77EB1C59-16D1-4C5E-9775-50CB40E022FE}"/>
          </ac:grpSpMkLst>
        </pc:grpChg>
        <pc:picChg chg="add mod">
          <ac:chgData name="Alex Rios" userId="69fc135ea1c70fd1" providerId="LiveId" clId="{87E008FD-C47C-4CCE-92EC-701794F40D7C}" dt="2025-05-04T13:56:46.916" v="57" actId="26606"/>
          <ac:picMkLst>
            <pc:docMk/>
            <pc:sldMk cId="0" sldId="256"/>
            <ac:picMk id="1026" creationId="{21120256-3B3D-6150-E671-77338B252123}"/>
          </ac:picMkLst>
        </pc:picChg>
      </pc:sldChg>
      <pc:sldChg chg="addSp modSp mod setBg">
        <pc:chgData name="Alex Rios" userId="69fc135ea1c70fd1" providerId="LiveId" clId="{87E008FD-C47C-4CCE-92EC-701794F40D7C}" dt="2025-05-04T14:15:49.594" v="227" actId="20577"/>
        <pc:sldMkLst>
          <pc:docMk/>
          <pc:sldMk cId="0" sldId="257"/>
        </pc:sldMkLst>
        <pc:spChg chg="mod">
          <ac:chgData name="Alex Rios" userId="69fc135ea1c70fd1" providerId="LiveId" clId="{87E008FD-C47C-4CCE-92EC-701794F40D7C}" dt="2025-05-04T13:58:04.682" v="68" actId="14100"/>
          <ac:spMkLst>
            <pc:docMk/>
            <pc:sldMk cId="0" sldId="257"/>
            <ac:spMk id="17410" creationId="{31192FD0-C1D5-44CE-BA33-7D1D7FB3D466}"/>
          </ac:spMkLst>
        </pc:spChg>
        <pc:spChg chg="mod">
          <ac:chgData name="Alex Rios" userId="69fc135ea1c70fd1" providerId="LiveId" clId="{87E008FD-C47C-4CCE-92EC-701794F40D7C}" dt="2025-05-04T14:15:49.594" v="227" actId="20577"/>
          <ac:spMkLst>
            <pc:docMk/>
            <pc:sldMk cId="0" sldId="257"/>
            <ac:spMk id="17411" creationId="{B78510C5-FEFC-4A2D-882F-1C1F7C8BFE6A}"/>
          </ac:spMkLst>
        </pc:spChg>
        <pc:spChg chg="add">
          <ac:chgData name="Alex Rios" userId="69fc135ea1c70fd1" providerId="LiveId" clId="{87E008FD-C47C-4CCE-92EC-701794F40D7C}" dt="2025-05-04T13:57:19.120" v="59" actId="26606"/>
          <ac:spMkLst>
            <pc:docMk/>
            <pc:sldMk cId="0" sldId="257"/>
            <ac:spMk id="17416" creationId="{6BFC9644-673A-459F-B3C5-9310A4E50E3B}"/>
          </ac:spMkLst>
        </pc:spChg>
        <pc:spChg chg="add">
          <ac:chgData name="Alex Rios" userId="69fc135ea1c70fd1" providerId="LiveId" clId="{87E008FD-C47C-4CCE-92EC-701794F40D7C}" dt="2025-05-04T13:57:19.120" v="59" actId="26606"/>
          <ac:spMkLst>
            <pc:docMk/>
            <pc:sldMk cId="0" sldId="257"/>
            <ac:spMk id="17447" creationId="{7D1C411D-0818-4640-8657-2AF78250C802}"/>
          </ac:spMkLst>
        </pc:spChg>
        <pc:grpChg chg="add">
          <ac:chgData name="Alex Rios" userId="69fc135ea1c70fd1" providerId="LiveId" clId="{87E008FD-C47C-4CCE-92EC-701794F40D7C}" dt="2025-05-04T13:57:19.120" v="59" actId="26606"/>
          <ac:grpSpMkLst>
            <pc:docMk/>
            <pc:sldMk cId="0" sldId="257"/>
            <ac:grpSpMk id="17418" creationId="{4ADB9295-9645-4BF2-ADFD-75800B7FAD06}"/>
          </ac:grpSpMkLst>
        </pc:grpChg>
      </pc:sldChg>
      <pc:sldChg chg="addSp modSp mod setBg">
        <pc:chgData name="Alex Rios" userId="69fc135ea1c70fd1" providerId="LiveId" clId="{87E008FD-C47C-4CCE-92EC-701794F40D7C}" dt="2025-07-30T16:33:32.847" v="502" actId="1076"/>
        <pc:sldMkLst>
          <pc:docMk/>
          <pc:sldMk cId="0" sldId="258"/>
        </pc:sldMkLst>
        <pc:spChg chg="mod">
          <ac:chgData name="Alex Rios" userId="69fc135ea1c70fd1" providerId="LiveId" clId="{87E008FD-C47C-4CCE-92EC-701794F40D7C}" dt="2025-05-04T13:58:36.982" v="73" actId="255"/>
          <ac:spMkLst>
            <pc:docMk/>
            <pc:sldMk cId="0" sldId="258"/>
            <ac:spMk id="18434" creationId="{0CA3ACCA-D675-405B-BC06-DD4FC2466780}"/>
          </ac:spMkLst>
        </pc:spChg>
        <pc:spChg chg="mod">
          <ac:chgData name="Alex Rios" userId="69fc135ea1c70fd1" providerId="LiveId" clId="{87E008FD-C47C-4CCE-92EC-701794F40D7C}" dt="2025-07-30T16:33:32.847" v="502" actId="1076"/>
          <ac:spMkLst>
            <pc:docMk/>
            <pc:sldMk cId="0" sldId="258"/>
            <ac:spMk id="18435" creationId="{63DCFDD5-C91B-45C9-81C1-425300649660}"/>
          </ac:spMkLst>
        </pc:spChg>
        <pc:spChg chg="add">
          <ac:chgData name="Alex Rios" userId="69fc135ea1c70fd1" providerId="LiveId" clId="{87E008FD-C47C-4CCE-92EC-701794F40D7C}" dt="2025-05-04T13:58:32.375" v="72" actId="26606"/>
          <ac:spMkLst>
            <pc:docMk/>
            <pc:sldMk cId="0" sldId="258"/>
            <ac:spMk id="18440" creationId="{6BFC9644-673A-459F-B3C5-9310A4E50E3B}"/>
          </ac:spMkLst>
        </pc:spChg>
        <pc:spChg chg="add">
          <ac:chgData name="Alex Rios" userId="69fc135ea1c70fd1" providerId="LiveId" clId="{87E008FD-C47C-4CCE-92EC-701794F40D7C}" dt="2025-05-04T13:58:32.375" v="72" actId="26606"/>
          <ac:spMkLst>
            <pc:docMk/>
            <pc:sldMk cId="0" sldId="258"/>
            <ac:spMk id="18471" creationId="{7D1C411D-0818-4640-8657-2AF78250C802}"/>
          </ac:spMkLst>
        </pc:spChg>
        <pc:grpChg chg="add">
          <ac:chgData name="Alex Rios" userId="69fc135ea1c70fd1" providerId="LiveId" clId="{87E008FD-C47C-4CCE-92EC-701794F40D7C}" dt="2025-05-04T13:58:32.375" v="72" actId="26606"/>
          <ac:grpSpMkLst>
            <pc:docMk/>
            <pc:sldMk cId="0" sldId="258"/>
            <ac:grpSpMk id="18442" creationId="{4ADB9295-9645-4BF2-ADFD-75800B7FAD06}"/>
          </ac:grpSpMkLst>
        </pc:grpChg>
      </pc:sldChg>
      <pc:sldChg chg="addSp modSp mod setBg">
        <pc:chgData name="Alex Rios" userId="69fc135ea1c70fd1" providerId="LiveId" clId="{87E008FD-C47C-4CCE-92EC-701794F40D7C}" dt="2025-07-30T16:33:48.992" v="507" actId="20577"/>
        <pc:sldMkLst>
          <pc:docMk/>
          <pc:sldMk cId="0" sldId="259"/>
        </pc:sldMkLst>
        <pc:spChg chg="mod">
          <ac:chgData name="Alex Rios" userId="69fc135ea1c70fd1" providerId="LiveId" clId="{87E008FD-C47C-4CCE-92EC-701794F40D7C}" dt="2025-05-04T13:58:44.141" v="74" actId="26606"/>
          <ac:spMkLst>
            <pc:docMk/>
            <pc:sldMk cId="0" sldId="259"/>
            <ac:spMk id="19458" creationId="{22B6B313-DB79-41C3-B4AD-D4EA380911AC}"/>
          </ac:spMkLst>
        </pc:spChg>
        <pc:spChg chg="mod">
          <ac:chgData name="Alex Rios" userId="69fc135ea1c70fd1" providerId="LiveId" clId="{87E008FD-C47C-4CCE-92EC-701794F40D7C}" dt="2025-07-30T16:33:48.992" v="507" actId="20577"/>
          <ac:spMkLst>
            <pc:docMk/>
            <pc:sldMk cId="0" sldId="259"/>
            <ac:spMk id="19459" creationId="{937192B5-86D0-4BC1-BA6F-728A9D237A62}"/>
          </ac:spMkLst>
        </pc:spChg>
        <pc:spChg chg="add">
          <ac:chgData name="Alex Rios" userId="69fc135ea1c70fd1" providerId="LiveId" clId="{87E008FD-C47C-4CCE-92EC-701794F40D7C}" dt="2025-05-04T13:58:44.141" v="74" actId="26606"/>
          <ac:spMkLst>
            <pc:docMk/>
            <pc:sldMk cId="0" sldId="259"/>
            <ac:spMk id="19464" creationId="{6BFC9644-673A-459F-B3C5-9310A4E50E3B}"/>
          </ac:spMkLst>
        </pc:spChg>
        <pc:spChg chg="add">
          <ac:chgData name="Alex Rios" userId="69fc135ea1c70fd1" providerId="LiveId" clId="{87E008FD-C47C-4CCE-92EC-701794F40D7C}" dt="2025-05-04T13:58:44.141" v="74" actId="26606"/>
          <ac:spMkLst>
            <pc:docMk/>
            <pc:sldMk cId="0" sldId="259"/>
            <ac:spMk id="19495" creationId="{7D1C411D-0818-4640-8657-2AF78250C802}"/>
          </ac:spMkLst>
        </pc:spChg>
        <pc:grpChg chg="add">
          <ac:chgData name="Alex Rios" userId="69fc135ea1c70fd1" providerId="LiveId" clId="{87E008FD-C47C-4CCE-92EC-701794F40D7C}" dt="2025-05-04T13:58:44.141" v="74" actId="26606"/>
          <ac:grpSpMkLst>
            <pc:docMk/>
            <pc:sldMk cId="0" sldId="259"/>
            <ac:grpSpMk id="19466" creationId="{4ADB9295-9645-4BF2-ADFD-75800B7FAD06}"/>
          </ac:grpSpMkLst>
        </pc:grpChg>
      </pc:sldChg>
      <pc:sldChg chg="delSp modSp mod">
        <pc:chgData name="Alex Rios" userId="69fc135ea1c70fd1" providerId="LiveId" clId="{87E008FD-C47C-4CCE-92EC-701794F40D7C}" dt="2025-07-30T16:34:16.613" v="516" actId="20577"/>
        <pc:sldMkLst>
          <pc:docMk/>
          <pc:sldMk cId="0" sldId="261"/>
        </pc:sldMkLst>
        <pc:spChg chg="mod">
          <ac:chgData name="Alex Rios" userId="69fc135ea1c70fd1" providerId="LiveId" clId="{87E008FD-C47C-4CCE-92EC-701794F40D7C}" dt="2025-07-30T16:34:16.613" v="516" actId="20577"/>
          <ac:spMkLst>
            <pc:docMk/>
            <pc:sldMk cId="0" sldId="261"/>
            <ac:spMk id="20484" creationId="{3ABF374A-2786-434C-B4E0-09EBCD3C9C33}"/>
          </ac:spMkLst>
        </pc:spChg>
        <pc:picChg chg="mod">
          <ac:chgData name="Alex Rios" userId="69fc135ea1c70fd1" providerId="LiveId" clId="{87E008FD-C47C-4CCE-92EC-701794F40D7C}" dt="2025-05-04T14:04:25.146" v="139" actId="14100"/>
          <ac:picMkLst>
            <pc:docMk/>
            <pc:sldMk cId="0" sldId="261"/>
            <ac:picMk id="20483" creationId="{70D4D5C5-C935-47EC-8CC5-A784FD26F34F}"/>
          </ac:picMkLst>
        </pc:picChg>
      </pc:sldChg>
      <pc:sldChg chg="modSp mod">
        <pc:chgData name="Alex Rios" userId="69fc135ea1c70fd1" providerId="LiveId" clId="{87E008FD-C47C-4CCE-92EC-701794F40D7C}" dt="2025-05-04T14:02:45.790" v="125" actId="1076"/>
        <pc:sldMkLst>
          <pc:docMk/>
          <pc:sldMk cId="0" sldId="279"/>
        </pc:sldMkLst>
        <pc:spChg chg="mod">
          <ac:chgData name="Alex Rios" userId="69fc135ea1c70fd1" providerId="LiveId" clId="{87E008FD-C47C-4CCE-92EC-701794F40D7C}" dt="2025-05-04T14:02:44.406" v="124" actId="1076"/>
          <ac:spMkLst>
            <pc:docMk/>
            <pc:sldMk cId="0" sldId="279"/>
            <ac:spMk id="21506" creationId="{1CABBDA8-FBA9-434B-8C9C-79B5376F3071}"/>
          </ac:spMkLst>
        </pc:spChg>
        <pc:picChg chg="mod">
          <ac:chgData name="Alex Rios" userId="69fc135ea1c70fd1" providerId="LiveId" clId="{87E008FD-C47C-4CCE-92EC-701794F40D7C}" dt="2025-05-04T14:02:45.790" v="125" actId="1076"/>
          <ac:picMkLst>
            <pc:docMk/>
            <pc:sldMk cId="0" sldId="279"/>
            <ac:picMk id="21507" creationId="{0E4A4493-8819-4D13-A6A0-E41BF9C9394B}"/>
          </ac:picMkLst>
        </pc:picChg>
      </pc:sldChg>
      <pc:sldChg chg="addSp delSp modSp mod setBg addAnim">
        <pc:chgData name="Alex Rios" userId="69fc135ea1c70fd1" providerId="LiveId" clId="{87E008FD-C47C-4CCE-92EC-701794F40D7C}" dt="2025-05-04T14:01:37.160" v="113" actId="255"/>
        <pc:sldMkLst>
          <pc:docMk/>
          <pc:sldMk cId="0" sldId="280"/>
        </pc:sldMkLst>
        <pc:spChg chg="add mod">
          <ac:chgData name="Alex Rios" userId="69fc135ea1c70fd1" providerId="LiveId" clId="{87E008FD-C47C-4CCE-92EC-701794F40D7C}" dt="2025-05-04T14:01:37.160" v="113" actId="255"/>
          <ac:spMkLst>
            <pc:docMk/>
            <pc:sldMk cId="0" sldId="280"/>
            <ac:spMk id="2" creationId="{4CB8936E-C043-C243-4E6C-7FAD30067E85}"/>
          </ac:spMkLst>
        </pc:spChg>
        <pc:spChg chg="mod ord">
          <ac:chgData name="Alex Rios" userId="69fc135ea1c70fd1" providerId="LiveId" clId="{87E008FD-C47C-4CCE-92EC-701794F40D7C}" dt="2025-05-04T14:00:32.560" v="88" actId="1076"/>
          <ac:spMkLst>
            <pc:docMk/>
            <pc:sldMk cId="0" sldId="280"/>
            <ac:spMk id="24578" creationId="{8D5EAFE6-B679-407E-A9F9-603C86C4BC1E}"/>
          </ac:spMkLst>
        </pc:spChg>
        <pc:grpChg chg="add">
          <ac:chgData name="Alex Rios" userId="69fc135ea1c70fd1" providerId="LiveId" clId="{87E008FD-C47C-4CCE-92EC-701794F40D7C}" dt="2025-05-04T14:00:15.993" v="85" actId="26606"/>
          <ac:grpSpMkLst>
            <pc:docMk/>
            <pc:sldMk cId="0" sldId="280"/>
            <ac:grpSpMk id="24793" creationId="{9795E515-5F57-431F-9A0D-3A0419DF7572}"/>
          </ac:grpSpMkLst>
        </pc:grpChg>
        <pc:grpChg chg="add">
          <ac:chgData name="Alex Rios" userId="69fc135ea1c70fd1" providerId="LiveId" clId="{87E008FD-C47C-4CCE-92EC-701794F40D7C}" dt="2025-05-04T14:00:15.993" v="85" actId="26606"/>
          <ac:grpSpMkLst>
            <pc:docMk/>
            <pc:sldMk cId="0" sldId="280"/>
            <ac:grpSpMk id="24833" creationId="{316DCFC9-6877-407C-8170-608FCB8E35AE}"/>
          </ac:grpSpMkLst>
        </pc:grpChg>
        <pc:grpChg chg="add">
          <ac:chgData name="Alex Rios" userId="69fc135ea1c70fd1" providerId="LiveId" clId="{87E008FD-C47C-4CCE-92EC-701794F40D7C}" dt="2025-05-04T14:00:15.993" v="85" actId="26606"/>
          <ac:grpSpMkLst>
            <pc:docMk/>
            <pc:sldMk cId="0" sldId="280"/>
            <ac:grpSpMk id="24837" creationId="{89353FE7-0D03-4AD2-8B8A-60A06F6BDA4C}"/>
          </ac:grpSpMkLst>
        </pc:grpChg>
        <pc:picChg chg="mod">
          <ac:chgData name="Alex Rios" userId="69fc135ea1c70fd1" providerId="LiveId" clId="{87E008FD-C47C-4CCE-92EC-701794F40D7C}" dt="2025-05-04T14:00:44.705" v="90" actId="166"/>
          <ac:picMkLst>
            <pc:docMk/>
            <pc:sldMk cId="0" sldId="280"/>
            <ac:picMk id="24579" creationId="{84B7F5FA-5BCF-4CC4-BB65-4DEAF742CCD8}"/>
          </ac:picMkLst>
        </pc:picChg>
        <pc:picChg chg="add">
          <ac:chgData name="Alex Rios" userId="69fc135ea1c70fd1" providerId="LiveId" clId="{87E008FD-C47C-4CCE-92EC-701794F40D7C}" dt="2025-05-04T14:00:15.993" v="85" actId="26606"/>
          <ac:picMkLst>
            <pc:docMk/>
            <pc:sldMk cId="0" sldId="280"/>
            <ac:picMk id="24791" creationId="{50C065C3-0FE3-4452-B765-CB05BBB2A983}"/>
          </ac:picMkLst>
        </pc:picChg>
      </pc:sldChg>
      <pc:sldChg chg="addSp modSp mod ord setBg">
        <pc:chgData name="Alex Rios" userId="69fc135ea1c70fd1" providerId="LiveId" clId="{87E008FD-C47C-4CCE-92EC-701794F40D7C}" dt="2025-07-30T16:32:39.394" v="497" actId="123"/>
        <pc:sldMkLst>
          <pc:docMk/>
          <pc:sldMk cId="3943697419" sldId="281"/>
        </pc:sldMkLst>
        <pc:spChg chg="mod">
          <ac:chgData name="Alex Rios" userId="69fc135ea1c70fd1" providerId="LiveId" clId="{87E008FD-C47C-4CCE-92EC-701794F40D7C}" dt="2025-05-04T13:57:23.895" v="60" actId="26606"/>
          <ac:spMkLst>
            <pc:docMk/>
            <pc:sldMk cId="3943697419" sldId="281"/>
            <ac:spMk id="17410" creationId="{31192FD0-C1D5-44CE-BA33-7D1D7FB3D466}"/>
          </ac:spMkLst>
        </pc:spChg>
        <pc:spChg chg="mod">
          <ac:chgData name="Alex Rios" userId="69fc135ea1c70fd1" providerId="LiveId" clId="{87E008FD-C47C-4CCE-92EC-701794F40D7C}" dt="2025-07-30T16:32:39.394" v="497" actId="123"/>
          <ac:spMkLst>
            <pc:docMk/>
            <pc:sldMk cId="3943697419" sldId="281"/>
            <ac:spMk id="17411" creationId="{B78510C5-FEFC-4A2D-882F-1C1F7C8BFE6A}"/>
          </ac:spMkLst>
        </pc:spChg>
        <pc:spChg chg="add">
          <ac:chgData name="Alex Rios" userId="69fc135ea1c70fd1" providerId="LiveId" clId="{87E008FD-C47C-4CCE-92EC-701794F40D7C}" dt="2025-05-04T13:57:23.895" v="60" actId="26606"/>
          <ac:spMkLst>
            <pc:docMk/>
            <pc:sldMk cId="3943697419" sldId="281"/>
            <ac:spMk id="17416" creationId="{6BFC9644-673A-459F-B3C5-9310A4E50E3B}"/>
          </ac:spMkLst>
        </pc:spChg>
        <pc:spChg chg="add">
          <ac:chgData name="Alex Rios" userId="69fc135ea1c70fd1" providerId="LiveId" clId="{87E008FD-C47C-4CCE-92EC-701794F40D7C}" dt="2025-05-04T13:57:23.895" v="60" actId="26606"/>
          <ac:spMkLst>
            <pc:docMk/>
            <pc:sldMk cId="3943697419" sldId="281"/>
            <ac:spMk id="17447" creationId="{7D1C411D-0818-4640-8657-2AF78250C802}"/>
          </ac:spMkLst>
        </pc:spChg>
        <pc:grpChg chg="add">
          <ac:chgData name="Alex Rios" userId="69fc135ea1c70fd1" providerId="LiveId" clId="{87E008FD-C47C-4CCE-92EC-701794F40D7C}" dt="2025-05-04T13:57:23.895" v="60" actId="26606"/>
          <ac:grpSpMkLst>
            <pc:docMk/>
            <pc:sldMk cId="3943697419" sldId="281"/>
            <ac:grpSpMk id="17418" creationId="{4ADB9295-9645-4BF2-ADFD-75800B7FAD06}"/>
          </ac:grpSpMkLst>
        </pc:grpChg>
      </pc:sldChg>
      <pc:sldChg chg="addSp delSp modSp mod ord setBg">
        <pc:chgData name="Alex Rios" userId="69fc135ea1c70fd1" providerId="LiveId" clId="{87E008FD-C47C-4CCE-92EC-701794F40D7C}" dt="2025-07-30T16:33:08.414" v="498" actId="255"/>
        <pc:sldMkLst>
          <pc:docMk/>
          <pc:sldMk cId="492632372" sldId="283"/>
        </pc:sldMkLst>
        <pc:spChg chg="mod">
          <ac:chgData name="Alex Rios" userId="69fc135ea1c70fd1" providerId="LiveId" clId="{87E008FD-C47C-4CCE-92EC-701794F40D7C}" dt="2025-05-04T14:18:27.053" v="258" actId="14100"/>
          <ac:spMkLst>
            <pc:docMk/>
            <pc:sldMk cId="492632372" sldId="283"/>
            <ac:spMk id="17410" creationId="{31192FD0-C1D5-44CE-BA33-7D1D7FB3D466}"/>
          </ac:spMkLst>
        </pc:spChg>
        <pc:spChg chg="mod">
          <ac:chgData name="Alex Rios" userId="69fc135ea1c70fd1" providerId="LiveId" clId="{87E008FD-C47C-4CCE-92EC-701794F40D7C}" dt="2025-07-30T16:33:08.414" v="498" actId="255"/>
          <ac:spMkLst>
            <pc:docMk/>
            <pc:sldMk cId="492632372" sldId="283"/>
            <ac:spMk id="17411" creationId="{B78510C5-FEFC-4A2D-882F-1C1F7C8BFE6A}"/>
          </ac:spMkLst>
        </pc:spChg>
        <pc:spChg chg="add">
          <ac:chgData name="Alex Rios" userId="69fc135ea1c70fd1" providerId="LiveId" clId="{87E008FD-C47C-4CCE-92EC-701794F40D7C}" dt="2025-05-04T13:57:44.810" v="63" actId="26606"/>
          <ac:spMkLst>
            <pc:docMk/>
            <pc:sldMk cId="492632372" sldId="283"/>
            <ac:spMk id="17413" creationId="{6BFC9644-673A-459F-B3C5-9310A4E50E3B}"/>
          </ac:spMkLst>
        </pc:spChg>
        <pc:spChg chg="add">
          <ac:chgData name="Alex Rios" userId="69fc135ea1c70fd1" providerId="LiveId" clId="{87E008FD-C47C-4CCE-92EC-701794F40D7C}" dt="2025-05-04T13:57:44.810" v="63" actId="26606"/>
          <ac:spMkLst>
            <pc:docMk/>
            <pc:sldMk cId="492632372" sldId="283"/>
            <ac:spMk id="17472" creationId="{7D1C411D-0818-4640-8657-2AF78250C802}"/>
          </ac:spMkLst>
        </pc:spChg>
        <pc:grpChg chg="add">
          <ac:chgData name="Alex Rios" userId="69fc135ea1c70fd1" providerId="LiveId" clId="{87E008FD-C47C-4CCE-92EC-701794F40D7C}" dt="2025-05-04T13:57:44.810" v="63" actId="26606"/>
          <ac:grpSpMkLst>
            <pc:docMk/>
            <pc:sldMk cId="492632372" sldId="283"/>
            <ac:grpSpMk id="17414" creationId="{4ADB9295-9645-4BF2-ADFD-75800B7FAD06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73130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81061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EF39F-E61D-4F79-A003-D5B44CE73AA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635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0E31C-E603-4243-A2C8-1D4AAB96D06B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73760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72D85-76EE-4EB1-B84D-F0FEF3F0506C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88672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61552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871951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6F5E-7AA1-44CE-8DCE-B441DF2370AC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4870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2C468-62D1-45EC-9EC5-71705287CB8F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5161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33623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6426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349608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822973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55022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872613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11855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043986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e conteúdo em cima do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609600"/>
            <a:ext cx="7378700" cy="11430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09625" y="2214563"/>
            <a:ext cx="7958138" cy="186372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09625" y="4230688"/>
            <a:ext cx="7958138" cy="1865312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8">
            <a:extLst>
              <a:ext uri="{FF2B5EF4-FFF2-40B4-BE49-F238E27FC236}">
                <a16:creationId xmlns:a16="http://schemas.microsoft.com/office/drawing/2014/main" id="{B21DB3B4-75F2-4227-8619-C33CA935C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9">
            <a:extLst>
              <a:ext uri="{FF2B5EF4-FFF2-40B4-BE49-F238E27FC236}">
                <a16:creationId xmlns:a16="http://schemas.microsoft.com/office/drawing/2014/main" id="{D6ACF6B8-F692-486E-9B81-3FEB77DC0C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10">
            <a:extLst>
              <a:ext uri="{FF2B5EF4-FFF2-40B4-BE49-F238E27FC236}">
                <a16:creationId xmlns:a16="http://schemas.microsoft.com/office/drawing/2014/main" id="{6C20E491-17AA-43B0-A7D9-427B8FEA7C8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61054E-30A2-4397-AAE6-8EF75530D65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563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8A9C8-A27B-4FA8-B39D-A5F7DFE6CE40}" type="slidenum">
              <a:rPr lang="pt-BR" altLang="pt-BR" smtClean="0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4358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9" name="Group 3078">
            <a:extLst>
              <a:ext uri="{FF2B5EF4-FFF2-40B4-BE49-F238E27FC236}">
                <a16:creationId xmlns:a16="http://schemas.microsoft.com/office/drawing/2014/main" id="{1351B104-9B78-4A2B-B970-FA8ABE1CE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3080" name="Rectangle 3079">
              <a:extLst>
                <a:ext uri="{FF2B5EF4-FFF2-40B4-BE49-F238E27FC236}">
                  <a16:creationId xmlns:a16="http://schemas.microsoft.com/office/drawing/2014/main" id="{3A130E84-D02F-40FB-9BEB-5202392713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81" name="Picture 2">
              <a:extLst>
                <a:ext uri="{FF2B5EF4-FFF2-40B4-BE49-F238E27FC236}">
                  <a16:creationId xmlns:a16="http://schemas.microsoft.com/office/drawing/2014/main" id="{5E142BFD-7D75-4518-BBDF-27C00AB4B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74" name="Rectangle 2">
            <a:extLst>
              <a:ext uri="{FF2B5EF4-FFF2-40B4-BE49-F238E27FC236}">
                <a16:creationId xmlns:a16="http://schemas.microsoft.com/office/drawing/2014/main" id="{CDA27BAB-215A-43E0-9481-88C71D89949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026827" y="1660272"/>
            <a:ext cx="3586154" cy="2387600"/>
          </a:xfrm>
        </p:spPr>
        <p:txBody>
          <a:bodyPr>
            <a:noAutofit/>
          </a:bodyPr>
          <a:lstStyle/>
          <a:p>
            <a:pPr eaLnBrk="1" hangingPunct="1"/>
            <a:r>
              <a:rPr lang="pt-BR" altLang="pt-BR" sz="4000" dirty="0"/>
              <a:t>Tecnologias aplicadas à cartografia</a:t>
            </a:r>
          </a:p>
        </p:txBody>
      </p:sp>
      <p:pic>
        <p:nvPicPr>
          <p:cNvPr id="1026" name="Picture 2" descr="O que é cartografia: resumo sobre os principais aspectos">
            <a:extLst>
              <a:ext uri="{FF2B5EF4-FFF2-40B4-BE49-F238E27FC236}">
                <a16:creationId xmlns:a16="http://schemas.microsoft.com/office/drawing/2014/main" id="{21120256-3B3D-6150-E671-77338B252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9" r="18773"/>
          <a:stretch/>
        </p:blipFill>
        <p:spPr bwMode="auto">
          <a:xfrm>
            <a:off x="-4197" y="10"/>
            <a:ext cx="457619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083" name="Group 3082">
            <a:extLst>
              <a:ext uri="{FF2B5EF4-FFF2-40B4-BE49-F238E27FC236}">
                <a16:creationId xmlns:a16="http://schemas.microsoft.com/office/drawing/2014/main" id="{D4116A08-770E-4DC3-AAB6-E3E8E6CE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3084" name="Rectangle 5">
              <a:extLst>
                <a:ext uri="{FF2B5EF4-FFF2-40B4-BE49-F238E27FC236}">
                  <a16:creationId xmlns:a16="http://schemas.microsoft.com/office/drawing/2014/main" id="{6ADECFB2-F615-49A9-A242-A3D04CA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85" name="Freeform 6">
              <a:extLst>
                <a:ext uri="{FF2B5EF4-FFF2-40B4-BE49-F238E27FC236}">
                  <a16:creationId xmlns:a16="http://schemas.microsoft.com/office/drawing/2014/main" id="{8E1F3AC6-5FF1-401B-91E4-180D1D356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86" name="Freeform 7">
              <a:extLst>
                <a:ext uri="{FF2B5EF4-FFF2-40B4-BE49-F238E27FC236}">
                  <a16:creationId xmlns:a16="http://schemas.microsoft.com/office/drawing/2014/main" id="{72BC7A9D-387B-4877-B8E6-E8ABA6B265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87" name="Rectangle 8">
              <a:extLst>
                <a:ext uri="{FF2B5EF4-FFF2-40B4-BE49-F238E27FC236}">
                  <a16:creationId xmlns:a16="http://schemas.microsoft.com/office/drawing/2014/main" id="{9114560A-27D6-469D-992E-33A55B40BA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88" name="Freeform 9">
              <a:extLst>
                <a:ext uri="{FF2B5EF4-FFF2-40B4-BE49-F238E27FC236}">
                  <a16:creationId xmlns:a16="http://schemas.microsoft.com/office/drawing/2014/main" id="{CBF136EF-7DC2-47D2-974C-70044B5E9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89" name="Freeform 10">
              <a:extLst>
                <a:ext uri="{FF2B5EF4-FFF2-40B4-BE49-F238E27FC236}">
                  <a16:creationId xmlns:a16="http://schemas.microsoft.com/office/drawing/2014/main" id="{6B03084D-F566-41C4-BE37-870FB5A0D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0" name="Freeform 11">
              <a:extLst>
                <a:ext uri="{FF2B5EF4-FFF2-40B4-BE49-F238E27FC236}">
                  <a16:creationId xmlns:a16="http://schemas.microsoft.com/office/drawing/2014/main" id="{049DC21B-8236-4901-9ADD-E3167ABDE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1" name="Freeform 12">
              <a:extLst>
                <a:ext uri="{FF2B5EF4-FFF2-40B4-BE49-F238E27FC236}">
                  <a16:creationId xmlns:a16="http://schemas.microsoft.com/office/drawing/2014/main" id="{304F4FEB-8B5B-45BA-988C-5FBF41059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2" name="Freeform 13">
              <a:extLst>
                <a:ext uri="{FF2B5EF4-FFF2-40B4-BE49-F238E27FC236}">
                  <a16:creationId xmlns:a16="http://schemas.microsoft.com/office/drawing/2014/main" id="{E88E24C8-3D76-4C2F-84D1-BC3C2AACA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3" name="Freeform 14">
              <a:extLst>
                <a:ext uri="{FF2B5EF4-FFF2-40B4-BE49-F238E27FC236}">
                  <a16:creationId xmlns:a16="http://schemas.microsoft.com/office/drawing/2014/main" id="{91C91468-4F8A-42F1-9505-02D9241787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4" name="Freeform 15">
              <a:extLst>
                <a:ext uri="{FF2B5EF4-FFF2-40B4-BE49-F238E27FC236}">
                  <a16:creationId xmlns:a16="http://schemas.microsoft.com/office/drawing/2014/main" id="{C22581B1-C426-4189-85D6-C499D6982F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5" name="Freeform 16">
              <a:extLst>
                <a:ext uri="{FF2B5EF4-FFF2-40B4-BE49-F238E27FC236}">
                  <a16:creationId xmlns:a16="http://schemas.microsoft.com/office/drawing/2014/main" id="{29DFD4C4-0517-4A6B-B423-E55582618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6" name="Freeform 17">
              <a:extLst>
                <a:ext uri="{FF2B5EF4-FFF2-40B4-BE49-F238E27FC236}">
                  <a16:creationId xmlns:a16="http://schemas.microsoft.com/office/drawing/2014/main" id="{7ACD84D3-D09D-4C94-99D5-51713A1D6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7" name="Freeform 18">
              <a:extLst>
                <a:ext uri="{FF2B5EF4-FFF2-40B4-BE49-F238E27FC236}">
                  <a16:creationId xmlns:a16="http://schemas.microsoft.com/office/drawing/2014/main" id="{37C2AEAB-1CC9-4A9A-8303-E1E0C1216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8" name="Freeform 19">
              <a:extLst>
                <a:ext uri="{FF2B5EF4-FFF2-40B4-BE49-F238E27FC236}">
                  <a16:creationId xmlns:a16="http://schemas.microsoft.com/office/drawing/2014/main" id="{20ABD348-58FE-4371-AE12-C66FF8CA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99" name="Freeform 20">
              <a:extLst>
                <a:ext uri="{FF2B5EF4-FFF2-40B4-BE49-F238E27FC236}">
                  <a16:creationId xmlns:a16="http://schemas.microsoft.com/office/drawing/2014/main" id="{408E0FAA-F0C5-4CB1-95FE-D3D96830FC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0" name="Freeform 21">
              <a:extLst>
                <a:ext uri="{FF2B5EF4-FFF2-40B4-BE49-F238E27FC236}">
                  <a16:creationId xmlns:a16="http://schemas.microsoft.com/office/drawing/2014/main" id="{F83C789F-2881-4822-A724-567720953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1" name="Freeform 22">
              <a:extLst>
                <a:ext uri="{FF2B5EF4-FFF2-40B4-BE49-F238E27FC236}">
                  <a16:creationId xmlns:a16="http://schemas.microsoft.com/office/drawing/2014/main" id="{6B039120-5C84-4A03-9ADD-32EA6E5D44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2" name="Freeform 23">
              <a:extLst>
                <a:ext uri="{FF2B5EF4-FFF2-40B4-BE49-F238E27FC236}">
                  <a16:creationId xmlns:a16="http://schemas.microsoft.com/office/drawing/2014/main" id="{440E956F-26EB-40C6-B500-1A4BB4ABF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3" name="Freeform 24">
              <a:extLst>
                <a:ext uri="{FF2B5EF4-FFF2-40B4-BE49-F238E27FC236}">
                  <a16:creationId xmlns:a16="http://schemas.microsoft.com/office/drawing/2014/main" id="{D2449A75-05DC-4791-90F1-335CC6732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4" name="Freeform 25">
              <a:extLst>
                <a:ext uri="{FF2B5EF4-FFF2-40B4-BE49-F238E27FC236}">
                  <a16:creationId xmlns:a16="http://schemas.microsoft.com/office/drawing/2014/main" id="{2A0F57CD-8F34-4F1D-BFF3-129352250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5" name="Freeform 26">
              <a:extLst>
                <a:ext uri="{FF2B5EF4-FFF2-40B4-BE49-F238E27FC236}">
                  <a16:creationId xmlns:a16="http://schemas.microsoft.com/office/drawing/2014/main" id="{DB0DDCCE-FA18-4790-8F10-67FC66172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6" name="Freeform 27">
              <a:extLst>
                <a:ext uri="{FF2B5EF4-FFF2-40B4-BE49-F238E27FC236}">
                  <a16:creationId xmlns:a16="http://schemas.microsoft.com/office/drawing/2014/main" id="{750A8178-D049-42D4-BA77-A262FE55F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7" name="Freeform 28">
              <a:extLst>
                <a:ext uri="{FF2B5EF4-FFF2-40B4-BE49-F238E27FC236}">
                  <a16:creationId xmlns:a16="http://schemas.microsoft.com/office/drawing/2014/main" id="{B33B9383-8846-404B-85BE-E43F077379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8" name="Freeform 29">
              <a:extLst>
                <a:ext uri="{FF2B5EF4-FFF2-40B4-BE49-F238E27FC236}">
                  <a16:creationId xmlns:a16="http://schemas.microsoft.com/office/drawing/2014/main" id="{79468103-A660-495B-BFDF-8E7D98A0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09" name="Freeform 30">
              <a:extLst>
                <a:ext uri="{FF2B5EF4-FFF2-40B4-BE49-F238E27FC236}">
                  <a16:creationId xmlns:a16="http://schemas.microsoft.com/office/drawing/2014/main" id="{06F4CC44-94E1-47AF-893C-19C4A4AB4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0" name="Freeform 31">
              <a:extLst>
                <a:ext uri="{FF2B5EF4-FFF2-40B4-BE49-F238E27FC236}">
                  <a16:creationId xmlns:a16="http://schemas.microsoft.com/office/drawing/2014/main" id="{E87F601E-2166-4FAE-AF96-2A1B17E46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1" name="Freeform 32">
              <a:extLst>
                <a:ext uri="{FF2B5EF4-FFF2-40B4-BE49-F238E27FC236}">
                  <a16:creationId xmlns:a16="http://schemas.microsoft.com/office/drawing/2014/main" id="{DCDE2745-7AA5-416B-AC78-93C6EAE5D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2" name="Rectangle 33">
              <a:extLst>
                <a:ext uri="{FF2B5EF4-FFF2-40B4-BE49-F238E27FC236}">
                  <a16:creationId xmlns:a16="http://schemas.microsoft.com/office/drawing/2014/main" id="{7D5F7E44-496F-4025-AFD8-7EEC67AC1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3" name="Freeform 34">
              <a:extLst>
                <a:ext uri="{FF2B5EF4-FFF2-40B4-BE49-F238E27FC236}">
                  <a16:creationId xmlns:a16="http://schemas.microsoft.com/office/drawing/2014/main" id="{FA8ED221-FD77-4CD0-A9B9-3F97E40DC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4" name="Freeform 35">
              <a:extLst>
                <a:ext uri="{FF2B5EF4-FFF2-40B4-BE49-F238E27FC236}">
                  <a16:creationId xmlns:a16="http://schemas.microsoft.com/office/drawing/2014/main" id="{94922F75-95BC-435D-B4BB-BCE65BACCE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5" name="Freeform 36">
              <a:extLst>
                <a:ext uri="{FF2B5EF4-FFF2-40B4-BE49-F238E27FC236}">
                  <a16:creationId xmlns:a16="http://schemas.microsoft.com/office/drawing/2014/main" id="{CFB94884-EF28-419D-9147-20B2C9B1A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6" name="Freeform 37">
              <a:extLst>
                <a:ext uri="{FF2B5EF4-FFF2-40B4-BE49-F238E27FC236}">
                  <a16:creationId xmlns:a16="http://schemas.microsoft.com/office/drawing/2014/main" id="{94C72871-F5AC-46D1-97EF-94E4070A7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7" name="Freeform 38">
              <a:extLst>
                <a:ext uri="{FF2B5EF4-FFF2-40B4-BE49-F238E27FC236}">
                  <a16:creationId xmlns:a16="http://schemas.microsoft.com/office/drawing/2014/main" id="{03ED1B15-6247-43B3-BEAE-DB699DE297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8" name="Freeform 39">
              <a:extLst>
                <a:ext uri="{FF2B5EF4-FFF2-40B4-BE49-F238E27FC236}">
                  <a16:creationId xmlns:a16="http://schemas.microsoft.com/office/drawing/2014/main" id="{FA3EA466-B483-4B4A-9FCB-9FFA8E538F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19" name="Freeform 40">
              <a:extLst>
                <a:ext uri="{FF2B5EF4-FFF2-40B4-BE49-F238E27FC236}">
                  <a16:creationId xmlns:a16="http://schemas.microsoft.com/office/drawing/2014/main" id="{CCE5E17C-696E-46EB-B70D-586274216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0" name="Freeform 41">
              <a:extLst>
                <a:ext uri="{FF2B5EF4-FFF2-40B4-BE49-F238E27FC236}">
                  <a16:creationId xmlns:a16="http://schemas.microsoft.com/office/drawing/2014/main" id="{AB6022EC-6D09-4098-9A97-5A911C08C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1" name="Freeform 42">
              <a:extLst>
                <a:ext uri="{FF2B5EF4-FFF2-40B4-BE49-F238E27FC236}">
                  <a16:creationId xmlns:a16="http://schemas.microsoft.com/office/drawing/2014/main" id="{7E18073E-1315-4400-ABD9-C34AEAFBF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2" name="Freeform 43">
              <a:extLst>
                <a:ext uri="{FF2B5EF4-FFF2-40B4-BE49-F238E27FC236}">
                  <a16:creationId xmlns:a16="http://schemas.microsoft.com/office/drawing/2014/main" id="{5510509E-411D-4F1B-BDC6-3E5666896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3" name="Freeform 44">
              <a:extLst>
                <a:ext uri="{FF2B5EF4-FFF2-40B4-BE49-F238E27FC236}">
                  <a16:creationId xmlns:a16="http://schemas.microsoft.com/office/drawing/2014/main" id="{46F1A7E1-EC01-4288-87AE-C3B6434B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4" name="Rectangle 45">
              <a:extLst>
                <a:ext uri="{FF2B5EF4-FFF2-40B4-BE49-F238E27FC236}">
                  <a16:creationId xmlns:a16="http://schemas.microsoft.com/office/drawing/2014/main" id="{F7BBA432-5463-415B-BA54-3AA2B92D2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5" name="Freeform 46">
              <a:extLst>
                <a:ext uri="{FF2B5EF4-FFF2-40B4-BE49-F238E27FC236}">
                  <a16:creationId xmlns:a16="http://schemas.microsoft.com/office/drawing/2014/main" id="{66E19F01-137B-4A95-9313-CE6F77806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6" name="Freeform 47">
              <a:extLst>
                <a:ext uri="{FF2B5EF4-FFF2-40B4-BE49-F238E27FC236}">
                  <a16:creationId xmlns:a16="http://schemas.microsoft.com/office/drawing/2014/main" id="{38C0AACC-51F2-424F-9988-F3B621941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7" name="Freeform 48">
              <a:extLst>
                <a:ext uri="{FF2B5EF4-FFF2-40B4-BE49-F238E27FC236}">
                  <a16:creationId xmlns:a16="http://schemas.microsoft.com/office/drawing/2014/main" id="{7364A775-01A6-4012-88CF-58FDDBE4C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8" name="Freeform 49">
              <a:extLst>
                <a:ext uri="{FF2B5EF4-FFF2-40B4-BE49-F238E27FC236}">
                  <a16:creationId xmlns:a16="http://schemas.microsoft.com/office/drawing/2014/main" id="{C8C770C5-535A-4F1B-81CA-FD6F32C09A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29" name="Freeform 50">
              <a:extLst>
                <a:ext uri="{FF2B5EF4-FFF2-40B4-BE49-F238E27FC236}">
                  <a16:creationId xmlns:a16="http://schemas.microsoft.com/office/drawing/2014/main" id="{55F9C3EF-BEB8-4836-8DE0-319E54496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30" name="Freeform 51">
              <a:extLst>
                <a:ext uri="{FF2B5EF4-FFF2-40B4-BE49-F238E27FC236}">
                  <a16:creationId xmlns:a16="http://schemas.microsoft.com/office/drawing/2014/main" id="{0976D9A1-85FC-406B-8AEA-AE3C056A4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31" name="Freeform 52">
              <a:extLst>
                <a:ext uri="{FF2B5EF4-FFF2-40B4-BE49-F238E27FC236}">
                  <a16:creationId xmlns:a16="http://schemas.microsoft.com/office/drawing/2014/main" id="{68BC6126-2A3A-4F1D-A565-BEF62066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32" name="Freeform 53">
              <a:extLst>
                <a:ext uri="{FF2B5EF4-FFF2-40B4-BE49-F238E27FC236}">
                  <a16:creationId xmlns:a16="http://schemas.microsoft.com/office/drawing/2014/main" id="{D8C7B98D-F83E-485D-B01D-270242E8F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33" name="Freeform 54">
              <a:extLst>
                <a:ext uri="{FF2B5EF4-FFF2-40B4-BE49-F238E27FC236}">
                  <a16:creationId xmlns:a16="http://schemas.microsoft.com/office/drawing/2014/main" id="{93D5E722-D236-478A-A13F-8FA4141D9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34" name="Freeform 55">
              <a:extLst>
                <a:ext uri="{FF2B5EF4-FFF2-40B4-BE49-F238E27FC236}">
                  <a16:creationId xmlns:a16="http://schemas.microsoft.com/office/drawing/2014/main" id="{ABE1456F-F283-4BD5-A1B9-EF2423B68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35" name="Freeform 56">
              <a:extLst>
                <a:ext uri="{FF2B5EF4-FFF2-40B4-BE49-F238E27FC236}">
                  <a16:creationId xmlns:a16="http://schemas.microsoft.com/office/drawing/2014/main" id="{E4D1AC66-8164-4BBC-89D5-69FE7A4FC2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36" name="Freeform 57">
              <a:extLst>
                <a:ext uri="{FF2B5EF4-FFF2-40B4-BE49-F238E27FC236}">
                  <a16:creationId xmlns:a16="http://schemas.microsoft.com/office/drawing/2014/main" id="{845A8868-488C-447D-979F-7E01B82ACB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37" name="Freeform 58">
              <a:extLst>
                <a:ext uri="{FF2B5EF4-FFF2-40B4-BE49-F238E27FC236}">
                  <a16:creationId xmlns:a16="http://schemas.microsoft.com/office/drawing/2014/main" id="{948639B9-9B88-432B-914E-6B70BAEB1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139" name="Group 3138">
            <a:extLst>
              <a:ext uri="{FF2B5EF4-FFF2-40B4-BE49-F238E27FC236}">
                <a16:creationId xmlns:a16="http://schemas.microsoft.com/office/drawing/2014/main" id="{77EB1C59-16D1-4C5E-9775-50CB40E02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23684" y="0"/>
            <a:ext cx="506016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8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3140" name="Freeform 32">
              <a:extLst>
                <a:ext uri="{FF2B5EF4-FFF2-40B4-BE49-F238E27FC236}">
                  <a16:creationId xmlns:a16="http://schemas.microsoft.com/office/drawing/2014/main" id="{08680D14-7FE7-4522-B5EE-76447F833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1" name="Freeform 33">
              <a:extLst>
                <a:ext uri="{FF2B5EF4-FFF2-40B4-BE49-F238E27FC236}">
                  <a16:creationId xmlns:a16="http://schemas.microsoft.com/office/drawing/2014/main" id="{D82C01B5-EC9C-4883-B130-115321E8B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2" name="Freeform 34">
              <a:extLst>
                <a:ext uri="{FF2B5EF4-FFF2-40B4-BE49-F238E27FC236}">
                  <a16:creationId xmlns:a16="http://schemas.microsoft.com/office/drawing/2014/main" id="{DBBE5E83-362F-4EA7-A96D-0BC830A217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3" name="Freeform 35">
              <a:extLst>
                <a:ext uri="{FF2B5EF4-FFF2-40B4-BE49-F238E27FC236}">
                  <a16:creationId xmlns:a16="http://schemas.microsoft.com/office/drawing/2014/main" id="{3971FE03-8B37-43AF-8842-8D4411C3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4" name="Freeform 36">
              <a:extLst>
                <a:ext uri="{FF2B5EF4-FFF2-40B4-BE49-F238E27FC236}">
                  <a16:creationId xmlns:a16="http://schemas.microsoft.com/office/drawing/2014/main" id="{8E4E3D41-4CF7-4D15-854A-C4330D390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5" name="Freeform 37">
              <a:extLst>
                <a:ext uri="{FF2B5EF4-FFF2-40B4-BE49-F238E27FC236}">
                  <a16:creationId xmlns:a16="http://schemas.microsoft.com/office/drawing/2014/main" id="{78B649D7-3C5D-462D-B06A-D065135FE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6" name="Freeform 38">
              <a:extLst>
                <a:ext uri="{FF2B5EF4-FFF2-40B4-BE49-F238E27FC236}">
                  <a16:creationId xmlns:a16="http://schemas.microsoft.com/office/drawing/2014/main" id="{7A3DDEF1-D28A-48D9-8E48-B2003DF2E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7" name="Freeform 39">
              <a:extLst>
                <a:ext uri="{FF2B5EF4-FFF2-40B4-BE49-F238E27FC236}">
                  <a16:creationId xmlns:a16="http://schemas.microsoft.com/office/drawing/2014/main" id="{4A56A02B-D000-45AB-B7DB-E47CA8E77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8" name="Freeform 40">
              <a:extLst>
                <a:ext uri="{FF2B5EF4-FFF2-40B4-BE49-F238E27FC236}">
                  <a16:creationId xmlns:a16="http://schemas.microsoft.com/office/drawing/2014/main" id="{343CE08B-7325-4244-99EA-5E58C982DB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49" name="Rectangle 41">
              <a:extLst>
                <a:ext uri="{FF2B5EF4-FFF2-40B4-BE49-F238E27FC236}">
                  <a16:creationId xmlns:a16="http://schemas.microsoft.com/office/drawing/2014/main" id="{7F08E29E-A67F-410A-A810-7000201BF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 17415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18" name="Group 17417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7419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0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1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2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3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4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5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6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7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8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9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0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31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2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3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4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5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6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7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8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9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0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1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2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3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4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5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1192FD0-C1D5-44CE-BA33-7D1D7FB3D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6037" y="1093787"/>
            <a:ext cx="2766334" cy="469741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100" dirty="0"/>
              <a:t>Geoprocessamento</a:t>
            </a:r>
          </a:p>
        </p:txBody>
      </p:sp>
      <p:sp useBgFill="1">
        <p:nvSpPr>
          <p:cNvPr id="17447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8813" y="0"/>
            <a:ext cx="5675187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78510C5-FEFC-4A2D-882F-1C1F7C8BFE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11600" y="1093788"/>
            <a:ext cx="4373958" cy="4697413"/>
          </a:xfrm>
        </p:spPr>
        <p:txBody>
          <a:bodyPr>
            <a:normAutofit lnSpcReduction="10000"/>
          </a:bodyPr>
          <a:lstStyle/>
          <a:p>
            <a:pPr marL="0" indent="0" algn="just" eaLnBrk="1" hangingPunct="1">
              <a:buNone/>
            </a:pPr>
            <a:r>
              <a:rPr lang="pt-BR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Conjunto de técnicas e conceitos voltados à coleta e tratamento de informações espaciais para um objetivo específico. As atividades envolvendo o geoprocessamento são executadas por sistemas específicos mais comumente chamados de Sistemas de Informação Geográfica (</a:t>
            </a:r>
            <a:r>
              <a:rPr lang="pt-BR" b="1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SIG</a:t>
            </a:r>
            <a:r>
              <a:rPr lang="pt-BR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).</a:t>
            </a:r>
          </a:p>
          <a:p>
            <a:pPr marL="0" indent="0" eaLnBrk="1" hangingPunct="1">
              <a:buNone/>
            </a:pPr>
            <a:endParaRPr lang="pt-BR" dirty="0">
              <a:latin typeface="Roboto" panose="02000000000000000000" pitchFamily="2" charset="0"/>
            </a:endParaRPr>
          </a:p>
          <a:p>
            <a:endParaRPr lang="pt-BR" b="0" i="0" dirty="0"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6" name="Rectangle 17415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18" name="Group 17417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7419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0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1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2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3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4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5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6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7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8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29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0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31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2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3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4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5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6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7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8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39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0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1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2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3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4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5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1192FD0-C1D5-44CE-BA33-7D1D7FB3D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261" y="1093787"/>
            <a:ext cx="2294977" cy="469741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/>
              <a:t>SIGs</a:t>
            </a:r>
          </a:p>
        </p:txBody>
      </p:sp>
      <p:sp useBgFill="1">
        <p:nvSpPr>
          <p:cNvPr id="17447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8813" y="0"/>
            <a:ext cx="5675187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78510C5-FEFC-4A2D-882F-1C1F7C8BFE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11600" y="1093788"/>
            <a:ext cx="4373958" cy="4697413"/>
          </a:xfrm>
        </p:spPr>
        <p:txBody>
          <a:bodyPr>
            <a:normAutofit/>
          </a:bodyPr>
          <a:lstStyle/>
          <a:p>
            <a:pPr marL="0" indent="0" algn="just" eaLnBrk="1" hangingPunct="1">
              <a:buNone/>
            </a:pPr>
            <a:r>
              <a:rPr lang="pt-BR" b="0" i="0" dirty="0">
                <a:effectLst/>
                <a:latin typeface="Roboto" panose="02000000000000000000" pitchFamily="2" charset="0"/>
                <a:ea typeface="Roboto" panose="02000000000000000000" pitchFamily="2" charset="0"/>
              </a:rPr>
              <a:t>Integra numa única base de dados informações espaciais (dados georreferenciados) provenientes de dados cartográficos, dados de censo e cadastro urbano e rural, imagens de satélite, redes e modelos numéricos de terreno.</a:t>
            </a:r>
            <a:endParaRPr lang="pt-BR" altLang="pt-BR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697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17415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414" name="Group 17417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7415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17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6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8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49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50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51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52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53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54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55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56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57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58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59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0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1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2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3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4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5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6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7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8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69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70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471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1192FD0-C1D5-44CE-BA33-7D1D7FB3D4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8610" y="1093787"/>
            <a:ext cx="3122337" cy="469741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400" dirty="0"/>
              <a:t>Geoprocessamento e SIGS: EXEMPLOS DE USO</a:t>
            </a:r>
          </a:p>
        </p:txBody>
      </p:sp>
      <p:sp useBgFill="1">
        <p:nvSpPr>
          <p:cNvPr id="17472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8813" y="0"/>
            <a:ext cx="5675187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B78510C5-FEFC-4A2D-882F-1C1F7C8BFE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53376" y="527050"/>
            <a:ext cx="4931036" cy="5998294"/>
          </a:xfrm>
        </p:spPr>
        <p:txBody>
          <a:bodyPr>
            <a:normAutofit fontScale="85000" lnSpcReduction="20000"/>
          </a:bodyPr>
          <a:lstStyle/>
          <a:p>
            <a:pPr marL="0" indent="0" algn="just" eaLnBrk="1" hangingPunct="1">
              <a:lnSpc>
                <a:spcPct val="110000"/>
              </a:lnSpc>
              <a:buNone/>
            </a:pPr>
            <a:endParaRPr lang="pt-BR" sz="3100" dirty="0">
              <a:latin typeface="Roboto" panose="02000000000000000000" pitchFamily="2" charset="0"/>
            </a:endParaRPr>
          </a:p>
          <a:p>
            <a:pPr algn="just">
              <a:lnSpc>
                <a:spcPct val="110000"/>
              </a:lnSpc>
            </a:pPr>
            <a:r>
              <a:rPr lang="pt-BR" sz="2800" dirty="0">
                <a:latin typeface="Roboto" panose="02000000000000000000" pitchFamily="2" charset="0"/>
              </a:rPr>
              <a:t>planejamento de canteiro de obras;</a:t>
            </a:r>
          </a:p>
          <a:p>
            <a:pPr algn="just">
              <a:lnSpc>
                <a:spcPct val="110000"/>
              </a:lnSpc>
            </a:pPr>
            <a:r>
              <a:rPr lang="pt-BR" sz="2800" dirty="0">
                <a:latin typeface="Roboto" panose="02000000000000000000" pitchFamily="2" charset="0"/>
              </a:rPr>
              <a:t>i</a:t>
            </a:r>
            <a:r>
              <a:rPr lang="pt-BR" sz="2800" b="0" i="0" dirty="0">
                <a:effectLst/>
                <a:latin typeface="Roboto" panose="02000000000000000000" pitchFamily="2" charset="0"/>
              </a:rPr>
              <a:t>dentificação de pontos de drenagem;</a:t>
            </a:r>
          </a:p>
          <a:p>
            <a:pPr algn="just">
              <a:lnSpc>
                <a:spcPct val="110000"/>
              </a:lnSpc>
            </a:pPr>
            <a:r>
              <a:rPr lang="pt-BR" sz="2800" dirty="0">
                <a:latin typeface="Roboto" panose="02000000000000000000" pitchFamily="2" charset="0"/>
              </a:rPr>
              <a:t>cadastramento de imóveis e rodovias;</a:t>
            </a:r>
          </a:p>
          <a:p>
            <a:pPr algn="just">
              <a:lnSpc>
                <a:spcPct val="110000"/>
              </a:lnSpc>
            </a:pPr>
            <a:r>
              <a:rPr lang="pt-BR" sz="2800" dirty="0">
                <a:latin typeface="Roboto" panose="02000000000000000000" pitchFamily="2" charset="0"/>
              </a:rPr>
              <a:t>m</a:t>
            </a:r>
            <a:r>
              <a:rPr lang="pt-BR" sz="2800" b="0" i="0" dirty="0">
                <a:effectLst/>
                <a:latin typeface="Roboto" panose="02000000000000000000" pitchFamily="2" charset="0"/>
              </a:rPr>
              <a:t>onitoramento de áreas de risco;</a:t>
            </a:r>
          </a:p>
          <a:p>
            <a:pPr algn="just">
              <a:lnSpc>
                <a:spcPct val="110000"/>
              </a:lnSpc>
            </a:pPr>
            <a:r>
              <a:rPr lang="pt-BR" sz="2800" dirty="0">
                <a:latin typeface="Roboto" panose="02000000000000000000" pitchFamily="2" charset="0"/>
              </a:rPr>
              <a:t>prevenção de queimadas;</a:t>
            </a:r>
          </a:p>
          <a:p>
            <a:pPr algn="just">
              <a:lnSpc>
                <a:spcPct val="110000"/>
              </a:lnSpc>
            </a:pPr>
            <a:r>
              <a:rPr lang="pt-BR" sz="2800" dirty="0">
                <a:latin typeface="Roboto" panose="02000000000000000000" pitchFamily="2" charset="0"/>
              </a:rPr>
              <a:t>m</a:t>
            </a:r>
            <a:r>
              <a:rPr lang="pt-BR" sz="2800" b="0" i="0" dirty="0">
                <a:effectLst/>
                <a:latin typeface="Roboto" panose="02000000000000000000" pitchFamily="2" charset="0"/>
              </a:rPr>
              <a:t>onitoramento de pragas agrícolas;</a:t>
            </a:r>
          </a:p>
          <a:p>
            <a:pPr algn="just">
              <a:lnSpc>
                <a:spcPct val="110000"/>
              </a:lnSpc>
            </a:pPr>
            <a:r>
              <a:rPr lang="pt-BR" sz="2800" dirty="0">
                <a:latin typeface="Roboto" panose="02000000000000000000" pitchFamily="2" charset="0"/>
              </a:rPr>
              <a:t>planejamento de linhas de plantio.</a:t>
            </a:r>
            <a:endParaRPr lang="pt-BR" sz="2800" b="0" i="0" dirty="0">
              <a:effectLst/>
              <a:latin typeface="Roboto" panose="02000000000000000000" pitchFamily="2" charset="0"/>
            </a:endParaRPr>
          </a:p>
          <a:p>
            <a:pPr>
              <a:lnSpc>
                <a:spcPct val="110000"/>
              </a:lnSpc>
            </a:pPr>
            <a:endParaRPr lang="pt-BR" sz="1900" b="0" i="0" dirty="0"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63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0" name="Rectangle 18439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442" name="Group 18441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8443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44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45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46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47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48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49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0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1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2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3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4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55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6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7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8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59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0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1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2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3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4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5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6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7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8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469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434" name="Rectangle 2">
            <a:extLst>
              <a:ext uri="{FF2B5EF4-FFF2-40B4-BE49-F238E27FC236}">
                <a16:creationId xmlns:a16="http://schemas.microsoft.com/office/drawing/2014/main" id="{0CA3ACCA-D675-405B-BC06-DD4FC2466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261" y="1093787"/>
            <a:ext cx="2294977" cy="469741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 sz="2100" dirty="0"/>
              <a:t>Sensoriamento remoto</a:t>
            </a:r>
          </a:p>
        </p:txBody>
      </p:sp>
      <p:sp useBgFill="1">
        <p:nvSpPr>
          <p:cNvPr id="18471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8813" y="0"/>
            <a:ext cx="5675187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3DCFDD5-C91B-45C9-81C1-4253006496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78341" y="739775"/>
            <a:ext cx="4373958" cy="4697413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110000"/>
              </a:lnSpc>
              <a:buNone/>
            </a:pPr>
            <a:r>
              <a:rPr lang="pt-BR" alt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É um conjunto de técnicas que permitem observar e obter informações sobre a superfície terrestre. Atualmente, consiste na utilização das imagens de satélites artificiais.</a:t>
            </a:r>
          </a:p>
          <a:p>
            <a:pPr marL="0" indent="0" algn="just" eaLnBrk="1" hangingPunct="1">
              <a:lnSpc>
                <a:spcPct val="110000"/>
              </a:lnSpc>
              <a:buNone/>
            </a:pPr>
            <a:r>
              <a:rPr lang="pt-BR" alt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imagens são captadas pelo fluxo de ondas eletromagnéticas refletidas ou emitidas pelos elementos naturais e artificiais existentes na superfície terrestre.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CA3ACCA-D675-405B-BC06-DD4FC24667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3200"/>
              <a:t>Sensoriamento remoto</a:t>
            </a:r>
          </a:p>
        </p:txBody>
      </p:sp>
      <p:pic>
        <p:nvPicPr>
          <p:cNvPr id="37890" name="Picture 2" descr="Como funciona e para quê serve o sensoriamento remoto?">
            <a:extLst>
              <a:ext uri="{FF2B5EF4-FFF2-40B4-BE49-F238E27FC236}">
                <a16:creationId xmlns:a16="http://schemas.microsoft.com/office/drawing/2014/main" id="{BD6C2DAD-9900-4DCB-88BD-7B30F0B01AE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932" y="1988840"/>
            <a:ext cx="7014136" cy="369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842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4" name="Rectangle 19463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466" name="Group 19465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6" y="0"/>
            <a:ext cx="915604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9467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68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69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0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1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2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3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4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5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6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7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78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9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0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1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2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3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4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5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6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7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8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9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90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91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92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93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458" name="Rectangle 2">
            <a:extLst>
              <a:ext uri="{FF2B5EF4-FFF2-40B4-BE49-F238E27FC236}">
                <a16:creationId xmlns:a16="http://schemas.microsoft.com/office/drawing/2014/main" id="{22B6B313-DB79-41C3-B4AD-D4EA38091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261" y="1093787"/>
            <a:ext cx="2294977" cy="4697413"/>
          </a:xfrm>
        </p:spPr>
        <p:txBody>
          <a:bodyPr>
            <a:normAutofit/>
          </a:bodyPr>
          <a:lstStyle/>
          <a:p>
            <a:pPr eaLnBrk="1" hangingPunct="1"/>
            <a:r>
              <a:rPr lang="pt-BR" altLang="pt-BR"/>
              <a:t>GPS</a:t>
            </a:r>
          </a:p>
        </p:txBody>
      </p:sp>
      <p:sp useBgFill="1">
        <p:nvSpPr>
          <p:cNvPr id="19495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8813" y="0"/>
            <a:ext cx="5675187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37192B5-86D0-4BC1-BA6F-728A9D237A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04459" y="264318"/>
            <a:ext cx="4373958" cy="4697413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110000"/>
              </a:lnSpc>
              <a:buNone/>
            </a:pPr>
            <a:r>
              <a:rPr lang="pt-BR" altLang="pt-BR" sz="2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GPS (Sistema de Posicionamento Global) conta com 31 satélites, que transmitem sinais de rádio para o local onde ele está operando. Esses sinais são captados por receptores.</a:t>
            </a:r>
          </a:p>
          <a:p>
            <a:pPr marL="0" indent="0" algn="just" eaLnBrk="1" hangingPunct="1">
              <a:lnSpc>
                <a:spcPct val="110000"/>
              </a:lnSpc>
              <a:buNone/>
            </a:pPr>
            <a:r>
              <a:rPr lang="pt-BR" altLang="pt-BR" sz="2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 os dados de 4 satélites, o receptor consegue triangular sua posição, estabelecida por meio de coordenadas geográficas (latitude, longitude e altitude).</a:t>
            </a:r>
          </a:p>
          <a:p>
            <a:pPr marL="0" indent="0" algn="just" eaLnBrk="1" hangingPunct="1">
              <a:lnSpc>
                <a:spcPct val="110000"/>
              </a:lnSpc>
              <a:buNone/>
            </a:pPr>
            <a:r>
              <a:rPr lang="pt-BR" altLang="pt-BR" sz="2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Surgiu na década de 1960, durante a Guerra do Vietnã, com o Projeto </a:t>
            </a:r>
            <a:r>
              <a:rPr lang="pt-BR" altLang="pt-BR" sz="21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Navstar</a:t>
            </a:r>
            <a:r>
              <a:rPr lang="pt-BR" altLang="pt-BR" sz="21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cujo objetivo era orientar o deslocamento dos soldados estadunidenses pela floresta tropical.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3" name="Picture 5" descr="Satélites GPS">
            <a:extLst>
              <a:ext uri="{FF2B5EF4-FFF2-40B4-BE49-F238E27FC236}">
                <a16:creationId xmlns:a16="http://schemas.microsoft.com/office/drawing/2014/main" id="{70D4D5C5-C935-47EC-8CC5-A784FD26F34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71706" y="391498"/>
            <a:ext cx="6828686" cy="4543744"/>
          </a:xfrm>
          <a:noFill/>
        </p:spPr>
      </p:pic>
      <p:sp>
        <p:nvSpPr>
          <p:cNvPr id="20484" name="Rectangle 7">
            <a:extLst>
              <a:ext uri="{FF2B5EF4-FFF2-40B4-BE49-F238E27FC236}">
                <a16:creationId xmlns:a16="http://schemas.microsoft.com/office/drawing/2014/main" id="{3ABF374A-2786-434C-B4E0-09EBCD3C9C33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809625" y="5326063"/>
            <a:ext cx="7958138" cy="769937"/>
          </a:xfrm>
        </p:spPr>
        <p:txBody>
          <a:bodyPr>
            <a:noAutofit/>
          </a:bodyPr>
          <a:lstStyle/>
          <a:p>
            <a:pPr eaLnBrk="1" hangingPunct="1"/>
            <a:r>
              <a:rPr lang="pt-BR" altLang="pt-BR" dirty="0"/>
              <a:t>Os satélites estão a 12.000 milhas (cerca de 19 Km) de altura, alimentados por energia solar. Circundam a Terra duas vezes por 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6">
            <a:extLst>
              <a:ext uri="{FF2B5EF4-FFF2-40B4-BE49-F238E27FC236}">
                <a16:creationId xmlns:a16="http://schemas.microsoft.com/office/drawing/2014/main" id="{1CABBDA8-FBA9-434B-8C9C-79B5376F30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99792" y="332656"/>
            <a:ext cx="4175125" cy="864096"/>
          </a:xfrm>
        </p:spPr>
        <p:txBody>
          <a:bodyPr>
            <a:noAutofit/>
          </a:bodyPr>
          <a:lstStyle/>
          <a:p>
            <a:pPr algn="l" eaLnBrk="1" hangingPunct="1"/>
            <a:r>
              <a:rPr lang="pt-BR" altLang="pt-BR" sz="4300" dirty="0" err="1"/>
              <a:t>Trilateração</a:t>
            </a:r>
            <a:endParaRPr lang="pt-BR" altLang="pt-BR" sz="4300" dirty="0"/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0E4A4493-8819-4D13-A6A0-E41BF9C9394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43708" y="1196752"/>
            <a:ext cx="5256583" cy="5372508"/>
          </a:xfr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91" name="Picture 2">
            <a:extLst>
              <a:ext uri="{FF2B5EF4-FFF2-40B4-BE49-F238E27FC236}">
                <a16:creationId xmlns:a16="http://schemas.microsoft.com/office/drawing/2014/main" id="{50C065C3-0FE3-4452-B765-CB05BBB2A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p14="http://schemas.microsoft.com/office/powerpoint/2010/main"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4793" name="Group 24792">
            <a:extLst>
              <a:ext uri="{FF2B5EF4-FFF2-40B4-BE49-F238E27FC236}">
                <a16:creationId xmlns:a16="http://schemas.microsoft.com/office/drawing/2014/main" id="{9795E515-5F57-431F-9A0D-3A0419DF7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4794" name="Rectangle 5">
              <a:extLst>
                <a:ext uri="{FF2B5EF4-FFF2-40B4-BE49-F238E27FC236}">
                  <a16:creationId xmlns:a16="http://schemas.microsoft.com/office/drawing/2014/main" id="{D45BCBFE-0478-4767-BF2E-FC2C548BA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795" name="Freeform 6">
              <a:extLst>
                <a:ext uri="{FF2B5EF4-FFF2-40B4-BE49-F238E27FC236}">
                  <a16:creationId xmlns:a16="http://schemas.microsoft.com/office/drawing/2014/main" id="{E903928F-F6DA-470C-81A0-CF7D9DE03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796" name="Freeform 7">
              <a:extLst>
                <a:ext uri="{FF2B5EF4-FFF2-40B4-BE49-F238E27FC236}">
                  <a16:creationId xmlns:a16="http://schemas.microsoft.com/office/drawing/2014/main" id="{ADA095F6-E326-4450-A2D6-DB2BF989B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797" name="Rectangle 8">
              <a:extLst>
                <a:ext uri="{FF2B5EF4-FFF2-40B4-BE49-F238E27FC236}">
                  <a16:creationId xmlns:a16="http://schemas.microsoft.com/office/drawing/2014/main" id="{6B067F9A-FDF2-49EC-B4FF-CD4B90F78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798" name="Freeform 9">
              <a:extLst>
                <a:ext uri="{FF2B5EF4-FFF2-40B4-BE49-F238E27FC236}">
                  <a16:creationId xmlns:a16="http://schemas.microsoft.com/office/drawing/2014/main" id="{F1331213-D19D-49FC-8616-168A14565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799" name="Freeform 10">
              <a:extLst>
                <a:ext uri="{FF2B5EF4-FFF2-40B4-BE49-F238E27FC236}">
                  <a16:creationId xmlns:a16="http://schemas.microsoft.com/office/drawing/2014/main" id="{2ADFE242-96FC-4A14-8C59-90CD6DE1D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0" name="Freeform 11">
              <a:extLst>
                <a:ext uri="{FF2B5EF4-FFF2-40B4-BE49-F238E27FC236}">
                  <a16:creationId xmlns:a16="http://schemas.microsoft.com/office/drawing/2014/main" id="{6A97B7BC-40BD-494B-9C6B-AF3045559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1" name="Freeform 12">
              <a:extLst>
                <a:ext uri="{FF2B5EF4-FFF2-40B4-BE49-F238E27FC236}">
                  <a16:creationId xmlns:a16="http://schemas.microsoft.com/office/drawing/2014/main" id="{3D7F35CF-F44C-491F-904D-A31ED8321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2" name="Freeform 13">
              <a:extLst>
                <a:ext uri="{FF2B5EF4-FFF2-40B4-BE49-F238E27FC236}">
                  <a16:creationId xmlns:a16="http://schemas.microsoft.com/office/drawing/2014/main" id="{84D9BF7E-18C2-452C-B139-4ED58D7A03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3" name="Freeform 14">
              <a:extLst>
                <a:ext uri="{FF2B5EF4-FFF2-40B4-BE49-F238E27FC236}">
                  <a16:creationId xmlns:a16="http://schemas.microsoft.com/office/drawing/2014/main" id="{700A6223-AD38-426F-A6FE-7926CAEF3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4" name="Freeform 15">
              <a:extLst>
                <a:ext uri="{FF2B5EF4-FFF2-40B4-BE49-F238E27FC236}">
                  <a16:creationId xmlns:a16="http://schemas.microsoft.com/office/drawing/2014/main" id="{D172AA94-449F-45EB-94E6-67C186C32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5" name="Freeform 16">
              <a:extLst>
                <a:ext uri="{FF2B5EF4-FFF2-40B4-BE49-F238E27FC236}">
                  <a16:creationId xmlns:a16="http://schemas.microsoft.com/office/drawing/2014/main" id="{A7D4F697-8937-4F4C-83C5-770B3FCB8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6" name="Freeform 17">
              <a:extLst>
                <a:ext uri="{FF2B5EF4-FFF2-40B4-BE49-F238E27FC236}">
                  <a16:creationId xmlns:a16="http://schemas.microsoft.com/office/drawing/2014/main" id="{10AF1D59-5117-4D47-8414-4BB61F944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7" name="Freeform 18">
              <a:extLst>
                <a:ext uri="{FF2B5EF4-FFF2-40B4-BE49-F238E27FC236}">
                  <a16:creationId xmlns:a16="http://schemas.microsoft.com/office/drawing/2014/main" id="{2387DC33-88B3-4718-8C94-41659EA33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8" name="Freeform 19">
              <a:extLst>
                <a:ext uri="{FF2B5EF4-FFF2-40B4-BE49-F238E27FC236}">
                  <a16:creationId xmlns:a16="http://schemas.microsoft.com/office/drawing/2014/main" id="{D4E7EC64-4763-4F04-B2E4-E400364D7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09" name="Freeform 20">
              <a:extLst>
                <a:ext uri="{FF2B5EF4-FFF2-40B4-BE49-F238E27FC236}">
                  <a16:creationId xmlns:a16="http://schemas.microsoft.com/office/drawing/2014/main" id="{581717DF-9FD4-47CB-9579-E34DF7E87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0" name="Freeform 21">
              <a:extLst>
                <a:ext uri="{FF2B5EF4-FFF2-40B4-BE49-F238E27FC236}">
                  <a16:creationId xmlns:a16="http://schemas.microsoft.com/office/drawing/2014/main" id="{BCD8EF50-6E58-4B2D-90B6-AFF236A73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1" name="Freeform 22">
              <a:extLst>
                <a:ext uri="{FF2B5EF4-FFF2-40B4-BE49-F238E27FC236}">
                  <a16:creationId xmlns:a16="http://schemas.microsoft.com/office/drawing/2014/main" id="{6524A268-142A-4CBF-BB8B-DC1FCBC8F7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2" name="Freeform 23">
              <a:extLst>
                <a:ext uri="{FF2B5EF4-FFF2-40B4-BE49-F238E27FC236}">
                  <a16:creationId xmlns:a16="http://schemas.microsoft.com/office/drawing/2014/main" id="{56A0E6F3-B76B-4813-B44B-56CE11A8A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3" name="Freeform 24">
              <a:extLst>
                <a:ext uri="{FF2B5EF4-FFF2-40B4-BE49-F238E27FC236}">
                  <a16:creationId xmlns:a16="http://schemas.microsoft.com/office/drawing/2014/main" id="{A74CED8D-B902-4B76-9CC8-30A09B2FA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4" name="Freeform 25">
              <a:extLst>
                <a:ext uri="{FF2B5EF4-FFF2-40B4-BE49-F238E27FC236}">
                  <a16:creationId xmlns:a16="http://schemas.microsoft.com/office/drawing/2014/main" id="{ED007BD7-ED56-4566-B1FF-707160024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5" name="Freeform 26">
              <a:extLst>
                <a:ext uri="{FF2B5EF4-FFF2-40B4-BE49-F238E27FC236}">
                  <a16:creationId xmlns:a16="http://schemas.microsoft.com/office/drawing/2014/main" id="{90AD48D2-5BC8-4C80-B126-B1A201242B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6" name="Freeform 27">
              <a:extLst>
                <a:ext uri="{FF2B5EF4-FFF2-40B4-BE49-F238E27FC236}">
                  <a16:creationId xmlns:a16="http://schemas.microsoft.com/office/drawing/2014/main" id="{BE14C82F-9F35-4D61-B758-7BCE32DEC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7" name="Freeform 28">
              <a:extLst>
                <a:ext uri="{FF2B5EF4-FFF2-40B4-BE49-F238E27FC236}">
                  <a16:creationId xmlns:a16="http://schemas.microsoft.com/office/drawing/2014/main" id="{6540CE06-9028-497A-AC64-CF0ED60A74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8" name="Freeform 29">
              <a:extLst>
                <a:ext uri="{FF2B5EF4-FFF2-40B4-BE49-F238E27FC236}">
                  <a16:creationId xmlns:a16="http://schemas.microsoft.com/office/drawing/2014/main" id="{A4825B3B-52CD-4F08-BA02-6C2B0EFE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19" name="Freeform 30">
              <a:extLst>
                <a:ext uri="{FF2B5EF4-FFF2-40B4-BE49-F238E27FC236}">
                  <a16:creationId xmlns:a16="http://schemas.microsoft.com/office/drawing/2014/main" id="{6877A5EF-B8B8-44D3-AA57-4BBF89206D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0" name="Freeform 31">
              <a:extLst>
                <a:ext uri="{FF2B5EF4-FFF2-40B4-BE49-F238E27FC236}">
                  <a16:creationId xmlns:a16="http://schemas.microsoft.com/office/drawing/2014/main" id="{00BB365C-9180-4208-92CF-AB6A88848C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1" name="Freeform 32">
              <a:extLst>
                <a:ext uri="{FF2B5EF4-FFF2-40B4-BE49-F238E27FC236}">
                  <a16:creationId xmlns:a16="http://schemas.microsoft.com/office/drawing/2014/main" id="{8D1134D2-53A6-41D5-AC1A-5254A2FBD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2" name="Rectangle 33">
              <a:extLst>
                <a:ext uri="{FF2B5EF4-FFF2-40B4-BE49-F238E27FC236}">
                  <a16:creationId xmlns:a16="http://schemas.microsoft.com/office/drawing/2014/main" id="{24C7FA73-07CD-479A-9B9E-DAD4D3B2B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3" name="Freeform 34">
              <a:extLst>
                <a:ext uri="{FF2B5EF4-FFF2-40B4-BE49-F238E27FC236}">
                  <a16:creationId xmlns:a16="http://schemas.microsoft.com/office/drawing/2014/main" id="{AB24DF92-B081-4701-B58D-913261A00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4" name="Freeform 35">
              <a:extLst>
                <a:ext uri="{FF2B5EF4-FFF2-40B4-BE49-F238E27FC236}">
                  <a16:creationId xmlns:a16="http://schemas.microsoft.com/office/drawing/2014/main" id="{AB4DF275-6B82-4AA9-A7A9-138E631E30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5" name="Freeform 36">
              <a:extLst>
                <a:ext uri="{FF2B5EF4-FFF2-40B4-BE49-F238E27FC236}">
                  <a16:creationId xmlns:a16="http://schemas.microsoft.com/office/drawing/2014/main" id="{972A3812-16AD-453E-B1E6-9F39894F7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6" name="Freeform 37">
              <a:extLst>
                <a:ext uri="{FF2B5EF4-FFF2-40B4-BE49-F238E27FC236}">
                  <a16:creationId xmlns:a16="http://schemas.microsoft.com/office/drawing/2014/main" id="{8FB6759A-BAD8-4073-86A2-6DDD73DE2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7" name="Freeform 38">
              <a:extLst>
                <a:ext uri="{FF2B5EF4-FFF2-40B4-BE49-F238E27FC236}">
                  <a16:creationId xmlns:a16="http://schemas.microsoft.com/office/drawing/2014/main" id="{9FCCB0F4-1178-47C1-9EE2-234EA715C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8" name="Freeform 39">
              <a:extLst>
                <a:ext uri="{FF2B5EF4-FFF2-40B4-BE49-F238E27FC236}">
                  <a16:creationId xmlns:a16="http://schemas.microsoft.com/office/drawing/2014/main" id="{CB01BF0B-7EB0-4C18-80BE-20D2EAC048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29" name="Freeform 40">
              <a:extLst>
                <a:ext uri="{FF2B5EF4-FFF2-40B4-BE49-F238E27FC236}">
                  <a16:creationId xmlns:a16="http://schemas.microsoft.com/office/drawing/2014/main" id="{3266E9DA-C937-48E0-8F98-90A467760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30" name="Freeform 41">
              <a:extLst>
                <a:ext uri="{FF2B5EF4-FFF2-40B4-BE49-F238E27FC236}">
                  <a16:creationId xmlns:a16="http://schemas.microsoft.com/office/drawing/2014/main" id="{A8A9C00D-0425-4E68-A1DE-BCE5BD6BB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831" name="Freeform 42">
              <a:extLst>
                <a:ext uri="{FF2B5EF4-FFF2-40B4-BE49-F238E27FC236}">
                  <a16:creationId xmlns:a16="http://schemas.microsoft.com/office/drawing/2014/main" id="{46230904-E744-4B55-84FF-826A6B737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76" name="Freeform 43">
              <a:extLst>
                <a:ext uri="{FF2B5EF4-FFF2-40B4-BE49-F238E27FC236}">
                  <a16:creationId xmlns:a16="http://schemas.microsoft.com/office/drawing/2014/main" id="{D4291668-8AF0-4784-BC06-870768F53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77" name="Freeform 44">
              <a:extLst>
                <a:ext uri="{FF2B5EF4-FFF2-40B4-BE49-F238E27FC236}">
                  <a16:creationId xmlns:a16="http://schemas.microsoft.com/office/drawing/2014/main" id="{D917DCBD-774B-4AAF-92AE-D18289FFC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80" name="Rectangle 45">
              <a:extLst>
                <a:ext uri="{FF2B5EF4-FFF2-40B4-BE49-F238E27FC236}">
                  <a16:creationId xmlns:a16="http://schemas.microsoft.com/office/drawing/2014/main" id="{9E50122E-0F19-4D65-9CB2-E22C3EA84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788" name="Freeform 46">
              <a:extLst>
                <a:ext uri="{FF2B5EF4-FFF2-40B4-BE49-F238E27FC236}">
                  <a16:creationId xmlns:a16="http://schemas.microsoft.com/office/drawing/2014/main" id="{BC28A765-6E8B-4352-BD0C-35474F70AC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789" name="Freeform 47">
              <a:extLst>
                <a:ext uri="{FF2B5EF4-FFF2-40B4-BE49-F238E27FC236}">
                  <a16:creationId xmlns:a16="http://schemas.microsoft.com/office/drawing/2014/main" id="{0AC30A17-F494-44EB-9817-1B8B255CE4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87" name="Freeform 48">
              <a:extLst>
                <a:ext uri="{FF2B5EF4-FFF2-40B4-BE49-F238E27FC236}">
                  <a16:creationId xmlns:a16="http://schemas.microsoft.com/office/drawing/2014/main" id="{6088D59F-32BD-4932-9C22-9AA0FCDA74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88" name="Freeform 49">
              <a:extLst>
                <a:ext uri="{FF2B5EF4-FFF2-40B4-BE49-F238E27FC236}">
                  <a16:creationId xmlns:a16="http://schemas.microsoft.com/office/drawing/2014/main" id="{B18BBE45-5F21-47FA-B291-AC802D7155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89" name="Freeform 50">
              <a:extLst>
                <a:ext uri="{FF2B5EF4-FFF2-40B4-BE49-F238E27FC236}">
                  <a16:creationId xmlns:a16="http://schemas.microsoft.com/office/drawing/2014/main" id="{A1BD992D-1C4B-4E69-A627-A45D8958E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90" name="Freeform 51">
              <a:extLst>
                <a:ext uri="{FF2B5EF4-FFF2-40B4-BE49-F238E27FC236}">
                  <a16:creationId xmlns:a16="http://schemas.microsoft.com/office/drawing/2014/main" id="{571C0498-7105-455E-8B0A-233F850F18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91" name="Freeform 52">
              <a:extLst>
                <a:ext uri="{FF2B5EF4-FFF2-40B4-BE49-F238E27FC236}">
                  <a16:creationId xmlns:a16="http://schemas.microsoft.com/office/drawing/2014/main" id="{F6FA78CC-C0B1-422F-B535-05580A9716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92" name="Freeform 53">
              <a:extLst>
                <a:ext uri="{FF2B5EF4-FFF2-40B4-BE49-F238E27FC236}">
                  <a16:creationId xmlns:a16="http://schemas.microsoft.com/office/drawing/2014/main" id="{49A1BACF-EE5E-46F8-8968-D4CF18BC0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93" name="Freeform 54">
              <a:extLst>
                <a:ext uri="{FF2B5EF4-FFF2-40B4-BE49-F238E27FC236}">
                  <a16:creationId xmlns:a16="http://schemas.microsoft.com/office/drawing/2014/main" id="{0AF8DFAF-8AF7-453E-AED7-89E59FBD7D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94" name="Freeform 55">
              <a:extLst>
                <a:ext uri="{FF2B5EF4-FFF2-40B4-BE49-F238E27FC236}">
                  <a16:creationId xmlns:a16="http://schemas.microsoft.com/office/drawing/2014/main" id="{F8C26D97-8DA4-4556-92E4-2AE66B36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95" name="Freeform 56">
              <a:extLst>
                <a:ext uri="{FF2B5EF4-FFF2-40B4-BE49-F238E27FC236}">
                  <a16:creationId xmlns:a16="http://schemas.microsoft.com/office/drawing/2014/main" id="{EEF9D855-A8A7-44CC-919C-BEA327F254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96" name="Freeform 57">
              <a:extLst>
                <a:ext uri="{FF2B5EF4-FFF2-40B4-BE49-F238E27FC236}">
                  <a16:creationId xmlns:a16="http://schemas.microsoft.com/office/drawing/2014/main" id="{11F0B045-803C-4067-A182-066EEB2C4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597" name="Freeform 58">
              <a:extLst>
                <a:ext uri="{FF2B5EF4-FFF2-40B4-BE49-F238E27FC236}">
                  <a16:creationId xmlns:a16="http://schemas.microsoft.com/office/drawing/2014/main" id="{3C1FCACB-EFEF-4B54-99A6-E327A637C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4833" name="Group 24832">
            <a:extLst>
              <a:ext uri="{FF2B5EF4-FFF2-40B4-BE49-F238E27FC236}">
                <a16:creationId xmlns:a16="http://schemas.microsoft.com/office/drawing/2014/main" id="{316DCFC9-6877-407C-8170-608FCB8E3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4002" cy="6858001"/>
            <a:chOff x="0" y="-1"/>
            <a:chExt cx="12192003" cy="6858001"/>
          </a:xfrm>
        </p:grpSpPr>
        <p:sp useBgFill="1">
          <p:nvSpPr>
            <p:cNvPr id="24834" name="Rectangle 24833">
              <a:extLst>
                <a:ext uri="{FF2B5EF4-FFF2-40B4-BE49-F238E27FC236}">
                  <a16:creationId xmlns:a16="http://schemas.microsoft.com/office/drawing/2014/main" id="{F7D8B73A-1349-4BA6-8F85-03A21ED56E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835" name="Picture 2">
              <a:extLst>
                <a:ext uri="{FF2B5EF4-FFF2-40B4-BE49-F238E27FC236}">
                  <a16:creationId xmlns:a16="http://schemas.microsoft.com/office/drawing/2014/main" id="{969ADA7C-B6B2-4FD7-AA5E-CC52AAE8C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837" name="Group 24836">
            <a:extLst>
              <a:ext uri="{FF2B5EF4-FFF2-40B4-BE49-F238E27FC236}">
                <a16:creationId xmlns:a16="http://schemas.microsoft.com/office/drawing/2014/main" id="{89353FE7-0D03-4AD2-8B8A-60A06F6BD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4422" y="2235200"/>
            <a:ext cx="8236546" cy="2396067"/>
            <a:chOff x="605895" y="2235200"/>
            <a:chExt cx="10982062" cy="2396067"/>
          </a:xfrm>
        </p:grpSpPr>
        <p:sp>
          <p:nvSpPr>
            <p:cNvPr id="24838" name="Round Diagonal Corner Rectangle 7">
              <a:extLst>
                <a:ext uri="{FF2B5EF4-FFF2-40B4-BE49-F238E27FC236}">
                  <a16:creationId xmlns:a16="http://schemas.microsoft.com/office/drawing/2014/main" id="{0C7A0320-FBCC-4F40-AF6E-CE65FFB3D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839" name="Group 24838">
              <a:extLst>
                <a:ext uri="{FF2B5EF4-FFF2-40B4-BE49-F238E27FC236}">
                  <a16:creationId xmlns:a16="http://schemas.microsoft.com/office/drawing/2014/main" id="{550A26E4-02C9-4F83-A334-0920B8CCF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24840" name="Freeform 32">
                <a:extLst>
                  <a:ext uri="{FF2B5EF4-FFF2-40B4-BE49-F238E27FC236}">
                    <a16:creationId xmlns:a16="http://schemas.microsoft.com/office/drawing/2014/main" id="{06617CD6-4185-402B-8E23-BC5278053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41" name="Freeform 33">
                <a:extLst>
                  <a:ext uri="{FF2B5EF4-FFF2-40B4-BE49-F238E27FC236}">
                    <a16:creationId xmlns:a16="http://schemas.microsoft.com/office/drawing/2014/main" id="{2C305CC9-3511-47F4-BF11-BC635C30C9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42" name="Freeform 34">
                <a:extLst>
                  <a:ext uri="{FF2B5EF4-FFF2-40B4-BE49-F238E27FC236}">
                    <a16:creationId xmlns:a16="http://schemas.microsoft.com/office/drawing/2014/main" id="{5C70C5D1-31E4-48B9-AEB6-6460A2B81F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43" name="Freeform 37">
                <a:extLst>
                  <a:ext uri="{FF2B5EF4-FFF2-40B4-BE49-F238E27FC236}">
                    <a16:creationId xmlns:a16="http://schemas.microsoft.com/office/drawing/2014/main" id="{1F033CE1-D380-43F1-81EC-97B6C86F39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44" name="Freeform 35">
                <a:extLst>
                  <a:ext uri="{FF2B5EF4-FFF2-40B4-BE49-F238E27FC236}">
                    <a16:creationId xmlns:a16="http://schemas.microsoft.com/office/drawing/2014/main" id="{6997F95D-DC27-48A3-850A-2308C3C080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45" name="Freeform 36">
                <a:extLst>
                  <a:ext uri="{FF2B5EF4-FFF2-40B4-BE49-F238E27FC236}">
                    <a16:creationId xmlns:a16="http://schemas.microsoft.com/office/drawing/2014/main" id="{569AE469-76B7-4FFE-B68B-0D7A77413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46" name="Freeform 38">
                <a:extLst>
                  <a:ext uri="{FF2B5EF4-FFF2-40B4-BE49-F238E27FC236}">
                    <a16:creationId xmlns:a16="http://schemas.microsoft.com/office/drawing/2014/main" id="{DD99CF64-0E82-4D1A-BD2A-08942182F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47" name="Freeform 39">
                <a:extLst>
                  <a:ext uri="{FF2B5EF4-FFF2-40B4-BE49-F238E27FC236}">
                    <a16:creationId xmlns:a16="http://schemas.microsoft.com/office/drawing/2014/main" id="{98C12D33-1747-4B24-89ED-F441AE4A0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48" name="Freeform 40">
                <a:extLst>
                  <a:ext uri="{FF2B5EF4-FFF2-40B4-BE49-F238E27FC236}">
                    <a16:creationId xmlns:a16="http://schemas.microsoft.com/office/drawing/2014/main" id="{A60200CC-BAEC-4310-8C9B-F7BB783E98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49" name="Rectangle 41">
                <a:extLst>
                  <a:ext uri="{FF2B5EF4-FFF2-40B4-BE49-F238E27FC236}">
                    <a16:creationId xmlns:a16="http://schemas.microsoft.com/office/drawing/2014/main" id="{2A7F40BF-B0BE-4B09-87EE-F56632B7ED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0" name="Freeform 32">
                <a:extLst>
                  <a:ext uri="{FF2B5EF4-FFF2-40B4-BE49-F238E27FC236}">
                    <a16:creationId xmlns:a16="http://schemas.microsoft.com/office/drawing/2014/main" id="{353978AF-8FB9-4A61-A2EA-1995A14F39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1" name="Freeform 33">
                <a:extLst>
                  <a:ext uri="{FF2B5EF4-FFF2-40B4-BE49-F238E27FC236}">
                    <a16:creationId xmlns:a16="http://schemas.microsoft.com/office/drawing/2014/main" id="{B20F89C3-4BAD-42AA-8D31-6F6DF17FE9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2" name="Freeform 34">
                <a:extLst>
                  <a:ext uri="{FF2B5EF4-FFF2-40B4-BE49-F238E27FC236}">
                    <a16:creationId xmlns:a16="http://schemas.microsoft.com/office/drawing/2014/main" id="{A60FE276-3FF2-4622-BF99-D4E4B249E5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3" name="Freeform 37">
                <a:extLst>
                  <a:ext uri="{FF2B5EF4-FFF2-40B4-BE49-F238E27FC236}">
                    <a16:creationId xmlns:a16="http://schemas.microsoft.com/office/drawing/2014/main" id="{B05A0D3F-808B-48D6-A821-1FE9E86E8C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4" name="Freeform 35">
                <a:extLst>
                  <a:ext uri="{FF2B5EF4-FFF2-40B4-BE49-F238E27FC236}">
                    <a16:creationId xmlns:a16="http://schemas.microsoft.com/office/drawing/2014/main" id="{69F7D438-BAA0-4DAD-9BC5-198B677A7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5" name="Freeform 36">
                <a:extLst>
                  <a:ext uri="{FF2B5EF4-FFF2-40B4-BE49-F238E27FC236}">
                    <a16:creationId xmlns:a16="http://schemas.microsoft.com/office/drawing/2014/main" id="{EC63B186-43B8-4552-AFDB-A544240A7C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6" name="Freeform 38">
                <a:extLst>
                  <a:ext uri="{FF2B5EF4-FFF2-40B4-BE49-F238E27FC236}">
                    <a16:creationId xmlns:a16="http://schemas.microsoft.com/office/drawing/2014/main" id="{8542E82D-01AD-4BD8-8C5F-A6CDAD039B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7" name="Freeform 39">
                <a:extLst>
                  <a:ext uri="{FF2B5EF4-FFF2-40B4-BE49-F238E27FC236}">
                    <a16:creationId xmlns:a16="http://schemas.microsoft.com/office/drawing/2014/main" id="{6285CF32-2BD3-47D0-9A6C-3EE7FD6397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8" name="Freeform 40">
                <a:extLst>
                  <a:ext uri="{FF2B5EF4-FFF2-40B4-BE49-F238E27FC236}">
                    <a16:creationId xmlns:a16="http://schemas.microsoft.com/office/drawing/2014/main" id="{FA36D129-7B33-4379-B9EE-5624B95766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859" name="Rectangle 41">
                <a:extLst>
                  <a:ext uri="{FF2B5EF4-FFF2-40B4-BE49-F238E27FC236}">
                    <a16:creationId xmlns:a16="http://schemas.microsoft.com/office/drawing/2014/main" id="{0229A187-4E69-4262-B001-C5F0B5522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24578" name="Rectangle 4">
            <a:extLst>
              <a:ext uri="{FF2B5EF4-FFF2-40B4-BE49-F238E27FC236}">
                <a16:creationId xmlns:a16="http://schemas.microsoft.com/office/drawing/2014/main" id="{8D5EAFE6-B679-407E-A9F9-603C86C4BC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5893" y="5038175"/>
            <a:ext cx="5143500" cy="16398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altLang="pt-BR" sz="4800"/>
              <a:t>O </a:t>
            </a:r>
            <a:r>
              <a:rPr lang="en-US" altLang="pt-BR" sz="4800" dirty="0" err="1"/>
              <a:t>lixo</a:t>
            </a:r>
            <a:r>
              <a:rPr lang="en-US" altLang="pt-BR" sz="4800" dirty="0"/>
              <a:t> </a:t>
            </a:r>
            <a:r>
              <a:rPr lang="en-US" altLang="pt-BR" sz="4800" dirty="0" err="1"/>
              <a:t>espacial</a:t>
            </a:r>
            <a:endParaRPr lang="en-US" altLang="pt-BR" sz="4800" dirty="0"/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84B7F5FA-5BCF-4CC4-BB65-4DEAF742C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3508"/>
          <a:stretch/>
        </p:blipFill>
        <p:spPr bwMode="auto">
          <a:xfrm>
            <a:off x="2708" y="10"/>
            <a:ext cx="91412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CB8936E-C043-C243-4E6C-7FAD30067E85}"/>
              </a:ext>
            </a:extLst>
          </p:cNvPr>
          <p:cNvSpPr txBox="1"/>
          <p:nvPr/>
        </p:nvSpPr>
        <p:spPr>
          <a:xfrm>
            <a:off x="421485" y="5764213"/>
            <a:ext cx="5662683" cy="754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300" dirty="0">
                <a:solidFill>
                  <a:schemeClr val="bg1"/>
                </a:solidFill>
              </a:rPr>
              <a:t>O LIXO ESPACIAL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314</TotalTime>
  <Words>307</Words>
  <Application>Microsoft Office PowerPoint</Application>
  <PresentationFormat>Apresentação na tela (4:3)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Roboto</vt:lpstr>
      <vt:lpstr>Tw Cen MT</vt:lpstr>
      <vt:lpstr>Circuito</vt:lpstr>
      <vt:lpstr>Tecnologias aplicadas à cartografia</vt:lpstr>
      <vt:lpstr>Geoprocessamento</vt:lpstr>
      <vt:lpstr>SIGs</vt:lpstr>
      <vt:lpstr>Geoprocessamento e SIGS: EXEMPLOS DE USO</vt:lpstr>
      <vt:lpstr>Sensoriamento remoto</vt:lpstr>
      <vt:lpstr>Sensoriamento remoto</vt:lpstr>
      <vt:lpstr>GPS</vt:lpstr>
      <vt:lpstr>Apresentação do PowerPoint</vt:lpstr>
      <vt:lpstr>Trilateração</vt:lpstr>
      <vt:lpstr>O lixo espacial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</dc:title>
  <dc:creator>A</dc:creator>
  <cp:lastModifiedBy>Alex Rios</cp:lastModifiedBy>
  <cp:revision>85</cp:revision>
  <dcterms:created xsi:type="dcterms:W3CDTF">2011-02-06T12:43:04Z</dcterms:created>
  <dcterms:modified xsi:type="dcterms:W3CDTF">2025-07-30T16:36:07Z</dcterms:modified>
</cp:coreProperties>
</file>