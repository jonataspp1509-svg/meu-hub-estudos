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sldIdLst>
    <p:sldId id="256" r:id="rId2"/>
    <p:sldId id="294" r:id="rId3"/>
    <p:sldId id="303" r:id="rId4"/>
    <p:sldId id="295" r:id="rId5"/>
    <p:sldId id="304" r:id="rId6"/>
    <p:sldId id="266" r:id="rId7"/>
    <p:sldId id="267" r:id="rId8"/>
    <p:sldId id="268" r:id="rId9"/>
    <p:sldId id="269" r:id="rId10"/>
    <p:sldId id="270" r:id="rId11"/>
    <p:sldId id="274" r:id="rId12"/>
    <p:sldId id="296" r:id="rId13"/>
    <p:sldId id="273" r:id="rId14"/>
    <p:sldId id="272" r:id="rId15"/>
    <p:sldId id="275" r:id="rId16"/>
    <p:sldId id="261" r:id="rId17"/>
    <p:sldId id="276" r:id="rId18"/>
  </p:sldIdLst>
  <p:sldSz cx="9144000" cy="6858000" type="screen4x3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C8375"/>
    <a:srgbClr val="DDB6B3"/>
    <a:srgbClr val="ABC178"/>
    <a:srgbClr val="FBC3A2"/>
    <a:srgbClr val="F9DC94"/>
    <a:srgbClr val="F8C885"/>
    <a:srgbClr val="C4D82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04FFD5-1EE4-4554-98F9-5D3F5D6412C9}" v="37" dt="2025-08-10T19:04:59.8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392" autoAdjust="0"/>
    <p:restoredTop sz="94660"/>
  </p:normalViewPr>
  <p:slideViewPr>
    <p:cSldViewPr>
      <p:cViewPr varScale="1">
        <p:scale>
          <a:sx n="57" d="100"/>
          <a:sy n="57" d="100"/>
        </p:scale>
        <p:origin x="1704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 Rios" userId="69fc135ea1c70fd1" providerId="LiveId" clId="{E904FFD5-1EE4-4554-98F9-5D3F5D6412C9}"/>
    <pc:docChg chg="undo redo custSel addSld delSld modSld sldOrd">
      <pc:chgData name="Alex Rios" userId="69fc135ea1c70fd1" providerId="LiveId" clId="{E904FFD5-1EE4-4554-98F9-5D3F5D6412C9}" dt="2025-08-10T19:06:05.425" v="440" actId="123"/>
      <pc:docMkLst>
        <pc:docMk/>
      </pc:docMkLst>
      <pc:sldChg chg="addSp delSp modSp mod">
        <pc:chgData name="Alex Rios" userId="69fc135ea1c70fd1" providerId="LiveId" clId="{E904FFD5-1EE4-4554-98F9-5D3F5D6412C9}" dt="2025-08-10T18:56:13.268" v="345" actId="1076"/>
        <pc:sldMkLst>
          <pc:docMk/>
          <pc:sldMk cId="0" sldId="256"/>
        </pc:sldMkLst>
        <pc:spChg chg="mod">
          <ac:chgData name="Alex Rios" userId="69fc135ea1c70fd1" providerId="LiveId" clId="{E904FFD5-1EE4-4554-98F9-5D3F5D6412C9}" dt="2025-08-10T14:28:22.597" v="286" actId="1076"/>
          <ac:spMkLst>
            <pc:docMk/>
            <pc:sldMk cId="0" sldId="256"/>
            <ac:spMk id="2" creationId="{905210FB-0B3B-474B-8325-A58005975E41}"/>
          </ac:spMkLst>
        </pc:spChg>
        <pc:spChg chg="add mod">
          <ac:chgData name="Alex Rios" userId="69fc135ea1c70fd1" providerId="LiveId" clId="{E904FFD5-1EE4-4554-98F9-5D3F5D6412C9}" dt="2025-08-10T18:56:13.268" v="345" actId="1076"/>
          <ac:spMkLst>
            <pc:docMk/>
            <pc:sldMk cId="0" sldId="256"/>
            <ac:spMk id="3" creationId="{803613D1-8CB4-A462-C0F4-EA87A58EB8B3}"/>
          </ac:spMkLst>
        </pc:spChg>
      </pc:sldChg>
      <pc:sldChg chg="del">
        <pc:chgData name="Alex Rios" userId="69fc135ea1c70fd1" providerId="LiveId" clId="{E904FFD5-1EE4-4554-98F9-5D3F5D6412C9}" dt="2024-01-28T14:47:39.191" v="146" actId="2696"/>
        <pc:sldMkLst>
          <pc:docMk/>
          <pc:sldMk cId="0" sldId="259"/>
        </pc:sldMkLst>
      </pc:sldChg>
      <pc:sldChg chg="modSp mod">
        <pc:chgData name="Alex Rios" userId="69fc135ea1c70fd1" providerId="LiveId" clId="{E904FFD5-1EE4-4554-98F9-5D3F5D6412C9}" dt="2024-01-28T14:51:46.111" v="250" actId="113"/>
        <pc:sldMkLst>
          <pc:docMk/>
          <pc:sldMk cId="0" sldId="261"/>
        </pc:sldMkLst>
      </pc:sldChg>
      <pc:sldChg chg="modSp mod">
        <pc:chgData name="Alex Rios" userId="69fc135ea1c70fd1" providerId="LiveId" clId="{E904FFD5-1EE4-4554-98F9-5D3F5D6412C9}" dt="2024-01-28T14:49:49.126" v="186" actId="20577"/>
        <pc:sldMkLst>
          <pc:docMk/>
          <pc:sldMk cId="0" sldId="268"/>
        </pc:sldMkLst>
      </pc:sldChg>
      <pc:sldChg chg="modSp">
        <pc:chgData name="Alex Rios" userId="69fc135ea1c70fd1" providerId="LiveId" clId="{E904FFD5-1EE4-4554-98F9-5D3F5D6412C9}" dt="2024-01-28T14:50:32.870" v="187" actId="14100"/>
        <pc:sldMkLst>
          <pc:docMk/>
          <pc:sldMk cId="0" sldId="270"/>
        </pc:sldMkLst>
      </pc:sldChg>
      <pc:sldChg chg="addSp delSp modSp mod">
        <pc:chgData name="Alex Rios" userId="69fc135ea1c70fd1" providerId="LiveId" clId="{E904FFD5-1EE4-4554-98F9-5D3F5D6412C9}" dt="2025-08-10T18:46:51.849" v="289" actId="14100"/>
        <pc:sldMkLst>
          <pc:docMk/>
          <pc:sldMk cId="0" sldId="273"/>
        </pc:sldMkLst>
        <pc:spChg chg="add del mod">
          <ac:chgData name="Alex Rios" userId="69fc135ea1c70fd1" providerId="LiveId" clId="{E904FFD5-1EE4-4554-98F9-5D3F5D6412C9}" dt="2025-08-10T18:46:49.037" v="288" actId="22"/>
          <ac:spMkLst>
            <pc:docMk/>
            <pc:sldMk cId="0" sldId="273"/>
            <ac:spMk id="2" creationId="{FF391A00-B2EA-F082-8E46-218CB0C81ECE}"/>
          </ac:spMkLst>
        </pc:spChg>
        <pc:picChg chg="add mod ord">
          <ac:chgData name="Alex Rios" userId="69fc135ea1c70fd1" providerId="LiveId" clId="{E904FFD5-1EE4-4554-98F9-5D3F5D6412C9}" dt="2025-08-10T18:46:51.849" v="289" actId="14100"/>
          <ac:picMkLst>
            <pc:docMk/>
            <pc:sldMk cId="0" sldId="273"/>
            <ac:picMk id="4" creationId="{EB8673A5-FDAC-D376-36D2-00EAE41EB9A0}"/>
          </ac:picMkLst>
        </pc:picChg>
        <pc:picChg chg="del">
          <ac:chgData name="Alex Rios" userId="69fc135ea1c70fd1" providerId="LiveId" clId="{E904FFD5-1EE4-4554-98F9-5D3F5D6412C9}" dt="2025-08-10T18:46:08.347" v="287" actId="21"/>
          <ac:picMkLst>
            <pc:docMk/>
            <pc:sldMk cId="0" sldId="273"/>
            <ac:picMk id="17412" creationId="{37692C08-41ED-4C89-B6C8-28A7410B9DA9}"/>
          </ac:picMkLst>
        </pc:picChg>
      </pc:sldChg>
      <pc:sldChg chg="addSp modSp mod">
        <pc:chgData name="Alex Rios" userId="69fc135ea1c70fd1" providerId="LiveId" clId="{E904FFD5-1EE4-4554-98F9-5D3F5D6412C9}" dt="2023-01-19T20:37:47.892" v="105" actId="14100"/>
        <pc:sldMkLst>
          <pc:docMk/>
          <pc:sldMk cId="0" sldId="274"/>
        </pc:sldMkLst>
      </pc:sldChg>
      <pc:sldChg chg="addSp modSp mod">
        <pc:chgData name="Alex Rios" userId="69fc135ea1c70fd1" providerId="LiveId" clId="{E904FFD5-1EE4-4554-98F9-5D3F5D6412C9}" dt="2025-08-10T18:55:19.868" v="335" actId="20577"/>
        <pc:sldMkLst>
          <pc:docMk/>
          <pc:sldMk cId="0" sldId="275"/>
        </pc:sldMkLst>
        <pc:spChg chg="add mod">
          <ac:chgData name="Alex Rios" userId="69fc135ea1c70fd1" providerId="LiveId" clId="{E904FFD5-1EE4-4554-98F9-5D3F5D6412C9}" dt="2025-08-10T18:55:19.868" v="335" actId="20577"/>
          <ac:spMkLst>
            <pc:docMk/>
            <pc:sldMk cId="0" sldId="275"/>
            <ac:spMk id="2" creationId="{1E30151A-E786-D8AA-8169-114BE0325621}"/>
          </ac:spMkLst>
        </pc:spChg>
      </pc:sldChg>
      <pc:sldChg chg="modSp mod">
        <pc:chgData name="Alex Rios" userId="69fc135ea1c70fd1" providerId="LiveId" clId="{E904FFD5-1EE4-4554-98F9-5D3F5D6412C9}" dt="2024-01-28T14:51:51.650" v="251" actId="113"/>
        <pc:sldMkLst>
          <pc:docMk/>
          <pc:sldMk cId="0" sldId="276"/>
        </pc:sldMkLst>
      </pc:sldChg>
      <pc:sldChg chg="addSp delSp modSp mod">
        <pc:chgData name="Alex Rios" userId="69fc135ea1c70fd1" providerId="LiveId" clId="{E904FFD5-1EE4-4554-98F9-5D3F5D6412C9}" dt="2023-01-19T20:25:54.640" v="38" actId="255"/>
        <pc:sldMkLst>
          <pc:docMk/>
          <pc:sldMk cId="1774197096" sldId="295"/>
        </pc:sldMkLst>
      </pc:sldChg>
      <pc:sldChg chg="add">
        <pc:chgData name="Alex Rios" userId="69fc135ea1c70fd1" providerId="LiveId" clId="{E904FFD5-1EE4-4554-98F9-5D3F5D6412C9}" dt="2023-01-19T20:35:59.252" v="58" actId="2890"/>
        <pc:sldMkLst>
          <pc:docMk/>
          <pc:sldMk cId="3711489501" sldId="296"/>
        </pc:sldMkLst>
      </pc:sldChg>
      <pc:sldChg chg="addSp delSp modSp add del mod">
        <pc:chgData name="Alex Rios" userId="69fc135ea1c70fd1" providerId="LiveId" clId="{E904FFD5-1EE4-4554-98F9-5D3F5D6412C9}" dt="2024-01-28T14:48:58.832" v="156" actId="2696"/>
        <pc:sldMkLst>
          <pc:docMk/>
          <pc:sldMk cId="753971405" sldId="297"/>
        </pc:sldMkLst>
      </pc:sldChg>
      <pc:sldChg chg="addSp delSp modSp add mod">
        <pc:chgData name="Alex Rios" userId="69fc135ea1c70fd1" providerId="LiveId" clId="{E904FFD5-1EE4-4554-98F9-5D3F5D6412C9}" dt="2025-08-10T14:27:25.535" v="280" actId="1076"/>
        <pc:sldMkLst>
          <pc:docMk/>
          <pc:sldMk cId="4072841780" sldId="303"/>
        </pc:sldMkLst>
        <pc:spChg chg="del">
          <ac:chgData name="Alex Rios" userId="69fc135ea1c70fd1" providerId="LiveId" clId="{E904FFD5-1EE4-4554-98F9-5D3F5D6412C9}" dt="2025-08-10T14:26:20.896" v="254" actId="21"/>
          <ac:spMkLst>
            <pc:docMk/>
            <pc:sldMk cId="4072841780" sldId="303"/>
            <ac:spMk id="2" creationId="{299B2DF6-4343-3846-484C-E3D14353F205}"/>
          </ac:spMkLst>
        </pc:spChg>
        <pc:spChg chg="add del mod">
          <ac:chgData name="Alex Rios" userId="69fc135ea1c70fd1" providerId="LiveId" clId="{E904FFD5-1EE4-4554-98F9-5D3F5D6412C9}" dt="2025-08-10T14:26:33.746" v="258"/>
          <ac:spMkLst>
            <pc:docMk/>
            <pc:sldMk cId="4072841780" sldId="303"/>
            <ac:spMk id="3" creationId="{A7B05435-92B2-00CC-22E0-73EE1ED6789D}"/>
          </ac:spMkLst>
        </pc:spChg>
        <pc:spChg chg="add mod">
          <ac:chgData name="Alex Rios" userId="69fc135ea1c70fd1" providerId="LiveId" clId="{E904FFD5-1EE4-4554-98F9-5D3F5D6412C9}" dt="2025-08-10T14:26:49.278" v="261"/>
          <ac:spMkLst>
            <pc:docMk/>
            <pc:sldMk cId="4072841780" sldId="303"/>
            <ac:spMk id="4" creationId="{F22D3593-C37F-0284-ACD5-BF8FA4A05061}"/>
          </ac:spMkLst>
        </pc:spChg>
        <pc:spChg chg="add mod">
          <ac:chgData name="Alex Rios" userId="69fc135ea1c70fd1" providerId="LiveId" clId="{E904FFD5-1EE4-4554-98F9-5D3F5D6412C9}" dt="2025-08-10T14:27:18.924" v="278" actId="20577"/>
          <ac:spMkLst>
            <pc:docMk/>
            <pc:sldMk cId="4072841780" sldId="303"/>
            <ac:spMk id="5" creationId="{7CE9F808-49C4-F1DD-8AA4-FB403D261B48}"/>
          </ac:spMkLst>
        </pc:spChg>
        <pc:picChg chg="add mod">
          <ac:chgData name="Alex Rios" userId="69fc135ea1c70fd1" providerId="LiveId" clId="{E904FFD5-1EE4-4554-98F9-5D3F5D6412C9}" dt="2025-08-10T14:27:25.535" v="280" actId="1076"/>
          <ac:picMkLst>
            <pc:docMk/>
            <pc:sldMk cId="4072841780" sldId="303"/>
            <ac:picMk id="1026" creationId="{5FE93B9D-9C6C-DCE7-3166-88C4781DFBD6}"/>
          </ac:picMkLst>
        </pc:picChg>
        <pc:picChg chg="del mod">
          <ac:chgData name="Alex Rios" userId="69fc135ea1c70fd1" providerId="LiveId" clId="{E904FFD5-1EE4-4554-98F9-5D3F5D6412C9}" dt="2025-08-10T14:24:45.597" v="252" actId="21"/>
          <ac:picMkLst>
            <pc:docMk/>
            <pc:sldMk cId="4072841780" sldId="303"/>
            <ac:picMk id="2050" creationId="{89F695EB-6CAD-581E-B55B-4A30446DE194}"/>
          </ac:picMkLst>
        </pc:picChg>
      </pc:sldChg>
      <pc:sldChg chg="modSp add mod ord">
        <pc:chgData name="Alex Rios" userId="69fc135ea1c70fd1" providerId="LiveId" clId="{E904FFD5-1EE4-4554-98F9-5D3F5D6412C9}" dt="2025-08-10T19:06:05.425" v="440" actId="123"/>
        <pc:sldMkLst>
          <pc:docMk/>
          <pc:sldMk cId="811780055" sldId="304"/>
        </pc:sldMkLst>
        <pc:spChg chg="mod">
          <ac:chgData name="Alex Rios" userId="69fc135ea1c70fd1" providerId="LiveId" clId="{E904FFD5-1EE4-4554-98F9-5D3F5D6412C9}" dt="2025-08-10T19:02:57.699" v="363" actId="20577"/>
          <ac:spMkLst>
            <pc:docMk/>
            <pc:sldMk cId="811780055" sldId="304"/>
            <ac:spMk id="3" creationId="{43F6A1AA-69AE-0BFD-4307-6235547BDDAB}"/>
          </ac:spMkLst>
        </pc:spChg>
        <pc:spChg chg="mod">
          <ac:chgData name="Alex Rios" userId="69fc135ea1c70fd1" providerId="LiveId" clId="{E904FFD5-1EE4-4554-98F9-5D3F5D6412C9}" dt="2025-08-10T19:06:05.425" v="440" actId="123"/>
          <ac:spMkLst>
            <pc:docMk/>
            <pc:sldMk cId="811780055" sldId="304"/>
            <ac:spMk id="11266" creationId="{454004A6-76C3-DE51-77F7-C2BA075D07CE}"/>
          </ac:spMkLst>
        </pc:spChg>
      </pc:sldChg>
      <pc:sldChg chg="add del">
        <pc:chgData name="Alex Rios" userId="69fc135ea1c70fd1" providerId="LiveId" clId="{E904FFD5-1EE4-4554-98F9-5D3F5D6412C9}" dt="2025-08-10T19:02:46.150" v="347" actId="2890"/>
        <pc:sldMkLst>
          <pc:docMk/>
          <pc:sldMk cId="1160348932" sldId="30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1.jpe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riângulo retângulo 9">
            <a:extLst>
              <a:ext uri="{FF2B5EF4-FFF2-40B4-BE49-F238E27FC236}">
                <a16:creationId xmlns:a16="http://schemas.microsoft.com/office/drawing/2014/main" id="{F5A117A7-9C51-42FD-9EDA-3FC58CD2AFF4}"/>
              </a:ext>
            </a:extLst>
          </p:cNvPr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5" name="Grupo 1">
            <a:extLst>
              <a:ext uri="{FF2B5EF4-FFF2-40B4-BE49-F238E27FC236}">
                <a16:creationId xmlns:a16="http://schemas.microsoft.com/office/drawing/2014/main" id="{5178A8D8-CE48-45CD-890B-66C74C7FBFBB}"/>
              </a:ext>
            </a:extLst>
          </p:cNvPr>
          <p:cNvGrpSpPr>
            <a:grpSpLocks/>
          </p:cNvGrpSpPr>
          <p:nvPr/>
        </p:nvGrpSpPr>
        <p:grpSpPr bwMode="auto">
          <a:xfrm>
            <a:off x="-3175" y="4953000"/>
            <a:ext cx="9147175" cy="1911350"/>
            <a:chOff x="-3765" y="4832896"/>
            <a:chExt cx="9147765" cy="2032192"/>
          </a:xfrm>
        </p:grpSpPr>
        <p:sp>
          <p:nvSpPr>
            <p:cNvPr id="6" name="Forma livre 6">
              <a:extLst>
                <a:ext uri="{FF2B5EF4-FFF2-40B4-BE49-F238E27FC236}">
                  <a16:creationId xmlns:a16="http://schemas.microsoft.com/office/drawing/2014/main" id="{30F1EFDC-8AB9-4267-A310-5602A8F7AE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</a:endParaRPr>
            </a:p>
          </p:txBody>
        </p:sp>
        <p:sp>
          <p:nvSpPr>
            <p:cNvPr id="7" name="Forma livre 7">
              <a:extLst>
                <a:ext uri="{FF2B5EF4-FFF2-40B4-BE49-F238E27FC236}">
                  <a16:creationId xmlns:a16="http://schemas.microsoft.com/office/drawing/2014/main" id="{12AEA217-AA9F-4A49-9424-002AFDCB29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26" y="5135025"/>
              <a:ext cx="9108074" cy="838869"/>
            </a:xfrm>
            <a:custGeom>
              <a:avLst/>
              <a:gdLst>
                <a:gd name="T0" fmla="*/ 0 w 5760"/>
                <a:gd name="T1" fmla="*/ 0 h 528"/>
                <a:gd name="T2" fmla="*/ 2147483646 w 5760"/>
                <a:gd name="T3" fmla="*/ 0 h 528"/>
                <a:gd name="T4" fmla="*/ 2147483646 w 5760"/>
                <a:gd name="T5" fmla="*/ 2147483646 h 528"/>
                <a:gd name="T6" fmla="*/ 2147483646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Forma livre 10">
              <a:extLst>
                <a:ext uri="{FF2B5EF4-FFF2-40B4-BE49-F238E27FC236}">
                  <a16:creationId xmlns:a16="http://schemas.microsoft.com/office/drawing/2014/main" id="{878E13E4-D64F-41B3-A0E7-618C8EB5CA9B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cxnSp>
          <p:nvCxnSpPr>
            <p:cNvPr id="10" name="Conector reto 11">
              <a:extLst>
                <a:ext uri="{FF2B5EF4-FFF2-40B4-BE49-F238E27FC236}">
                  <a16:creationId xmlns:a16="http://schemas.microsoft.com/office/drawing/2014/main" id="{472C96AA-B0D6-40DF-8051-F4BB4AB4C339}"/>
                </a:ext>
              </a:extLst>
            </p:cNvPr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ítulo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17" name="Subtítulo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pt-BR"/>
              <a:t>Clique para editar o estilo do subtítulo Mestre</a:t>
            </a:r>
            <a:endParaRPr lang="en-US"/>
          </a:p>
        </p:txBody>
      </p:sp>
      <p:sp>
        <p:nvSpPr>
          <p:cNvPr id="11" name="Espaço Reservado para Data 29">
            <a:extLst>
              <a:ext uri="{FF2B5EF4-FFF2-40B4-BE49-F238E27FC236}">
                <a16:creationId xmlns:a16="http://schemas.microsoft.com/office/drawing/2014/main" id="{3852A807-008E-43B4-880C-EDD5AA8F4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fld id="{3B322A93-7EEB-40E7-B776-A307F2B7C2CF}" type="datetimeFigureOut">
              <a:rPr lang="pt-BR"/>
              <a:pPr>
                <a:defRPr/>
              </a:pPr>
              <a:t>10/08/2025</a:t>
            </a:fld>
            <a:endParaRPr lang="pt-BR"/>
          </a:p>
        </p:txBody>
      </p:sp>
      <p:sp>
        <p:nvSpPr>
          <p:cNvPr id="12" name="Espaço Reservado para Rodapé 18">
            <a:extLst>
              <a:ext uri="{FF2B5EF4-FFF2-40B4-BE49-F238E27FC236}">
                <a16:creationId xmlns:a16="http://schemas.microsoft.com/office/drawing/2014/main" id="{C39A14FD-819A-4670-8E46-CA4D8DD85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pt-BR"/>
          </a:p>
        </p:txBody>
      </p:sp>
      <p:sp>
        <p:nvSpPr>
          <p:cNvPr id="13" name="Espaço Reservado para Número de Slide 26">
            <a:extLst>
              <a:ext uri="{FF2B5EF4-FFF2-40B4-BE49-F238E27FC236}">
                <a16:creationId xmlns:a16="http://schemas.microsoft.com/office/drawing/2014/main" id="{BF52E99B-4197-4EC2-B3BF-17D513E520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E7331714-4C43-4A67-9003-8C3DF4151487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628479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4" name="Espaço Reservado para Data 9">
            <a:extLst>
              <a:ext uri="{FF2B5EF4-FFF2-40B4-BE49-F238E27FC236}">
                <a16:creationId xmlns:a16="http://schemas.microsoft.com/office/drawing/2014/main" id="{FA466A43-8374-47AB-BA7C-1F40283F6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3A4B54-6404-46F7-B967-536A42832154}" type="datetimeFigureOut">
              <a:rPr lang="pt-BR"/>
              <a:pPr>
                <a:defRPr/>
              </a:pPr>
              <a:t>10/08/2025</a:t>
            </a:fld>
            <a:endParaRPr lang="pt-BR"/>
          </a:p>
        </p:txBody>
      </p:sp>
      <p:sp>
        <p:nvSpPr>
          <p:cNvPr id="5" name="Espaço Reservado para Rodapé 21">
            <a:extLst>
              <a:ext uri="{FF2B5EF4-FFF2-40B4-BE49-F238E27FC236}">
                <a16:creationId xmlns:a16="http://schemas.microsoft.com/office/drawing/2014/main" id="{6819E44F-EA3D-4421-ABEB-6FD7A1599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17">
            <a:extLst>
              <a:ext uri="{FF2B5EF4-FFF2-40B4-BE49-F238E27FC236}">
                <a16:creationId xmlns:a16="http://schemas.microsoft.com/office/drawing/2014/main" id="{B0A58D26-B32B-4F0C-BCC2-6BE54BA37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97FCF5-44CF-40EE-8B0E-00E74A7AFC62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405391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visa 6">
            <a:extLst>
              <a:ext uri="{FF2B5EF4-FFF2-40B4-BE49-F238E27FC236}">
                <a16:creationId xmlns:a16="http://schemas.microsoft.com/office/drawing/2014/main" id="{D2830E5A-122B-421C-B508-57B620BB0A00}"/>
              </a:ext>
            </a:extLst>
          </p:cNvPr>
          <p:cNvSpPr/>
          <p:nvPr/>
        </p:nvSpPr>
        <p:spPr>
          <a:xfrm>
            <a:off x="3636963" y="3005138"/>
            <a:ext cx="182562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Divisa 7">
            <a:extLst>
              <a:ext uri="{FF2B5EF4-FFF2-40B4-BE49-F238E27FC236}">
                <a16:creationId xmlns:a16="http://schemas.microsoft.com/office/drawing/2014/main" id="{7C2DFB53-6895-4D86-934C-AAA3CC20B27C}"/>
              </a:ext>
            </a:extLst>
          </p:cNvPr>
          <p:cNvSpPr/>
          <p:nvPr/>
        </p:nvSpPr>
        <p:spPr>
          <a:xfrm>
            <a:off x="3449638" y="3005138"/>
            <a:ext cx="18415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Data 3">
            <a:extLst>
              <a:ext uri="{FF2B5EF4-FFF2-40B4-BE49-F238E27FC236}">
                <a16:creationId xmlns:a16="http://schemas.microsoft.com/office/drawing/2014/main" id="{041DAE74-F17C-4051-BEC3-17A62FFAEC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2966FA63-E0BC-4D2C-8342-1A4E579032CF}" type="datetimeFigureOut">
              <a:rPr lang="pt-BR"/>
              <a:pPr>
                <a:defRPr/>
              </a:pPr>
              <a:t>10/08/2025</a:t>
            </a:fld>
            <a:endParaRPr lang="pt-BR"/>
          </a:p>
        </p:txBody>
      </p:sp>
      <p:sp>
        <p:nvSpPr>
          <p:cNvPr id="7" name="Espaço Reservado para Rodapé 4">
            <a:extLst>
              <a:ext uri="{FF2B5EF4-FFF2-40B4-BE49-F238E27FC236}">
                <a16:creationId xmlns:a16="http://schemas.microsoft.com/office/drawing/2014/main" id="{B76BBEE4-AE93-4B9F-A479-79DDDD9975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pt-BR"/>
          </a:p>
        </p:txBody>
      </p:sp>
      <p:sp>
        <p:nvSpPr>
          <p:cNvPr id="8" name="Espaço Reservado para Número de Slide 5">
            <a:extLst>
              <a:ext uri="{FF2B5EF4-FFF2-40B4-BE49-F238E27FC236}">
                <a16:creationId xmlns:a16="http://schemas.microsoft.com/office/drawing/2014/main" id="{F2CB7544-9515-4E42-8DF1-AF1FB70DAD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4DD7E80-52D8-4E56-9D9C-0753ECAE0482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1345698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8" name="Título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6AB1587-D046-4882-873E-CFE89A7710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8BFBD877-53D6-4970-9927-A01E83EF2F14}" type="datetimeFigureOut">
              <a:rPr lang="pt-BR"/>
              <a:pPr>
                <a:defRPr/>
              </a:pPr>
              <a:t>10/08/2025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855DDB8-F45A-4CE4-B7F6-308CB744E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AED7469-9D89-41AD-834D-79BCED9C9D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05DD2C1-40DC-49FE-A42E-9D69DCFA48AF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9158522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ação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Conteúdo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82369C6A-6810-4D03-9E40-0670C4792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F6F6B858-6755-46D6-93F5-26500DBA166B}" type="datetimeFigureOut">
              <a:rPr lang="pt-BR"/>
              <a:pPr>
                <a:defRPr/>
              </a:pPr>
              <a:t>10/08/2025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8971D19-217D-458A-9F97-9BDF8A290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93C461F-939D-4109-AB09-31BACD5C9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D880A42-00AD-4876-AFD9-1D5CDD6BCC94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596724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E813FD2-CAAD-49D9-BE15-8D5358A21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B4237F01-5844-4E3D-9D81-F446E93C61FE}" type="datetimeFigureOut">
              <a:rPr lang="pt-BR"/>
              <a:pPr>
                <a:defRPr/>
              </a:pPr>
              <a:t>10/08/2025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9327398-1EED-4AEE-91CD-410BF40F19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9D672CF-AE92-4038-B601-95B6D5C36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66B99D8-3EA7-4A02-8391-2EF2ADB1F762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2490728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9">
            <a:extLst>
              <a:ext uri="{FF2B5EF4-FFF2-40B4-BE49-F238E27FC236}">
                <a16:creationId xmlns:a16="http://schemas.microsoft.com/office/drawing/2014/main" id="{54F80EAE-6332-473B-8FB4-20BF54AAC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366A47-DAB1-4672-8A8F-5E0C18497212}" type="datetimeFigureOut">
              <a:rPr lang="pt-BR"/>
              <a:pPr>
                <a:defRPr/>
              </a:pPr>
              <a:t>10/08/2025</a:t>
            </a:fld>
            <a:endParaRPr lang="pt-BR"/>
          </a:p>
        </p:txBody>
      </p:sp>
      <p:sp>
        <p:nvSpPr>
          <p:cNvPr id="3" name="Espaço Reservado para Rodapé 21">
            <a:extLst>
              <a:ext uri="{FF2B5EF4-FFF2-40B4-BE49-F238E27FC236}">
                <a16:creationId xmlns:a16="http://schemas.microsoft.com/office/drawing/2014/main" id="{16D78895-114C-453F-91F8-0DC73CB2A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17">
            <a:extLst>
              <a:ext uri="{FF2B5EF4-FFF2-40B4-BE49-F238E27FC236}">
                <a16:creationId xmlns:a16="http://schemas.microsoft.com/office/drawing/2014/main" id="{A310FBB0-38CC-4261-9FC5-DFCD902C1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0BF670-F8DF-4A54-BB8C-A0CC4016F4E5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717976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údo com Legenda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2ED100F-BFFA-4A30-A003-FBFCCE4FC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83411945-1281-4F8E-9150-E9A3183E16F3}" type="datetimeFigureOut">
              <a:rPr lang="pt-BR"/>
              <a:pPr>
                <a:defRPr/>
              </a:pPr>
              <a:t>10/08/2025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CB47FBE0-4816-46CD-8E36-F8FB685B6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7EB49A8-49F6-402C-BFBC-EE51C09F0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BEAABE8-E68C-4D82-B3F3-EB11E3B99FF4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6878669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rma livre 7">
            <a:extLst>
              <a:ext uri="{FF2B5EF4-FFF2-40B4-BE49-F238E27FC236}">
                <a16:creationId xmlns:a16="http://schemas.microsoft.com/office/drawing/2014/main" id="{407E9DDB-EA71-47C5-BC86-3AE1412A0260}"/>
              </a:ext>
            </a:extLst>
          </p:cNvPr>
          <p:cNvSpPr>
            <a:spLocks/>
          </p:cNvSpPr>
          <p:nvPr/>
        </p:nvSpPr>
        <p:spPr bwMode="auto">
          <a:xfrm>
            <a:off x="715963" y="5002213"/>
            <a:ext cx="3802062" cy="14430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6" name="Forma livre 8">
            <a:extLst>
              <a:ext uri="{FF2B5EF4-FFF2-40B4-BE49-F238E27FC236}">
                <a16:creationId xmlns:a16="http://schemas.microsoft.com/office/drawing/2014/main" id="{F987D7CC-0850-4AF4-9F7C-5B556B34A72E}"/>
              </a:ext>
            </a:extLst>
          </p:cNvPr>
          <p:cNvSpPr>
            <a:spLocks/>
          </p:cNvSpPr>
          <p:nvPr/>
        </p:nvSpPr>
        <p:spPr bwMode="auto">
          <a:xfrm>
            <a:off x="-53975" y="5784850"/>
            <a:ext cx="3802063" cy="838200"/>
          </a:xfrm>
          <a:custGeom>
            <a:avLst/>
            <a:gdLst>
              <a:gd name="T0" fmla="*/ 0 w 5760"/>
              <a:gd name="T1" fmla="*/ 0 h 528"/>
              <a:gd name="T2" fmla="*/ 2147483646 w 5760"/>
              <a:gd name="T3" fmla="*/ 0 h 528"/>
              <a:gd name="T4" fmla="*/ 2147483646 w 5760"/>
              <a:gd name="T5" fmla="*/ 2147483646 h 528"/>
              <a:gd name="T6" fmla="*/ 2147483646 w 5760"/>
              <a:gd name="T7" fmla="*/ 0 h 528"/>
              <a:gd name="T8" fmla="*/ 0 60000 65536"/>
              <a:gd name="T9" fmla="*/ 0 60000 65536"/>
              <a:gd name="T10" fmla="*/ 0 60000 65536"/>
              <a:gd name="T11" fmla="*/ 0 60000 65536"/>
              <a:gd name="T12" fmla="*/ 0 w 5760"/>
              <a:gd name="T13" fmla="*/ 0 h 528"/>
              <a:gd name="T14" fmla="*/ 5760 w 5760"/>
              <a:gd name="T15" fmla="*/ 528 h 52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7" name="Triângulo retângulo 9">
            <a:extLst>
              <a:ext uri="{FF2B5EF4-FFF2-40B4-BE49-F238E27FC236}">
                <a16:creationId xmlns:a16="http://schemas.microsoft.com/office/drawing/2014/main" id="{EE884750-1031-42B6-AE43-6A482341EBF7}"/>
              </a:ext>
            </a:extLst>
          </p:cNvPr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4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8" name="Conector reto 10">
            <a:extLst>
              <a:ext uri="{FF2B5EF4-FFF2-40B4-BE49-F238E27FC236}">
                <a16:creationId xmlns:a16="http://schemas.microsoft.com/office/drawing/2014/main" id="{A2D7B5D5-A12D-46F9-BA15-7C484812F52F}"/>
              </a:ext>
            </a:extLst>
          </p:cNvPr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ivisa 11">
            <a:extLst>
              <a:ext uri="{FF2B5EF4-FFF2-40B4-BE49-F238E27FC236}">
                <a16:creationId xmlns:a16="http://schemas.microsoft.com/office/drawing/2014/main" id="{D718FD99-4E89-4DDD-9DD7-41CA5DDE2303}"/>
              </a:ext>
            </a:extLst>
          </p:cNvPr>
          <p:cNvSpPr/>
          <p:nvPr/>
        </p:nvSpPr>
        <p:spPr>
          <a:xfrm>
            <a:off x="8664575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Divisa 12">
            <a:extLst>
              <a:ext uri="{FF2B5EF4-FFF2-40B4-BE49-F238E27FC236}">
                <a16:creationId xmlns:a16="http://schemas.microsoft.com/office/drawing/2014/main" id="{584E897A-1C8D-4242-9BB1-CB0C5B546999}"/>
              </a:ext>
            </a:extLst>
          </p:cNvPr>
          <p:cNvSpPr/>
          <p:nvPr/>
        </p:nvSpPr>
        <p:spPr>
          <a:xfrm>
            <a:off x="8477250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tIns="0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pt-BR" noProof="0"/>
              <a:t>Clique no ícone para adicionar uma imagem</a:t>
            </a:r>
            <a:endParaRPr lang="en-US" noProof="0" dirty="0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11" name="Espaço Reservado para Data 4">
            <a:extLst>
              <a:ext uri="{FF2B5EF4-FFF2-40B4-BE49-F238E27FC236}">
                <a16:creationId xmlns:a16="http://schemas.microsoft.com/office/drawing/2014/main" id="{EBFA8431-D444-43D5-A397-A93462FB0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593416FE-E1F2-4B54-8835-4B67FD739ECE}" type="datetimeFigureOut">
              <a:rPr lang="pt-BR"/>
              <a:pPr>
                <a:defRPr/>
              </a:pPr>
              <a:t>10/08/2025</a:t>
            </a:fld>
            <a:endParaRPr lang="pt-BR"/>
          </a:p>
        </p:txBody>
      </p:sp>
      <p:sp>
        <p:nvSpPr>
          <p:cNvPr id="12" name="Espaço Reservado para Rodapé 5">
            <a:extLst>
              <a:ext uri="{FF2B5EF4-FFF2-40B4-BE49-F238E27FC236}">
                <a16:creationId xmlns:a16="http://schemas.microsoft.com/office/drawing/2014/main" id="{4D8593F9-C625-4EF7-8E9D-441EB21C3D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pt-BR"/>
          </a:p>
        </p:txBody>
      </p:sp>
      <p:sp>
        <p:nvSpPr>
          <p:cNvPr id="13" name="Espaço Reservado para Número de Slide 6">
            <a:extLst>
              <a:ext uri="{FF2B5EF4-FFF2-40B4-BE49-F238E27FC236}">
                <a16:creationId xmlns:a16="http://schemas.microsoft.com/office/drawing/2014/main" id="{67B94477-0695-4FE0-98DE-DE44E3CB8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7E0D5FF-94E5-49B5-B6E1-4DE5A1D67525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286464523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9">
            <a:extLst>
              <a:ext uri="{FF2B5EF4-FFF2-40B4-BE49-F238E27FC236}">
                <a16:creationId xmlns:a16="http://schemas.microsoft.com/office/drawing/2014/main" id="{42282259-7C15-4617-9CD5-9E423B583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974564-91B2-4F1C-A614-4D54815519E6}" type="datetimeFigureOut">
              <a:rPr lang="pt-BR"/>
              <a:pPr>
                <a:defRPr/>
              </a:pPr>
              <a:t>10/08/2025</a:t>
            </a:fld>
            <a:endParaRPr lang="pt-BR"/>
          </a:p>
        </p:txBody>
      </p:sp>
      <p:sp>
        <p:nvSpPr>
          <p:cNvPr id="5" name="Espaço Reservado para Rodapé 21">
            <a:extLst>
              <a:ext uri="{FF2B5EF4-FFF2-40B4-BE49-F238E27FC236}">
                <a16:creationId xmlns:a16="http://schemas.microsoft.com/office/drawing/2014/main" id="{14C9E8D4-BAF8-49B6-970C-C9A64FAED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17">
            <a:extLst>
              <a:ext uri="{FF2B5EF4-FFF2-40B4-BE49-F238E27FC236}">
                <a16:creationId xmlns:a16="http://schemas.microsoft.com/office/drawing/2014/main" id="{987667C9-0E42-4724-B9D5-C794C61B5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67B85D8-6ACE-47AB-9F31-F523935257A8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40021272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9">
            <a:extLst>
              <a:ext uri="{FF2B5EF4-FFF2-40B4-BE49-F238E27FC236}">
                <a16:creationId xmlns:a16="http://schemas.microsoft.com/office/drawing/2014/main" id="{40839FC9-D7F4-4307-A700-4A8A81C7E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A09916-C53F-4326-9E87-EBAADD760B7A}" type="datetimeFigureOut">
              <a:rPr lang="pt-BR"/>
              <a:pPr>
                <a:defRPr/>
              </a:pPr>
              <a:t>10/08/2025</a:t>
            </a:fld>
            <a:endParaRPr lang="pt-BR"/>
          </a:p>
        </p:txBody>
      </p:sp>
      <p:sp>
        <p:nvSpPr>
          <p:cNvPr id="5" name="Espaço Reservado para Rodapé 21">
            <a:extLst>
              <a:ext uri="{FF2B5EF4-FFF2-40B4-BE49-F238E27FC236}">
                <a16:creationId xmlns:a16="http://schemas.microsoft.com/office/drawing/2014/main" id="{C9591E79-F6E3-469A-9EB6-BA7AD7699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17">
            <a:extLst>
              <a:ext uri="{FF2B5EF4-FFF2-40B4-BE49-F238E27FC236}">
                <a16:creationId xmlns:a16="http://schemas.microsoft.com/office/drawing/2014/main" id="{C5299094-4C83-4820-9608-A4D0661BA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95D075-0502-4217-836B-3775D52F74F8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334369599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>
  <p:cSld name="Title and 2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481138"/>
            <a:ext cx="4038600" cy="2185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481138"/>
            <a:ext cx="4038600" cy="21859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/>
          <p:cNvSpPr>
            <a:spLocks noGrp="1"/>
          </p:cNvSpPr>
          <p:nvPr>
            <p:ph type="body" sz="half" idx="3"/>
          </p:nvPr>
        </p:nvSpPr>
        <p:spPr>
          <a:xfrm>
            <a:off x="457200" y="3819525"/>
            <a:ext cx="8229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6" name="Espaço Reservado para Data 9">
            <a:extLst>
              <a:ext uri="{FF2B5EF4-FFF2-40B4-BE49-F238E27FC236}">
                <a16:creationId xmlns:a16="http://schemas.microsoft.com/office/drawing/2014/main" id="{3D3C6E62-3F6B-488C-BFB4-D6F677248D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B84E71-8A72-4653-BC0F-607DA5F7A66C}" type="datetimeFigureOut">
              <a:rPr lang="pt-BR"/>
              <a:pPr>
                <a:defRPr/>
              </a:pPr>
              <a:t>10/08/2025</a:t>
            </a:fld>
            <a:endParaRPr lang="pt-BR"/>
          </a:p>
        </p:txBody>
      </p:sp>
      <p:sp>
        <p:nvSpPr>
          <p:cNvPr id="7" name="Espaço Reservado para Rodapé 21">
            <a:extLst>
              <a:ext uri="{FF2B5EF4-FFF2-40B4-BE49-F238E27FC236}">
                <a16:creationId xmlns:a16="http://schemas.microsoft.com/office/drawing/2014/main" id="{86ADB138-4CFC-4DAC-9DBF-30DC72FA50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Espaço Reservado para Número de Slide 17">
            <a:extLst>
              <a:ext uri="{FF2B5EF4-FFF2-40B4-BE49-F238E27FC236}">
                <a16:creationId xmlns:a16="http://schemas.microsoft.com/office/drawing/2014/main" id="{2CC5EA34-5516-4C02-A3DF-BFB0F1768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739F58-9060-4CE0-B9F7-5DA043E9C0A8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  <p:extLst>
      <p:ext uri="{BB962C8B-B14F-4D97-AF65-F5344CB8AC3E}">
        <p14:creationId xmlns:p14="http://schemas.microsoft.com/office/powerpoint/2010/main" val="11126870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orma livre 12">
            <a:extLst>
              <a:ext uri="{FF2B5EF4-FFF2-40B4-BE49-F238E27FC236}">
                <a16:creationId xmlns:a16="http://schemas.microsoft.com/office/drawing/2014/main" id="{6B45E934-9E8F-4E69-AF48-ECEAA772FFBC}"/>
              </a:ext>
            </a:extLst>
          </p:cNvPr>
          <p:cNvSpPr>
            <a:spLocks/>
          </p:cNvSpPr>
          <p:nvPr/>
        </p:nvSpPr>
        <p:spPr bwMode="auto">
          <a:xfrm>
            <a:off x="715963" y="5002213"/>
            <a:ext cx="3802062" cy="144303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</a:endParaRPr>
          </a:p>
        </p:txBody>
      </p:sp>
      <p:sp>
        <p:nvSpPr>
          <p:cNvPr id="1027" name="Forma livre 11">
            <a:extLst>
              <a:ext uri="{FF2B5EF4-FFF2-40B4-BE49-F238E27FC236}">
                <a16:creationId xmlns:a16="http://schemas.microsoft.com/office/drawing/2014/main" id="{A6746F6C-47A9-46A3-AB3F-1466D5FDA080}"/>
              </a:ext>
            </a:extLst>
          </p:cNvPr>
          <p:cNvSpPr>
            <a:spLocks/>
          </p:cNvSpPr>
          <p:nvPr/>
        </p:nvSpPr>
        <p:spPr bwMode="auto">
          <a:xfrm>
            <a:off x="-53975" y="5784850"/>
            <a:ext cx="3802063" cy="838200"/>
          </a:xfrm>
          <a:custGeom>
            <a:avLst/>
            <a:gdLst>
              <a:gd name="T0" fmla="*/ 0 w 5760"/>
              <a:gd name="T1" fmla="*/ 0 h 528"/>
              <a:gd name="T2" fmla="*/ 2147483646 w 5760"/>
              <a:gd name="T3" fmla="*/ 0 h 528"/>
              <a:gd name="T4" fmla="*/ 2147483646 w 5760"/>
              <a:gd name="T5" fmla="*/ 2147483646 h 528"/>
              <a:gd name="T6" fmla="*/ 2147483646 w 5760"/>
              <a:gd name="T7" fmla="*/ 0 h 528"/>
              <a:gd name="T8" fmla="*/ 0 60000 65536"/>
              <a:gd name="T9" fmla="*/ 0 60000 65536"/>
              <a:gd name="T10" fmla="*/ 0 60000 65536"/>
              <a:gd name="T11" fmla="*/ 0 60000 65536"/>
              <a:gd name="T12" fmla="*/ 0 w 5760"/>
              <a:gd name="T13" fmla="*/ 0 h 528"/>
              <a:gd name="T14" fmla="*/ 5760 w 5760"/>
              <a:gd name="T15" fmla="*/ 528 h 52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pt-BR"/>
          </a:p>
        </p:txBody>
      </p:sp>
      <p:sp>
        <p:nvSpPr>
          <p:cNvPr id="14" name="Triângulo retângulo 13">
            <a:extLst>
              <a:ext uri="{FF2B5EF4-FFF2-40B4-BE49-F238E27FC236}">
                <a16:creationId xmlns:a16="http://schemas.microsoft.com/office/drawing/2014/main" id="{FE4F9BDB-1881-4C19-A946-D1AC4121D0DF}"/>
              </a:ext>
            </a:extLst>
          </p:cNvPr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4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15" name="Conector reto 14">
            <a:extLst>
              <a:ext uri="{FF2B5EF4-FFF2-40B4-BE49-F238E27FC236}">
                <a16:creationId xmlns:a16="http://schemas.microsoft.com/office/drawing/2014/main" id="{E4A83159-07FC-4B7A-830A-499D27E83945}"/>
              </a:ext>
            </a:extLst>
          </p:cNvPr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Espaço Reservado para Título 8">
            <a:extLst>
              <a:ext uri="{FF2B5EF4-FFF2-40B4-BE49-F238E27FC236}">
                <a16:creationId xmlns:a16="http://schemas.microsoft.com/office/drawing/2014/main" id="{50DD5BFE-3CA0-47E4-9C80-17F6E2E0E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pt-BR"/>
              <a:t>Clique para editar o estilo do título mestre</a:t>
            </a:r>
            <a:endParaRPr lang="en-US"/>
          </a:p>
        </p:txBody>
      </p:sp>
      <p:sp>
        <p:nvSpPr>
          <p:cNvPr id="1033" name="Espaço Reservado para Texto 29">
            <a:extLst>
              <a:ext uri="{FF2B5EF4-FFF2-40B4-BE49-F238E27FC236}">
                <a16:creationId xmlns:a16="http://schemas.microsoft.com/office/drawing/2014/main" id="{08AAE3F5-2F32-4D2E-B053-6016E3398A1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do texto mestre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  <a:endParaRPr lang="en-US" altLang="pt-BR"/>
          </a:p>
        </p:txBody>
      </p:sp>
      <p:sp>
        <p:nvSpPr>
          <p:cNvPr id="10" name="Espaço Reservado para Data 9">
            <a:extLst>
              <a:ext uri="{FF2B5EF4-FFF2-40B4-BE49-F238E27FC236}">
                <a16:creationId xmlns:a16="http://schemas.microsoft.com/office/drawing/2014/main" id="{C96B2154-62DB-490C-AF65-093AE5AA4E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tx1"/>
                </a:solidFill>
                <a:latin typeface="+mn-lt"/>
              </a:defRPr>
            </a:lvl1pPr>
            <a:extLst/>
          </a:lstStyle>
          <a:p>
            <a:pPr>
              <a:defRPr/>
            </a:pPr>
            <a:fld id="{700CDC3E-9900-4F46-A950-6415C79AD391}" type="datetimeFigureOut">
              <a:rPr lang="pt-BR"/>
              <a:pPr>
                <a:defRPr/>
              </a:pPr>
              <a:t>10/08/2025</a:t>
            </a:fld>
            <a:endParaRPr lang="pt-BR"/>
          </a:p>
        </p:txBody>
      </p:sp>
      <p:sp>
        <p:nvSpPr>
          <p:cNvPr id="22" name="Espaço Reservado para Rodapé 21">
            <a:extLst>
              <a:ext uri="{FF2B5EF4-FFF2-40B4-BE49-F238E27FC236}">
                <a16:creationId xmlns:a16="http://schemas.microsoft.com/office/drawing/2014/main" id="{C6036FC6-B2C8-4124-A45A-E6F6C47DC8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7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tx1"/>
                </a:solidFill>
                <a:latin typeface="+mn-lt"/>
              </a:defRPr>
            </a:lvl1pPr>
            <a:extLst/>
          </a:lstStyle>
          <a:p>
            <a:pPr>
              <a:defRPr/>
            </a:pPr>
            <a:endParaRPr lang="pt-BR"/>
          </a:p>
        </p:txBody>
      </p:sp>
      <p:sp>
        <p:nvSpPr>
          <p:cNvPr id="18" name="Espaço Reservado para Número de Slide 17">
            <a:extLst>
              <a:ext uri="{FF2B5EF4-FFF2-40B4-BE49-F238E27FC236}">
                <a16:creationId xmlns:a16="http://schemas.microsoft.com/office/drawing/2014/main" id="{01F3CB27-7C7E-499F-9EDB-1401DCE66C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 smtClean="0">
                <a:latin typeface="Lucida Sans Unicode" panose="020B0602030504020204" pitchFamily="34" charset="0"/>
              </a:defRPr>
            </a:lvl1pPr>
          </a:lstStyle>
          <a:p>
            <a:pPr>
              <a:defRPr/>
            </a:pPr>
            <a:fld id="{77575B5C-07F5-4328-846B-7C458B7ACB05}" type="slidenum">
              <a:rPr lang="pt-BR" altLang="pt-BR"/>
              <a:pPr>
                <a:defRPr/>
              </a:pPr>
              <a:t>‹nº›</a:t>
            </a:fld>
            <a:endParaRPr lang="pt-BR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4" r:id="rId1"/>
    <p:sldLayoutId id="2147483878" r:id="rId2"/>
    <p:sldLayoutId id="2147483885" r:id="rId3"/>
    <p:sldLayoutId id="2147483886" r:id="rId4"/>
    <p:sldLayoutId id="2147483887" r:id="rId5"/>
    <p:sldLayoutId id="2147483888" r:id="rId6"/>
    <p:sldLayoutId id="2147483879" r:id="rId7"/>
    <p:sldLayoutId id="2147483889" r:id="rId8"/>
    <p:sldLayoutId id="2147483890" r:id="rId9"/>
    <p:sldLayoutId id="2147483880" r:id="rId10"/>
    <p:sldLayoutId id="2147483881" r:id="rId11"/>
    <p:sldLayoutId id="2147483882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</a:defRPr>
      </a:lvl9pPr>
      <a:extLst/>
    </p:titleStyle>
    <p:bodyStyle>
      <a:lvl1pPr marL="365125" indent="-255588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0713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8838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Subtítulo 2">
            <a:extLst>
              <a:ext uri="{FF2B5EF4-FFF2-40B4-BE49-F238E27FC236}">
                <a16:creationId xmlns:a16="http://schemas.microsoft.com/office/drawing/2014/main" id="{0B7040FA-0C85-489D-9102-7900EB0846E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40451" y="274320"/>
            <a:ext cx="6687744" cy="3678155"/>
          </a:xfrm>
        </p:spPr>
        <p:txBody>
          <a:bodyPr wrap="square" anchor="t">
            <a:normAutofit/>
          </a:bodyPr>
          <a:lstStyle/>
          <a:p>
            <a:pPr marL="109537" marR="0" indent="0" eaLnBrk="1" hangingPunct="1">
              <a:buNone/>
            </a:pPr>
            <a:endParaRPr lang="pt-BR" altLang="pt-BR" dirty="0"/>
          </a:p>
          <a:p>
            <a:pPr marR="0" eaLnBrk="1" hangingPunct="1"/>
            <a:endParaRPr lang="pt-BR" altLang="pt-BR" dirty="0"/>
          </a:p>
        </p:txBody>
      </p:sp>
      <p:pic>
        <p:nvPicPr>
          <p:cNvPr id="9226" name="Picture 10" descr="Tudo o que você precisa saber sobre a Terra - Revista Galileu | Espaço">
            <a:extLst>
              <a:ext uri="{FF2B5EF4-FFF2-40B4-BE49-F238E27FC236}">
                <a16:creationId xmlns:a16="http://schemas.microsoft.com/office/drawing/2014/main" id="{601762D5-F359-42A5-B8B7-462CC6FD79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905210FB-0B3B-474B-8325-A58005975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7544" y="3200400"/>
            <a:ext cx="7481776" cy="457200"/>
          </a:xfrm>
        </p:spPr>
        <p:txBody>
          <a:bodyPr anchor="t">
            <a:noAutofit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pt-BR" sz="4800" dirty="0">
                <a:solidFill>
                  <a:schemeClr val="bg1"/>
                </a:solidFill>
              </a:rPr>
              <a:t>A Estrutura da Terra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03613D1-8CB4-A462-C0F4-EA87A58EB8B3}"/>
              </a:ext>
            </a:extLst>
          </p:cNvPr>
          <p:cNvSpPr txBox="1"/>
          <p:nvPr/>
        </p:nvSpPr>
        <p:spPr>
          <a:xfrm>
            <a:off x="4084323" y="4103932"/>
            <a:ext cx="25202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200" dirty="0">
                <a:solidFill>
                  <a:schemeClr val="bg1"/>
                </a:solidFill>
              </a:rPr>
              <a:t>Cap.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9C9BD8A-5CDD-4CDB-9A49-F4E0D1456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1766" y="1481138"/>
            <a:ext cx="6780467" cy="4525962"/>
          </a:xfrm>
          <a:prstGeom prst="rect">
            <a:avLst/>
          </a:prstGeom>
          <a:noFill/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BA56E6FF-6B68-4236-BED0-6128AA8F4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pt-BR" sz="3500" dirty="0"/>
              <a:t>Tempo histórico e tempo geológico</a:t>
            </a:r>
          </a:p>
        </p:txBody>
      </p:sp>
    </p:spTree>
    <p:extLst>
      <p:ext uri="{BB962C8B-B14F-4D97-AF65-F5344CB8AC3E}">
        <p14:creationId xmlns:p14="http://schemas.microsoft.com/office/powerpoint/2010/main" val="2907138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FE93B9D-9C6C-DCE7-3166-88C4781DFB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5653" y="286553"/>
            <a:ext cx="5776827" cy="60928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ítulo 1">
            <a:extLst>
              <a:ext uri="{FF2B5EF4-FFF2-40B4-BE49-F238E27FC236}">
                <a16:creationId xmlns:a16="http://schemas.microsoft.com/office/drawing/2014/main" id="{7CE9F808-49C4-F1DD-8AA4-FB403D261B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520" y="274638"/>
            <a:ext cx="2376264" cy="4954562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pt-BR" sz="3500" dirty="0"/>
              <a:t>Tabela geológica</a:t>
            </a:r>
          </a:p>
        </p:txBody>
      </p:sp>
    </p:spTree>
    <p:extLst>
      <p:ext uri="{BB962C8B-B14F-4D97-AF65-F5344CB8AC3E}">
        <p14:creationId xmlns:p14="http://schemas.microsoft.com/office/powerpoint/2010/main" val="4072841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ivro mapeia as correntes ideológicas do ambientalismo - Agência Envolverde">
            <a:extLst>
              <a:ext uri="{FF2B5EF4-FFF2-40B4-BE49-F238E27FC236}">
                <a16:creationId xmlns:a16="http://schemas.microsoft.com/office/drawing/2014/main" id="{0F70CC91-5A5F-474A-9F29-B532649841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881" b="18374"/>
          <a:stretch/>
        </p:blipFill>
        <p:spPr bwMode="auto">
          <a:xfrm>
            <a:off x="755576" y="1481138"/>
            <a:ext cx="7931224" cy="4361867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EAA3901E-B8E7-DAD9-B8A1-864579DFE6C9}"/>
              </a:ext>
            </a:extLst>
          </p:cNvPr>
          <p:cNvSpPr/>
          <p:nvPr/>
        </p:nvSpPr>
        <p:spPr>
          <a:xfrm>
            <a:off x="899592" y="692696"/>
            <a:ext cx="7632848" cy="576064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 ANTROPOCENO</a:t>
            </a:r>
          </a:p>
        </p:txBody>
      </p:sp>
    </p:spTree>
    <p:extLst>
      <p:ext uri="{BB962C8B-B14F-4D97-AF65-F5344CB8AC3E}">
        <p14:creationId xmlns:p14="http://schemas.microsoft.com/office/powerpoint/2010/main" val="17741970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5A5D1-2B99-8798-7BCE-8586272E7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ço Reservado para Conteúdo 1">
            <a:extLst>
              <a:ext uri="{FF2B5EF4-FFF2-40B4-BE49-F238E27FC236}">
                <a16:creationId xmlns:a16="http://schemas.microsoft.com/office/drawing/2014/main" id="{454004A6-76C3-DE51-77F7-C2BA075D07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5538"/>
            <a:ext cx="8507413" cy="4881562"/>
          </a:xfrm>
        </p:spPr>
        <p:txBody>
          <a:bodyPr/>
          <a:lstStyle/>
          <a:p>
            <a:pPr algn="just" eaLnBrk="1" hangingPunct="1"/>
            <a:r>
              <a:rPr lang="pt-BR" sz="2000" dirty="0"/>
              <a:t>Termo proposto por cientistas para designar uma nova época geológica na história da Terra, caracterizada pelo impacto significativo e dominante da atividade humana no planeta.</a:t>
            </a:r>
          </a:p>
          <a:p>
            <a:pPr algn="just" eaLnBrk="1" hangingPunct="1"/>
            <a:endParaRPr lang="pt-BR" altLang="pt-BR" sz="2000" dirty="0"/>
          </a:p>
          <a:p>
            <a:pPr algn="just" eaLnBrk="1" hangingPunct="1"/>
            <a:r>
              <a:rPr lang="pt-BR" altLang="pt-BR" sz="2000" dirty="0"/>
              <a:t>Algumas evidências:</a:t>
            </a:r>
          </a:p>
          <a:p>
            <a:pPr marL="109537" indent="0" algn="just" eaLnBrk="1" hangingPunct="1">
              <a:buNone/>
            </a:pPr>
            <a:endParaRPr lang="pt-BR" altLang="pt-BR" sz="2000" dirty="0"/>
          </a:p>
          <a:p>
            <a:pPr marL="711200" indent="-355600" algn="just">
              <a:buFont typeface="Wingdings" panose="05000000000000000000" pitchFamily="2" charset="2"/>
              <a:buChar char="v"/>
            </a:pPr>
            <a:r>
              <a:rPr lang="pt-BR" sz="2000" dirty="0"/>
              <a:t>aumento significativo na concentração de gases de efeito estufa na atmosfera;</a:t>
            </a:r>
          </a:p>
          <a:p>
            <a:pPr marL="711200" indent="-355600" algn="just">
              <a:buFont typeface="Wingdings" panose="05000000000000000000" pitchFamily="2" charset="2"/>
              <a:buChar char="v"/>
            </a:pPr>
            <a:r>
              <a:rPr lang="pt-BR" sz="2000" dirty="0"/>
              <a:t>presença de materiais sintéticos (plásticos, concreto) e produtos da combustão (cinzas) em camadas de sedimentos;</a:t>
            </a:r>
          </a:p>
          <a:p>
            <a:pPr marL="711200" indent="-355600" algn="just">
              <a:buFont typeface="Wingdings" panose="05000000000000000000" pitchFamily="2" charset="2"/>
              <a:buChar char="v"/>
            </a:pPr>
            <a:r>
              <a:rPr lang="pt-BR" sz="2000" dirty="0"/>
              <a:t>extinção em massa de espécies, com a taxa de extinção superando significativamente a média histórica.</a:t>
            </a:r>
          </a:p>
          <a:p>
            <a:pPr marL="109537" indent="0" algn="just" eaLnBrk="1" hangingPunct="1">
              <a:buNone/>
            </a:pPr>
            <a:endParaRPr lang="pt-BR" altLang="pt-BR" sz="2000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43F6A1AA-69AE-0BFD-4307-6235547BD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pt-BR" sz="3200" dirty="0"/>
              <a:t>Antropoceno</a:t>
            </a:r>
          </a:p>
        </p:txBody>
      </p:sp>
    </p:spTree>
    <p:extLst>
      <p:ext uri="{BB962C8B-B14F-4D97-AF65-F5344CB8AC3E}">
        <p14:creationId xmlns:p14="http://schemas.microsoft.com/office/powerpoint/2010/main" val="8117800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Espaço Reservado para Conteúdo 1">
            <a:extLst>
              <a:ext uri="{FF2B5EF4-FFF2-40B4-BE49-F238E27FC236}">
                <a16:creationId xmlns:a16="http://schemas.microsoft.com/office/drawing/2014/main" id="{539F88F5-4ED1-4F20-8999-F0B424342F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5538"/>
            <a:ext cx="8507413" cy="4881562"/>
          </a:xfrm>
        </p:spPr>
        <p:txBody>
          <a:bodyPr/>
          <a:lstStyle/>
          <a:p>
            <a:pPr algn="just" eaLnBrk="1" hangingPunct="1"/>
            <a:r>
              <a:rPr lang="pt-BR" altLang="pt-BR" sz="2000" dirty="0"/>
              <a:t>Litosfera: crosta terrestre (continental (</a:t>
            </a:r>
            <a:r>
              <a:rPr lang="pt-BR" altLang="pt-BR" sz="2000" b="1" dirty="0" err="1"/>
              <a:t>Sial</a:t>
            </a:r>
            <a:r>
              <a:rPr lang="pt-BR" altLang="pt-BR" sz="2000" dirty="0"/>
              <a:t>) e oceânica (</a:t>
            </a:r>
            <a:r>
              <a:rPr lang="pt-BR" altLang="pt-BR" sz="2000" b="1" dirty="0" err="1"/>
              <a:t>Sima</a:t>
            </a:r>
            <a:r>
              <a:rPr lang="pt-BR" altLang="pt-BR" sz="2000" dirty="0"/>
              <a:t>) mais a parte rígida do manto superior)</a:t>
            </a:r>
          </a:p>
          <a:p>
            <a:pPr algn="just" eaLnBrk="1" hangingPunct="1"/>
            <a:endParaRPr lang="pt-BR" altLang="pt-BR" sz="2000" dirty="0"/>
          </a:p>
          <a:p>
            <a:pPr algn="just" eaLnBrk="1" hangingPunct="1"/>
            <a:r>
              <a:rPr lang="pt-BR" altLang="pt-BR" sz="2000" dirty="0"/>
              <a:t>Manto (superior (astenosfera) e inferior (mesosfera)</a:t>
            </a:r>
          </a:p>
          <a:p>
            <a:pPr algn="just" eaLnBrk="1" hangingPunct="1"/>
            <a:endParaRPr lang="pt-BR" altLang="pt-BR" sz="2000" dirty="0"/>
          </a:p>
          <a:p>
            <a:pPr algn="just" eaLnBrk="1" hangingPunct="1"/>
            <a:r>
              <a:rPr lang="pt-BR" altLang="pt-BR" sz="2000" dirty="0"/>
              <a:t>Núcleo (</a:t>
            </a:r>
            <a:r>
              <a:rPr lang="pt-BR" altLang="pt-BR" sz="2000" b="1" dirty="0"/>
              <a:t>Nife</a:t>
            </a:r>
            <a:r>
              <a:rPr lang="pt-BR" altLang="pt-BR" sz="2000" dirty="0"/>
              <a:t>): externo (líquido) e interno (sólido)</a:t>
            </a:r>
          </a:p>
          <a:p>
            <a:pPr marL="109537" indent="0" algn="just" eaLnBrk="1" hangingPunct="1">
              <a:buNone/>
            </a:pPr>
            <a:endParaRPr lang="pt-BR" altLang="pt-BR" sz="2000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1E8CFEEE-B109-4EC9-BF2D-71EE105A4E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pt-BR" sz="3200" dirty="0"/>
              <a:t>A estrutura interna da Terra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Imagem 1">
            <a:extLst>
              <a:ext uri="{FF2B5EF4-FFF2-40B4-BE49-F238E27FC236}">
                <a16:creationId xmlns:a16="http://schemas.microsoft.com/office/drawing/2014/main" id="{0FB4DE62-6FEA-40D3-90BC-56654F9D26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85838"/>
            <a:ext cx="9144000" cy="488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ço Reservado para Conteúdo 1">
            <a:extLst>
              <a:ext uri="{FF2B5EF4-FFF2-40B4-BE49-F238E27FC236}">
                <a16:creationId xmlns:a16="http://schemas.microsoft.com/office/drawing/2014/main" id="{4456751D-2727-40B4-85B1-4877E493C0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25538"/>
            <a:ext cx="8229600" cy="4881562"/>
          </a:xfrm>
        </p:spPr>
        <p:txBody>
          <a:bodyPr/>
          <a:lstStyle/>
          <a:p>
            <a:pPr algn="just" eaLnBrk="1" hangingPunct="1"/>
            <a:r>
              <a:rPr lang="pt-BR" altLang="pt-BR" sz="2000" dirty="0"/>
              <a:t>A </a:t>
            </a:r>
            <a:r>
              <a:rPr lang="pt-BR" altLang="pt-BR" sz="2000" b="1" dirty="0"/>
              <a:t>Deriva Continental </a:t>
            </a:r>
            <a:r>
              <a:rPr lang="pt-BR" altLang="pt-BR" sz="2000" dirty="0"/>
              <a:t>de Alfred Wegener (1912): o supercontinente Pangeia e a separação dos continentes</a:t>
            </a:r>
          </a:p>
          <a:p>
            <a:pPr algn="just" eaLnBrk="1" hangingPunct="1"/>
            <a:endParaRPr lang="pt-BR" altLang="pt-BR" sz="2000" dirty="0"/>
          </a:p>
          <a:p>
            <a:pPr algn="just" eaLnBrk="1" hangingPunct="1"/>
            <a:r>
              <a:rPr lang="pt-BR" altLang="pt-BR" sz="2000" dirty="0"/>
              <a:t>Investigações oceanográficas posteriores: Teoria da Expansão do Fundo Oceânico</a:t>
            </a:r>
          </a:p>
          <a:p>
            <a:pPr algn="just" eaLnBrk="1" hangingPunct="1"/>
            <a:endParaRPr lang="pt-BR" altLang="pt-BR" sz="2000" dirty="0"/>
          </a:p>
          <a:p>
            <a:pPr algn="just" eaLnBrk="1" hangingPunct="1"/>
            <a:r>
              <a:rPr lang="pt-BR" altLang="pt-BR" sz="2000" dirty="0"/>
              <a:t>A Teoria da </a:t>
            </a:r>
            <a:r>
              <a:rPr lang="pt-BR" altLang="pt-BR" sz="2000" b="1" dirty="0"/>
              <a:t>Tectônica de Placas </a:t>
            </a:r>
            <a:r>
              <a:rPr lang="pt-BR" altLang="pt-BR" sz="2000" dirty="0"/>
              <a:t>(1965-1968): a divisão da litosfera em placas rígidas que se deslocam</a:t>
            </a:r>
          </a:p>
          <a:p>
            <a:pPr algn="just" eaLnBrk="1" hangingPunct="1"/>
            <a:endParaRPr lang="pt-BR" altLang="pt-BR" sz="2000" dirty="0"/>
          </a:p>
          <a:p>
            <a:pPr algn="just" eaLnBrk="1" hangingPunct="1">
              <a:buFont typeface="Wingdings" panose="05000000000000000000" pitchFamily="2" charset="2"/>
              <a:buChar char="v"/>
            </a:pPr>
            <a:r>
              <a:rPr lang="pt-BR" altLang="pt-BR" sz="2000" dirty="0"/>
              <a:t>Tipos de placas tectônicas: convergentes, divergentes e transformantes </a:t>
            </a:r>
          </a:p>
          <a:p>
            <a:pPr algn="just" eaLnBrk="1" hangingPunct="1">
              <a:buFont typeface="Wingdings" panose="05000000000000000000" pitchFamily="2" charset="2"/>
              <a:buChar char="v"/>
            </a:pPr>
            <a:r>
              <a:rPr lang="pt-BR" altLang="pt-BR" sz="2000" dirty="0"/>
              <a:t>Convergência: subducção e </a:t>
            </a:r>
            <a:r>
              <a:rPr lang="pt-BR" altLang="pt-BR" sz="2000" dirty="0" err="1"/>
              <a:t>obducção</a:t>
            </a:r>
            <a:endParaRPr lang="pt-BR" altLang="pt-BR" sz="2000" dirty="0"/>
          </a:p>
          <a:p>
            <a:pPr algn="just" eaLnBrk="1" hangingPunct="1">
              <a:buFont typeface="Wingdings" panose="05000000000000000000" pitchFamily="2" charset="2"/>
              <a:buChar char="v"/>
            </a:pPr>
            <a:endParaRPr lang="pt-BR" altLang="pt-BR" sz="2000" dirty="0"/>
          </a:p>
        </p:txBody>
      </p:sp>
      <p:sp>
        <p:nvSpPr>
          <p:cNvPr id="3" name="Título 2">
            <a:extLst>
              <a:ext uri="{FF2B5EF4-FFF2-40B4-BE49-F238E27FC236}">
                <a16:creationId xmlns:a16="http://schemas.microsoft.com/office/drawing/2014/main" id="{9208A4A3-34C6-4F9C-9314-9DD5DFFEC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490066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pt-BR" sz="3200" dirty="0"/>
              <a:t>A litosfera em movimento</a:t>
            </a:r>
          </a:p>
        </p:txBody>
      </p:sp>
      <p:sp>
        <p:nvSpPr>
          <p:cNvPr id="4" name="Retângulo de cantos arredondados 6">
            <a:extLst>
              <a:ext uri="{FF2B5EF4-FFF2-40B4-BE49-F238E27FC236}">
                <a16:creationId xmlns:a16="http://schemas.microsoft.com/office/drawing/2014/main" id="{67066153-6901-4B11-9268-666995A971EA}"/>
              </a:ext>
            </a:extLst>
          </p:cNvPr>
          <p:cNvSpPr/>
          <p:nvPr/>
        </p:nvSpPr>
        <p:spPr>
          <a:xfrm>
            <a:off x="3492500" y="5335588"/>
            <a:ext cx="5649913" cy="1343025"/>
          </a:xfrm>
          <a:prstGeom prst="round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sz="1400" b="1" u="sng" dirty="0">
                <a:solidFill>
                  <a:schemeClr val="tx1"/>
                </a:solidFill>
              </a:rPr>
              <a:t>Isostasia,</a:t>
            </a:r>
            <a:r>
              <a:rPr lang="pt-BR" sz="1400" dirty="0">
                <a:solidFill>
                  <a:schemeClr val="tx1"/>
                </a:solidFill>
              </a:rPr>
              <a:t> ou equilíbrio isostático, é o equilíbrio que as placas tectônicas tendem a buscar, ao escorregarem sobre o manto superior. Esse equilíbrio altera-se junto com as mudanças ocorridas na litosfera.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ACDB848E-6BB7-4961-8B65-6FAA8987C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1800" y="274638"/>
            <a:ext cx="4464496" cy="1143000"/>
          </a:xfrm>
        </p:spPr>
        <p:txBody>
          <a:bodyPr/>
          <a:lstStyle/>
          <a:p>
            <a:pPr eaLnBrk="1" hangingPunct="1">
              <a:defRPr/>
            </a:pPr>
            <a:r>
              <a:rPr lang="pt-BR" sz="2900" dirty="0"/>
              <a:t>A Deriva Continental</a:t>
            </a:r>
          </a:p>
        </p:txBody>
      </p:sp>
      <p:pic>
        <p:nvPicPr>
          <p:cNvPr id="2050" name="Picture 2" descr="Deriva Continental e a formação dos Continentes - Geografia para o Enem">
            <a:extLst>
              <a:ext uri="{FF2B5EF4-FFF2-40B4-BE49-F238E27FC236}">
                <a16:creationId xmlns:a16="http://schemas.microsoft.com/office/drawing/2014/main" id="{E18672D1-7822-428F-98ED-6DA8693FF23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9170" y="1223839"/>
            <a:ext cx="6833230" cy="47832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Espaço Reservado para Conteúdo 4">
            <a:extLst>
              <a:ext uri="{FF2B5EF4-FFF2-40B4-BE49-F238E27FC236}">
                <a16:creationId xmlns:a16="http://schemas.microsoft.com/office/drawing/2014/main" id="{44423BF3-B1CC-4B2E-B40D-8002B7FACB1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9512" y="260350"/>
            <a:ext cx="8818438" cy="5256526"/>
          </a:xfr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>
            <a:extLst>
              <a:ext uri="{FF2B5EF4-FFF2-40B4-BE49-F238E27FC236}">
                <a16:creationId xmlns:a16="http://schemas.microsoft.com/office/drawing/2014/main" id="{C745BBE6-05C4-4844-9913-B5FD7B362F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76250"/>
            <a:ext cx="8218488" cy="5113338"/>
          </a:xfrm>
        </p:spPr>
        <p:txBody>
          <a:bodyPr/>
          <a:lstStyle/>
          <a:p>
            <a:pPr algn="just" eaLnBrk="1" hangingPunct="1"/>
            <a:r>
              <a:rPr lang="pt-BR" altLang="pt-BR" sz="2100" dirty="0">
                <a:latin typeface="Arial" panose="020B0604020202020204" pitchFamily="34" charset="0"/>
              </a:rPr>
              <a:t>Nas zonas de </a:t>
            </a:r>
            <a:r>
              <a:rPr lang="pt-BR" altLang="pt-BR" sz="2100" b="1" dirty="0">
                <a:latin typeface="Arial" panose="020B0604020202020204" pitchFamily="34" charset="0"/>
              </a:rPr>
              <a:t>divergência</a:t>
            </a:r>
            <a:r>
              <a:rPr lang="pt-BR" altLang="pt-BR" sz="2100" dirty="0">
                <a:latin typeface="Arial" panose="020B0604020202020204" pitchFamily="34" charset="0"/>
              </a:rPr>
              <a:t>, há um afastamento das placas, como no caso da formação das dorsais </a:t>
            </a:r>
            <a:r>
              <a:rPr lang="pt-BR" altLang="pt-BR" sz="2100" dirty="0" err="1">
                <a:latin typeface="Arial" panose="020B0604020202020204" pitchFamily="34" charset="0"/>
              </a:rPr>
              <a:t>meso</a:t>
            </a:r>
            <a:r>
              <a:rPr lang="pt-BR" altLang="pt-BR" sz="2100" dirty="0">
                <a:latin typeface="Arial" panose="020B0604020202020204" pitchFamily="34" charset="0"/>
              </a:rPr>
              <a:t>-oceânicas.</a:t>
            </a:r>
          </a:p>
          <a:p>
            <a:pPr lvl="1" eaLnBrk="1" hangingPunct="1">
              <a:buFont typeface="Wingdings" panose="05000000000000000000" pitchFamily="2" charset="2"/>
              <a:buChar char="ü"/>
            </a:pPr>
            <a:endParaRPr lang="pt-BR" altLang="pt-BR" sz="1900" dirty="0">
              <a:latin typeface="Arial" panose="020B0604020202020204" pitchFamily="34" charset="0"/>
            </a:endParaRPr>
          </a:p>
          <a:p>
            <a:pPr lvl="1" eaLnBrk="1" hangingPunct="1">
              <a:buFont typeface="Wingdings" panose="05000000000000000000" pitchFamily="2" charset="2"/>
              <a:buChar char="ü"/>
            </a:pPr>
            <a:endParaRPr lang="pt-BR" altLang="pt-BR" sz="1900" dirty="0">
              <a:latin typeface="Arial" panose="020B0604020202020204" pitchFamily="34" charset="0"/>
            </a:endParaRPr>
          </a:p>
          <a:p>
            <a:pPr lvl="1" eaLnBrk="1" hangingPunct="1">
              <a:buFont typeface="Wingdings" panose="05000000000000000000" pitchFamily="2" charset="2"/>
              <a:buChar char="ü"/>
            </a:pPr>
            <a:endParaRPr lang="pt-BR" altLang="pt-BR" sz="1900" dirty="0">
              <a:latin typeface="Arial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0A16B86C-2528-8655-A8E9-E3611B232A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7645" y="1268412"/>
            <a:ext cx="6793470" cy="4837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14B556A8-4DC1-218B-4326-81D3BC970F35}"/>
              </a:ext>
            </a:extLst>
          </p:cNvPr>
          <p:cNvSpPr txBox="1"/>
          <p:nvPr/>
        </p:nvSpPr>
        <p:spPr>
          <a:xfrm>
            <a:off x="5580112" y="6104751"/>
            <a:ext cx="41131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/>
              <a:t>Fonte: Projeto Caminhos Geológicos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>
            <a:extLst>
              <a:ext uri="{FF2B5EF4-FFF2-40B4-BE49-F238E27FC236}">
                <a16:creationId xmlns:a16="http://schemas.microsoft.com/office/drawing/2014/main" id="{C745BBE6-05C4-4844-9913-B5FD7B362F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76250"/>
            <a:ext cx="8218488" cy="5113338"/>
          </a:xfrm>
        </p:spPr>
        <p:txBody>
          <a:bodyPr/>
          <a:lstStyle/>
          <a:p>
            <a:pPr algn="just" eaLnBrk="1" hangingPunct="1"/>
            <a:r>
              <a:rPr lang="pt-BR" altLang="pt-BR" sz="2100" dirty="0">
                <a:latin typeface="Arial" panose="020B0604020202020204" pitchFamily="34" charset="0"/>
              </a:rPr>
              <a:t>Nas zonas de </a:t>
            </a:r>
            <a:r>
              <a:rPr lang="pt-BR" altLang="pt-BR" sz="2100" b="1" dirty="0">
                <a:latin typeface="Arial" panose="020B0604020202020204" pitchFamily="34" charset="0"/>
              </a:rPr>
              <a:t>divergência</a:t>
            </a:r>
            <a:r>
              <a:rPr lang="pt-BR" altLang="pt-BR" sz="2100" dirty="0">
                <a:latin typeface="Arial" panose="020B0604020202020204" pitchFamily="34" charset="0"/>
              </a:rPr>
              <a:t>, há um afastamento das placas, como no caso da formação das dorsais </a:t>
            </a:r>
            <a:r>
              <a:rPr lang="pt-BR" altLang="pt-BR" sz="2100" dirty="0" err="1">
                <a:latin typeface="Arial" panose="020B0604020202020204" pitchFamily="34" charset="0"/>
              </a:rPr>
              <a:t>meso</a:t>
            </a:r>
            <a:r>
              <a:rPr lang="pt-BR" altLang="pt-BR" sz="2100" dirty="0">
                <a:latin typeface="Arial" panose="020B0604020202020204" pitchFamily="34" charset="0"/>
              </a:rPr>
              <a:t>-oceânicas.</a:t>
            </a:r>
          </a:p>
          <a:p>
            <a:pPr algn="just" eaLnBrk="1" hangingPunct="1"/>
            <a:r>
              <a:rPr lang="pt-BR" altLang="pt-BR" sz="2100" dirty="0">
                <a:latin typeface="Arial" panose="020B0604020202020204" pitchFamily="34" charset="0"/>
              </a:rPr>
              <a:t>Nas zonas de </a:t>
            </a:r>
            <a:r>
              <a:rPr lang="pt-BR" altLang="pt-BR" sz="2100" b="1" dirty="0">
                <a:latin typeface="Arial" panose="020B0604020202020204" pitchFamily="34" charset="0"/>
              </a:rPr>
              <a:t>convergência</a:t>
            </a:r>
            <a:r>
              <a:rPr lang="pt-BR" altLang="pt-BR" sz="2100" dirty="0">
                <a:latin typeface="Arial" panose="020B0604020202020204" pitchFamily="34" charset="0"/>
              </a:rPr>
              <a:t>, há vários tipos de contato:</a:t>
            </a:r>
          </a:p>
          <a:p>
            <a:pPr algn="just" eaLnBrk="1" hangingPunct="1">
              <a:buFont typeface="Wingdings 3" panose="05040102010807070707" pitchFamily="18" charset="2"/>
              <a:buNone/>
            </a:pPr>
            <a:endParaRPr lang="pt-BR" altLang="pt-BR" sz="2100" dirty="0">
              <a:latin typeface="Arial" panose="020B0604020202020204" pitchFamily="34" charset="0"/>
            </a:endParaRPr>
          </a:p>
          <a:p>
            <a:pPr lvl="1" algn="just" eaLnBrk="1" hangingPunct="1">
              <a:buFont typeface="Wingdings" panose="05000000000000000000" pitchFamily="2" charset="2"/>
              <a:buChar char="ü"/>
            </a:pPr>
            <a:r>
              <a:rPr lang="pt-BR" altLang="pt-BR" sz="1900" dirty="0">
                <a:latin typeface="Arial" panose="020B0604020202020204" pitchFamily="34" charset="0"/>
              </a:rPr>
              <a:t> </a:t>
            </a:r>
            <a:r>
              <a:rPr lang="pt-BR" altLang="pt-BR" sz="2100" dirty="0">
                <a:latin typeface="Arial" panose="020B0604020202020204" pitchFamily="34" charset="0"/>
              </a:rPr>
              <a:t>Entre placas continentais e oceânicas, a oceânica, que é mais densa, mergulha sob a continental (mais espessa e menos densa) e afunda na astenosfera (subducção), originando as fossas abissais. Parte da placa continental enruga, formando cordilheiras de montanhas (dobramentos).</a:t>
            </a:r>
          </a:p>
          <a:p>
            <a:pPr lvl="1" algn="just" eaLnBrk="1" hangingPunct="1">
              <a:buFont typeface="Wingdings" panose="05000000000000000000" pitchFamily="2" charset="2"/>
              <a:buNone/>
            </a:pPr>
            <a:endParaRPr lang="pt-BR" altLang="pt-BR" sz="2100" dirty="0">
              <a:latin typeface="Arial" panose="020B0604020202020204" pitchFamily="34" charset="0"/>
            </a:endParaRPr>
          </a:p>
          <a:p>
            <a:pPr lvl="1" algn="just" eaLnBrk="1" hangingPunct="1">
              <a:buFont typeface="Wingdings" panose="05000000000000000000" pitchFamily="2" charset="2"/>
              <a:buChar char="ü"/>
            </a:pPr>
            <a:r>
              <a:rPr lang="pt-BR" altLang="pt-BR" sz="2100" dirty="0">
                <a:latin typeface="Arial" panose="020B0604020202020204" pitchFamily="34" charset="0"/>
              </a:rPr>
              <a:t>Entre placas continentais, ocorre </a:t>
            </a:r>
            <a:r>
              <a:rPr lang="pt-BR" altLang="pt-BR" sz="2100" dirty="0" err="1">
                <a:latin typeface="Arial" panose="020B0604020202020204" pitchFamily="34" charset="0"/>
              </a:rPr>
              <a:t>obducção</a:t>
            </a:r>
            <a:r>
              <a:rPr lang="pt-BR" altLang="pt-BR" sz="2100" dirty="0">
                <a:latin typeface="Arial" panose="020B0604020202020204" pitchFamily="34" charset="0"/>
              </a:rPr>
              <a:t>, formando cordilheiras de montanhas </a:t>
            </a:r>
          </a:p>
          <a:p>
            <a:pPr lvl="1" algn="just" eaLnBrk="1" hangingPunct="1">
              <a:buFont typeface="Wingdings" panose="05000000000000000000" pitchFamily="2" charset="2"/>
              <a:buChar char="ü"/>
            </a:pPr>
            <a:r>
              <a:rPr lang="pt-BR" altLang="pt-BR" sz="2100" dirty="0">
                <a:latin typeface="Arial" panose="020B0604020202020204" pitchFamily="34" charset="0"/>
              </a:rPr>
              <a:t>Entre placas oceânicas, ocorre subducção, e surgem várias ilhas.</a:t>
            </a:r>
          </a:p>
          <a:p>
            <a:pPr lvl="1" eaLnBrk="1" hangingPunct="1">
              <a:buFont typeface="Wingdings" panose="05000000000000000000" pitchFamily="2" charset="2"/>
              <a:buChar char="ü"/>
            </a:pPr>
            <a:endParaRPr lang="pt-BR" altLang="pt-BR" sz="2100" dirty="0">
              <a:latin typeface="Arial" panose="020B0604020202020204" pitchFamily="34" charset="0"/>
            </a:endParaRPr>
          </a:p>
          <a:p>
            <a:pPr lvl="1" eaLnBrk="1" hangingPunct="1">
              <a:buFont typeface="Wingdings" panose="05000000000000000000" pitchFamily="2" charset="2"/>
              <a:buChar char="ü"/>
            </a:pPr>
            <a:endParaRPr lang="pt-BR" altLang="pt-BR" sz="1900" dirty="0">
              <a:latin typeface="Arial" panose="020B0604020202020204" pitchFamily="34" charset="0"/>
            </a:endParaRPr>
          </a:p>
          <a:p>
            <a:pPr lvl="1" eaLnBrk="1" hangingPunct="1">
              <a:buFont typeface="Wingdings" panose="05000000000000000000" pitchFamily="2" charset="2"/>
              <a:buChar char="ü"/>
            </a:pPr>
            <a:endParaRPr lang="pt-BR" altLang="pt-BR" sz="1900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14895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>
            <a:extLst>
              <a:ext uri="{FF2B5EF4-FFF2-40B4-BE49-F238E27FC236}">
                <a16:creationId xmlns:a16="http://schemas.microsoft.com/office/drawing/2014/main" id="{C5531E89-1276-493C-AE3A-4CDCE414E3F0}"/>
              </a:ext>
            </a:extLst>
          </p:cNvPr>
          <p:cNvSpPr>
            <a:spLocks noGrp="1"/>
          </p:cNvSpPr>
          <p:nvPr>
            <p:ph type="body" sz="half" idx="3"/>
          </p:nvPr>
        </p:nvSpPr>
        <p:spPr>
          <a:xfrm>
            <a:off x="457200" y="3819525"/>
            <a:ext cx="8229600" cy="2130425"/>
          </a:xfrm>
        </p:spPr>
        <p:txBody>
          <a:bodyPr/>
          <a:lstStyle/>
          <a:p>
            <a:pPr eaLnBrk="1" hangingPunct="1">
              <a:buFont typeface="Wingdings 3" panose="05040102010807070707" pitchFamily="18" charset="2"/>
              <a:buNone/>
            </a:pPr>
            <a:r>
              <a:rPr lang="pt-BR" altLang="pt-BR" sz="2300">
                <a:latin typeface="Arial" panose="020B0604020202020204" pitchFamily="34" charset="0"/>
              </a:rPr>
              <a:t>		subducção				obducção</a:t>
            </a:r>
          </a:p>
        </p:txBody>
      </p:sp>
      <p:pic>
        <p:nvPicPr>
          <p:cNvPr id="17411" name="Picture 8" descr="subducção">
            <a:extLst>
              <a:ext uri="{FF2B5EF4-FFF2-40B4-BE49-F238E27FC236}">
                <a16:creationId xmlns:a16="http://schemas.microsoft.com/office/drawing/2014/main" id="{0BDA6149-C5E6-4BE0-915A-6C76DE92AC2F}"/>
              </a:ext>
            </a:extLst>
          </p:cNvPr>
          <p:cNvPicPr>
            <a:picLocks noGrp="1" noChangeAspect="1" noChangeArrowheads="1"/>
          </p:cNvPicPr>
          <p:nvPr>
            <p:ph sz="quarter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23850" y="1196975"/>
            <a:ext cx="4135438" cy="2197100"/>
          </a:xfrm>
        </p:spPr>
      </p:pic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EB8673A5-FDAC-D376-36D2-00EAE41EB9A0}"/>
              </a:ext>
            </a:extLst>
          </p:cNvPr>
          <p:cNvPicPr>
            <a:picLocks noGrp="1" noChangeAspect="1"/>
          </p:cNvPicPr>
          <p:nvPr>
            <p:ph sz="quarter" idx="2"/>
          </p:nvPr>
        </p:nvPicPr>
        <p:blipFill>
          <a:blip r:embed="rId3"/>
          <a:stretch>
            <a:fillRect/>
          </a:stretch>
        </p:blipFill>
        <p:spPr bwMode="auto">
          <a:xfrm>
            <a:off x="4908704" y="1196976"/>
            <a:ext cx="3974853" cy="247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6" descr="Expansão assoalho oceânico">
            <a:extLst>
              <a:ext uri="{FF2B5EF4-FFF2-40B4-BE49-F238E27FC236}">
                <a16:creationId xmlns:a16="http://schemas.microsoft.com/office/drawing/2014/main" id="{3E72F622-8D5C-4B6D-BB68-D414A0187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2725" y="1557338"/>
            <a:ext cx="6178550" cy="3922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ítulo 3">
            <a:extLst>
              <a:ext uri="{FF2B5EF4-FFF2-40B4-BE49-F238E27FC236}">
                <a16:creationId xmlns:a16="http://schemas.microsoft.com/office/drawing/2014/main" id="{32E5988A-1008-4C29-9539-EF6D6D3B4C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sz="2900" dirty="0"/>
              <a:t>Placas divergentes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1EDCA98D-8D42-416A-B80C-D063B27EBE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sz="2900" dirty="0"/>
              <a:t>Placas transformantes (conservativas)</a:t>
            </a:r>
          </a:p>
        </p:txBody>
      </p:sp>
      <p:pic>
        <p:nvPicPr>
          <p:cNvPr id="19459" name="Picture 6" descr="Resultado de imagem para placas transformantes e transcorrentes">
            <a:extLst>
              <a:ext uri="{FF2B5EF4-FFF2-40B4-BE49-F238E27FC236}">
                <a16:creationId xmlns:a16="http://schemas.microsoft.com/office/drawing/2014/main" id="{FFFF4810-CA09-4B2B-9754-D301CA95F9C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763713" y="1700213"/>
            <a:ext cx="5873750" cy="3916362"/>
          </a:xfrm>
          <a:noFill/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1E30151A-E786-D8AA-8169-114BE0325621}"/>
              </a:ext>
            </a:extLst>
          </p:cNvPr>
          <p:cNvSpPr txBox="1"/>
          <p:nvPr/>
        </p:nvSpPr>
        <p:spPr>
          <a:xfrm>
            <a:off x="5014392" y="5899150"/>
            <a:ext cx="367240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A falha transformante é um tipo específico de falha transcorrente (falhas horizontais).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05F3A565-3DC6-41BF-B680-CF998C3CAB8E}"/>
              </a:ext>
            </a:extLst>
          </p:cNvPr>
          <p:cNvSpPr txBox="1"/>
          <p:nvPr/>
        </p:nvSpPr>
        <p:spPr>
          <a:xfrm>
            <a:off x="285750" y="0"/>
            <a:ext cx="8501063" cy="2446824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</a:endParaRPr>
          </a:p>
          <a:p>
            <a:pPr marL="342900" indent="-34290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</a:rPr>
              <a:t>	A </a:t>
            </a:r>
            <a:r>
              <a:rPr lang="pt-BR" b="1" dirty="0">
                <a:latin typeface="+mn-lt"/>
              </a:rPr>
              <a:t>orogênese </a:t>
            </a:r>
            <a:r>
              <a:rPr lang="pt-BR" dirty="0">
                <a:latin typeface="+mn-lt"/>
              </a:rPr>
              <a:t>é um movimento tectônico </a:t>
            </a:r>
            <a:r>
              <a:rPr lang="pt-BR" b="1" dirty="0">
                <a:latin typeface="+mn-lt"/>
              </a:rPr>
              <a:t>horizontal</a:t>
            </a:r>
            <a:r>
              <a:rPr lang="pt-BR" dirty="0">
                <a:latin typeface="+mn-lt"/>
              </a:rPr>
              <a:t> que promove o soerguimento da crosta em função da colisão entre duas placas tectônicas, levando à formação de cadeias montanhosas. Ocorre nas bordas das placas.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</a:endParaRPr>
          </a:p>
        </p:txBody>
      </p:sp>
      <p:pic>
        <p:nvPicPr>
          <p:cNvPr id="20483" name="Picture 5" descr="Resultado de imagem para orogenese de epirogenese">
            <a:extLst>
              <a:ext uri="{FF2B5EF4-FFF2-40B4-BE49-F238E27FC236}">
                <a16:creationId xmlns:a16="http://schemas.microsoft.com/office/drawing/2014/main" id="{91D4A899-1812-4550-96A9-60BE9DF5A348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83768" y="2260908"/>
            <a:ext cx="5113090" cy="3965463"/>
          </a:xfr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B703F135-A7DC-4AB4-8665-E69E9D1D74A5}"/>
              </a:ext>
            </a:extLst>
          </p:cNvPr>
          <p:cNvSpPr txBox="1"/>
          <p:nvPr/>
        </p:nvSpPr>
        <p:spPr>
          <a:xfrm>
            <a:off x="285750" y="0"/>
            <a:ext cx="8501063" cy="24463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342900" indent="-34290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</a:endParaRPr>
          </a:p>
          <a:p>
            <a:pPr marL="342900" indent="-342900" algn="just"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pt-BR" dirty="0">
                <a:latin typeface="+mn-lt"/>
              </a:rPr>
              <a:t>	A </a:t>
            </a:r>
            <a:r>
              <a:rPr lang="pt-BR" b="1" dirty="0">
                <a:latin typeface="+mn-lt"/>
              </a:rPr>
              <a:t>epirogênese </a:t>
            </a:r>
            <a:r>
              <a:rPr lang="pt-BR" dirty="0">
                <a:latin typeface="+mn-lt"/>
              </a:rPr>
              <a:t>é o movimento </a:t>
            </a:r>
            <a:r>
              <a:rPr lang="pt-BR" b="1" dirty="0">
                <a:latin typeface="+mn-lt"/>
              </a:rPr>
              <a:t>vertical</a:t>
            </a:r>
            <a:r>
              <a:rPr lang="pt-BR" dirty="0">
                <a:latin typeface="+mn-lt"/>
              </a:rPr>
              <a:t> que ocorre em áreas mais afastadas do contato entre as placas, onde as rochas são mais sólidas e estáveis. A pressão das forças internas provoca fraturas e falhas nos blocos rochosos, causando rebaixamento ou soerguimento do terreno.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pt-BR" dirty="0">
              <a:latin typeface="+mn-lt"/>
            </a:endParaRPr>
          </a:p>
        </p:txBody>
      </p:sp>
      <p:pic>
        <p:nvPicPr>
          <p:cNvPr id="21507" name="Picture 2">
            <a:extLst>
              <a:ext uri="{FF2B5EF4-FFF2-40B4-BE49-F238E27FC236}">
                <a16:creationId xmlns:a16="http://schemas.microsoft.com/office/drawing/2014/main" id="{50A203C8-1964-4322-B871-452D6B5EB0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4" b="7822"/>
          <a:stretch>
            <a:fillRect/>
          </a:stretch>
        </p:blipFill>
        <p:spPr bwMode="auto">
          <a:xfrm>
            <a:off x="1428750" y="2857500"/>
            <a:ext cx="6196013" cy="2857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urso">
  <a:themeElements>
    <a:clrScheme name="Concurso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urso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urso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p. 5_A estrutura da Terra [Modo de Compatibilidade]" id="{778C36BC-1863-49B1-895E-BD0A58FC5234}" vid="{8E36C451-40BD-47D2-B7E2-E72B1D98DE29}"/>
    </a:ext>
  </a:extLst>
</a:theme>
</file>

<file path=ppt/theme/themeOverride1.xml><?xml version="1.0" encoding="utf-8"?>
<a:themeOverride xmlns:a="http://schemas.openxmlformats.org/drawingml/2006/main">
  <a:clrScheme name="Concurso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urso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urso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urso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284</TotalTime>
  <Words>494</Words>
  <Application>Microsoft Office PowerPoint</Application>
  <PresentationFormat>Apresentação na tela (4:3)</PresentationFormat>
  <Paragraphs>49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4" baseType="lpstr">
      <vt:lpstr>Arial</vt:lpstr>
      <vt:lpstr>Lucida Sans Unicode</vt:lpstr>
      <vt:lpstr>Verdana</vt:lpstr>
      <vt:lpstr>Wingdings</vt:lpstr>
      <vt:lpstr>Wingdings 2</vt:lpstr>
      <vt:lpstr>Wingdings 3</vt:lpstr>
      <vt:lpstr>Concurso</vt:lpstr>
      <vt:lpstr>A Estrutura da Terra</vt:lpstr>
      <vt:lpstr>Tempo histórico e tempo geológico</vt:lpstr>
      <vt:lpstr>Tabela geológica</vt:lpstr>
      <vt:lpstr>Apresentação do PowerPoint</vt:lpstr>
      <vt:lpstr>Antropoceno</vt:lpstr>
      <vt:lpstr>A estrutura interna da Terra</vt:lpstr>
      <vt:lpstr>Apresentação do PowerPoint</vt:lpstr>
      <vt:lpstr>A litosfera em movimento</vt:lpstr>
      <vt:lpstr>A Deriva Continental</vt:lpstr>
      <vt:lpstr>Apresentação do PowerPoint</vt:lpstr>
      <vt:lpstr>Apresentação do PowerPoint</vt:lpstr>
      <vt:lpstr>Apresentação do PowerPoint</vt:lpstr>
      <vt:lpstr>Apresentação do PowerPoint</vt:lpstr>
      <vt:lpstr>Placas divergentes</vt:lpstr>
      <vt:lpstr>Placas transformantes (conservativas)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Estrutura da Terra</dc:title>
  <dc:creator>Alex Rios</dc:creator>
  <cp:lastModifiedBy>Alex Rios</cp:lastModifiedBy>
  <cp:revision>19</cp:revision>
  <dcterms:created xsi:type="dcterms:W3CDTF">2021-01-24T18:26:26Z</dcterms:created>
  <dcterms:modified xsi:type="dcterms:W3CDTF">2025-08-10T19:06:11Z</dcterms:modified>
</cp:coreProperties>
</file>